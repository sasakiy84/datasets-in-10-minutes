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/>
            </a:pPr>
            <a:r>
              <a:rPr lang="en-US" dirty="0">
                <a:ea typeface="Noto Sans CJK JP"/>
              </a:rPr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Noto Sans CJK JP"/>
              </a:rPr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rPr lang="ja-JP">
                <a:ea typeface="Noto Sans CJK JP"/>
              </a:rP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rPr lang="ja-JP">
                <a:ea typeface="Noto Sans CJK JP"/>
              </a:rP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</p:spPr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rPr lang="ja-JP">
                <a:ea typeface="Noto Sans CJK JP"/>
              </a:rP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pPr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en-US" dirty="0">
              <a:solidFill>
                <a:schemeClr val="dk1">
                  <a:lumMod val="75000"/>
                </a:schemeClr>
              </a:solidFill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/>
            </a:pPr>
            <a:r>
              <a:rPr lang="en-US">
                <a:ea typeface="Noto Sans CJK JP"/>
              </a:rPr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