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501" r:id="rId2"/>
    <p:sldId id="509" r:id="rId3"/>
    <p:sldId id="504" r:id="rId4"/>
    <p:sldId id="505" r:id="rId5"/>
    <p:sldId id="506" r:id="rId6"/>
    <p:sldId id="507" r:id="rId7"/>
    <p:sldId id="508" r:id="rId8"/>
    <p:sldId id="51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68600" y="2263650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7245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ts val="2200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dirty="0">
                <a:latin typeface="Noto Sans"/>
                <a:ea typeface="Noto Sans CJK JP"/>
                <a:cs typeface="Noto Sans"/>
              </a:rPr>
              <a:t>Developing and Applying a Systematic Classification Framework</a:t>
            </a:r>
          </a:p>
        </p:txBody>
      </p:sp>
      <p:sp>
        <p:nvSpPr>
          <p:cNvPr id="3" name="Subtitle Placeholder 3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0" cy="365760"/>
          </a:xfrm>
        </p:spPr>
        <p:txBody>
          <a:bodyPr/>
          <a:lstStyle/>
          <a:p>
            <a:pPr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dirty="0">
                <a:latin typeface="Noto Sans"/>
                <a:ea typeface="Noto Sans CJK JP"/>
                <a:cs typeface="Noto Sans"/>
              </a:rPr>
              <a:t>Presenter Name, Co-author 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 tIns="0" bIns="0" lIns="0" rIns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>
                <a:latin typeface="Noto Sans"/>
                <a:ea typeface="Noto Sans CJK JP"/>
                <a:cs typeface="Noto Sans"/>
              </a:rPr>
              <a:t>所属　［所属］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 tIns="0" bIns="0" lIns="0" rIns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</p:spPr>
        <p:txBody>
          <a:bodyPr tIns="0" bIns="0" lIns="0" rIns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>
                <a:latin typeface="Noto Sans"/>
                <a:ea typeface="Noto Sans CJK JP"/>
                <a:cs typeface="Noto Sans"/>
              </a:rPr>
              <a:t>作成日　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section highlight"/>
          <p:cNvSpPr txBox="1"/>
          <p:nvPr/>
        </p:nvSpPr>
        <p:spPr>
          <a:xfrm>
            <a:off x="1065594" y="2468855"/>
            <a:ext cx="99000" cy="627600"/>
          </a:xfrm>
          <a:prstGeom prst="rect">
            <a:avLst/>
          </a:prstGeom>
          <a:solidFill>
            <a:srgbClr val="2C9100"/>
          </a:solidFill>
          <a:ln>
            <a:noFill/>
          </a:ln>
        </p:spPr>
        <p:txBody>
          <a:bodyPr wrap="square"/>
          <a:lstStyle/>
          <a:p>
            <a:pPr/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/>
          <p:cNvSpPr>
            <a:spLocks noGrp="1"/>
          </p:cNvSpPr>
          <p:nvPr>
            <p:ph type="title"/>
          </p:nvPr>
        </p:nvSpPr>
        <p:spPr/>
        <p:txBody>
          <a:bodyPr wrap="none">
            <a:normAutofit fontScale="90000"/>
          </a:bodyPr>
          <a:lstStyle/>
          <a:p>
            <a:pPr/>
            <a:endParaRPr lang="ja-JP" dirty="0">
              <a:solidFill>
                <a:schemeClr val="dk1">
                  <a:lumMod val="75000"/>
                </a:schemeClr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Body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ja-JP" dirty="0">
              <a:solidFill>
                <a:schemeClr val="bg2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itle Placeholder 4"/>
          <p:cNvSpPr>
            <a:spLocks noGrp="1"/>
          </p:cNvSpPr>
          <p:nvPr>
            <p:ph type="title" idx="2"/>
          </p:nvPr>
        </p:nvSpPr>
        <p:spPr>
          <a:xfrm>
            <a:off x="0" y="0"/>
            <a:ext cx="0" cy="480059"/>
          </a:xfrm>
        </p:spPr>
        <p:txBody>
          <a:bodyPr anchor="ctr" t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/>
          <p:cNvSpPr>
            <a:spLocks noGrp="1"/>
          </p:cNvSpPr>
          <p:nvPr>
            <p:ph type="title"/>
          </p:nvPr>
        </p:nvSpPr>
        <p:spPr/>
        <p:txBody>
          <a:bodyPr wrap="none">
            <a:normAutofit fontScale="90000"/>
          </a:bodyPr>
          <a:lstStyle/>
          <a:p>
            <a:pPr/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Placeholder 3"/>
          <p:cNvSpPr>
            <a:spLocks noGrp="1"/>
          </p:cNvSpPr>
          <p:nvPr>
            <p:ph type="title" idx="2"/>
          </p:nvPr>
        </p:nvSpPr>
        <p:spPr>
          <a:xfrm>
            <a:off x="0" y="0"/>
            <a:ext cx="0" cy="480059"/>
          </a:xfrm>
        </p:spPr>
        <p:txBody>
          <a:bodyPr anchor="ctr" t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/>
          <p:cNvSpPr>
            <a:spLocks noGrp="1"/>
          </p:cNvSpPr>
          <p:nvPr>
            <p:ph type="title"/>
          </p:nvPr>
        </p:nvSpPr>
        <p:spPr/>
        <p:txBody>
          <a:bodyPr wrap="none">
            <a:normAutofit fontScale="90000"/>
          </a:bodyPr>
          <a:lstStyle/>
          <a:p>
            <a:pPr/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Placeholder 3"/>
          <p:cNvSpPr>
            <a:spLocks noGrp="1"/>
          </p:cNvSpPr>
          <p:nvPr>
            <p:ph type="title" idx="2"/>
          </p:nvPr>
        </p:nvSpPr>
        <p:spPr>
          <a:xfrm>
            <a:off x="0" y="0"/>
            <a:ext cx="0" cy="480059"/>
          </a:xfrm>
        </p:spPr>
        <p:txBody>
          <a:bodyPr anchor="ctr" t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Placeholder 3"/>
          <p:cNvSpPr>
            <a:spLocks noGrp="1"/>
          </p:cNvSpPr>
          <p:nvPr>
            <p:ph type="title"/>
          </p:nvPr>
        </p:nvSpPr>
        <p:spPr>
          <a:xfrm>
            <a:off x="0" y="0"/>
            <a:ext cx="0" cy="480059"/>
          </a:xfrm>
        </p:spPr>
        <p:txBody>
          <a:bodyPr anchor="ctr" t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0" cy="480059"/>
          </a:xfrm>
        </p:spPr>
        <p:txBody>
          <a:bodyPr anchor="ctr" tIns="0" bIns="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>
                <a:latin typeface="Noto Sans"/>
                <a:ea typeface="Noto Sans CJK JP"/>
                <a:cs typeface="Noto Sans"/>
              </a:rPr>
              <a:t>Bottom-right caption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</cp:coreProperties>
</file>