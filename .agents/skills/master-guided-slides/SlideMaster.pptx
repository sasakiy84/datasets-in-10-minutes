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ＭＳ Ｐゴシック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defRPr sz="2200" lang="ja-JP">
                <a:latin typeface="Arial"/>
                <a:ea typeface="ＭＳ Ｐゴシック"/>
                <a:cs typeface="Arial"/>
              </a:defRPr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pPr algn="ctr"/>
              <a:t>‹#›</a:t>
            </a:fld>
            <a:endParaRPr lang="ja-JP" sz="1800" b="1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ontents</a:t>
            </a:r>
            <a:endParaRPr b="1" dirty="0" lang="ja-JP">
              <a:solidFill>
                <a:schemeClr val="lt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Arial"/>
                <a:ea typeface="ＭＳ Ｐゴシック"/>
                <a:cs typeface="Arial"/>
              </a:rPr>
              <a:t>Insert chart</a:t>
            </a: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Arial"/>
                <a:ea typeface="ＭＳ Ｐゴシック"/>
                <a:cs typeface="Arial"/>
              </a:rPr>
              <a:t>‹#›</a:t>
            </a:fld>
            <a:endParaRPr lang="ja-JP">
              <a:latin typeface="Arial"/>
              <a:ea typeface="ＭＳ Ｐゴシック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ts val="2200"/>
        <a:buChar char="●"/>
        <a:defRPr sz="2200" lang="ja-JP">
          <a:solidFill>
            <a:srgbClr val="303437"/>
          </a:solidFill>
          <a:latin typeface="Arial"/>
          <a:ea typeface="ＭＳ Ｐゴシック"/>
          <a:cs typeface="Arial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dirty="0">
                <a:latin typeface="Arial"/>
                <a:ea typeface="ＭＳ Ｐゴシック"/>
                <a:cs typeface="Arial"/>
              </a:rPr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pPr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dirty="0">
                <a:latin typeface="Arial"/>
                <a:ea typeface="ＭＳ Ｐゴシック"/>
                <a:cs typeface="Arial"/>
              </a:rPr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lang="ja-JP">
                <a:latin typeface="Arial"/>
                <a:ea typeface="ＭＳ Ｐゴシック"/>
                <a:cs typeface="Arial"/>
              </a:rP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lang="ja-JP">
                <a:latin typeface="Arial"/>
                <a:ea typeface="ＭＳ Ｐゴシック"/>
                <a:cs typeface="Arial"/>
              </a:rP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lang="ja-JP">
                <a:latin typeface="Arial"/>
                <a:ea typeface="ＭＳ Ｐゴシック"/>
                <a:cs typeface="Arial"/>
              </a:rP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pPr/>
            <a:endParaRPr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solidFill>
                <a:schemeClr val="dk1">
                  <a:lumMod val="75000"/>
                </a:schemeClr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ja-JP" dirty="0">
              <a:solidFill>
                <a:schemeClr val="bg2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>
                <a:latin typeface="Arial"/>
                <a:ea typeface="ＭＳ Ｐゴシック"/>
                <a:cs typeface="Arial"/>
              </a:rPr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ＭＳ Ｐゴシック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ＭＳ Ｐゴシック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