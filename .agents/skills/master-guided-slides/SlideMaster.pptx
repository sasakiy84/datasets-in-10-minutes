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r>
              <a:rPr lang="en-US" dirty="0"/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endParaRPr lang="en-US" dirty="0">
              <a:solidFill>
                <a:schemeClr val="dk1">
                  <a:lumMod val="75000"/>
                </a:schemeClr>
              </a:solidFill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