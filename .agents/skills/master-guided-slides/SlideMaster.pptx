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10"/>
  </p:notesMasterIdLst>
  <p:sldIdLst>
    <p:sldId id="501" r:id="rId2"/>
    <p:sldId id="509" r:id="rId3"/>
    <p:sldId id="504" r:id="rId4"/>
    <p:sldId id="505" r:id="rId5"/>
    <p:sldId id="506" r:id="rId6"/>
    <p:sldId id="507" r:id="rId7"/>
    <p:sldId id="508" r:id="rId8"/>
    <p:sldId id="511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5486400" y="477316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●"/>
              <a:defRPr sz="2200">
                <a:solidFill>
                  <a:schemeClr val="dk2"/>
                </a:solidFill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828800" lvl="3" indent="-3683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●"/>
              <a:defRPr sz="2200">
                <a:solidFill>
                  <a:schemeClr val="dk2"/>
                </a:solidFill>
              </a:defRPr>
            </a:lvl4pPr>
            <a:lvl5pPr marL="2286000" lvl="4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2743200" lvl="5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3200400" lvl="6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7pPr>
            <a:lvl8pPr marL="3657600" lvl="7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4114800" lvl="8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trtitle Placeholder 2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Developing and Applying a Systematic Classification Framework</a:t>
            </a:r>
          </a:p>
        </p:txBody>
      </p:sp>
      <p:sp>
        <p:nvSpPr>
          <p:cNvPr id="3" name="Subtitle Placeholder 3"/>
          <p:cNvSpPr>
            <a:spLocks noGrp="1"/>
          </p:cNvSpPr>
          <p:nvPr>
            <p:ph type="subTitle" idx="1"/>
          </p:nvPr>
        </p:nvSpPr>
        <p:spPr>
          <a:xfrm>
            <a:off x="0" y="3657600"/>
            <a:ext cx="0" cy="365760"/>
          </a:xfrm>
        </p:spPr>
        <p:txBody>
          <a:bodyPr/>
          <a:lstStyle/>
          <a:p>
            <a:r>
              <a:rPr lang="en-US" dirty="0"/>
              <a:t>Presenter Name, Co-author 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626669"/>
                </a:solidFill>
                <a:latin typeface="Noto Sans CJK JP"/>
              </a:defRPr>
            </a:pPr>
            <a:r>
              <a:t>氏名　［氏名］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rrent section highlight"/>
          <p:cNvSpPr txBox="1"/>
          <p:nvPr/>
        </p:nvSpPr>
        <p:spPr>
          <a:xfrm>
            <a:off x="1065594" y="2468855"/>
            <a:ext cx="99000" cy="627600"/>
          </a:xfrm>
          <a:prstGeom prst="rect">
            <a:avLst/>
          </a:prstGeom>
          <a:solidFill>
            <a:srgbClr val="2C9100"/>
          </a:solidFill>
          <a:ln>
            <a:noFill/>
          </a:ln>
        </p:spPr>
        <p:txBody>
          <a:bodyPr wrap="square"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 dirty="0">
              <a:solidFill>
                <a:schemeClr val="dk1">
                  <a:lumMod val="75000"/>
                </a:schemeClr>
              </a:solidFill>
            </a:endParaRPr>
          </a:p>
        </p:txBody>
      </p:sp>
      <p:sp>
        <p:nvSpPr>
          <p:cNvPr id="3" name="Body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4" name="Title Placeholder 4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Placeholder 3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Bottom-right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