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solidFill>
                <a:schemeClr val="dk1">
                  <a:lumMod val="75000"/>
                </a:schemeClr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ja-JP" dirty="0">
              <a:solidFill>
                <a:schemeClr val="bg2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1400" b="1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1400" b="1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1400" b="1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1400" b="1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dirty="0" sz="1400" b="1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