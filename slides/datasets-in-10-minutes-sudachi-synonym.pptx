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グループ数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5–9</c:v>
                </c:pt>
                <c:pt idx="5">
                  <c:v>10以上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16493</c:v>
                </c:pt>
                <c:pt idx="2">
                  <c:v>5693</c:v>
                </c:pt>
                <c:pt idx="3">
                  <c:v>2101</c:v>
                </c:pt>
                <c:pt idx="4">
                  <c:v>1887</c:v>
                </c:pt>
                <c:pt idx="5">
                  <c:v>144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orksapplications.github.io/Sudachi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lp.jp/proceedings/annual_meeting/2020/pdf_dir/P4-14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lp.jp/proceedings/annual_meeting/2020/pdf_dir/P4-14.pdf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/commit/e32387bbc0913fd4352e571faa0954605dcf077c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WorksApplications/SudachiDict/blob/develop/src/main/text/synonyms.txt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chikkarp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lp.jp/proceedings/annual_meeting/2022/pdf_dir/PT2-3.pdf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#license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src/main/text/synonyms.tx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docs/synonyms.md" TargetMode="External"/><Relationship Id="rId3" Type="http://schemas.openxmlformats.org/officeDocument/2006/relationships/hyperlink" Target="https://github.com/WorksApplications/SudachiDict/blob/develop/src/main/text/synonyms.tx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docs/synonyms.m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SudachiDict/blob/develop/docs/synonyms.md" TargetMode="External"/><Relationship Id="rId3" Type="http://schemas.openxmlformats.org/officeDocument/2006/relationships/hyperlink" Target="https://www.anlp.jp/proceedings/annual_meeting/2020/pdf_dir/P4-14.pdf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orksApplications/chikkar" TargetMode="External"/><Relationship Id="rId3" Type="http://schemas.openxmlformats.org/officeDocument/2006/relationships/hyperlink" Target="https://github.com/WorksApplications/chikkarpy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anlp.jp/proceedings/annual_meeting/2022/pdf_dir/PT2-3.pdf" TargetMode="External"/><Relationship Id="rId3" Type="http://schemas.openxmlformats.org/officeDocument/2006/relationships/hyperlink" Target="https://github.com/WorksApplications/SudachiDic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1004570"/>
          </a:xfrm>
        </p:spPr>
        <p:txBody>
          <a:bodyPr wrap="square" lIns="0" rIns="0" tIns="0" bIns="1016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 同義語辞書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407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SudachiDict Synonym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検索語の言い換えを、関係と向きで整理する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Sudachiの公式リソース一覧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ワークス徳島NLPリソース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https://worksapplications.github.io/Sudachi/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同義語グループと展開の向き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CSVと関係情報の読み方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作成方法と収録内容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読み込みと利用方法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検索語を、別の表現へ広げる辞書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 同義語辞書は、Sudachi辞書に登録された語句へ、同義語グループと関係情報を付けた日本語の語彙資源。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「インフルエンザ」から「インフル」や「流行性感冒」へ、検索に使う表現を広げられる。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グループへの所属に加え、略語、表記の違い、展開の向きなどを記録する。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英語表記や略語も、同じグループに含む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グループ内での位置付け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インフルエンザ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influenza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元の綴りによる表記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インフル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略語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流行性感冒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意味の近い別の語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流感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流行性感冒の略語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入力語から、検索に使う候補を得る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入力：インフルエンザ</a:t>
            </a:r>
          </a:p>
        </p:txBody>
      </p:sp>
      <p:sp>
        <p:nvSpPr>
          <p:cNvPr id="5" name="quote-frame"/>
          <p:cNvSpPr/>
          <p:nvPr/>
        </p:nvSpPr>
        <p:spPr>
          <a:xfrm>
            <a:off x="594360" y="1920240"/>
            <a:ext cx="7955279" cy="154279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08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influenza</a:t>
            </a:r>
          </a:p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インフル</a:t>
            </a:r>
          </a:p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流行性感冒</a:t>
            </a:r>
          </a:p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流感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45916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CSVの展開制御に従い、入力語自身を除いた候補を列挙した。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「AI」は展開の出力だけに使う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2460"/>
        </p:xfrm>
        <a:graphic>
          <a:graphicData uri="http://schemas.openxmlformats.org/drawingml/2006/table">
            <a:tbl>
              <a:tblPr firstRow="0" bandRow="0"/>
              <a:tblGrid>
                <a:gridCol w="4297680"/>
                <a:gridCol w="1234440"/>
                <a:gridCol w="25146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人工知能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アーティフィシャルインテリジェンス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artificial intelligence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出力だけに使用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展開の向きは、同じグループ内でも異なる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「人工知能」を入力した結果</a:t>
            </a:r>
          </a:p>
        </p:txBody>
      </p:sp>
      <p:sp>
        <p:nvSpPr>
          <p:cNvPr id="5" name="quote-frame"/>
          <p:cNvSpPr/>
          <p:nvPr/>
        </p:nvSpPr>
        <p:spPr>
          <a:xfrm>
            <a:off x="594360" y="1920240"/>
            <a:ext cx="7955279" cy="11045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08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アーティフィシャルインテリジェンス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artificial intelligence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3507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「AI」を入力した結果：候補なし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83711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この参照処理では、制御1の見出しを展開の開始点にしない。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同じ「AI」が、複数の語群に登録される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同じ表記を含む語群の例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AIの展開制御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人工知能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人工授精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アムネスティインターナショナル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鳥インフルエンザ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これらの語群では、詳しい名称から「AI」を候補に出せる。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削除した見出しも、履歴として保持する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同義語グループと展開の向き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097280"/>
                <a:gridCol w="43891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マネー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money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出力だけに使用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展開に使用しない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制御2のレコードは、同じ見出しの誤った再登録を防ぐための履歴。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1語1行のCSVで、同じ群をまとめる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ソースはUTF-8のCSV。1行が一つの見出しを表し、各行は11列で構成される。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同じグループ番号を持つ行が、一つの同義語グループになる。グループ番号は6桁の数字。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見出し、関係情報、展開制御などが列に入り、末尾の2列は予約されている。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配布CSVでは、関係を数値の列で表す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9458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08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000127,1,0,1,0,0,0,(医療),インフルエンザ,,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000127,1,0,1,0,0,1,(医療),influenza,,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000127,1,0,1,0,2,0,(医療),インフル,,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73464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インフルエンザのグループから3行を抜粋。末尾の2列は空欄。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グループ・制御・見出しを、別の列で持つ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58975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2194560"/>
                <a:gridCol w="46634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この辞書での役割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グループ番号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同義語グループを識別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入力・出力への使用を指定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登録する語句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9・10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取得したCSVでは空欄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957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列番号は0から数える。11列を、カンマ区切りのCSVとして読み込む。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同じ語の表記と、別の語彙を分けて記録する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「インフルエンザ」「influenza」「インフル」は、同じ語彙素として整理される。語彙素は、表記や語形の違いをまとめる単位。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「流行性感冒」と略語の「流感」は、もう一つの語彙素として、同じ同義語グループに入る。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語彙素の中では、語形種別、略語・略称、表記ゆれという階層で関係を記録する。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略語の表記ゆれも、階層を重ねて記録する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略語情報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表記情報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スマートフォン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スマートホン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スマフォ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スマホ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同じ語群の一部。0は各階層の代表形。略語2は非アルファベットの略称、表記2は異表記。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同じ見出しでも、語群ごとに制御を持つ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CSVと関係情報の読み方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972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7277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グループ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「支払い」の制御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000008：支払い・会計など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021742：払い込みなど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37560"/>
            <a:ext cx="7955279" cy="7198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「支払い」は2つの群に登録される。入力からの展開では、制御0を持つ000008を開始点に使う。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企業内の全文検索に使う語彙を、人手で整理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商用の全文検索で使える同義語資源と、企業内文書の語彙を充実させるために作られた。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Sudachi辞書の見出しへ人手で同義関係を付け、不足する語を辞書へ追加する方法を採った。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語句を集めるだけでなく、検索での展開を選べるように、関係の種類や代表形を整理した。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高岡一馬ほか, 2020, 詳細化した同義関係をもつ同義語辞書の作成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https://www.anlp.jp/proceedings/annual_meeting/2020/pdf_dir/P4-14.pdf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代表形は、経験のある作業者が選定する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代表語・代表語形・代表表記は、それぞれの階層で関係を記述する基準となる。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2020年の報告では、言語資源の作成経験が豊富な3名が代表形を選び、相互に確認した。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出現頻度だけで代表を決めず、利用者にとって自然な表記を考慮する方針が述べられている。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高岡一馬ほか, 2020, 詳細化した同義関係をもつ同義語辞書の作成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https://www.anlp.jp/proceedings/annual_meeting/2020/pdf_dir/P4-14.pdf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2019年の公開から、語彙の追加・修正へ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同義語ソースは2019年11月に公開リポジトリへ追加され、2020年に設計と作成方法が発表された。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現在もSudachiDictで、語彙や関係情報の追加・修正を含むソースが配布されている。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2026年10月15日更新のsynonyms.txtには、見出しと関係情報がCSV形式で収録されている。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2019, Add a synonym dictionary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https://github.com/WorksApplications/SudachiDict/commit/e32387bbc0913fd4352e571faa0954605dcf077c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利用対象の見出しレコードは約7.1万件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508760"/>
          <a:ext cx="6217920" cy="174244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19456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集計対象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見出しレコード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71,368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レコードがあるグループ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26,324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異なる見出し文字列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68,334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2026-10-15更新のCSVを集計。展開に使わない制御2の507行を除く。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2〜3件の見出しを持つグループが多い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横軸は群内の利用対象見出し数、縦軸はグループ数。制御2を除く。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一般語に加え、固有名や専門語も収録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作成方法と収録内容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508760"/>
          <a:ext cx="6217920" cy="235077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9260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見出しレコード数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企業名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10,426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4,244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ビジネス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2,108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料理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分野の記載がないレコードは26,964件。複数分野の見出しは、各分野へ1件ずつ数える。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CSVから、見出しの登録行を読む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200374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08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open("synonyms.txt", encoding="utf-8") as f: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[r for r in csv.reader(f) if r]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print([(r[0], r[2]) for r in rows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if r[8] == "人工知能"])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31374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実行結果は [('010717', '0')]。グループ番号と展開制御を取り出す。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展開制御に従って、候補を列挙する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3040"/>
            <a:ext cx="8046720" cy="200374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08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word = "人工知能"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ids = {r[0] for r in rows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if r[8] == word and r[2] in ("", "0")}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candidates = [r[8] for r in rows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if r[0] in ids and r[2] != "2"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and r[8] != word]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print(list(dict.fromkeys(candidates)))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31374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名詞などの体言と、動詞・形容詞などの用言を含め、入力語自身を除いた候補を返す。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検索処理には、専用ライブラリも使える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chikkarは、Sudachi同義語辞書を使うJavaライブラリ。CSVからバイナリ辞書を作成して読み込む。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Python版のchikkarpyは、単語からの検索に加え、SudachiPyの解析結果への同義語情報の追加に対応する。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体言・用言の出力や、複数の辞書の優先順位など、実装側でも検索条件を選べる。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chikkarpy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https://github.com/WorksApplications/chikkarpy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検索のほか、語の関係を使う研究にも利用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検索では、入力語から同じグループの候補を取り出し、別表現を含む文書を探すために使える。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関係情報を選べば、略語や表記ゆれなど、必要な種類の候補を抽出できる。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2022年のyamaMomoでは、この辞書の同義関係や分野情報から、日本語の単語ベクトルを評価するデータが作られた。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野口夏希ほか, 2022, yamaMomo：日本語分散表現の評価用データセットの作成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https://www.anlp.jp/proceedings/annual_meeting/2022/pdf_dir/PT2-3.pdf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CSVを入手し、用途に合わせて利用する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同義語ソースはSudachiDictのsrc/main/text/synonyms.txt、列の説明はdocs/synonyms.mdで公開されている。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Apache License 2.0で提供され、商用利用や改変・再配布が可能。再配布ではライセンスと帰属を保ち、変更を明示する。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更新したCSVを取り込むときは、見出しだけでなく、展開制御と関係情報も読み込む。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SudachiDict — Licenses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https://github.com/WorksApplications/SudachiDict#licenses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語句のつながりと、展開できる向きを使う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同義語グループの中に、別の語彙、略語、英語表記、表記ゆれを整理している。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展開制御によって、入力に使える語、出力だけに使う語、展開に使わない語を指定する。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CSVの列を読み、必要な関係を選ぶことで、検索や語彙処理へ組み込める。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読み込みと利用方法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315"/>
            <a:ext cx="8046720" cy="7782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追加の語群と列仕様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パソコン：長い名称と略語の関係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追加の語群と列仕様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見出しの抜粋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パーソナルコンピューター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personal computer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パソコン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PCは出力候補に含まれるが、この語群での入力の開始点にはならない。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自動車：広く使われる短い語は出力側へ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追加の語群と列仕様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805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見出しの抜粋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自動車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この群は6レコード。ひらがなの「くるま」とカタカナの「クルマ」も含む。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「はやい」は、異なる語群に共通する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追加の語群と列仕様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4389120"/>
                <a:gridCol w="20116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代表的な見出し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はやいの制御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024872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早い・early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000404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迅速・速い・speedy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「はやい」は両方の群で出力側に置かれ、入力からの展開を始めない。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2026, SudachiDict synonyms.txt（2026-10-15更新）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CSVの列仕様：グループと語形の情報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追加の語群と列仕様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2560320"/>
                <a:gridCol w="493776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値の意味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グループ番号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6桁の識別番号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体言／用言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1：体言、2：用言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展開制御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0：入力・出力、1：出力、2：未使用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群内の語彙素を識別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語形種別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代表語・対訳・別称・旧称・誤用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410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複数の語彙素番号は「1/2」のように記す。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65472"/>
            <a:ext cx="8183879" cy="189992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830064"/>
            <a:ext cx="8183879" cy="189992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ワークスアプリケーションズ, 2026, synonyms.txt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https://github.com/WorksApplications/SudachiDict/blob/develop/src/main/text/synonyms.txt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CSVの列仕様：略語・表記・分野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追加の語群と列仕様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57932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2103120"/>
                <a:gridCol w="502920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値の意味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1087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略語・略称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0：代表、1：アルファベット
2：それ以外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087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表記ゆれ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0：代表、1：アルファベット表記
2：異表記、3：誤表記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企業名・医療・ITなどの参考情報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登録される語句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9・10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取得したCSVでは空欄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ワークスアプリケーションズ, n.d., Sudachi 同義語辞書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55464"/>
            <a:ext cx="818387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Sudachi 同義語辞書"/>
          <p:cNvSpPr txBox="1"/>
          <p:nvPr/>
        </p:nvSpPr>
        <p:spPr>
          <a:xfrm>
            <a:off x="548640" y="1463040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 同義語辞書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ワークスアプリケーションズ,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CSVの11列と、語形・略語・表記ゆれ・展開制御の意味を定めた公式仕様。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https://github.com/WorksApplications/SudachiDict/blob/develop/docs/synonyms.md</a:t>
            </a:r>
          </a:p>
        </p:txBody>
      </p:sp>
      <p:sp>
        <p:nvSpPr>
          <p:cNvPr id="5" name="文献 2: 詳細化した同義関係をもつ同義語辞書の作成"/>
          <p:cNvSpPr txBox="1"/>
          <p:nvPr/>
        </p:nvSpPr>
        <p:spPr>
          <a:xfrm>
            <a:off x="548640" y="2923159"/>
            <a:ext cx="8046720" cy="1570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詳細化した同義関係をもつ同義語辞書の作成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高岡一馬・岡部裕子・川原典子・坂本美保・内田佳孝, 2020. 言語処理学会第26回年次大会, pp. 840–842.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企業内検索の背景、人手による収集、階層のある同義関係と非対称な展開を説明する。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https://www.anlp.jp/proceedings/annual_meeting/2020/pdf_dir/P4-14.pdf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chikkar"/>
          <p:cNvSpPr txBox="1"/>
          <p:nvPr/>
        </p:nvSpPr>
        <p:spPr>
          <a:xfrm>
            <a:off x="548640" y="1463040"/>
            <a:ext cx="8046720" cy="1570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chikkar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ワークスアプリケーションズ,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Sudachi同義語辞書をバイナリ化し、Javaから検索するための公式ライブラリ。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https://github.com/WorksApplications/chikkar</a:t>
            </a:r>
          </a:p>
        </p:txBody>
      </p:sp>
      <p:sp>
        <p:nvSpPr>
          <p:cNvPr id="5" name="文献 2: chikkarpy"/>
          <p:cNvSpPr txBox="1"/>
          <p:nvPr/>
        </p:nvSpPr>
        <p:spPr>
          <a:xfrm>
            <a:off x="548640" y="3201924"/>
            <a:ext cx="8046720" cy="1570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chikkarpy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ワークスアプリケーションズ, n.d.（参照2026-10-28）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同義語検索とSudachiPy連携に対応したPythonライブラリ。体言・用言の出力も制御できる。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https://github.com/WorksApplications/chikkarpy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yamaMomo : Sudachi 同義語辞書による日本語分散表現の評価用データセットの作成"/>
          <p:cNvSpPr txBox="1"/>
          <p:nvPr/>
        </p:nvSpPr>
        <p:spPr>
          <a:xfrm>
            <a:off x="548640" y="1463040"/>
            <a:ext cx="8046720" cy="191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yamaMomo : Sudachi 同義語辞書による日本語分散表現の評価用データセットの作成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野口夏希・勝田哲弘・山村崇・高岡一馬・内田佳孝, 2022. 言語処理学会第28回年次大会, pp. 970–975.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同義関係と分野情報を使い、語の表記やカテゴリに関する評価データを構築した研究。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https://www.anlp.jp/proceedings/annual_meeting/2022/pdf_dir/PT2-3.pdf</a:t>
            </a:r>
          </a:p>
        </p:txBody>
      </p:sp>
      <p:sp>
        <p:nvSpPr>
          <p:cNvPr id="5" name="文献 2: SudachiDict"/>
          <p:cNvSpPr txBox="1"/>
          <p:nvPr/>
        </p:nvSpPr>
        <p:spPr>
          <a:xfrm>
            <a:off x="548640" y="3554984"/>
            <a:ext cx="8046720" cy="13173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SudachiDict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ワークスアプリケーションズ, 2026（参照2026-10-28）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同義語ソース、列仕様、配布先とライセンスを公開するリポジトリ。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https://github.com/WorksApplications/SudachiDict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2026-10-27T17:53:36Z</dcterms:modified>
  <dc:title>sudachi-synonym</dc:title>
  <dc:creator>sasakiy84</dc:creator>
  <dcterms:created xsi:type="dcterms:W3CDTF">2026-10-27T17:53:36Z</dcterms:created>
  <dc:language>ja-JP</dc:language>
</cp:coreProperties>
</file>