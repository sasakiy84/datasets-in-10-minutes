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rlbenchmarks/global-piqa-nonparalle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paralle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aggregated_by_split.csv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results_per_language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#license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Relationship Id="rId3" Type="http://schemas.openxmlformats.org/officeDocument/2006/relationships/hyperlink" Target="https://huggingface.co/datasets/mrlbenchmarks/global-piqa-nonparalle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tree/main/eval_results" TargetMode="External"/><Relationship Id="rId3" Type="http://schemas.openxmlformats.org/officeDocument/2006/relationships/hyperlink" Target="https://arxiv.org/abs/1911.11641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1" TargetMode="External"/><Relationship Id="rId3" Type="http://schemas.openxmlformats.org/officeDocument/2006/relationships/hyperlink" Target="https://github.com/mrlbenchmarks/lm-eval-global-pi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言語と文化に根ざした日常の常識を測る
100以上の言語へ広がる選択式問題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PIQA = Physical Interaction: Question Answering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Global PIQA: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文化と言語に根ざした常識問題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入手と使い分け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日常の場面で、どちらの行動や説明が適切か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PIQAは、日用品・食事・住居・慣習などの常識を測るデータセット。地域と言語の話者が、自分たちの暮らしに即した問題を作る。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2025年にバージョン0.1を公開し、2026年にバージョン1へ改訂した。この資料は、改訂後のv1を紹介する。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設問に対して候補を選び、配布された正解と比較する。独自に作るnon-parallel集合は二択、翻訳したparallel集合は四択。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二つの集合は、問題の作り方が違う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93392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4617720"/>
                <a:gridCol w="109728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各言語の話者が、地域の日常から作る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共通の英語問題を各言語へ翻訳する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941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各言語の独自問題と、同じ問題の多言語版を用意している。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公開v1から、本編3件と追加10件を選ぶ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本編では、日本の生活習慣、英語圏の調理用具、密封した袋の物理的な性質を扱う。二択と四択の両方を見る。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Appendixでは、華道・畳・書道・傘・茶道、クリスマスや野球など、別の10問を示す。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設問と選択肢は公式TSVの全文。元の正解ラベル0〜3を、スライドではA〜Dへ対応させて示す。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実例1：トイレ用スリッパ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トイレ用スリッパは部屋へ？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持ち出さないで使う。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持ち出して使う。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場所に応じた履物の使い分けを問う、日本語の独自問題。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group0035_ex000062_jpn_jpan_0_v1。CC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実例2：調味料を分けて出す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serve condiments at a BBQ,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use a waffle iron for the various condiments.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use a muffin tin for the various condiments.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BBQの調味料を出すなら、仕切りのあるマフィン型を使う。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同じ物理的な場面を、四択で各言語へ訳す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parallel集合は、文化的な固有名への依存を抑えた共通問題を各言語へ訳す。物の性質・位置関係・時間・簡単な個数などを扱う。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次の例では、空気を密封した袋の上へ物を置いたとき、袋の中の空気の量がどうなるかを問う。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同じ問題でも、選択肢の並びは言語間で変わる。各言語に付いた正解ラベルと、選択肢の内容を対応させる。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Parallel v1 / 改訂b0b1851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実例3：密封した袋の空気（日本語）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ビニール袋に空気を入れて密封します。その袋の上に物を置くと、どうなりますか？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袋の中の空気の量は変わらない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袋の中の空気の量が減る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袋の中の空気の量が増える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96512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parallel_ex000000_jpn_jpan。CC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同じ袋の問題を、英語で読む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plastic bag is filled with air and then sealed. When an object is placed on the bag, what happens?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The amount of air in the bag decreases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The amount of air in the bag increases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The color of the air in the bag changes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The amount of air in the bag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96512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回答記号が参照正解と一致すれば1点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生成形式での評価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設問と二つ、または四つの選択肢を提示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 is: A など、指定の形式で回答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回答記号を取り出し、配布正解と照合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言語ごとに正答率を出し、言語間で平均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2026年の公開評価：言語別正答率の平均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21408"/>
        </p:xfrm>
        <a:graphic>
          <a:graphicData uri="http://schemas.openxmlformats.org/drawingml/2006/table">
            <a:tbl>
              <a:tblPr firstRow="0" bandRow="0"/>
              <a:tblGrid>
                <a:gridCol w="3749039"/>
                <a:gridCol w="2148840"/>
                <a:gridCol w="214884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93.93%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著者らのv1評価。non-parallelは二択、parallelは四択。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言語別正答率の平均、公開CSV。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https://github.com/mrlbenchmarks/global-piqa/blob/main/eval_results/aggregated_by_split.csv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同じ生成予算で、思考を使って評価した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原著のプロプライエタリモデル評価は、temperature 0.90、生成上限2,048トークン。GeminiとClaudeは、思考用に1,024トークンを割り当てる。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GPT-5.4はmedium推論設定。上限を超えた一部の応答は、low設定で再実行した。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記号を含む指定の回答表現を文字列で照合して採点する。評価コードはLM Evaluation Harness向けに公開している。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Proでも、言語によって幅がある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ペルーのスペイン語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99.03%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97.09%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英語・日本語・スペイン語は103問、エクペイ語は101問。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parallel集合、言語別の正答率。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https://github.com/mrlbenchmarks/global-piqa/blob/main/eval_results/results_per_language.csv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350人以上の研究者が、母語の問題を持ち寄る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65か国以上、350人以上の研究者が参加した。主に各言語を話す自然言語処理の研究者が、地域の知識を生かして作成する。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作成者は、設問と正しい候補・誤った候補を用意する。食物、衣服、交通、習慣など、地域に根ざした題材を含める。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各言語で少なくとも100問を作り、母語話者が確認する。作成・確認の方法は各チームの説明として公開した。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独自問題を整え、各言語100問へそろえる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各言語で問題と二つの候補を書く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母語話者が自然さ・正解・日常性を確認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形式を統一し、英訳と文化的特徴を注釈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課題外・極端に簡単な問題や重複を除く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文化に特有の問題を優先し、100問を選ぶ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non-parallel：136種類、合計13,600問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623560"/>
                <a:gridCol w="2423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構成・注釈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言語・文字・地域を区別した種類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各種類の問題数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文化に特有と注釈された問題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LLMの補助を使って作成した問題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母語話者が複数回確認した問題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parallelは、翻訳後に母語話者が修正する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英語母語話者が109問を作り、Gemini 2.5 ProまたはGemini 3 Flashで翻訳した。対象言語の母語話者が訳文と正解を確認する。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訳語に「溶ける」と「溶解する」の区別がない場合や、元の問題が曖昧な場合に除外し、最終103問とした。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131種類の言語に展開した。エクペイ語では方角を扱う2問も除いたため101問となり、合計13,491問を配布する。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v0.1からv1へ、言語と評価形式を広げた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4825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v0.1（2025年）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v1（2026年）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独自問題の言語の種類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翻訳した共通問題の集合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131種類・四択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両集合での言語の種類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490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公開バージョンv1は、2026年5月の論文改訂で説明されている。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文化の知識と、多言語での常識理解を調べる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non-parallelは、各言語の話者が選んだ地域の日常を扱う。言語ごとに固有の生活習慣や道具を問う問題がある。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parallelは、共通の場面を多言語へ訳す。言語の違いと、同じモデルの回答の変化を調べるために使う。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元になったPIQAは、物体の性質や使い方を扱う英語の二択評価。Global PIQAはその形式から、多言語と文化ごとの常識へ広げた。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日本語の独自問題を読み込む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"mrlbenchmarks/global-piqa-nonparallel",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"jpn_jpan",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row["label"])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jpn_jpanは日本語・日本文字の設定名。labelは0または1。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日常の常識を、地域と言語の両面から評価する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v1は、地域ごとに作った二択13,600問と、同じ場面を訳した四択13,491問を持つ。両集合を合わせて141種類の言語を含む。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母語話者による作成・確認を重視し、生活習慣や物の使い方などを出題する。各地域の独自問題と、翻訳した共通問題を使い分けられる。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GPT-5.4、Claude Sonnet 4.6、Gemini 3.1 Proなどを評価しており、全体の成績と、言語ごとの成績の幅を調べる資料になる。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生活場面の追加例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生活場面の追加例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追加例1：華道の花を固定する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華道で花を固定するときは？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机に挿す。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剣山に挿す。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剣山の針で茎を支え、花を固定する。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group0035_ex000003_jpn_jpan_0_v1。CC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追加例2：竹筒で運ぶもの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竹筒は、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巻いた掛け軸を運べる。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盆栽を運べる。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細長い竹筒は、巻いた掛け軸を収める形に対応する。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group0035_ex000079_jpn_jpan_0_v1。CC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追加例3：玄関の段差を上がる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民泊の玄関で段差を上がるときは？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靴を脱いで上がる。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靴を履いて上がる。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玄関から室内へ上がる場面で、靴を脱ぐ習慣を問う。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group0035_ex000014_jpn_jpan_0_v1。CC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追加例4：土鍋を洗う道具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土鍋を洗うときは？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柔らかいスポンジで洗う。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金属たわしで洗う。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土鍋の表面を洗う道具として、柔らかいスポンジを選ぶ。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追加例5：畳を拭く布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畳を拭くときは？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固く絞った布で拭く。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びしょ濡れの布で拭く。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畳を水でぬらしすぎないよう、固く絞った布を使う。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group0035_ex000036_jpn_jpan_0_v1。CC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追加例6：墨を磨るために使うもの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書道の墨は？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硯に油を入れて磨る。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硯に水を入れて磨る。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硯に水を入れて、固形の墨を磨る。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追加例7：濡れた傘を持ち込む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濡れた傘はコンサートホールでは？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傘袋に入れて持つ。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傘袋に入れずに持つ。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床などがぬれないように、傘袋に入れて持つ場面。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group0035_ex000007_jpn_jpan_0_v1。CC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追加例8：茶筅を使う準備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茶筅は使う前に？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穂先を乾いたまま強く当てて使う。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穂先を湯でほぐして使う。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茶筅の穂先を湯でほぐしてから使う。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group0035_ex000053_jpn_jpan_0_v1。CC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追加例9：ツリーを置く場所がないとき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celebrate Christmas without room for a tree,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tape holiday lights to the wall in pattern of a tree.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tape holiday treats to the wall in pattern of a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ツリーの形になるよう、壁へ電飾を取り付ける。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group0123_ex000012_eng_latn_0_v1。CC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追加例10：野球で勝つための条件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win a baseball game,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hit more baseballs than the opposing team.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score more runs than the opposing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相手より多くの得点を取る。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group0123_ex000075_eng_latn_0_v1。CC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データと評価の詳細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言語コードは、言語・文字・地域を組み合わせる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対応する種類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jpn_jpan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日本語・日本文字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eng_latn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英語・ラテン文字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por_latn_braz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ポルトガル語・ラテン文字・ブラジル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spa_latn_peru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スペイン語・ラテン文字・ペルー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non-parallelの主要な列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設問、または文の書き出し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solution0 / solution1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正解候補の番号：0または1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approx_cultural_score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文化的な特徴に関する注釈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llm_used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作成時にLLMの補助を使ったか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問題を識別するID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日本語の掲載例には、LLM補助のフラグが付く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掲載した日本語non-parallelの問題は、llm_usedが1。Global PIQA全体での割合4.1%と、日本語のこの選定例の属性を確認できる。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データカードは、LLMの補助を用いた例も含め、すべて少なくとも一人の母語話者が確認したと説明する。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non-parallelのexample_idには、制作グループ、言語、バージョンなどの情報が含まれる。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ベースモデルは、候補の生成確率で採点できる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指示に合わせた回答生成とは別に、候補ごとの対数確率を計算するcloze形式も用意している。主に事前学習のみのベースモデルに使う。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候補の対数確率を、その候補のUTF-8バイト数で割る。正解候補の値が他の候補より大きければ、その問題を正解とする。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原著のオープンモデルの評価は、モデルの種類に応じて生成形式とcloze形式を使い分けている。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二つの集合と言語ごとの問題数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non-parallel：136種類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parallel：通常の130種類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二つの集合の延べ問題数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27,091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v0.1は2025年10月の初稿で、116種類の言語を対象とした。v1では独自問題を136種類へ増やし、131種類のparallel集合を加えた。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参照したnon-parallelは改訂6777742、parallelは改訂b0b1851。公開ディレクトリには旧バージョンも残されている。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データはCC BY-SA 4.0で、掲載例と追加した日本語訳も同ライセンス。提供元はAIシステムの学習や、その種データとしての使用を認めないと明記する。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CC BY-SA 4.0。AI学習への使用を認めない旨をデータカードに記載。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https://huggingface.co/datasets/mrlbenchmarks/global-piqa-nonparallel#license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多言語研究者の共同制作として公開した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共同第一著者はTyler A. Chang（UC San Diego）とCatherine Arnett（EleutherAI）。MRL Workshopの参加者を中心に、350人以上が制作へ参加した。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各言語の担当者は、母語の話者・研究者として問題を書き、翻訳の確認や文化に関する判断にも関わった。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原著は全著者と各チームの所属・データ作成方法を付録に掲載する。公開の全著者リストの最終著者はDavid Ifeoluwa Adelani。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: Evaluating Commonsense Reasoning Across 100+ Languages and Cultur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Evaluating Commonsense Reasoning Across 100+ Languages and Cultures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2026 / arXiv 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v1の独自問題と共通問題、作成・翻訳・確認、モデル評価を説明する。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  <p:sp>
        <p:nvSpPr>
          <p:cNvPr id="5" name="文献 2: Global PIQA Non-Parallel / Parallel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Non-Parallel / Parallel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Hugging Face / v1 / CC BY-SA 4.0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掲載した設問・選択肢・参照正解の取得元。二つの集合を別々に配布する。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1: Evaluation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v1: Evaluation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2026 / 公開CSV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モデル別・言語別の結果を公開。本資料の平均正答率と、言語ごとの幅の出典。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https://github.com/mrlbenchmarks/global-piqa/tree/main/eval_results</a:t>
            </a:r>
          </a:p>
        </p:txBody>
      </p:sp>
      <p:sp>
        <p:nvSpPr>
          <p:cNvPr id="5" name="文献 2: PIQA: Reasoning about Physical Commonsense in Natural Languag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PIQA: Reasoning about Physical Commonsense in Natural Language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Yonatan Bisk et al. / AAAI 2020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物の性質や使い方を問う英語の二択評価。Global PIQAの課題形式の出発点。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https://arxiv.org/abs/1911.11641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0.1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v0.1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2025 / arXiv v1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116種類の言語で始まった初稿。2026年改訂との構成の違いを確認できる。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https://arxiv.org/abs/2510.24081v1</a:t>
            </a:r>
          </a:p>
        </p:txBody>
      </p:sp>
      <p:sp>
        <p:nvSpPr>
          <p:cNvPr id="5" name="文献 2: Global PIQA: Evaluation Harnes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Evaluation Harness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LM Evaluation Harness向け実装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生成形式とcloze形式での入力構成と採点を実装する。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https://github.com/mrlbenchmarks/lm-eval-global-piqa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Global PIQA — datasets in 10 minutes</dc:title>
  <dc:creator>sasakiy84</dc:creator>
  <dc:subject>文化と言語に根ざした常識問題：v1の二択・四択、13実例、作成方法とモデル評価</dc:subject>
</cp:coreProperties>
</file>