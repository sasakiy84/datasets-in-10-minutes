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mathvista.github.io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huggingface.co/datasets/AI4Math/MathVista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huggingface.co/datasets/AI4Math/MathVist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I4Math/MathVista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huggingface.co/datasets/AI4Math/MathVist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10.02255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upantech/MathVista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upantech/MathVista/blob/main/evaluation/calculate_score.py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10.02255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openai.com/index/gpt-4-1/" TargetMode="External"/><Relationship Id="rId3" Type="http://schemas.openxmlformats.org/officeDocument/2006/relationships/hyperlink" Target="https://github.com/lupantech/MathVista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openai.com/index/gpt-4-1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upantech/MathVista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lupantech/MathVista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lupantech/MathVista" TargetMode="External"/><Relationship Id="rId3" Type="http://schemas.openxmlformats.org/officeDocument/2006/relationships/hyperlink" Target="https://github.com/lupantech/IconQA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0.02255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hyperlink" Target="https://huggingface.co/datasets/AI4Math/MathVista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I4Math/MathVista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huggingface.co/datasets/AI4Math/MathVista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huggingface.co/datasets/AI4Math/MathVista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hyperlink" Target="https://huggingface.co/datasets/AI4Math/MathVista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I4Math/MathVista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hyperlink" Target="https://huggingface.co/datasets/AI4Math/MathVista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I4Math/MathVista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huggingface.co/datasets/AI4Math/MathVista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s://huggingface.co/datasets/AI4Math/MathVista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huggingface.co/datasets/AI4Math/MathVista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I4Math/MathVista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hyperlink" Target="https://huggingface.co/datasets/AI4Math/MathVista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hyperlink" Target="https://huggingface.co/datasets/AI4Math/MathVista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I4Math/MathVista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10.02255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10.02255" TargetMode="External"/><Relationship Id="rId3" Type="http://schemas.openxmlformats.org/officeDocument/2006/relationships/hyperlink" Target="https://github.com/lupantech/MathVista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openai.com/index/gpt-4-1/" TargetMode="External"/><Relationship Id="rId3" Type="http://schemas.openxmlformats.org/officeDocument/2006/relationships/hyperlink" Target="https://huggingface.co/datasets/AI4Math/MathVist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407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Mathematical Reasoning in Visual Contexts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図や表を読み、数学的な操作で答えを求める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MathVista (n.d.), Official Project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https://mathvista.github.io/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図や表を使う数学問題と実例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作成方法とデータの全体像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回答の採点とモデルの成績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視覚モデルの評価と入手方法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図や表を使う数学問題と実例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図や表を使う数学問題と実例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画像を読み、計算や推論で答えを求める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MathVistaは、図形、グラフ、表、写真などを含む数学的な質問に答える評価データセットである。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画像と設問を入力し、選択肢または短い数値・語句を返す。図の読み取りと、その情報を使う推論の両方が必要になる。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ここでは、正解が公開されているtestminiから13問を紹介する。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図や表を使う数学問題と実例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内角の二等分線から角度を求める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図や表を使う数学問題と実例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pic>
        <p:nvPicPr>
          <p:cNvPr id="5" name="Picture 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54" y="1627632"/>
            <a:ext cx="2595372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0440" y="1591056"/>
            <a:ext cx="5074920" cy="856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△ABC的两内角平分线OB、OC相交于点O，若∠A＝110°，则∠BOC＝（）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135°    (B) 140°    (C) 145°    (D) 150°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0944"/>
            <a:ext cx="7955279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日本語訳：三角形ABCで、内角の二等分線OBとOCが点Oで交わる。∠A=110°のとき、∠BOCはいくつか。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5694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正解：C：145°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35564"/>
            <a:ext cx="7955279" cy="3355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三角形BOCで、180°−(180°−110°)/2=145°。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GeoQA+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棒グラフの最大値と最小値の差を求める：原文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図や表を使う数学問題と実例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63624"/>
            <a:ext cx="8046720" cy="399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difference of largest and smallest bar?</a:t>
            </a:r>
          </a:p>
        </p:txBody>
      </p:sp>
      <p:pic>
        <p:nvPicPr>
          <p:cNvPr id="6" name="Picture 5" descr="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0" y="1962819"/>
            <a:ext cx="3696338" cy="2609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ChartQA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2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棒グラフの最大値と最小値の差を求める：日本語訳と答え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図や表を使う数学問題と実例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設問の日本語訳（全文）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955279" cy="3657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最も大きい棒と最も小さい棒の差はいくつか。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39696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正解：47.6ポイント</a:t>
            </a:r>
          </a:p>
        </p:txBody>
      </p:sp>
      <p:graphicFrame>
        <p:nvGraphicFramePr>
          <p:cNvPr id="7" name="Table 3"/>
          <p:cNvGraphicFramePr>
            <a:graphicFrameLocks noGrp="1"/>
          </p:cNvGraphicFramePr>
          <p:nvPr/>
        </p:nvGraphicFramePr>
        <p:xfrm>
          <a:off x="822960" y="2573845"/>
          <a:ext cx="5943599" cy="1922460"/>
        </p:xfrm>
        <a:graphic>
          <a:graphicData uri="http://schemas.openxmlformats.org/drawingml/2006/table">
            <a:tbl>
              <a:tblPr firstRow="0" bandRow="0"/>
              <a:tblGrid>
                <a:gridCol w="3749039"/>
                <a:gridCol w="219456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割合（%）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アイスランド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ハンガリー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99.96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トルコ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95.49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カンボジア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ChartQA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価格表から買物の代金を計算する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図や表を使う数学問題と実例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Chase wants to buy 4 kilograms of oval beads and 5 kilograms of star-shaped beads. How much will he spend? (Unit: $)</a:t>
            </a:r>
          </a:p>
        </p:txBody>
      </p:sp>
      <p:pic>
        <p:nvPicPr>
          <p:cNvPr id="6" name="Picture 5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55" y="2258568"/>
            <a:ext cx="3085088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87368" y="2258568"/>
            <a:ext cx="4498848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7368" y="2487168"/>
            <a:ext cx="4498848" cy="856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Chaseは楕円形のビーズ4kgと星形のビーズ5kgを買いたい。代金はいくらになるか。（単位：ドル）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3462972"/>
            <a:ext cx="4498848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正解：18ドル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3961130"/>
            <a:ext cx="4498848" cy="607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どちらも1kg当たり2ドル。4×2+5×2=18ドル。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TabMWP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一種類の図表だけでは測れない能力を集めた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従来の数学問題は文章だけのものが多く、図表を扱う評価も、幾何や特定形式のグラフなどに分かれていた。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MathVistaは、異なる視覚情報と数学的な操作を組み合わせ、得意・不得意を課題や推論の種類ごとに調べるために作られた。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Pan Luらが2023年に公開し、ICLR 2024で発表した。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既存28データと新たな3データを組み合わせた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数学を主題とする9データから2,666問を収録した。幾何、表を使う文章題、理科の教科書問題などが含まれる。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一般的な視覚質問応答では70件以上のデータを調べ、数量や計算を扱う19データから2,739問を選んだ。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さらに、図形の規則、関数のグラフ、論文の図表を扱う736問を新たに用意した。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数量を問う候補を絞り、人が内容を確認した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一般的な視覚質問応答では、数値で答える質問や、数量に関係する語を含む質問を自動的に集めた。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候補4,949問を3人の専門家が確認し、数学的な推論を必要とするかを多数決で判定した。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特定の収集元に偏らないよう、各データセットから採る問題は最大400問とした。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不足していた図形の規則・関数・論文図表を補った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IQTestは、図形の並びやパズルから規則を見つける問題を扱う。FunctionQAは、関数のグラフから値や性質を読み取る。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PaperQAは、科学論文にある表やグラフについて、数値の比較などを求める。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新規問題は理工系の大学院生が注釈し、3人が独立に確認した。答えが一致しなかった6問は議論で解消した。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6,141問には5,487枚の異なる画像がある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一つの画像に複数の質問が対応する場合があるため、画像数と問題数は異なる。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問題形式は選択式3,392問と自由回答2,749問である。自由回答では整数、小数、リストなどを答える。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設問の言語は英語5,737問、中国語400問、ペルシャ語4問。学年・画像の種類・必要な推論も注釈されている。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五つの課題で、図表と数学の関係を捉える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6888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1005840"/>
                <a:gridCol w="4206240"/>
              </a:tblGrid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図表に関する質問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1,647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グラフや表の数値を比較・計算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幾何の問題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1,319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図形の角度や長さを求める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算数・数学の文章題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1,200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表や図を使い、数量を計算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視覚質問応答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写真や場面の数量などを問う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教科書の質問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関数や理科の図を読み解く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解く操作を七つの推論の種類で整理する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算術、代数、幾何、論理、数に関する常識、科学、統計という七つの種類を付けている。一問に複数の種類が対応する場合もある。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例えば、図形の角度を求める問題は幾何、価格表から代金を出す問題は算術、グラフの傾向を比較する問題は統計に関係する。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推論の種類の注釈は、収集元の情報を使って付け、1,000問を人が確認した。全ラベル集合の一致率は94.1%だった。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公開1,000問と正解非公開5,141問を使い分ける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testminiの1,000問は、開発や検証、計算資源が限られる場合の評価に使う。全問の正解を公開している。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testの5,141問は、標準の評価用である。質問と画像は公開されているが、正解は公開されていない。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testminiは収集元の構成が全体に近くなるように選んでいる。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MathVista (n.d.), Dataset Usage and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https://github.com/lupantech/MathVista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回答の採点とモデルの成績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回答の採点とモデルの成績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長い回答から答えを取り出し、正解率を求める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評価では、画像と設問から回答を生成し、説明文に含まれる短い最終回答を抽出する。公開時の方法では抽出にGPT-4を用いた。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選択肢の記号や数値を所定の形式へ変換し、参照回答と一致すればその問題を正解とする。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正解率は、正解した問題数を評価した問題数で割った値である。課題別や推論の種類別にも集計する。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選択肢と数値では、回答のそろえ方が異なる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選択式では、記号を選択肢の本文へ対応させる。選択肢の文を答えた場合は、文字列が最も近い候補へ対応させる。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整数は整数の表記に、小数は問題で指定された桁数にそろえて比較する。例えば「18.0」は、整数回答なら「18」になる。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MathVista (n.d.), calculate_score.py.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https://github.com/lupantech/MathVista/blob/main/evaluation/calculate_score.py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画像を直接読む方法と、文章へ変換する方法を比べた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2023年の評価では、画像を直接入力するモデルと、画像の説明文や文字認識結果を文章モデルへ渡す方法を調べた。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GPT-4Vは、当時APIがなかったためPlaygroundで手動評価した。公開1,000問で49.9%に達した。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人の比較値は、参加資格を確認した作業者が同じtestminiに回答した結果である。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初期の公開1,000問では、GPT-4Vが49.9%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モデル・回答方法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GPT-4V / Playground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Multimodal Bard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 / 画像説明・OCR・2-shot PoT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LLaVA-LLaMA-2-13B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人の回答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50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2023年評価。2-shot PoTは、例を二つ与え、プログラムを生成して解く方法。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図の読み違いと、計算・推論の誤りを調べられる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初期の分析では、画像の形や数値を読み違える誤りと、読み取った情報から答えを求める途中の誤りが見られた。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関数の点の位置、図形の条件、グラフの凡例など、答えに必要な手掛かりを正しく捉えられるかが重要になる。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課題や画像の種類ごとの成績を見ると、総合点だけでは分からない弱点を調べられる。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回答の採点とモデルの成績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2025年のOpenAI報告でも視覚評価に採用された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OpenAIはGPT-4.1の公開時に、MathVistaを図や画像を使う数学問題の評価として報告した。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文章中心の知識問題や、図表の読解だけを問う評価と組み合わせ、画像から考える能力を調べている。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2026年の公式READMEには、外部の評価ツールEvalScopeによる実行方法も掲載されている。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OpenAI (2025), Introducing GPT-4.1 in the API.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https://openai.com/index/gpt-4-1/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MathVista (n.d.), Dataset Usage and Evaluation.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https://github.com/lupantech/MathVista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2025年の公開報告では、GPT-4.1が72.2%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 mini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OpenAI o1 / 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 / 2024-11-20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50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OpenAIが2025-04-14に公開したMathVistaの値。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OpenAI (2025), Introducing GPT-4.1 in the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https://openai.com/index/gpt-4-1/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問題・画像・正解の形式を確認して利用する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公式サイトから、論文、データ、実装、公開結果へ進める。Hugging Faceではtestminiとtestを選んで読み込める。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questionに設問、choicesに選択肢、decoded_imageに画像、answerに参照回答が入る。metadataには収集元や課題がある。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正解があるtestminiで入出力と採点を確認し、目的に合う課題や推論の種類を選ぶ。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MathVista (n.d.), Dataset Usage and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https://github.com/lupantech/MathVista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一問の画像・設問・参照回答を確かめる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032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load_dataset("AI4Math/MathVista", split="testmini")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ds[0]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print(row["question"], row["choices"], row["answer"])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image = row["decoded_image"]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image.save("mathvista-example.png")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419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設問と選択肢、参照回答を表示し、対応する画像を保存する。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MathVista (n.d.), Dataset Usage and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https://github.com/lupantech/MathVista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画像・問題の出典と利用条件を引き継ぐ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MathVistaの新たな貢献はCC BY-SA 4.0で提供される。元の画像と質問の著作権は各作成者にあり、metadataとsource.jsonで出典をたどれる。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MathVistaのREADMEは試験用途の商用利用を認め、学習用途を禁止している。一方、IconQAなどの収録元には非商用条件もある。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利用する例の出典と条件を確認し、帰属表示や同じ条件での共有を引き継ぐ。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MathVista (n.d.), Dataset Usage and Evaluation.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https://github.com/lupantech/MathVista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Lu et al. (2021), IconQA — License.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https://github.com/lupantech/IconQA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視覚情報と数学的な操作を組み合わせて評価する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MathVistaは、図形、グラフ、表、写真などを含む6,141問を集め、画像を読み取って答えを求める能力を調べる。</a:t>
            </a:r>
          </a:p>
          <a:p>
            <a:pPr marL="457200" indent="-355600">
              <a:lnSpc>
                <a:spcPts val="2677"/>
              </a:lnSpc>
              <a:spcAft>
                <a:spcPts val="70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五つの課題と七つの推論の種類から、モデルの得意・不得意を分析できる。</a:t>
            </a:r>
          </a:p>
          <a:p>
            <a:pPr marL="457200" indent="-355600">
              <a:lnSpc>
                <a:spcPts val="2677"/>
              </a:lnSpc>
              <a:spcAft>
                <a:spcPts val="0"/>
              </a:spcAft>
              <a:buSzPct val="59111"/>
              <a:buFont typeface="Noto Sans CJK JP"/>
              <a:buChar char="●"/>
              <a:defRPr sz="2250" b="0">
                <a:solidFill>
                  <a:srgbClr val="303437"/>
                </a:solidFill>
                <a:latin typeface="Noto Sans"/>
              </a:defRPr>
            </a:pPr>
            <a:r>
              <a:rPr sz="22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公開1,000問は、具体的な入出力や採点を確かめ、視覚モデルを比較する入口になる。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視覚モデルの評価と入手方法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45135"/>
            <a:ext cx="8046720" cy="7274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内容の異なる追加例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データの構成と参考文献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内容の異なる追加例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時計から時刻を読み取る：原文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63624"/>
            <a:ext cx="8046720" cy="927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time is shown? Answer by typing a time word, not a number. It is (_) after eight.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half    (B) quarter    (C) o'clock    (D) quarter to    (E) quarter past</a:t>
            </a:r>
          </a:p>
        </p:txBody>
      </p:sp>
      <p:pic>
        <p:nvPicPr>
          <p:cNvPr id="6" name="Picture 5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575" y="2490949"/>
            <a:ext cx="2070849" cy="2081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IconQA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時計から時刻を読み取る：日本語訳と答え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設問の日本語訳（全文）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955279" cy="9702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時計は何時を示しているか。数字ではなく、時刻を表す語で答える。「8時から（　）過ぎ」である。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30分　(B) 15分　(C) ちょうど　(D) 15分前　(E) 15分過ぎ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4215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正解：B：quarter（15分）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69805"/>
            <a:ext cx="7955279" cy="6982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長針は3、短針は8と9の間にあるので8時15分。空欄の後にafter eightが続くため、15分を表すquarterを入れる。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IconQA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図形の並びから規則を見つける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Which object comes next?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A    (B) B    (C) C    (D) D    (E) E</a:t>
            </a:r>
          </a:p>
        </p:txBody>
      </p:sp>
      <p:pic>
        <p:nvPicPr>
          <p:cNvPr id="6" name="Picture 5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532" y="2256663"/>
            <a:ext cx="2082695" cy="23153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0288" y="2256663"/>
            <a:ext cx="3986784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485263"/>
            <a:ext cx="3986784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次に来る図形はどれか。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A　(B) B　(C) C　(D) D　(E)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187446"/>
            <a:ext cx="3986784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694747"/>
            <a:ext cx="3986784" cy="856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図形はC、D、Eを左右反転した形と組み合わせたもの。次はFで、選択肢Eになる。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IQTest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直角三角形の斜辺の中点を使う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pic>
        <p:nvPicPr>
          <p:cNvPr id="5" name="Picture 4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292" y="1627632"/>
            <a:ext cx="863895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0440" y="1591056"/>
            <a:ext cx="5074920" cy="856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如图，在Rt△ABC中，∠ACB＝90°，D是AB的中点，AB＝10，则CD的长为（）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5    (B) 6    (C) 8    (D)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80944"/>
            <a:ext cx="7955279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日本語訳：図の直角三角形ABCで∠ACB=90°、DはABの中点、AB=10である。CDの長さはいくつか。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5694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正解：A：5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35564"/>
            <a:ext cx="7955279" cy="3355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斜辺の中点DはA、B、Cから等距離にある。CD=AB/2=5。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GeoQA+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関数の二点で傾きを比較する：原文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63624"/>
            <a:ext cx="8046720" cy="6630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derivative of f(x) at x=2 is ____ that at x=5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larger than    (B) equal to    (C) smaller than</a:t>
            </a:r>
          </a:p>
        </p:txBody>
      </p:sp>
      <p:pic>
        <p:nvPicPr>
          <p:cNvPr id="6" name="Picture 5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919" y="2226700"/>
            <a:ext cx="3294161" cy="23452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FunctionQA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関数の二点で傾きを比較する：日本語訳と答え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設問の日本語訳（全文）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955279" cy="668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x=2でのf(x)の微分係数は、x=5での微分係数と比べてどうか。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大きい　(B) 等しい　(C) 小さい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41956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正解：B：equal to（等しい）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67545"/>
            <a:ext cx="7955279" cy="6982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図の関数はf(x)=|2x−3|+1。x=2とx=5はともに折れ曲がる点の右側にあり、直線の傾きはどちらも2である。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FunctionQA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直径と三角形から円の半径を求める：原文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63624"/>
            <a:ext cx="8046720" cy="6630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 is a diameter, AC=8 inches, and BC=15 inches. Find the radius of the circle.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7.5    (B) 8    (C) 8.5    (D) 17</a:t>
            </a:r>
          </a:p>
        </p:txBody>
      </p:sp>
      <p:pic>
        <p:nvPicPr>
          <p:cNvPr id="6" name="Picture 5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922" y="2226700"/>
            <a:ext cx="2824154" cy="23452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Geometry3K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直径と三角形から円の半径を求める：日本語訳と答え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設問の日本語訳（全文）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955279" cy="9702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ABは直径で、AC=8インチ、BC=15インチである。円の半径を求めよ。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7.5　(B) 8　(C) 8.5　(D)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4215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正解：C：8.5インチ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69805"/>
            <a:ext cx="7955279" cy="6982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直径に対する円周角∠ACBは90°。AB=√(8²+15²)=17なので、半径は17/2=8.5インチとなる。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Geometry3K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階段状のグラフの連続性を判断する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 this function continuous at each point?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Yes    (B) No</a:t>
            </a:r>
          </a:p>
        </p:txBody>
      </p:sp>
      <p:pic>
        <p:nvPicPr>
          <p:cNvPr id="6" name="Picture 5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11" y="2256663"/>
            <a:ext cx="2315337" cy="23153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0288" y="2256663"/>
            <a:ext cx="3986784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485263"/>
            <a:ext cx="3986784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この関数は、すべての点で連続か。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はい　(B) いいえ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187446"/>
            <a:ext cx="3986784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正解：B：No（いいえ）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694747"/>
            <a:ext cx="3986784" cy="856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x=0では左から0、右から−1へ近づく。左右の極限が異なるので、連続ではない。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FunctionQA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関数の値と極限を区別する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279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limit as x approaches -1?</a:t>
            </a:r>
          </a:p>
        </p:txBody>
      </p:sp>
      <p:pic>
        <p:nvPicPr>
          <p:cNvPr id="6" name="Picture 5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64" y="1992185"/>
            <a:ext cx="2567230" cy="25798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0288" y="1992185"/>
            <a:ext cx="3986784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220785"/>
            <a:ext cx="3986784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xが−1に近づくときの極限はいくつか。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922968"/>
            <a:ext cx="3986784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430270"/>
            <a:ext cx="3986784" cy="8569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x=−1へ左右から近づくと、白丸の高さ3へ近づく。黒丸の高さ4は関数値である。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FunctionQA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月別の降水量の最大値を読む：原文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63624"/>
            <a:ext cx="8046720" cy="927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Use the graph to answer the question below. Which month is the wettest on average in Christchurch?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August    (B) April    (C) May</a:t>
            </a:r>
          </a:p>
        </p:txBody>
      </p:sp>
      <p:pic>
        <p:nvPicPr>
          <p:cNvPr id="6" name="Picture 5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572" y="2490949"/>
            <a:ext cx="2892854" cy="2081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ScienceQA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6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月別の降水量の最大値を読む：日本語訳と答え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設問の日本語訳（全文）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955279" cy="9702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グラフを使って答える。クライストチャーチで、平均して最も雨が多いのは何月か。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(A) 8月　(B) 4月　(C) 5月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4215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正解：C：May（5月）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69805"/>
            <a:ext cx="7955279" cy="380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最も高い棒はMay（5月）で、平均降水量は約69mm。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ScienceQA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辺の長さから長方形の周囲を求める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279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perimeter of the rectangle?</a:t>
            </a:r>
          </a:p>
        </p:txBody>
      </p:sp>
      <p:pic>
        <p:nvPicPr>
          <p:cNvPr id="6" name="Picture 5" descr="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21" y="1992185"/>
            <a:ext cx="1766517" cy="25798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0288" y="1992185"/>
            <a:ext cx="3986784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220785"/>
            <a:ext cx="3986784" cy="3279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長方形の周の長さはいくつか。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658490"/>
            <a:ext cx="3986784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正解：6ヤード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165792"/>
            <a:ext cx="3986784" cy="5924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短辺が1ヤード、長辺が2ヤードなので、1+2+1+2=6ヤードとなる。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IconQA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論文の表で条件に合う手法を数える：原文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設問・選択肢の原文（全文）と入力画像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63624"/>
            <a:ext cx="8046720" cy="3991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methods in the table achieve an A-847 score higher than 20.0?</a:t>
            </a:r>
          </a:p>
        </p:txBody>
      </p:sp>
      <p:pic>
        <p:nvPicPr>
          <p:cNvPr id="6" name="Picture 5" descr="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21493"/>
            <a:ext cx="8046720" cy="22918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PaperQA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3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論文の表で条件に合う手法を数える：日本語訳と答え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設問の日本語訳（全文）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7955279" cy="3657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表のA-847のスコアが20.0を超える手法はいくつあるか。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39696"/>
            <a:ext cx="7955279" cy="3884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65285"/>
            <a:ext cx="7955279" cy="6982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A-847の列では、OpenSegの21.8、OpenSeg w/ L. Narrの25.4、FC-CLIPの33.4が20.0を超える。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 — public testmini. PaperQA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データの構成と参考文献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データの構成と参考文献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31の収集元を組み合わせている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データの構成と参考文献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6309360"/>
                <a:gridCol w="17373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収集元の区分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数学を主題とする既存9データ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2,666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一般的な視覚質問応答19データ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2,739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新たなIQTest・FunctionQA・PaperQA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6,141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既存データは1件当たり最大400問を採用した。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Lu et al. (2024), MathVista.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データの構成と参考文献</a:t>
            </a:r>
          </a:p>
        </p:txBody>
      </p:sp>
      <p:sp>
        <p:nvSpPr>
          <p:cNvPr id="4" name="文献 1: MathVista: Evaluating Mathematical Reasoning of Foundation Models in Visual Contexts"/>
          <p:cNvSpPr txBox="1"/>
          <p:nvPr/>
        </p:nvSpPr>
        <p:spPr>
          <a:xfrm>
            <a:off x="548640" y="1325880"/>
            <a:ext cx="8046720" cy="18262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MathVista: Evaluating Mathematical Reasoning of Foundation Models in Visual Contexts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Pan Lu et al. (2024), ICLR 2024.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視覚情報と数学的推論を組み合わせた評価を提案し、構築・注釈・モデルの分析を報告する。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https://arxiv.org/abs/2310.02255</a:t>
            </a:r>
          </a:p>
        </p:txBody>
      </p:sp>
      <p:sp>
        <p:nvSpPr>
          <p:cNvPr id="5" name="文献 2: MathVista: Evaluating Math Reasoning in Visual Contexts"/>
          <p:cNvSpPr txBox="1"/>
          <p:nvPr/>
        </p:nvSpPr>
        <p:spPr>
          <a:xfrm>
            <a:off x="548640" y="3456940"/>
            <a:ext cx="8046720" cy="1247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MathVista: Evaluating Math Reasoning in Visual Contexts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MathVista contributors (n.d.; 2026-10-26参照), GitHub.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データの形式、分割、回答抽出と採点、利用条件を公開する公式実装。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https://github.com/lupantech/MathVista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データの構成と参考文献</a:t>
            </a:r>
          </a:p>
        </p:txBody>
      </p:sp>
      <p:sp>
        <p:nvSpPr>
          <p:cNvPr id="4" name="文献 1: Introducing GPT-4.1 in the API"/>
          <p:cNvSpPr txBox="1"/>
          <p:nvPr/>
        </p:nvSpPr>
        <p:spPr>
          <a:xfrm>
            <a:off x="548640" y="1325880"/>
            <a:ext cx="8046720" cy="1247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Introducing GPT-4.1 in the API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(2025-04-14).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MathVistaを含む視覚課題などで、GPT-4.1系列と既存モデルを比較する。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https://openai.com/index/gpt-4-1/</a:t>
            </a:r>
          </a:p>
        </p:txBody>
      </p:sp>
      <p:sp>
        <p:nvSpPr>
          <p:cNvPr id="5" name="文献 2: MathVista"/>
          <p:cNvSpPr txBox="1"/>
          <p:nvPr/>
        </p:nvSpPr>
        <p:spPr>
          <a:xfrm>
            <a:off x="548640" y="2877820"/>
            <a:ext cx="8046720" cy="12471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MathVista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AI4Math (n.d.; 2026-10-26参照), Hugging Face.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設問・画像・注釈と、testminiの参照回答を配布する。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https://huggingface.co/datasets/AI4Math/MathVista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2026-10-26T06:03:28Z</dcterms:modified>
  <dc:title>mathvista</dc:title>
  <dc:creator>sasakiy84</dc:creator>
  <dcterms:created xsi:type="dcterms:W3CDTF">2026-10-26T06:03:28Z</dcterms:created>
  <dc:language>ja-JP</dc:language>
</cp:coreProperties>
</file>