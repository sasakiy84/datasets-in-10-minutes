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地理</c:v>
                </c:pt>
                <c:pt idx="1">
                  <c:v>スポーツ</c:v>
                </c:pt>
                <c:pt idx="2">
                  <c:v>芸術</c:v>
                </c:pt>
                <c:pt idx="3">
                  <c:v>科学・技術</c:v>
                </c:pt>
                <c:pt idx="4">
                  <c:v>政治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117</c:v>
                </c:pt>
                <c:pt idx="2">
                  <c:v>145</c:v>
                </c:pt>
                <c:pt idx="3">
                  <c:v>160</c:v>
                </c:pt>
                <c:pt idx="4">
                  <c:v>176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場所</c:v>
                </c:pt>
                <c:pt idx="1">
                  <c:v>数値</c:v>
                </c:pt>
                <c:pt idx="2">
                  <c:v>人物</c:v>
                </c:pt>
                <c:pt idx="3">
                  <c:v>日付</c:v>
                </c:pt>
                <c:pt idx="4">
                  <c:v>その他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146</c:v>
                </c:pt>
                <c:pt idx="1">
                  <c:v>185</c:v>
                </c:pt>
                <c:pt idx="2">
                  <c:v>198</c:v>
                </c:pt>
                <c:pt idx="3">
                  <c:v>222</c:v>
                </c:pt>
                <c:pt idx="4">
                  <c:v>249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google/simpleqa-verified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kaggle.com/benchmarks/deepmind/simpleqa-verifie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google/simpleqa-verifie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82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5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pro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google/simpleqa-verifie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google/simpleqa-verifie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google/simpleqa-verified/commits/main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59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8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946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29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764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418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36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253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83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Relationship Id="rId3" Type="http://schemas.openxmlformats.org/officeDocument/2006/relationships/hyperlink" Target="https://huggingface.co/datasets/google/simpleqa-verifie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11.04368" TargetMode="External"/><Relationship Id="rId3" Type="http://schemas.openxmlformats.org/officeDocument/2006/relationships/hyperlink" Target="https://github.com/openai/simple-evals/blob/652c89d/simpleqa_eval.py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pro/" TargetMode="External"/><Relationship Id="rId3" Type="http://schemas.openxmlformats.org/officeDocument/2006/relationships/hyperlink" Target="https://deepmind.google/models/evals-methodology/gemini-3-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066543"/>
            <a:ext cx="8046720" cy="6858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2944368"/>
            <a:ext cx="7863840" cy="82296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モデルが蓄えた知識で、短い事実質問に答える
重複・偏り・正解を見直した1,000問の評価データ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SimpleQA Verified: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https://www.kaggle.com/benchmarks/deepmind/simpleqa-verified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事実質問と公開実例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正誤・回答保留と評価指標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データの再検証と構成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利用方法とまとめ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外部検索を使わず、事実の知識を測る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376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Verifiedは、英語の短い事実質問1,000問で、モデルが内部に蓄えた知識の正確さを測る評価データセット。Google DeepMindとGoogle Researchが2025年に公開した。</a:t>
            </a:r>
          </a:p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入力は質問文、出力はその問いへの回答。Web検索や検索拡張は使わず、モデル自身の知識から答える。正解と照合するための参照URLも配布する。</a:t>
            </a:r>
          </a:p>
          <a:p>
            <a:pPr marL="457200" indent="-355600">
              <a:lnSpc>
                <a:spcPts val="2460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人物、日付、数量、場所などの事実を問い、モデルの正答・誤答・回答保留を集計する。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SimpleQAの4,326問から、正解と構成を見直す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元のSimpleQAは、OpenAIが2024年に公開した事実質問の評価。難しい質問を人が作り、正答・誤答・未回答でモデルを採点する。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GoogleのVerifiedでは、同じ出典や似た問題の重複、話題と答えの種類の偏り、資料間で食い違う正解を見直した。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重複の整理から出典の再確認まで、著者自身が段階的に実施したと報告する。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公開1,000問から、本編3件と追加10件を選ぶ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実例は公式CSVの公開問題。英語の質問全文に、日本語訳と配布正解を添える。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人物、日付、数値や許容範囲など、答え方の異なる問題を扱う。参照元のoriginal_indexは、元のSimpleQAでの問題番号である。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使用する配布改訂は2026年3月9日。問題数は1,000のまま、Lilongweの座標を問う文が修正されている。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実例1：芸術家の生年月日を答える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 what day, month, and year was Algerian artist Mohammed Racim born?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アルジェリアの芸術家Mohammed Racimは、何年何月何日に生まれたか。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配布正解：1896年6月24日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43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実例2：店を開いたドラマーを特定する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famous drummer opened a Wahoo's Fish Taco restaurant in Norco, California, in 2004?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2004年、カリフォルニア州NorcoでWahoo’s Fish Tacoの店を開いた有名なドラマーは誰か。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配布正解：Travis Barker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337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https://huggingface.co/datasets/google/simpleqa-verified/viewer/simpleqa_verified/eval?row=82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実例3：都市の経度を小数で答える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longitude of Lilongwe in decimal format?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Lilongweの経度を、小数表記で答えよ。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配布正解：33.7738°E（許容範囲33.7586〜33.8022）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55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回答を、正答・誤答・未回答の3種類に判定する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4389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生年月日の問題への説明用の回答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正答：CORRECT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「1896年6月24日」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誤答：INCORRECT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「1897年6月24日」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未回答：NOT_ATTEMPTED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「わかりません」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GPT-4.1の判定器が、質問・参照正解・モデルの回答を照合する。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質問に直接答える部分を中心に判定する。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100問で、40正答・10誤答・50未回答なら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説明用の件数（問）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誤答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全100問のうち、正答は40問。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答えを出した50問に限ると、正答は40問。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全問での正答率と、答えた中での正答率を使う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4389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説明用の100問での計算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全問での正答率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 / 100 = 40%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回答した中での正答率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 / 50 = 80%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F1（2つの調和平均）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× 40 × 80 / (40 + 80) ≈ 53.3%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F1は、正答を広く出せることと、出した答えの正確さをまとめる。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論文の比較では、Gemini 2.5 ProのF1が55.6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371600"/>
                <a:gridCol w="1828800"/>
                <a:gridCol w="137160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モデル（2025年評価）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回答内正答率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2.5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論文v2。1,000問、ツールなし、標準API設定。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判定器はgpt-4.1-2025-04-14。F1は0〜100で表示。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Proの公式比較でも使われている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掲載スコア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2.5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公式モデルカード、2025年11月の比較。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公式Kaggleリーダーボードの掲載値を引用。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(2025/2026). Gemini 3 Pro: Model Card.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答える範囲の違いも、得点に現れる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論文のClaude Opus 4は、全問での正答率19.2%、答えた問題での正答率54.1%。回答を出した割合は35.5%である。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2.5 Proは98.9%に回答し、全問で55.3%を正答した。得点と一緒に回答率を見ると、どこまで答えを出したかも把握できる。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同じ出典と、似た質問を順に減らす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残った問題数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元のSimpleQA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4,326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参照URLが重なる問題を整理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3,095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意味が近い質問を整理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2,871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単語が似た質問を確認・整理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2,664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意味の類似にはGemini Embeddings、単語の類似にはTF-IDFを使う。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同じ群では、複数モデルが答えられない問題を優先して残す。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意味と単語の両方から、重複を探す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元データには、コロンビアの自治体の創設日を問う質問が119件あった。同じ出典文書や似た型の問題が繰り返されることを減らす。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意味をベクトルにしたGemini Embeddingsでは、コサイン類似度0.77を基準に似た質問を探す。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単語の重要度を使うTF-IDFでは、類似度0.4を超える組を人が確認する。表現の違いと、内容の近さを両方から調べる。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出典サイトの選択と、問題の偏りを確認する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出典URLのサイトが、Google・OpenAI・Anthropicに対する学習・利用の制御をrobots.txtで指定している場合、そのURLに依存する問題を除く。2,664問から1,855問になる。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次に、答えの種類を優先し、話題も考慮して比率を調整する。日付や人物、科学技術の問題への集中を減らす。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同じ分類の中では難しい質問を優先して選び、1,218問を残す。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出典が食い違う問題は、正解を再確認する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56692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確認・修正したこと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人物・日付・場所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曖昧な質問や、正解が分かれる質問を除く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検索付きモデルと参照URLの答えを照合する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数値の参照正解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問題ごとに、採点で許容する範囲を書き込む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非数値の確認で1,218 → 1,117問、数値の確認で1,073問。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最後に難しい1,000問を選び、URLと日付の精度も人が確認する。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数値の許容範囲は、問題ごとに指定する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4937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採点の考え方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小さい個数・固定値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原則として正確な一致を求める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中程度の数量・連続量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おおむね±1%程度の範囲を設ける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大きな総量・集計値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おおむね±5%程度の範囲を設ける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参照正解に書かれた許容範囲を採点に使う。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例：150枚の版画なら148〜152枚を許容する。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質問は、政治・科学技術・芸術などに広がる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現行CSV全1,000問から集計した、件数上位5話題。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答えの種類は、日付・人物・数値・場所を含む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現行CSV全1,000問。縦軸は配布データの分類、横軸は問題数。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2026年の修正では、緯度と経度を直した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2025年9月の配布では「Lilongweの緯度」を問う文に、経度の値33.7738が正解として付いていた。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2026年3月9日の改訂では、質問文を「経度」に修正した。正解・許容範囲・元問題番号55は同じである。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論文も2026年3月10日のバージョン2（v2）で、対応する例を修正した。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Verified: 配布データの改訂履歴。2026-03-09修正。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https://huggingface.co/datasets/google/simpleqa-verified/commits/main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モデルの知識と、回答保留の傾向を調べる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質問をモデルへ渡し、検索や外部資料を付けずに回答を生成する。判定器へは質問・参照正解・モデル出力を渡す。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正答率、回答した中での正答率、F1、回答率を記録する。判定器のモデルとプロンプトも条件としてそろえる。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配布CSVには、話題・答えの種類・複数段階の情報が必要か・推論が必要かというメタデータがあり、問題の性質ごとの分析にも使える。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公式CSVから、質問と参照正解を読み込む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87325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load_dataset("google/simpleqa-verified",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       split="eval")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print(ds[0]["problem"])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print(ds[0]["answer"])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8317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公式配布はMIT。original_indexで元のSimpleQAと対応付ける。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評価時は使用した配布改訂を固定し、参照正解を採点側へ渡す。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質問と正解を整え、知識の正確さを測る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Verifiedは、検索を使わず、モデルの内部知識から短い事実質問へ答える1,000問の評価である。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SimpleQAから出典・質問の重複と構成の偏りを減らし、資料間の正解を照合した。数量には問題ごとの許容範囲を付けている。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正答・誤答・未回答を判定し、全問での正答率と、答えた中での正答率をF1でまとめる。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分布と採点の詳細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話題の異なる追加例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追加例1：客室乗務員だった首相を特定する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name of the former Prime Minister of Iceland who worked as a cabin crew member until 1971?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1971年まで客室乗務員として働いていた、アイスランドの元首相は誰か。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配布正解：Jóhanna Sigurðardóttir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8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追加例2：選手が出場した試合数を答える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how many games did Matija Radović appear for the Hofstra Pride during the 2017-18 season?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2017–18年シーズン、Matija RadovićはHofstra Prideで何試合に出場したか。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配布正解：25試合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254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https://huggingface.co/datasets/google/simpleqa-verified/viewer/simpleqa_verified/eval?row=59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追加例3：作品集に含まれる版画の数を答える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45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4799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1810, François Aimé Louis Dumoulin published a collection of how many engravings themed on the journey of "Robinson Crusoe"?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49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3802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1810年、François Aimé Louis Dumoulinが刊行した、Robinson Crusoeの旅を題材にした版画集は何枚か。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721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配布正解：150枚（許容範囲148〜152枚）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31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追加例4：独立運動のスローガンを問う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gave the slogan "Quit India"?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「Quit India」というスローガンを提唱したのは誰か。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配布正解：Yusuf Meherally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4114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https://huggingface.co/datasets/google/simpleqa-verified/viewer/simpleqa_verified/eval?row=946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追加例5：数学賞の受賞者を答える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won the Heinz Hopf Prize in 2019?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2019年のHeinz Hopf Prizeを受賞したのは誰か。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配布正解：Ehud Hrushovski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552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追加例6：バンドの最初のEPを答える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Kinoko Teikoku's first EP?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きのこ帝国の最初のEPは何か。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配布正解：Long Good Bye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3306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https://huggingface.co/datasets/google/simpleqa-verified/viewer/simpleqa_verified/eval?row=764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追加例7：ゲームのコンテストは何段階か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How many stages were in the original DS game's Pokémon Diamond and Pearl Pokémon contests?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ニンテンドーDSのオリジナル版Pokémon Diamond and Pearlのコンテストは何段階か。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配布正解：3段階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1842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https://huggingface.co/datasets/google/simpleqa-verified/viewer/simpleqa_verified/eval?row=418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追加例8：番組から派生したシリーズを特定する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DropoutTV series is a spin-off of "Game Changer" inspired by its "Noise Boys" episodes?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Game Changerの「Noise Boys」の回を基にした、DropoutTVの派生シリーズは何か。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配布正解：Make Some Noise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596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追加例9：数学のメダル受賞者を答える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won the ICA's Hall Medal in 2011?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2011年にICAのHall Medalを受賞したのは誰か。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配布正解：Olga Polverino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1111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https://huggingface.co/datasets/google/simpleqa-verified/viewer/simpleqa_verified/eval?row=253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追加例10：画家と最初の妻の年齢差を答える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5742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47679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was the age gap between George Frederic Watts and his first wife, Ellen Terry?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9779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06681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George Frederic Wattsと、最初の妻Ellen Terryの年齢差は何歳か。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6184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配布正解：30歳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342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分布と採点の詳細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公開1,000問の話題別の構成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4114800"/>
                <a:gridCol w="2377440"/>
                <a:gridCol w="155448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配布分類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Politics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Science and technology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科学・技術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Sports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Geography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1480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配布CSVのtopic列を集計。全10分類、合計1,000問。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公開1,000問の話題別の構成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4114800"/>
                <a:gridCol w="2377440"/>
                <a:gridCol w="155448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配布分類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Music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Other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 shows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テレビ番組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Video games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ゲーム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1480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配布CSVのtopic列を集計。全10分類、合計1,000問。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判定器は、質問への直接の答えを照合する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大文字・小文字、句読点、語順などは意味が同じなら許容する。参照正解に必要な内容を含み、それに矛盾しないことを確認する。</a:t>
            </a:r>
          </a:p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質問に直接答える部分へ注目し、付け加えられた背景説明を切り分ける。数値は参照正解に指定された範囲で判定する。</a:t>
            </a:r>
          </a:p>
          <a:p>
            <a:pPr marL="457200" indent="-355600">
              <a:lnSpc>
                <a:spcPts val="2460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複数候補を挙げる場合は、最も有力な一つへ回答を定めていれば採点する。決めずに並べる回答や答えを出さない回答は、未回答とする。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判定が揺れる回答から、採点指示を見直した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複数のモデルの回答を集め、元のSimpleQAの判定指示で各回答を10回ずつ採点する。温度を2.0にして、判定の一致しない回答を探した。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不一致の大きい回答を人が確認し、余分な説明、近似した数値、情報が見つからないという回答などを整理した。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直接の答えと補足を切り分ける指示、数値範囲の扱い、未回答の例を追加した。判定指示の全文は論文付録と公式ノートブックで公開する。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Googleの研究者が、元データを再検証した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第一著者はLukas Haas。Giovanni D’Antonio、Dipanjan DasとともにGoogle DeepMindに所属する。Gal YonaとSasha GoldshteinはGoogle Research。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論文は2025年9月に公開。著者自身が重複整理、分類の調整、出典と正解の照合を実施したと報告する。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元のSimpleQAはOpenAIのJason Wei、Nguyen Karinaらによる2024年の研究。Verifiedは、この事実質問評価を再検証して公開したもの。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SimpleQA Verified: A Reliable Factuality Benchmark to Measure Parametric Knowledge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Verified: A Reliable Factuality Benchmark to Measure Parametric Knowledge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Lukas Haas, Gal Yona et al. / Google DeepMind・Google Research / 2025 / 論文v2: 2026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データの再検証、数値の許容範囲、判定指示とモデル評価を報告する。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  <p:sp>
        <p:nvSpPr>
          <p:cNvPr id="5" name="文献 2: SimpleQA Verified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/ Hugging Face Datasets / MIT / 改訂0dc97e0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公開1,000問、参照正解、出典URLと問題のメタデータを配布する。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easuring Short-Form Factuality in Large Language Models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Measuring Short-Form Factuality in Large Language Models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Jason Wei, Nguyen Karina et al. / OpenAI /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元のSimpleQAの作成と、正答・誤答・未回答による事実性評価。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https://arxiv.org/abs/2411.04368</a:t>
            </a:r>
          </a:p>
        </p:txBody>
      </p:sp>
      <p:sp>
        <p:nvSpPr>
          <p:cNvPr id="5" name="文献 2: SimpleQA: reference implementation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SimpleQA: reference implementation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simple-evals / MIT / 改訂652c89d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元のSimpleQAの判定・集計実装。F1などの計算を公開する。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https://github.com/openai/simple-evals/blob/652c89d/simpleqa_eval.py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Gemini 3 Pro: Model Card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2025年11月公開・2026年5月更新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Verifiedを含むモデル比較と、モデルの仕様・評価を掲載する。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https://deepmind.google/models/model-cards/gemini-3-pro/</a:t>
            </a:r>
          </a:p>
        </p:txBody>
      </p:sp>
      <p:sp>
        <p:nvSpPr>
          <p:cNvPr id="5" name="文献 2: Gemini 3 Pro: Evaluation Methodology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公式比較の評価条件と、KaggleのSimpleQA Verified結果の採用を説明する。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https://deepmind.google/models/evals-methodology/gemini-3-pro/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SimpleQA Verified — datasets in 10 minutes</dc:title>
  <dc:creator>sasakiy84</dc:creator>
  <dc:subject>事実性、参照正解の再検証、回答保留とF1</dc:subject>
  <cp:keywords>SimpleQA Verified,factuality,dataset</cp:keywords>
</cp:coreProperties>
</file>