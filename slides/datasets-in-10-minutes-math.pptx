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3" r:id="rId3"/>
    <p:sldId id="264" r:id="rId2"/>
    <p:sldId id="265" r:id="rId15"/>
    <p:sldId id="266" r:id="rId16"/>
    <p:sldId id="267" r:id="rId17"/>
    <p:sldId id="268" r:id="rId18"/>
    <p:sldId id="272" r:id="rId22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5" r:id="rId55"/>
    <p:sldId id="306" r:id="rId56"/>
    <p:sldId id="307" r:id="rId57"/>
    <p:sldId id="308" r:id="rId58"/>
    <p:sldId id="309" r:id="rId5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22" Type="http://schemas.openxmlformats.org/officeDocument/2006/relationships/slide" Target="slides/slide17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問題数</c:v>
                </c:pt>
              </c:strCache>
            </c:strRef>
          </c:tx>
          <c:spPr>
            <a:solidFill>
              <a:srgbClr val="2C9100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Level 1</c:v>
                </c:pt>
                <c:pt idx="1">
                  <c:v>Level 2</c:v>
                </c:pt>
                <c:pt idx="2">
                  <c:v>Level 3</c:v>
                </c:pt>
                <c:pt idx="3">
                  <c:v>Level 4</c:v>
                </c:pt>
                <c:pt idx="4">
                  <c:v>Level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437</c:v>
                </c:pt>
                <c:pt idx="1">
                  <c:v>894</c:v>
                </c:pt>
                <c:pt idx="2">
                  <c:v>1131</c:v>
                </c:pt>
                <c:pt idx="3">
                  <c:v>1214</c:v>
                </c:pt>
                <c:pt idx="4">
                  <c:v>1324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latin typeface="Noto Sans CJK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180972856"/>
        <c:crosses val="autoZero"/>
        <c:auto val="1"/>
        <c:lblAlgn val="ctr"/>
        <c:lblOffset val="100"/>
        <c:tickLblSkip val="1"/>
        <c:noMultiLvlLbl val="0"/>
      </c:catAx>
      <c:valAx>
        <c:axId val="2180972856"/>
        <c:scaling>
          <c:min val="0.0"/>
        </c:scaling>
        <c:delete val="0"/>
        <c:axPos val="l"/>
        <c:majorGridlines>
          <c:spPr>
            <a:ln>
              <a:solidFill>
                <a:srgbClr val="DADDD7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226939960"/>
        <c:crosses val="autoZero"/>
      </c:valAx>
      <c:spPr>
        <a:solidFill>
          <a:srgbClr val="FFFEF8"/>
        </a:solidFill>
        <a:ln>
          <a:noFill/>
        </a:ln>
      </c:spPr>
    </c:plotArea>
    <c:dispBlanksAs val="gap"/>
  </c:chart>
  <c:spPr>
    <a:solidFill>
      <a:srgbClr val="FFFEF8"/>
    </a:solidFill>
    <a:ln>
      <a:noFill/>
    </a:ln>
  </c:spPr>
  <c:txPr>
    <a:bodyPr/>
    <a:lstStyle/>
    <a:p>
      <a:pPr>
        <a:defRPr sz="1400">
          <a:latin typeface="Noto Sans CJK JP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github.com/hendrycks/math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3.03874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EleutherAI/hendrycks_math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EleutherAI/hendrycks_math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3.03874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EleutherAI/hendrycks_math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EleutherAI/hendrycks_math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3.0/src/helm/benchmark/scenarios/math_scenario.py" TargetMode="External"/><Relationship Id="rId3" Type="http://schemas.openxmlformats.org/officeDocument/2006/relationships/hyperlink" Target="https://arxiv.org/abs/2103.03874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103.03874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3.03874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EleutherAI/hendrycks_math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hyperlink" Target="https://huggingface.co/datasets/EleutherAI/hendrycks_math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3.03874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endrycks/math" TargetMode="External"/><Relationship Id="rId3" Type="http://schemas.openxmlformats.org/officeDocument/2006/relationships/hyperlink" Target="https://arxiv.org/abs/2103.03874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EleutherAI/hendrycks_math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qwedsacf/competition_math" TargetMode="External"/><Relationship Id="rId3" Type="http://schemas.openxmlformats.org/officeDocument/2006/relationships/hyperlink" Target="https://huggingface.co/datasets/EleutherAI/hendrycks_math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endrycks/math" TargetMode="External"/><Relationship Id="rId3" Type="http://schemas.openxmlformats.org/officeDocument/2006/relationships/hyperlink" Target="https://huggingface.co/datasets/EleutherAI/hendrycks_math" TargetMode="External"/><Relationship Id="rId4" Type="http://schemas.openxmlformats.org/officeDocument/2006/relationships/hyperlink" Target="https://huggingface.co/datasets/qwedsacf/competition_math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3.03874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EleutherAI/hendrycks_math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EleutherAI/hendrycks_math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EleutherAI/hendrycks_math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EleutherAI/hendrycks_math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EleutherAI/hendrycks_math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EleutherAI/hendrycks_math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EleutherAI/hendrycks_math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EleutherAI/hendrycks_math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EleutherAI/hendrycks_math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EleutherAI/hendrycks_math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3.03874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EleutherAI/hendrycks_math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3.03874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103.03874" TargetMode="External"/><Relationship Id="rId3" Type="http://schemas.openxmlformats.org/officeDocument/2006/relationships/hyperlink" Target="https://arxiv.org/abs/2211.09110" TargetMode="External"/><Relationship Id="rId4" Type="http://schemas.openxmlformats.org/officeDocument/2006/relationships/hyperlink" Target="https://github.com/hendrycks/math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37627"/>
            <a:ext cx="8046720" cy="90297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647277"/>
            <a:ext cx="8046720" cy="1091565"/>
          </a:xfrm>
        </p:spPr>
        <p:txBody>
          <a:bodyPr lIns="0" rIns="0" tIns="0" bIns="101600">
            <a:noAutofit/>
          </a:bodyPr>
          <a:lstStyle/>
          <a:p>
            <a:pPr algn="ctr">
              <a:lnSpc>
                <a:spcPct val="125000"/>
              </a:lnSpc>
              <a:spcAft>
                <a:spcPts val="120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Mathematics Aptitude Test of Heuristics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競技数学の解法と最終解答を扱う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公式リポジトリ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MATH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325" y="1481328"/>
            <a:ext cx="5379348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Dan Hendrycks et al. MATH. 公式リポジトリ。2026-10-18参照。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https://github.com/hendrycks/math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競技数学の問題と解答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最終解答の採点と2021年の成績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収集とデータの全体像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公開配布と利用方法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競技数学の問題と解答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競技数学の問題と解答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問題、途中の解説、最終解答がそろう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MATHは、競技数学の12,500問に、途中の解説と最終解答を付けたデータセット。Dan Hendrycksらが2021年に公開した。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AMCやAIMEなど、米国の数学競技から問題を集めた。入力は英語の問題文で、数式や図の記述も含む。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解説の最後には、LaTeXのboxed命令で囲んだ最終解答がある。問題から解答を生成する学習や評価に使える。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競技数学の問題と解答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Hendrycks et al. (2021). Measuring Mathematical Problem Solving With the MATH Dataset. NeurIPS Datasets and Benchmarks.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https://arxiv.org/abs/2103.03874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実例1：差の積を計算する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競技数学の問題と解答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Algebra / Level 1 / 問題の原文（全文）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45920"/>
            <a:ext cx="8046720" cy="4656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1486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Evaluate (x + y)(x − y) when x = 15 and y = 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57892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23068"/>
            <a:ext cx="7955279" cy="3571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x = 15、y = 5のとき、(x + y)(x − y)の値を求めよ。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3564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解答：200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6540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(15 + 5)(15 − 5) = 20 × 10 = 200。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Hendrycks et al. MATH. 公開データ。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https://huggingface.co/datasets/EleutherAI/hendrycks_math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実例2：二重根号を外す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競技数学の問題と解答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Intermediate Algebra / Level 3 / 問題の原文（全文）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45920"/>
            <a:ext cx="8046720" cy="4826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9953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Simplify the expression √(41 + 24√2).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74825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40001"/>
            <a:ext cx="7955279" cy="3571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式 √(41 + 24√2) を簡単にせよ。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52573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解答：3 + 4√2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82341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(3 + 4√2)² = 9 + 32 + 24√2。3 + 4√2は正なので、平方根はこの値になる。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Hendrycks et al. MATH. 公開データ。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https://huggingface.co/datasets/EleutherAI/hendrycks_math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形を見抜いて、確かめる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平方根をa + b√2と置き、両辺を二乗すると、a² + 2b² = 41、2ab = 24が必要になる。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 = 3、b = 4なら両方を満たす。正の平方根を求めているので、3 + 4√2を選ぶ。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競技数学の問題と解答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Hendrycks et al. (2021). Measuring Mathematical Problem Solving With the MATH Dataset. NeurIPS Datasets and Benchmarks.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https://arxiv.org/abs/2103.03874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実例3：偶数の組を数える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競技数学の問題と解答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Counting &amp; Probability / Level 5 / 問題の原文（全文）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45920"/>
            <a:ext cx="8046720" cy="7535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6886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How many triples (a, b, c) of even positive integers satisfy a³ + b² + c ≤ 50?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45760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10936"/>
            <a:ext cx="7955279" cy="6593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a³ + b² + c ≤ 50を満たす、正の偶数の3つ組(a, b, c)はいくつあるか。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625768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解答：35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05553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aは2だけ。b = 2、4、6のとき、cの候補は順に19個、13個、3個なので、合計35個。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Hendrycks et al. MATH. 公開データ。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https://huggingface.co/datasets/EleutherAI/hendrycks_math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条件から、候補を絞って数える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競技数学の問題と解答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828800"/>
        </p:xfrm>
        <a:graphic>
          <a:graphicData uri="http://schemas.openxmlformats.org/drawingml/2006/table">
            <a:tbl>
              <a:tblPr firstRow="0" bandRow="0"/>
              <a:tblGrid>
                <a:gridCol w="1097280"/>
                <a:gridCol w="1097280"/>
                <a:gridCol w="4023360"/>
                <a:gridCol w="1828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cの範囲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個数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2, 4, …, 38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2, 4, …, 26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2, 4, 6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53872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aが4以上ならa³だけで50を超える。正の偶数という条件から、aは2に限られる。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Hendrycks et al. MATH. 公開データ。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https://huggingface.co/datasets/EleutherAI/hendrycks_math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最終解答の採点と2021年の成績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最終解答の採点と2021年の成績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最終解答を正規化して照合する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生成した最終解答を、参照解答と照合する。解説を生成する場合は、最後のboxedの中から解答を取り出す。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空白やLaTeXの一部を整え、分数や平方根などの表記をそろえて比較する。例えば1/2と\frac{1}{2}は同じ答えとして扱う。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各問を正解1・不正解0で採点し、正解した問題の割合をAccuracy（正解率）として求める。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最終解答の採点と2021年の成績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Hendrycks et al. (2021). Measuring Mathematical Problem Solving With the MATH Dataset. NeurIPS Datasets and Benchmarks.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https://arxiv.org/abs/2103.03874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2021年：全5,000問では低い正解率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最終解答の採点と2021年の成績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371600"/>
        </p:xfrm>
        <a:graphic>
          <a:graphicData uri="http://schemas.openxmlformats.org/drawingml/2006/table">
            <a:tbl>
              <a:tblPr firstRow="0" bandRow="0"/>
              <a:tblGrid>
                <a:gridCol w="6217920"/>
                <a:gridCol w="1828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方式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正解率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GPT-2 1.5B（2019）：AMPS事前学習後に微調整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6.9%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GPT-3 175B（2020）：8例提示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5.2%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08152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MATH test全5,000問、全7分野・難度1〜5を評価。AMPSは、数学の基礎を学ぶために同時公開された別の事前学習データ。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Hendrycks et al. (2021). Measuring Mathematical Problem Solving With the MATH Dataset. NeurIPS Datasets and Benchmarks.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https://arxiv.org/abs/2103.03874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収集とデータの全体像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収集とデータの全体像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数学競技の問題と、公開された解説を集める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AMC 10、AMC 12、AIMEなどの競技問題と、Art of Problem Solvingのコミュニティにある解説が主な素材。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7,500問を学習、5,000問をtestに分け、各問に分野・難度・途中の解説・最終解答を対応させた。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問題と解説はLaTeXで数式を表し、必要な図はAsymptoteという作図言語で記述する。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収集とデータの全体像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Hendrycks et al. (2021). Measuring Mathematical Problem Solving With the MATH Dataset. NeurIPS Datasets and Benchmarks.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https://arxiv.org/abs/2103.03874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7分野を、学習とtestに分けて収録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収集とデータの全体像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783840"/>
        </p:xfrm>
        <a:graphic>
          <a:graphicData uri="http://schemas.openxmlformats.org/drawingml/2006/table">
            <a:tbl>
              <a:tblPr firstRow="0" bandRow="0"/>
              <a:tblGrid>
                <a:gridCol w="4206240"/>
                <a:gridCol w="1920240"/>
                <a:gridCol w="1920240"/>
              </a:tblGrid>
              <a:tr h="3479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分野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学習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479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代数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1,744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1,187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479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場合の数・確率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771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474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479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幾何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870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479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479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中級代数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1,295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903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479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整数論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869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540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479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初等代数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1,205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871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479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解析の基礎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746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546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Hendrycks et al. MATH. 公開データ。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https://huggingface.co/datasets/EleutherAI/hendrycks_math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testには難度1から5までを含む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収集とデータの全体像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81328"/>
          <a:ext cx="80467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96512"/>
            <a:ext cx="7955279" cy="4206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test全5,000問の、難度ごとの件数。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Hendrycks et al. MATH. 公開データ。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https://huggingface.co/datasets/EleutherAI/hendrycks_math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難度は、同じ分野の中で付けられる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各分野の中で、難度を1〜5で表す。1が易しく、5が難しい。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Art of Problem Solving（AoPS）の難度を使い、AMC 8の序盤の問題はLevel 1、AIMEの問題はLevel 5に当たることが多い。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複素数の絶対値や三角関数も、分野内で易しい問題ならLevel 1に含まれる。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収集とデータの全体像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Hendrycks et al. (2021). Measuring Mathematical Problem Solving With the MATH Dataset. NeurIPS Datasets and Benchmarks.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https://arxiv.org/abs/2103.03874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公開配布と利用方法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公開配布と利用方法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数学の基礎学習と、競技問題の追加学習をつなぐ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2021年の研究では、数学の事前学習データAMPSも公開した。Khan Academyの練習問題と、Mathematicaで生成した問題・解説からなる約23 GBのデータである。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GPT-2はAMPSで事前学習してから、MATHの問題と解説・最終解答で追加学習した。解法を学ぶことが、答えだけを学ぶ場合より役立つかも調べた。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公式リポジトリは、MATHとAMPSの取得先、データを読むコード、解答の評価コードを案内している。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公開配布と利用方法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Hendrycks et al. (2021). Measuring Mathematical Problem Solving With the MATH Dataset.</a:t>
            </a:r>
          </a:p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https://arxiv.org/abs/2103.03874</a:t>
            </a:r>
          </a:p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Hendrycks et al. MATH.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https://github.com/hendrycks/math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分野と分割を選び、問題と解説を読み出す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公開配布と利用方法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42627"/>
            <a:ext cx="8046720" cy="138006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58842" bIns="127000"/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pyarrow.parquet as pq</a:t>
            </a:r>
          </a:p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data = pq.read_table("algebra-test.parquet").to_pylist()</a:t>
            </a:r>
          </a:p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print(data[0]["problem"])</a:t>
            </a:r>
          </a:p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print(data[0]["solution"])</a:t>
            </a:r>
          </a:p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print(data[0]["level"], data[0]["type"])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050540"/>
            <a:ext cx="7955279" cy="929640"/>
          </a:xfrm>
          <a:prstGeom prst="rect">
            <a:avLst/>
          </a:prstGeom>
          <a:noFill/>
        </p:spPr>
        <p:txBody>
          <a:bodyPr wrap="square" lIns="0" rIns="0" tIns="50800" bIns="10160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algebraのtest Parquetをalgebra-test.parquetとして保存する。problemが問題文、solutionが解説。levelとtypeが難度と分野を表す。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Hendrycks et al. MATH. 公開データ。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https://huggingface.co/datasets/EleutherAI/hendrycks_math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公式リンク先と、分野・分割を選べる配布がある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公式READMEは、Hugging Faceのqwedsacf/competition_mathを案内する。この配布は12,500問を一つのtrain集合に収めている。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EleutherAI/hendrycks_mathでは、7分野と学習・testの分割を選べる。モデルの学習や評価には、使う集合の構成を確認して選ぶ。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公開配布と利用方法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MATH. 公式READMEのリンク先配布。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https://huggingface.co/datasets/qwedsacf/competition_math</a:t>
            </a:r>
          </a:p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EleutherAI. hendrycks_math.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https://huggingface.co/datasets/EleutherAI/hendrycks_math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元の競技問題の帰属を保って利用する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公式コードと公開データカードのライセンス表示はMIT。元の競技問題やArt of Problem Solving上の解説の著者・出所も保持して利用する。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公開配布と利用方法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Hendrycks et al. MATH.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https://github.com/hendrycks/math</a:t>
            </a:r>
          </a:p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EleutherAI. hendrycks_math.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https://huggingface.co/datasets/EleutherAI/hendrycks_math</a:t>
            </a:r>
          </a:p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[3] MATH. 統合配布。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4"/>
              </a:rPr>
              <a:t>https://huggingface.co/datasets/qwedsacf/competition_math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式を読み、解法を組み立て、最終解答を出す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MATHは、12,500問の競技数学データ。7分野・5段階の難度と、解説付きの解答を持つ。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問題を読み、解法を組み立てて最終解答を出す能力を評価する。解説付きの学習データは、途中の解き方を学ぶ材料にもなる。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2021年のモデルは全難度のテストで低い正解率を示した。数学の基礎学習と、競技問題の解法学習をつなぐ研究資源である。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公開配布と利用方法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Hendrycks et al. (2021). Measuring Mathematical Problem Solving With the MATH Dataset. NeurIPS Datasets and Benchmarks.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https://arxiv.org/abs/2103.03874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84835"/>
            <a:ext cx="8046720" cy="686816"/>
          </a:xfrm>
        </p:spPr>
        <p:txBody>
          <a:bodyPr wrap="square" lIns="0" rIns="0" tIns="0" bIns="10160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分野と難度が異なる追加例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解答と人手評価の補足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分野と難度が異なる追加例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分野と難度が異なる追加例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実例4：負の数を割る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分野と難度が異なる追加例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Prealgebra / Level 1 / 問題の原文（全文）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45920"/>
            <a:ext cx="8046720" cy="4656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33019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Compute (−49) ÷ 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57892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23068"/>
            <a:ext cx="7955279" cy="3571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(−49) ÷ 7を計算せよ。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3564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解答：−7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6540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49 ÷ 7 = 7で、負の数を正の数で割るので答えは−7。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Hendrycks et al. MATH. 公開データ。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https://huggingface.co/datasets/EleutherAI/hendrycks_math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実例5：30度の余弦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分野と難度が異なる追加例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Geometry / Level 2 / 問題の原文（全文）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45920"/>
            <a:ext cx="8046720" cy="4656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33019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Compute cos 30°.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57892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23068"/>
            <a:ext cx="7955279" cy="3571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cos 30°を求めよ。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3564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解答：√3 /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6540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30°・60°・90°の直角三角形の辺の比から、cos 30° = √3 / 2。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Hendrycks et al. MATH. 公開データ。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https://huggingface.co/datasets/EleutherAI/hendrycks_math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実例6：階乗の約数を数える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分野と難度が異なる追加例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Number Theory / Level 4 / 問題の原文（全文）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45920"/>
            <a:ext cx="8046720" cy="474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1486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Find the number of positive divisors of 9!.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66359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31535"/>
            <a:ext cx="7955279" cy="3571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9!の正の約数の個数を求めよ。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44107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解答：160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7387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9! = 2⁷ × 3⁴ × 5 × 7。約数は各素因数の指数を選ぶので、8 × 5 × 2 × 2 = 160個。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Hendrycks et al. MATH. 公開データ。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https://huggingface.co/datasets/EleutherAI/hendrycks_math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実例7：複素指数関数の値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分野と難度が異なる追加例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Precalculus / Level 1 / 問題の原文（全文）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45920"/>
            <a:ext cx="8046720" cy="4656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33019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Compute e</a:t>
            </a:r>
            <a:r>
              <a:rPr sz="1743" b="0" lang="ja-JP" altLang="en-US" baseline="30000">
                <a:solidFill>
                  <a:srgbClr val="303437"/>
                </a:solidFill>
                <a:latin typeface="Cambria Math"/>
                <a:ea typeface="Noto Sans CJK JP"/>
                <a:cs typeface="Cambria Math"/>
              </a:rPr>
              <a:t>πi</a:t>
            </a: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57892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23068"/>
            <a:ext cx="7955279" cy="3571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</a:t>
            </a:r>
            <a:r>
              <a:rPr sz="1659" b="0" lang="ja-JP" altLang="en-US" baseline="30000">
                <a:solidFill>
                  <a:srgbClr val="303437"/>
                </a:solidFill>
                <a:latin typeface="Cambria Math"/>
                <a:ea typeface="Noto Sans CJK JP"/>
                <a:cs typeface="Cambria Math"/>
              </a:rPr>
              <a:t>πi</a:t>
            </a: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を計算せよ。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3564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解答：−1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6540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オイラーの公式から、e</a:t>
            </a:r>
            <a:r>
              <a:rPr sz="1494" b="0" lang="ja-JP" altLang="en-US" baseline="30000">
                <a:solidFill>
                  <a:srgbClr val="303437"/>
                </a:solidFill>
                <a:latin typeface="Cambria Math"/>
                <a:ea typeface="Noto Sans CJK JP"/>
                <a:cs typeface="Cambria Math"/>
              </a:rPr>
              <a:t>πi</a:t>
            </a: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 = cos π + i sin π = −1。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Hendrycks et al. MATH. 公開データ。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https://huggingface.co/datasets/EleutherAI/hendrycks_math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実例8：平方根の定義域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分野と難度が異なる追加例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Algebra / Level 5 / 問題の原文（全文）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45920"/>
            <a:ext cx="8046720" cy="474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6886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Find the domain of √(6 − x − x²).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66359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31535"/>
            <a:ext cx="7955279" cy="3571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√(6 − x − x²)の定義域を求めよ。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44107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解答：[−3, 2]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7387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根号の中が0以上という条件は、(x + 3)(x − 2) ≤ 0。したがって−3 ≤ x ≤ 2。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Hendrycks et al. MATH. 公開データ。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https://huggingface.co/datasets/EleutherAI/hendrycks_math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実例9：7の倍数を除く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分野と難度が異なる追加例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Counting &amp; Probability / Level 3 / 問題の原文（全文）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45920"/>
            <a:ext cx="8046720" cy="728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1486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How many positive three-digit numbers are not multiples of 7?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20360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85536"/>
            <a:ext cx="7955279" cy="3571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正の3桁の整数のうち、7の倍数でないものはいくつあるか。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98108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解答：772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72787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3桁の整数は900個。7の倍数は105から994まで128個なので、900 − 128 = 772個。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Hendrycks et al. MATH. 公開データ。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https://huggingface.co/datasets/EleutherAI/hendrycks_math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実例10：平方因子を根号の外へ出す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分野と難度が異なる追加例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Prealgebra / Level 4 / 問題の原文（全文）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45920"/>
            <a:ext cx="8046720" cy="4826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9953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Simplify √242.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74825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40001"/>
            <a:ext cx="7955279" cy="3571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√242を簡単にせよ。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52573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解答：11√2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82341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242 = 11² × 2なので、√242 = 11√2。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Hendrycks et al. MATH. 公開データ。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https://huggingface.co/datasets/EleutherAI/hendrycks_math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実例11：30度の正弦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分野と難度が異なる追加例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Geometry / Level 1 / 問題の原文（全文）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45920"/>
            <a:ext cx="8046720" cy="4656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33019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Compute sin 30°.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57892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23068"/>
            <a:ext cx="7955279" cy="3571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sin 30°を求めよ。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3564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解答：1 /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6540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30°・60°・90°の直角三角形では、30°の対辺は斜辺の半分。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Hendrycks et al. MATH. 公開データ。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https://huggingface.co/datasets/EleutherAI/hendrycks_math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実例12：平方数の約数を数える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分野と難度が異なる追加例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Number Theory / Level 5 / 問題の原文（全文）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45920"/>
            <a:ext cx="8046720" cy="4995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6886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How many factors of 2⁵ · 3⁶ are perfect squares?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91759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56935"/>
            <a:ext cx="7955279" cy="3571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2⁵ · 3⁶の約数のうち、平方数はいくつあるか。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69507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解答：12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9927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平方数では、素因数の指数がすべて偶数になる。 2の指数は0・2・4の3通り、3の指数は0・2・4・6の4通り。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Hendrycks et al. MATH. 公開データ。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https://huggingface.co/datasets/EleutherAI/hendrycks_math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実例13：三角比の符号を選ぶ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分野と難度が異なる追加例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Precalculus / Level 5 / 問題の原文（全文）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45920"/>
            <a:ext cx="8046720" cy="4402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1486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If sin x + cos x = 1/5 and 0 &lt; x &lt; π, find tan 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32492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97668"/>
            <a:ext cx="7955279" cy="3571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sin x + cos x = 1/5、0 &lt; x &lt; πのとき、tan xを求めよ。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1024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解答：−4 /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4000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0 &lt; x &lt; πよりsin x &gt; 0。条件からsin x = 4/5、cos x = −3/5となり、tan x = −4/3。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Hendrycks et al. MATH. 公開データ。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https://huggingface.co/datasets/EleutherAI/hendrycks_math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解答と人手評価の補足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解答と人手評価の補足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人の成績は、20問の別標本で調べた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testから20問を無作為に選び、大学生6人が1時間、手計算で解いた。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数学を好まない参加者は8/20、IMOで3度金メダルを得た参加者は18/20だった。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ほかの4人は13問、14問、15問、18問に正解した。数学経験が異なる参加者を、同じ20問で比較した。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解答と人手評価の補足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Hendrycks et al. (2021). Measuring Mathematical Problem Solving With the MATH Dataset. NeurIPS Datasets and Benchmarks.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https://arxiv.org/abs/2103.03874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配布解説には、途中の式の誤りもある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実例13の配布解説は、sin x = 4/5、cos x = −3/5を導いた後、最後の分数で符号の位置を入れ替えている。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最終解答−4/3は変わらないが、導出に対応する式は、(4/5) ÷ (−3/5)である。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解答と人手評価の補足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Hendrycks et al. MATH. 公開データ。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https://huggingface.co/datasets/EleutherAI/hendrycks_math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競技数学を、大規模な解説付き評価にする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Dan Hendrycks、Collin Burnsら8人が構築し、NeurIPS 2021のDatasets and Benchmarks Trackで発表した。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競技数学の問題、段階的な解説、難度と分野の注釈を組み合わせ、数学的な問題解決を測る資源を作った。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同時にAMPSを公開し、数学に特化した事前学習データが性能に与える影響も調べた。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Hendrycks et al. (2021). Measuring Mathematical Problem Solving With the MATH Dataset. NeurIPS Datasets and Benchmarks.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https://arxiv.org/abs/2103.03874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26464"/>
            <a:ext cx="8046720" cy="288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Measuring Mathematical Problem Solving With the MATH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52600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Dan Hendrycks et al. · 2021 · NeurIPS Datasets and Benchmarks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04567"/>
            <a:ext cx="8046720" cy="2663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8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競技数学12,500問と解説、分野・難度、解答の正規化による採点を示す。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21687"/>
            <a:ext cx="8046720" cy="179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https://arxiv.org/abs/2103.03874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8026"/>
            <a:ext cx="8046720" cy="288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MATH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74161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Hendrycks et al. · n.d. · 公式リポジトリ（2026-10-19参照）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26129"/>
            <a:ext cx="8046720" cy="50520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8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データの取得先、データを読むコード、解答の評価コード、AMPSを案内する。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82135"/>
            <a:ext cx="8046720" cy="179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4"/>
              </a:rPr>
              <a:t>https://github.com/hendrycks/math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2026-10-18T07:15:22Z</dcterms:modified>
  <dc:title>math</dc:title>
  <dc:creator>sasakiy84</dc:creator>
  <dcterms:created xsi:type="dcterms:W3CDTF">2026-10-18T07:15:22Z</dcterms:created>
  <dc:language>ja-JP</dc:language>
</cp:coreProperties>
</file>