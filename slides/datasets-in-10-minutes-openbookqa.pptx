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</c:v>
                </c:pt>
                <c:pt idx="1">
                  <c:v>126</c:v>
                </c:pt>
                <c:pt idx="2">
                  <c:v>132</c:v>
                </c:pt>
                <c:pt idx="3">
                  <c:v>104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allenai/OpenBookQA" TargetMode="Externa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8-1260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8-1260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8-1260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8-1260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allenai/openbookqa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8-1260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8-1260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EleutherAI/lm-evaluation-harness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llenai.org/data/open-book-qa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8-1260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8-1260/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8-1260/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openbookq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OpenBookQA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科学の事実と常識を組み合わせる四択問題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OpenBookQAの公開ページ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OpenBookQA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https://github.com/allenai/OpenBookQA</a:t>
            </a:r>
          </a:p>
        </p:txBody>
      </p:sp>
      <p:pic>
        <p:nvPicPr>
          <p:cNvPr id="6" name="Picture 5" descr="official-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一つの科学の事実を、具体的な場面へ結び付ける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小学校水準の科学の事実と、日常的な常識を組み合わせて答える英語の四択問題である。各問には正解が一つある。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公開された科学の事実を見つけるだけでなく、ヤモリがトカゲの仲間であることなど、場面に当てはめる知識も必要になる。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question_stem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choices / answerKey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A〜Dの候補と正解記号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fact1（additional版）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問題作成に用いた科学の事実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実例1：支出を減らす（1/2）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 person wants to start saving money so that they can afford a nice vacation at the end of the year. After looking over their budget and expenses, they decide the best way to save money is to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make more phone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82290"/>
            <a:ext cx="7955279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質問：年末に楽しい休暇を過ごせるよう、ある人が貯金を始めようとしている。予算と支出を見直し、お金を貯める最善の方法として何を選ぶか。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A：選択肢：電話をもっとかける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8-343。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実例1：支出を減らす（2/2）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quit eating lunch out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buy less with monopoly money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have lunch with friends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using less resources usually causes money to be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B：選択肢：昼食を外で食べるのをやめる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C：選択肢：モノポリーのお金で買う量を減らす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D：選択肢：友人と昼食を食べる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関連する科学の事実：使う資源を減らすと、通常は節約になる。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8-343。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実例2：霧の発生（1/2）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There is most likely going to be fog around: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a marsh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a tundra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the plains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a desert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質問：次のうち、周辺に最も霧が発生しやすい場所はどこか。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A：選択肢：湿地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B：選択肢：ツンドラ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C：選択肢：平原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D：選択肢：砂漠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1129。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実例2：霧の発生（2/2）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関連する科学の事実／原文と日本語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fog is formed by water vapor condensing in the 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霧は、空気中の水蒸気が凝結することで生じる。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1129。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実例3：根と歩道（1/2）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Oak tree seeds are planted and a sidewalk is paved right next to that spot, until eventually, the tree is tall and the roots must extend past the sidewalk, which means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roots may be split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roots may begin to die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質問：オークの種を植え、そのすぐ隣に歩道を舗装した。やがて木が高く育ち、根が歩道の先まで伸びるようになると、何が起こり得るか。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A：選択肢：根が裂けるかもしれない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B：選択肢：根が枯れ始めるかもしれない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7-999。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実例3：根と歩道（2/2）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parts may break the concrete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roots may fall apart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if a tree is located near a sidewalk then the roots of that tree might crack the sidewalk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C：選択肢：根の一部がコンクリートを壊すかもしれない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D：選択肢：根がばらばらになるかもしれない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関連する科学の事実：木が歩道の近くにあると、その根が歩道にひびを入れることがある。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7-999。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既存の質問応答では、検索した文章だけで答えが見つかったり、必要な知識が不明確だったりした。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そこで、参照する科学の事実を小さな集合として公開し、それを常識と結び付ける課題を作った。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1,326件の科学の事実を用意し、作業者が一つの事実を使う質問と四つの選択肢を作成した。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別の作業者が回答と明確さを確認し、合意の低い問題や単純な解法で解ける問題を除いた。最終的に5,957問を収録した。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645920"/>
                <a:gridCol w="3840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4,957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開発・設定選択用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性能評価用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testの正解位置の分布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additional版test全500問。横軸は正解の記号、縦軸は問題数。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OpenBookQA、additional/test全500件を集計。2026-10-18取得。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選んだ候補がanswerKeyと一致すれば1点、異なれば0点。500問中350問が正しければ、正解率は70%。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2018年の比較では、k個の同点候補に正解が含まれる場合は1/k点としている。HELMは候補を一つ選ぶ方式である。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初期の代表的な評価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2018年の方式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testの得点（%）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ESIM（質問・選択肢で学習）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48.9 ± 1.1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科学の正解事実fを提示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55.8 ± 2.3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fと作成者の追加事実kを提示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76.9 ± 0.7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5回の学習の平均±標準偏差。f・kの提示は、関連事実が既知という条件。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testの500問。質問と四つの候補を使い、科学の正解事実は入力に加えない。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提示例0件、1試行。各候補の尤度を、候補単独の尤度で補正して比較するseparate_calibrated方式。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Anthropic v4-s3（2022）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500問、提示例0件、1試行。候補の尤度を補正して比較。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科学知識の評価から、汎用モデルの比較へ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登場時は、必要な事実をどこから得るかが主要な研究課題だった。HELMでは、科学の事実を入力しない少数例提示の評価にも使われた。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2026-10-18時点の公開Evaluation HarnessにもOpenBookQAの定義があり、四択問題として再利用できる。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EleutherAI. Language Model Evaluation Harness. 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https://github.com/EleutherAI/lm-evaluation-harness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Allen Instituteの公開ページから配布先へ進める。現在、このURLはHugging Faceの配布ページへ転送される。公式GitHubはApache 2.0を掲げている。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main版は質問・選択肢・正解、additional版はfact1や人手評価も持つ。掲載例にはadditional版を使った。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OpenBookQA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https://allenai.org/data/open-book-qa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OpenBookQAの要点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科学の事実を、常識を介して具体例に適用する5,957問の四択課題である。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正解の事実を与えるか、モデル自身に知識の利用を任せるかで、評価する能力が変わる。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追加例1：電気伝導体（1/2）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An electric car runs on electricity via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gasoline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a power station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electrical conductors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fuel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質問：電気自動車では、何を通じて電気が流れるか。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A：選択肢：ガソリン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B：選択肢：発電所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C：選択肢：電気伝導体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D：選択肢：燃料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8-464。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追加例1：電気伝導体（2/2）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関連する科学の事実／原文と日本語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 electrical conductor is a vehicle for the flow of electricity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電気伝導体は、電気の流れを伝える媒体である。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8-464。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追加例2：夏至と月（1/2）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 summer solstice in the northern hemisphere is four months before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May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July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April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October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質問：北半球の夏至から4か月後は何月か。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A：選択肢：5月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B：選択肢：7月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C：選択肢：4月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D：選択肢：10月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7-1140。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追加例2：夏至と月（2/2）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関連する科学の事実／原文と日本語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summer solstice is on June 21st in the northern hemisphere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北半球の夏至は6月21日である。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7-1140。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追加例3：土壌の形成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 main component in dirt is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microorganisms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broken stones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pollution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bacteria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soil is formed by rocks eroding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質問：土の主な成分は何か。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A：選択肢：微生物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B：選択肢：砕けた石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C：選択肢：汚染物質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D：選択肢：細菌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関連する科学の事実：土壌は岩石の浸食によって形成される。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7-903。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追加例4：サボテンの貯水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 cactus stem is used to store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fruit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liquid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food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spines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a cactus stem is used for storing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質問：サボテンの茎は、何を蓄えるために使われるか。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A：選択肢：果実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B：選択肢：液体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C：選択肢：食物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D：選択肢：とげ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関連する科学の事実：サボテンの茎は、水を蓄えるために使われる。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9-937。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追加例5：タカの獲物（1/2）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 red-tailed hawk is searching for prey. It is most likely to swoop down on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an eagle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a cow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a gecko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a deer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質問：アカオノスリが獲物を探している。最も襲いかかりそうなのはどれか。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A：選択肢：ワシ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B：選択肢：ウシ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C：選択肢：ヤモリ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D：選択肢：シカ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8-201。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追加例5：タカの獲物（2/2）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関連する科学の事実／左：原文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hawks eat lizards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タカはトカゲを食べる。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8-201。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追加例6：干ばつと山火事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 chance of wildfires is increased by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parched foliage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torrential rain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lush foliage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careful fire maintenance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drought may cause wildfires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質問：何によって山火事の可能性が高まるか。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A：選択肢：乾ききった草木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B：選択肢：激しい雨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C：選択肢：青々と茂った草木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D：選択肢：慎重な火の管理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関連する科学の事実：干ばつは山火事を引き起こすことがある。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1618。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追加例7：バイオ燃料（1/2）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 positive effect of burning biofuel is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shortage of crops for the food supply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an increase in air pollution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powering the lights in a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質問：バイオ燃料を燃やすことの好ましい効果は何か。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A：選択肢：食料用作物の不足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B：選択肢：大気汚染の増加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C：選択肢：家の照明に電力を供給すること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758。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追加例7：バイオ燃料（2/2）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deforestation in the amazon to make room for crops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biofuel is used to produce electricity by burning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D：選択肢：作物を育てる場所を作るためのアマゾンの森林伐採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関連する科学の事実：バイオ燃料は、燃やして電気を生み出すために使われる。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758。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追加例8：代替燃料（1/2）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As gasoline costs rise, alternative fuels are being used, which means that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wind power will be expensive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gas costs will rise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oil costs will be maintained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gasoline will be needed 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質問：ガソリン価格の上昇に伴って代替燃料が使われるようになると、どうなるか。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A：選択肢：風力発電が高くなる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B：選択肢：ガソリン価格が上がる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C：選択肢：石油のコストが維持される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D：選択肢：必要なガソリンが減る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7-414。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追加例8：代替燃料（2/2）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関連する科学の事実／原文と日本語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as the use of alternative fuels increases , the use of gasoline will decrease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代替燃料の使用が増えると、ガソリンの使用は減る。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7-414。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追加例9：太陽光発電（1/2）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 person wants to be able to have more natural power in their home. They choose to cease using a traditional electric company to source this electricity, and so decide to install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sun grafts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82290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質問：自宅で自然エネルギーによる電力をもっと使いたい人がいる。従来の電力会社から電気を得るのをやめ、何を設置することにしたか。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A：選択肢：太陽の接ぎ木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9-675。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追加例9：太陽光発電（2/2）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sunlight shields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panels collecting sunlight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solar bees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a solar panel converts sunlight into electricity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B：選択肢：日光を遮るもの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C：選択肢：太陽光を集めるパネル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D：選択肢：太陽のミツバチ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関連する科学の事実：ソーラーパネルは、太陽光を電気に変える。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9-675。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追加例10：ペンギンの羽毛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can feathers on Spheniscidae be used for?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keeping warm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flying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sleeping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eating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Science fact: thick feathers can be used for keeping 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質問：ペンギン科の鳥の羽毛は、何に使えるか。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A：選択肢：体を暖かく保つこと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B：選択肢：飛ぶこと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C：選択肢：眠ること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D：選択肢：食べること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関連する科学の事実：厚い羽毛は、体を暖かく保つために使える。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allenai/openbookqa、改訂388097ea。2026-10-18参照。 1189。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人手の回答一致度の分布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humanScore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test全500問。5人中の正解者の割合で、1.0は5人、0.8は4人。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OpenBookQA、additional/test全500件を集計。2026-10-18取得。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Todor Mihaylovを第一著者、Ashish Sabharwalを最終著者とする、Heidelberg UniversityとAllen Institute for AIの研究。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Peter Clark、Tushar Khotとともに、科学の知識を使う質問応答を扱った。EMNLP 2018で発表。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Todor Mihaylov et al. (2018). Can a Suit of Armor Conduct Electricity? A New Dataset for Open Book Question Answering. EMNLP 2018.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Can a Suit of Armor Conduct Electricity? A New Dataset for Open Book Question Answering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Can a Suit of Armor Conduct Electricity? A New Dataset for Open Book Question Answering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Todor Mihaylov, Peter Clark, Tushar Khot, Ashish Sabharwal / EMNLP 2018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OpenBookQAの目的、作成方法、評価をまとめた研究。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https://aclanthology.org/D18-1260/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OpenBookQA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OpenBookQA：公開データ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allenai/openbookqa / 改訂388097ea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原文・正解の13例と、対象集合の全件集計に用いた公開資源。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https://huggingface.co/datasets/allenai/openbookqa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2026-10-18T00:19:43Z</dcterms:modified>
  <dc:title>openbookqa</dc:title>
  <dc:creator>sasakiy84</dc:creator>
  <dcterms:created xsi:type="dcterms:W3CDTF">2026-10-18T00:19:43Z</dcterms:created>
  <dc:language>ja-JP</dc:language>
</cp:coreProperties>
</file>