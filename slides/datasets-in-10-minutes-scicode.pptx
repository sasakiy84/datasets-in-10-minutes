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材料科学</c:v>
                </c:pt>
                <c:pt idx="1">
                  <c:v>生物</c:v>
                </c:pt>
                <c:pt idx="2">
                  <c:v>化学</c:v>
                </c:pt>
                <c:pt idx="3">
                  <c:v>物理</c:v>
                </c:pt>
                <c:pt idx="4">
                  <c:v>数学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8</c:v>
                </c:pt>
                <c:pt idx="3">
                  <c:v>37</c:v>
                </c:pt>
                <c:pt idx="4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1段階</c:v>
                </c:pt>
                <c:pt idx="1">
                  <c:v>2〜3段階</c:v>
                </c:pt>
                <c:pt idx="2">
                  <c:v>4〜5段階</c:v>
                </c:pt>
                <c:pt idx="3">
                  <c:v>6〜9段階</c:v>
                </c:pt>
                <c:pt idx="4">
                  <c:v>10段階以上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34</c:v>
                </c:pt>
                <c:pt idx="2">
                  <c:v>19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SciCode1/SciCod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ciCode1/SciCod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gemini/pro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arxiv.org/abs/2407.13168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tree/4510f6a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huggingface.co/datasets/SciCode1/SciCode/tree/4510f6a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/blob/e3158ea/eval/inspect_ai/README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/blob/e3158ea/eval/inspect_ai/scicode.py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tree/4510f6a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ciCode1/SciCode/blob/4510f6a/problems_dev.jsonl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/blob/e3158ea/eval/inspect_ai/scicode.py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cicode-bench/SciCode/blob/e3158ea/eval/inspect_ai/README.md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7.13168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7.13168" TargetMode="External"/><Relationship Id="rId3" Type="http://schemas.openxmlformats.org/officeDocument/2006/relationships/hyperlink" Target="https://huggingface.co/datasets/SciCode1/SciCode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" TargetMode="External"/><Relationship Id="rId3" Type="http://schemas.openxmlformats.org/officeDocument/2006/relationships/hyperlink" Target="https://scicode-bench.github.io/faq/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cicode-bench/SciCode/blob/e3158ea/eval/inspect_ai/README.md" TargetMode="External"/><Relationship Id="rId3" Type="http://schemas.openxmlformats.org/officeDocument/2006/relationships/hyperlink" Target="https://deepmind.google/models/gemini/pr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66543"/>
            <a:ext cx="8046720" cy="6858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2944368"/>
            <a:ext cx="7863840" cy="82296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科学研究の計算手順をPythonコードにする
科学者が作成した段階的なコード生成の評価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SciCode: 公開データ</a:t>
            </a:r>
          </a:p>
        </p:txBody>
      </p:sp>
      <p:pic>
        <p:nvPicPr>
          <p:cNvPr id="4" name="Picture 3" descr="datase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SciCode. Hugging Face公式配布ページ。2026-10-16参照。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https://huggingface.co/datasets/SciCode1/SciCode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科学の計算手順とコードの実例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数値テストの採点とモデル評価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科学者による作成とデータの構成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公開後の拡張と評価の利用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科学の知識を、実行できる計算手順へ変える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SciCodeは、科学者が研究で使う計算やシミュレーションをPythonで実装する能力を評価する。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数学・物理・化学・生物・材料科学の5分野にわたる80の主課題を、338の生成対象の部分問題へ分けている。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各段階で関数を生成し、前の段階のコードを利用して、最後に主課題全体の解を作る。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一つの研究課題を、複数の関数へ分ける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主課題29の段階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実装する内容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29.1：正規化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ベクトルを長さ1にそろえる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29.2：内積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2つのベクトルの内積を求める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29.3：直交化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前の関数を使い、直交する基底を作る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主課題29はGram–Schmidt直交化。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部分問題の関数を組み合わせて主課題を解く。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SciCode. Hugging Face公式配布データ、改訂4510f6a。2026-10-16参照。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実例は開発用15主課題から13件を選ぶ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本資料は、参照解が公開されている開発用集合（Hugging Faceのvalidation）の15主課題から、13主課題の部分問題を1件ずつ紹介する。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本編では正規化、原子間のポテンシャル、振り子の運動の3件を扱い、Appendixに他の10件を置く。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テスト集合は別の65主課題。公開されている問題文とテストの形式も、開発用集合と合わせて説明する。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SciCode. Hugging Face公式配布データ、改訂4510f6a。2026-10-16参照。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実例1：ベクトルを長さ1にそろえる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公開された部分問題（原文の抜粋）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Provide a fucntion that normalizes the input vector. The input should be a numpy array and the output should be a numpy array with the same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主課題29の最初の段階。入力と同じ形の配列を返し、次の内積・直交化の計算で使えるようにする。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主課題29、部分問題29.1。改訂4510f6a。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正規化：入力[3, 4]を[0.6, 0.8]へ変える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02202"/>
            <a:ext cx="8046720" cy="1333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normalize(v):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norm = np.linalg.norm(v)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n = v / norm if norm else v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return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3687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配布テストの入力はv = [3, 4]。参照解を実行すると[0.6, 0.8]となる。参照解はノルムで割り、ゼロベクトルは変更しない。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主課題29、部分問題29.1。改訂4510f6a。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01034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公開参照解（関数本体）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実例2：原子間のポテンシャルを計算する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公開された部分問題（原文の抜粋）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Write a function to get lennard jones potential with potential well depth epislon that reaches zero at distance sigma between pair of atoms with distance 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Lennard–Jonesポテンシャルは、2原子の距離から相互作用のエネルギーを求める。σは値が0となる距離、εは井戸の深さを表す。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主課題47、部分問題47.1。改訂4510f6a。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ポテンシャル：距離の6乗と12乗を使う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98005"/>
            <a:ext cx="8046720" cy="16033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U_ij(r, sigma, epsilon):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q6 = (sigma / r) ** 6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q12 = q6 ** 2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U = 4 * epsilon * (q12 - q6)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return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0254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配布テストはr = 0.5、σ = 1、ε = 3。参照解の出力は48,384。主課題47では、原子対のポテンシャルを集計して内部エネルギーを求める。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主課題47、部分問題47.1。改訂4510f6a。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6837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公開参照解（関数本体）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実例3：振り子の角度と角速度の変化を返す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公開された部分問題（原文の抜粋）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motion of a forced, damped single pendulum can be described by the second-order differential equation.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重力による復元力、速度に比例する減衰、周期的な外力を持つ振り子。角度θと角速度ωから、それぞれの時間変化を返す。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主課題78、部分問題78.1。改訂4510f6a。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振り子：復元力・減衰・外力を組み合わせる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科学の計算手順とコードの実例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5913"/>
            <a:ext cx="8046720" cy="2222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pendulum_derivs(state, t, g, L, beta, A, alpha):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theta, omega = state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dtheta_dt = omega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domega_dt = (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-(g / L) * np.sin(theta) - beta * omega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+ A * np.cos(alpha * t))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state_matrix = np.array([dtheta_dt, domega_dt])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return state_matrix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12581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βが減衰係数、Aが外力の振幅、αがその角振動数。主課題78では、この関数を数値積分し、振り子の動きを調べる。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主課題78、部分問題78.1。改訂4510f6a。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14745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公開参照解（関数本体）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計算値と科学的な性質をテストする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426464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確かめる内容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数値テスト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入力に対する出力を参照値と比較する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分野固有の検証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既知の理論や論文の結果を再現する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27248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例：2次元Isingモデルの相転移温度や、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分子系のエネルギー・運動量の性質を確かめる。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正規化のテストは配列を参照値と比較する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86622"/>
            <a:ext cx="8046720" cy="825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v = np.array([3,4])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assert np.allclose(normalize(v),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1329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部分問題29.1の配布テストをそのまま掲載。targetには、別ファイルのtest_data.h5に保存された期待値を読み込む。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主課題29、部分問題29.1。改訂4510f6a。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全段階と統合した計算を採点する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部分問題では、生成した関数をテストして正誤を判定する。前の部分問題の関数も、後のコードと一緒に読み込む。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主課題では、部分問題の解に加えて、組み合わせた主課題全体の解が正しいことを求める。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標準設定は、科学的な背景説明を与えず、前段階にはモデル自身が生成したコードを使う。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主課題と部分問題をそれぞれ集計する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426464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4023360"/>
                <a:gridCol w="27432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部分問題の正解数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主課題の正解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3問中3問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2問中1問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27248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この例の主課題正解率は1/2 = 50%。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部分問題正解率は4/5 = 80%。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現行モデルの公式比較にも使われている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6126480"/>
                <a:gridCol w="19202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モデル／推論設定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SciCode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 /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 / 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 / xhigh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 DeepMindの公式Performance表。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High・Max・xhighは各モデルの推論設定。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Pro. Performance: SciCode.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登場時は主課題を解くことが難しかった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2024年のモデル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3.5 Sonnet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1.5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Tianら（2024）の標準設定、pass@1。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背景説明なし・前段階にはモデルの生成コードを使う。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背景説明と、前段階のコードを切り替えられる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背景説明ありでは、科学者が書いた科学的な知識や計算手順をプロンプトへ加える。なしでは、モデル自身が必要な知識を補う。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前段階に参照解を使う設定では、対象の部分問題の実装能力に焦点を当てる。生成コードを使う設定では、前の段階からの誤りも引き継ぐ。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背景説明の有無と、前段階のコードの出所という2つの軸で、科学知識とコード生成を調べる。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数値テストの採点とモデル評価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000" b="0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研究で使うスクリプトから課題を選ぶ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00"/>
              </a:lnSpc>
              <a:spcAft>
                <a:spcPts val="8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SciCodeは、科学者が日々の研究で使う計算や、既存の理論・論文の結果を再現する手順をもとに作られた。</a:t>
            </a:r>
          </a:p>
          <a:p>
            <a:pPr marL="457200" indent="-355600">
              <a:lnSpc>
                <a:spcPts val="2700"/>
              </a:lnSpc>
              <a:spcAft>
                <a:spcPts val="8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複雑な系を計算する数値手法、系の動きを追うシミュレーション、観測量を求める科学計算を主な対象とする。</a:t>
            </a:r>
          </a:p>
          <a:p>
            <a:pPr marL="457200" indent="-355600">
              <a:lnSpc>
                <a:spcPts val="2700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科学の知識と推論が必要な課題を選び、入力・出力を持つPython関数に分解する。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問題文・背景説明・参照解・テストを作る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主課題を部分問題へ分け、各段階の入力、出力、関数の形式と、それまでの関数との関係を記述する。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科学者が参照解とテストを書き、NumPy・SciPy・SymPyなどの科学計算ライブラリを用いて実装する。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科学的な背景説明も用意し、必要な知識を与える設定と、モデルが自力で補う設定の両方を評価できるようにする。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3段階の検証で問題とテストを修正する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51176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検証する人・方法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確認・修正する内容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同じ分野の科学者2人以上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科学的な正確さ、参照解、分野固有テスト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別分野の科学者1人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問題文と背景説明の明確さ・必要な情報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GPT-4で生成し、科学者が分析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生成の誤りを調べ、設問・数値テストを改善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80主課題は5分野にまたがる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Tianら（2024）の16小分野の分類を、5分野へまとめた。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開発15主課題、テスト65主課題に分ける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188720"/>
                <a:gridCol w="2606040"/>
                <a:gridCol w="15087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生成対象の部分問題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 / 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 / 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配布レコードは合計341段階。うち3段階は固定コードを渡す。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SciCode: validation 15主課題・test 65主課題を全件集計。改訂4510f6a。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https://huggingface.co/datasets/SciCode1/SciCode/tree/4510f6a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1主課題あたりの生成対象は中央値3段階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科学者による作成とデータの構成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80主課題を集計。固定コード3件を除き、生成する段階数で分類。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SciCode: validation 15主課題・test 65主課題を全件集計。改訂4510f6a。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https://huggingface.co/datasets/SciCode1/SciCode/tree/4510f6a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背景説明と評価ツールの整備が進んだ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5176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公開・追加されたもの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2024年7月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論文・データ、科学者が書いた背景説明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2024年11月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公式リーダーボード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2025年1月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Inspect AIによる評価の連携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2025年2月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Hugging Face Datasetsでの配布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SciCode: evaluation code and instructions. 改訂e3158ea。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Inspect AIで生成とテストを実行する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65641"/>
            <a:ext cx="8046720" cy="1333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inspect eval scicode.py \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--model openai/gpt-4o \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-T split=test \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-T with_background=False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00309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公式のInspect AI連携例。モデル、分割、背景説明の有無を指定し、生成コードとテスト結果を保存する。数値参照値のtest_data.h5を別途用意する。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 Evaluation using inspect_ai: README. 改訂e3158ea。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https://github.com/scicode-bench/SciCode/blob/e3158ea/eval/inspect_ai/README.md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3段階は固定コードを後続の計算へ渡す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41148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渡される内容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13.6 / Maxwell方程式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場をまとめるオブジェクト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62.1 / DMRG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量子系のブロックを表すクラス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76.3 / タンパク質とDNA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DNA配列の生成器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公式実装はこの3段階の生成を省き、配布コードを読み込む。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DMRGは、量子系の状態を段階的に近似する計算法。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 Evaluation using inspect_ai. 改訂e3158ea。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https://github.com/scicode-bench/SciCode/blob/e3158ea/eval/inspect_ai/scicode.py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科学の計算を段階的な実装と統合で評価する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SciCodeは、科学者が作成した80主課題から、338の生成対象の部分問題を構成する。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モデルは関数を順に生成し、それまでのコードを使って研究課題全体の計算を完成させる。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数値テストと科学的な検証を使い、背景知識の有無や前段階のコードの出所も切り替えて評価できる。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公開後の拡張と評価の利用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分布・形式と実装の詳細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分野の異なる追加例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追加例1：Ewald和の分割パラメータを決める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11199"/>
            <a:ext cx="8046720" cy="7143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alpha = alpha_scaling * np.max(np.linalg.norm(recvec, axis=1))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return 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26742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化学：周期系の電荷の相互作用を求める主課題10の最初の段階。逆格子ベクトルの最大の長さを5倍し、実空間と逆空間の分割を決める。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主課題10、部分問題10.1。改訂4510f6a。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0031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追加例2：共役勾配法で連立方程式を解く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37203"/>
            <a:ext cx="8046720" cy="10636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res = b - np.dot(A, x)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search_direction = res.copy()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old_res_norm = np.linalg.norm(res)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01996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数学：Ax = bを反復計算で解く主課題1。参照解は、初期の残差と探索方向を作り、解と残差を更新しながら収束させる。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主課題1、部分問題1.1。改訂4510f6a。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36035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追加例3：下三角行列を使って解を更新する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7405"/>
            <a:ext cx="8046720" cy="9445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M = D+L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 = U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xi1 = np.linalg.solve(M, b) - np.linalg.solve(M, np.matmul(N,xi))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73135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数学：主課題3のGauss–Seidel法。Dは対角成分、L・Uは下・上三角成分。Mを使って解を順に更新し、収束するまで反復する。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主課題3、部分問題3.1。改訂4510f6a。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26237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追加例4：不完全Cholesky分解を計算する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7184"/>
            <a:ext cx="8046720" cy="15636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k in range(nrow):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A[k, k] = np.sqrt(A[k, k])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for i in range(k+1, nrow):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if A[i, k] != 0: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A[i, k] = A[i, k] / A[k, 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52039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数学：主課題4では、行列のゼロ成分を保ちながら三角因子を作る。この抜粋は、対角成分と同じ列の非ゼロ成分を更新する部分。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主課題4、部分問題4.1。改訂4510f6a。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6016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追加例5：レーザー像の高い空間周波数を除く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72242"/>
            <a:ext cx="8046720" cy="9921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input_f_image = fftshift(fft2(image_array))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filtered_f_image[i, j] = T[i, j] * input_f_image[i, j]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filtered_image = np.real(ifft2(ifftshift(filtered_f_image)))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65597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物理：主課題6の空間フィルター。像をフーリエ変換し、円形の低周波領域だけを通すマスクTを掛け、逆変換する計算部分を抜粋。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主課題6、部分問題6.1。改訂4510f6a。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1074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追加例6：量子状態のもつれを数値化する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5913"/>
            <a:ext cx="8046720" cy="19764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 = int(np.log2(len(psi)))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sigma_y = np.array([[0,-1j],[1j,0]])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product = sigma_y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i in range(n-1):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product = tensor(product,sigma_y)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psi_star = product @ np.conj(psi)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tangle = (abs(np.inner(psi,psi_star)))**2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9351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物理：主課題19のn-tangleは、偶数個の量子ビットのもつれを表す。19.1のtensor関数で、行列のテンソル積を組み立てる。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主課題19、部分問題19.2。改訂4510f6a。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14745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追加例7：結晶の逆格子ベクトルを作る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37782"/>
            <a:ext cx="8046720" cy="1524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deno = np.dot(a1,cross(a2,a3))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b_i = []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b_i.append(2*np.pi*cross(a2,a3)/deno)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b_i.append(2*np.pi*cross(a3,a1)/deno)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b_i.append(2*np.pi*cross(a1,a2)/deno)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6295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物理：主課題38の3次元逆格子。格子の3ベクトルから、結晶の周期を波数空間で表すベクトルを作る。crossは38.1で実装する外積。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主課題38、部分問題38.2。改訂4510f6a。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36614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追加例8：分子鎖の結合と分解の変化率を返す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5913"/>
            <a:ext cx="8046720" cy="1778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li = c - np.sum(d, axis=0)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ri = c - np.sum(d, axis=1)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dcomp = GetComp(d)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ystep_2d = (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lig * np.tile(ri, (Z, 1)).T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* np.tile(li, (Z, 1)) * dcomp -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95081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生物：主課題44は、2単位の分子鎖である2-merの濃度とエントロピーを追う。鎖の両端と相補鎖の濃度から、結合で増える量と分解で減る量を計算する。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主課題44、部分問題44.2。改訂4510f6a。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14745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追加例9：天体間の重力を成分ごとに集計する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06381"/>
            <a:ext cx="8046720" cy="1524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deltaxyz = xin[i,0:3] - xin[:,0:3]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 = np.sqrt(np.sum(deltaxyz*deltaxyz,axis=1))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r[i] = -1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f[i,0] = -ggrav * np.sum(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deltaxyz[:,0] * mass*mass[i]/(r**3))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31549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物理：主課題49は、多天体系の位置と速度を時間発展させる。これは、各天体に働く重力のx成分を他の天体について足し合わせる部分。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主課題49、部分問題49.1。改訂4510f6a。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5213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追加例10：原子間の力を計算する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98005"/>
            <a:ext cx="8046720" cy="16033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 = np.linalg.norm(r)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q6 = (sigma/s)**6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q12 = q6**2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 = (48*epsilon/s**2)*(q12 - 0.5*q6)*r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return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0254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材料科学：主課題51の最初の段階。3次元の変位rからLennard–Jonesポテンシャルによる力を返す。後の段階では原子ごとの合力を求め、位置と速度を更新する。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主課題51、部分問題51.1。改訂4510f6a。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6837"/>
            <a:ext cx="79552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公開参照解（計算部分の抜粋）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分布・形式と実装の詳細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論文で示された16小分野（前半）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291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数値線形代数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計算力学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計算ファイナンス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物性物理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光学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量子情報・量子計算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計算物理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天体物理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論文で示された16小分野（後半）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291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素粒子物理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量子化学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計算化学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生態学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生化学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遺伝学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半導体材料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24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分子モデリング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39"/>
                        </a:lnSpc>
                        <a:buNone/>
                        <a:defRPr sz="16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部分問題1件あたりのテストは中央値3件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2194560"/>
                <a:gridCol w="29260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 / 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 / 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各部分問題のtest_cases配列の長さを集計。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部分問題あたりの中央値は、両集合とも3件。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SciCode: validation 15主課題・test 65主課題を全件集計。改訂4510f6a。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https://huggingface.co/datasets/SciCode1/SciCode/tree/4510f6a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各段階は問題文・関数形式・テストを持つ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1459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42062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保存される内容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step_description_prompt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その段階で計算する内容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function_header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引数・戻り値と関数の形式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step_background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科学者が書いた背景説明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test_cases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関数を呼ぶ入力とassert文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SciCode. Hugging Face公式配布データ、改訂4510f6a。2026-10-16参照。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数値の比較には許容誤差を使う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20203"/>
            <a:ext cx="8046720" cy="5556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assert np.allclose(normalize(v),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6996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29.1のテストはNumPyのallcloseを使う。既定ではrtol = 10⁻⁵、atol = 10⁻⁸で、差の絶対値をatol + rtol × |target|と比較する。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 et al. SciCode / validation. 主課題29、部分問題29.1。改訂4510f6a。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https://huggingface.co/datasets/SciCode1/SciCode/blob/4510f6a/problems_dev.jsonl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参照したInspect連携では分母に固定段階が残る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011680"/>
                <a:gridCol w="27432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配布の段階数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生成・採点する段階数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13：Maxwell方程式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62：DMRG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76：タンパク質とDNA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改訂e3158eaは固定段階を採点から省く一方、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主課題の完全正解判定には配布の段階数を使っている。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 Evaluation using inspect_ai. 改訂e3158ea。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https://github.com/scicode-bench/SciCode/blob/e3158ea/eval/inspect_ai/scicode.py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参照値・生成コード・テスト結果を保存する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JSONLには問題文、関数の形式、テストの入力とassert文を置く。数値の参照値はtest_data.h5から読み込む。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公式の評価コードは、生成した関数と前段階のコードを保存し、テストコードを付けたPythonスクリプトを実行する。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Inspect AI連携ではモデル、split、背景説明、コードとログの保存先を指定できる。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分布・形式と実装の詳細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team. SciCode Evaluation using inspect_ai: README. 改訂e3158ea。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https://github.com/scicode-bench/SciCode/blob/e3158ea/eval/inspect_ai/README.md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400" b="0">
                <a:solidFill>
                  <a:srgbClr val="303437"/>
                </a:solidFill>
                <a:latin typeface="Noto Sans"/>
              </a:defRPr>
            </a:pPr>
            <a:r>
              <a:rPr sz="3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著者と参考文献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科学者とAI研究者が共同で課題を設計した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共同第一著者はMinyang TianとLuyu Gao。論文の責任著者はMinyang Tian、Eliu Huerta、Hao Peng。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著者には自然科学の各分野で課題を作成した研究者と、言語モデル・評価を研究する研究者が含まれる。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2024年7月に公開し、NeurIPS 2024 Datasets and Benchmarks Trackで発表した。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Tian, Gao et al. (2024). SciCode: A Research Coding Benchmark Curated by Scientists. NeurIPS 2024 Datasets and Benchmarks.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SciCode: A Research Coding Benchmark Curated by Scientists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SciCode: A Research Coding Benchmark Curated by Scientists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Minyang Tian, Luyu Gao et al. / NeurIPS 2024 Datasets and Benchmarks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研究の計算手順を部分問題へ分解し、科学知識とコード生成の評価を提案した。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https://arxiv.org/abs/2407.13168</a:t>
            </a:r>
          </a:p>
        </p:txBody>
      </p:sp>
      <p:sp>
        <p:nvSpPr>
          <p:cNvPr id="5" name="文献 2: SciCode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 / Hugging Face Datasets / 改訂4510f6a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問題文・関数形式・背景説明・テストと、開発用の参照解を配布する。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https://huggingface.co/datasets/SciCode1/SciCode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SciCode: evaluation code and instructions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SciCode: evaluation code and instructions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 / GitHub / 改訂e3158ea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生成コードの組み立てと、数値テスト・参照値による採点の公式実装。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</a:t>
            </a:r>
          </a:p>
        </p:txBody>
      </p:sp>
      <p:sp>
        <p:nvSpPr>
          <p:cNvPr id="5" name="文献 2: FAQ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FAQ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 / 2026-10-16参照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科学者による検証、背景説明、固定コードの役割を補足する。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https://scicode-bench.github.io/faq/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SciCode Evaluation using inspect_ai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 Evaluation using inspect_ai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SciCode team / GitHub README / 改訂e3158ea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分割・背景説明・参照解の指定方法と、Inspect AIによる評価手順を説明する。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https://github.com/scicode-bench/SciCode/blob/e3158ea/eval/inspect_ai/README.md</a:t>
            </a:r>
          </a:p>
        </p:txBody>
      </p:sp>
      <p:sp>
        <p:nvSpPr>
          <p:cNvPr id="5" name="文献 2: Gemini 3.1 Pro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 / Model performance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SciCodeを含む現行モデルの公式比較と、各モデルの推論設定を掲載する。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SciCode — datasets in 10 minutes</dc:title>
  <dc:creator>sasakiy84</dc:creator>
  <dc:subject>科学研究のコード生成、問題作成、数値テスト、背景説明と段階的評価</dc:subject>
  <cp:keywords>SciCode,scientific coding,dataset</cp:keywords>
</cp:coreProperties>
</file>