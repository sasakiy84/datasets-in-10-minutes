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注釈の誤り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mmmu-benchmark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777594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38882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MMMUシリーズの公式サイト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MMMUシリーズ: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https://mmmu-benchmark.github.io/</a:t>
            </a:r>
          </a:p>
        </p:txBody>
      </p:sp>
      <p:pic>
        <p:nvPicPr>
          <p:cNvPr id="6" name="公式サイトの画面" descr="mmmu-p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総合スコアは、Standardの拡張選択肢版とVisionの正解率の平均とする。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Yueらによる同一の1,730問題に対する比較。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DirectまたはCoTのうち、報告された高い方の正解率。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YueらによるVision形式の誤答60件の分類。横軸は割合（%）。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残った問題から30科目各60問、計1,800問を抽出し、選択肢の拡張と人手確認へ進む。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同じ1,730問に対応する3構成が、test splitで配布されている。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問題IDにはtest_やvalidation_で始まるものがある。これは元のMMMUにおける問題IDを引き継いだものである。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画像内ラベルとシャッフル後の選択肢を対応付け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図の構造や表の数値を読み、知識・計算と結び付けて、正しい選択肢を選ぶ。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解説：被写体が比較的はっきりし、背景が横方向に流れている写真を選ぶ。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68275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C：体節・対称性・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B：レアの写真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86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95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2025で発表された。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画像なしで解ける問題の除外、選択肢拡張、Vision形式、およびそれぞれの評価を報告する。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