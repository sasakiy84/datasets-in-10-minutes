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00931"/>
            <a:ext cx="8229600" cy="86868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203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MMMU-Pro: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30科目の1,730問題を、文章と画像を分けた形式と、問題文も画像に収めた形式で評価する。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Yueらの同じ1,730問題に対する比較。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DirectまたはCoTで、報告された高い方の正解率。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YueらがVision形式の誤答60件に付けた分類。横軸は割合（%）。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残った問題から30科目を各60問、計1,800問抽出し、選択肢の拡張と人手確認へ進む。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同じ1,730問題に対応する3構成を、test splitで配布する。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04927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5919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B：ダチョウの写真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388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27000" bIns="127000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4876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画像なしで解ける問題の除外、選択肢拡張、Vision形式と、それぞれの評価を報告する。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