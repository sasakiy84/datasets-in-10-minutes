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275" r:id="rId25"/>
    <p:sldId id="276" r:id="rId26"/>
    <p:sldId id="277" r:id="rId27"/>
    <p:sldId id="327" r:id="rId74"/>
    <p:sldId id="328" r:id="rId75"/>
    <p:sldId id="329" r:id="rId76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9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27.xml"/><Relationship Id="rId75" Type="http://schemas.openxmlformats.org/officeDocument/2006/relationships/slide" Target="slides/slide28.xml"/><Relationship Id="rId76" Type="http://schemas.openxmlformats.org/officeDocument/2006/relationships/slide" Target="slides/slide30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YouTubeから動画をダウンロードし、収集する行動カテゴリに該当しない動画を人手で除去した。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fps）へ統一し、動画ファイル形式AVIでカテゴリ別に配布した。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それ以外の18グループを学習用に使う。各分割で学習とテストのグループは重ならない。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各分割の合計は13,320。各カテゴリで同じグループが学習とテストへまたがらない。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公式の3分割では、それぞれ別の学習用で学習し、対応するテスト用で評価する。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3分割の平均は、分割ごとの正解率を平均した値である。1分割の結果や、別の交差検証による結果と区別する。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平均正解率は44.5%。後の3分割評価とは評価条件が異なる。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ゼロショットではUCF101による学習を行わず、映像と行動名の対応などから予測する。これらは学習に使う情報が異なる評価方式である。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361713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7531" y="4717326"/>
            <a:ext cx="24292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I3D（2017）の入力別の正解率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400行動の動画を扱うKinetics-400とImageNetで事前学習し、UCF101で微調整。公式3分割の平均。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9659" y="4717326"/>
            <a:ext cx="294714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ViTは、画像や映像を小さな領域に分け、その間の関係をTransformerで扱うモデルである。表のViT-Bは基本サイズを表す。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0780" y="4717326"/>
            <a:ext cx="771601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基本サイズの動画Transformer（ViT-B）をUCF101で微調整。隠した映像を復元して学ぶVideoMAEの報告値。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1799" y="4717326"/>
            <a:ext cx="7295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2024年の固定特徴による行動分類の正解率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特徴を固定し、UCF101の学習用で線形分類器を学習する。特徴モデルの事前学習条件は異なる。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高い正解率だけで時間順序の理解は示せない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映像には、行動の動きだけでなく物体や背景も写る。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行動分類の正解率と、動作の順序や細かな変化を理解できるかを分けて評価する。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78530" y="4717326"/>
            <a:ext cx="43082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4334" y="4717326"/>
            <a:ext cx="232246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InternVideo2（2024）は、固定特徴の線形分類とゼロショットの評価に用いた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[2]。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006114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6261" y="4361713"/>
            <a:ext cx="258053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利用条件は公式配布元で確認する。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正解率を比較するときは、分割・事前学習・評価方式をそろえる。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073169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原著における行動の型別の正解率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UCF101で微調整せず、行動名と映像を照合する。事前学習・入力フレーム数は手法で異なる。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