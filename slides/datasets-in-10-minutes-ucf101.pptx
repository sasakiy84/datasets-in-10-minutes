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275" r:id="rId25"/>
    <p:sldId id="276" r:id="rId26"/>
    <p:sldId id="277" r:id="rId27"/>
    <p:sldId id="327" r:id="rId74"/>
    <p:sldId id="328" r:id="rId75"/>
    <p:sldId id="329" r:id="rId76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30.xml"/><Relationship Id="rId75" Type="http://schemas.openxmlformats.org/officeDocument/2006/relationships/slide" Target="slides/slide31.xml"/><Relationship Id="rId76" Type="http://schemas.openxmlformats.org/officeDocument/2006/relationships/slide" Target="slides/slide32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各分割の合計は13,320クリップ。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7844" y="4717326"/>
            <a:ext cx="172895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I3D（2017）の入力別の正解率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400行動の動画を扱うKinetics-400とImageNetで事前学習し、UCF101で微調整。公式3分割の平均。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9659" y="4717326"/>
            <a:ext cx="294714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基本サイズの動画Transformer（ViT-B）をUCF101で微調整。隠した映像を復元して学ぶVideoMAEの報告値。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1799" y="4717326"/>
            <a:ext cx="7295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2024年の固定特徴による行動分類の正解率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361713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7531" y="4717326"/>
            <a:ext cx="24292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76610" y="4717326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0780" y="4717326"/>
            <a:ext cx="771601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画像特徴のDINOv2でも91.2%に達する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78530" y="4717326"/>
            <a:ext cx="43082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4334" y="4717326"/>
            <a:ext cx="2322465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6610" y="4006114"/>
            <a:ext cx="331018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6261" y="4361713"/>
            <a:ext cx="258053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073169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1193" y="4717326"/>
            <a:ext cx="186560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560" y="4717326"/>
            <a:ext cx="170123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0377" y="4717326"/>
            <a:ext cx="2066422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