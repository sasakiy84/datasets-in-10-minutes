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6261" y="4361713"/>
            <a:ext cx="258053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