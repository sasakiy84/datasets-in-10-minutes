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 Id="rId4" Type="http://schemas.openxmlformats.org/officeDocument/2006/relationships/image" Target="../media/image2.png"/><Relationship Id="rId5" Type="http://schemas.openxmlformats.org/officeDocument/2006/relationships/hyperlink" Target="https://www.tbench.ai/?version=2.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terminal-bench-2" TargetMode="External"/><Relationship Id="rId3"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 Id="rId3" Type="http://schemas.openxmlformats.org/officeDocument/2006/relationships/hyperlink" Target="https://www.anthropic.com/news/claude-opus-5-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 2.0の公式サイト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 2.0: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https://www.tbench.ai/?version=2.0</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SIGINTで中断し、各ジョブの後始末を確認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全テストに合格すれば成功の1、条件を満たさなければ0を与える。課題には作業時間の上限も設定されている。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Merrillら（2026）による2.0の評価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各モデルとエージェントの組を5回以上評価。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Merrillら（2026）によるGemini 2.5 Proの評価。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2.0と4.0はデータセットのバージョン</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2.0は、指示文・実行環境・採点テストを公開している89課題の版。本資料の実例と分布は、この公開版に基づく。</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4.0は、2026年のGPT-6 AstraやClaude Opus 5.5の公表評価に使われる後続版である。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2はエージェントの名前。2.0の評価では、このエージェントと各モデルを組み合わせて実行する。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4.0は端末での複雑な作業を評価する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OpenAIは4.0の課題として、ソフトウェア開発、システムの設定、データ分析を挙げている。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Anthropicは、コマンドライン上で複数の手順を実行する、複雑な実務課題の評価と説明している。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Anthropicが参照する公開リーダーボードは、Claude Codeを使い、各課題を5回試行して評価する。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最新モデルの公表表には4.0も採用される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Merrillら（2026）の報告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行う確認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参照解法は合格し、何もしない場合は失敗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Merrillら（2026年1月）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HarborにOpus 5.5＋2.0の実行例</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5.5の4.0評価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Merrillら（2026）による複数エージェントの比較から、現在のモデル評価とHarborによる実行へ利用が続いている。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要旨：結び目の計算用ライブラリpyknotidを修正・ビルドする。テストはNumPy 2.3.0の保持、3拡張の読み込み、結び目の計算結果を確認する。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Dockerfileまたは指定イメージを使用</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公式README／Harbor</a:t>
                      </a:r>
                    </a:p>
                  </a:txBody>
                  <a:tcPr marL="63500" marR="63500" marT="38100" marB="38100" anchor="ctr">
                    <a:lnL w="7620">
                      <a:noFill/>
                    </a:lnL>
                    <a:lnR w="7620">
                      <a:noFill/>
                    </a:lnR>
                    <a:lnT w="7620">
                      <a:noFill/>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Shaw。論文発表時の所属は、それぞれStanford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Merrillら（2026）は2026年のICLRで発表。公開プロジェクトには多数の課題作成者・審査者が参加している。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