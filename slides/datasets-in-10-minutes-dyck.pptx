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4" r:id="rId24"/>
    <p:sldId id="275" r:id="rId25"/>
    <p:sldId id="276" r:id="rId26"/>
    <p:sldId id="277" r:id="rId27"/>
    <p:sldId id="278" r:id="rId28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302" r:id="rId52"/>
    <p:sldId id="303" r:id="rId5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2" Type="http://schemas.openxmlformats.org/officeDocument/2006/relationships/slide" Target="slides/slide47.xml"/><Relationship Id="rId53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1記号</c:v>
                </c:pt>
                <c:pt idx="1">
                  <c:v>2記号</c:v>
                </c:pt>
                <c:pt idx="2">
                  <c:v>3記号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168</c:v>
                </c:pt>
                <c:pt idx="1">
                  <c:v>151</c:v>
                </c:pt>
                <c:pt idx="2">
                  <c:v>181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suzgunmirac/marnn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dyck_language_scenario.p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1.03329" TargetMode="External"/><Relationship Id="rId3" Type="http://schemas.openxmlformats.org/officeDocument/2006/relationships/hyperlink" Target="https://crfm.stanford.edu/helm/classic/v0.4.0/#/runs/dyck_language_np=3:model=openai_text-davinci-00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dyck_language_scenario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metrics/basic_metrics.py" TargetMode="External"/><Relationship Id="rId3" Type="http://schemas.openxmlformats.org/officeDocument/2006/relationships/hyperlink" Target="https://github.com/stanford-crfm/helm/blob/v0.3.0/src/helm/benchmark/scenarios/dyck_language_scenario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Relationship Id="rId3" Type="http://schemas.openxmlformats.org/officeDocument/2006/relationships/hyperlink" Target="https://github.com/stanford-crfm/helm/blob/v0.3.0/src/helm/benchmark/metrics/basic_metrics.py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dyck_language_scenario.py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dyck_language_scenario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3.0/src/helm/benchmark/scenarios/dyck_language_scenario.py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stanford-crfm/helm/blob/v0.3.0/src/helm/benchmark/scenarios/dyck_language_scenario.py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#/groups/dyck_language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1.03329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1.03329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/BIG-bench/tree/main/bigbench/benchmark_tasks/dyck_languages" TargetMode="External"/><Relationship Id="rId3" Type="http://schemas.openxmlformats.org/officeDocument/2006/relationships/hyperlink" Target="https://github.com/stanford-crfm/helm/blob/v0.3.0/src/helm/benchmark/scenarios/dyck_language_scenario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dyck_language_scenario.py" TargetMode="External"/><Relationship Id="rId3" Type="http://schemas.openxmlformats.org/officeDocument/2006/relationships/hyperlink" Target="https://github.com/google/BIG-bench/tree/main/bigbench/benchmark_tasks/dyck_languages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3.0/src/helm/benchmark/scenarios/dyck_language_scenario.py" TargetMode="External"/><Relationship Id="rId3" Type="http://schemas.openxmlformats.org/officeDocument/2006/relationships/hyperlink" Target="https://github.com/stanford-crfm/helm/blob/v0.3.0/src/helm/benchmark/metrics/basic_metrics.p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dyck_language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1.03329" TargetMode="External"/><Relationship Id="rId3" Type="http://schemas.openxmlformats.org/officeDocument/2006/relationships/hyperlink" Target="https://github.com/google/BIG-bench/tree/main/bigbench/benchmark_tasks/dyck_languages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tanford-crfm/helm/blob/v0.3.0/src/helm/benchmark/scenarios/dyck_language_scenario.p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1004570"/>
          </a:xfrm>
        </p:spPr>
        <p:txBody>
          <a:bodyPr wrap="square" lIns="0" rIns="0" tIns="0" bIns="10160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Dyck Language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括弧の入れ子構造を補完する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2019年研究の著者実装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Memory-Augmented Recurrent Neural Networks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983" y="1481328"/>
            <a:ext cx="5804033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Suzgun et al. MARNNs Can Learn Generalized Dyck Languages. 著者の公式実装。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https://github.com/suzgunmirac/marnns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4358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括弧列の補完と実例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正解の求め方と出力例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研究での使われ方と入手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括弧列の補完と実例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括弧列の補完と実例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Dyck言語は、正しく対応する括弧の列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Dyck-nは、n種類の括弧対を使い、開く括弧と閉じる括弧が正しく入れ子になる列の集合。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ここでは丸括弧( )、角括弧[ ]、波括弧{ }の3種類を使う補完問題を紹介する。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入力は閉じ括弧が欠けた列。開いたままの括弧をすべて閉じる、最短の続きを答える。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括弧列の補完と実例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数だけでなく、開いた順序を記憶する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閉じる括弧の種類は、最後に開いたままの括弧で決まる。種類ごとの個数を数えるだけでは、閉じる順序を復元できない。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スタックは、最後に積んだ要素を最初に取り出す記憶の仕組み。開く括弧を積み、閉じるたびに対応を照合する。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実例は、公開生成器で作られた異なる13問。入力と正解を全文で示す。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括弧列の補完と実例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Suzgun et al. (2019). Memory-Augmented Recurrent Neural Networks Can Learn Generalized Dyck Languages.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https://arxiv.org/abs/1911.03329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実例1：3つの閉じ括弧で完成する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括弧列の補完と実例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入力（全文）／65記号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20611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[ ( ) ( { { ( ( { { } } ) ) } { [ ( { } (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] ) [ { } ] ) ] } } [ ( { ( ( [ [ [ [ [ ]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] ] ] ] ) ) } ) ] { [ ] } { ( ( ) ) } (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40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正解：) ]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0126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開いたままの括弧を、内側から順に閉じる。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実例2：括弧の種類と順序を保つ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括弧列の補完と実例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入力（全文）／89記号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5234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] { [ ] ( { ( [ [ { } ] ] ) } ) [ ( [ ( (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] { [ ( ) ( ) ] } ) ) ] [ { } ] ) { ( ( { [ (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 ( { } [ { [ [ [ [ ( ( ) ( ) [ [ ] ] ) ] ] ]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[ ] } ] } ] [ ( ) ] ) ] } ) [ [ ] ]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6143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正解：} ]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18636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開いたままの括弧を、内側から順に閉じる。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実例3：長い列から必要な括弧を取り出す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括弧列の補完と実例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入力（全文）／63記号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20611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[ [ { ( { } ) } ] ] } [ ( { ( ( { ( {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[ [ ( { ( ) } ) [ [ ] ] ] { ( [ ] [ ] )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 ] [ { [ [ ] ] } ] ) ] } ) } ) ( ( ) )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40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正解：} )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0126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72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開いたままの括弧を、内側から順に閉じる。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正解は、残ったスタックを逆順に閉じる列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実例1で開いたままなのは、外側から丸括弧、角括弧、丸括弧の順。内側から閉じる正解は「) ] )」。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入力を読み終えたときにスタックに残った括弧を、逆順に閉じれば最短の補完が得られる。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生成器も同じ方法で正解を計算するため、括弧の種類と順序が合う答えが一つに決まる。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括弧列の補完と実例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正解の求め方と出力例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正解の求め方と出力例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括弧を正しく閉じるよう指示する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正解の求め方と出力例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補完問題に添える英語の指示と日本語訳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737360"/>
            <a:ext cx="8046720" cy="82494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complete the rest of the following Dyck sequences, making sure that the parentheses are closed properly.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900425"/>
            <a:ext cx="7955279" cy="68961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以下のDyck列の残りを補完し、括弧が正しく閉じられるようにしてください。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必要な閉じ括弧が、順序どおりにそろうか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補完の正しさは、必要な閉じ括弧が種類・順序・個数のすべてで合うかで決まる。列全体を正解と比較すれば、余分な括弧や途中の取り違えも分かる。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短い正解でも、入力に深い入れ子や対応済みの括弧対が多く含まれるため、開いたままの括弧を最後まで保持する必要がある。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正解の求め方と出力例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余分な括弧も、補完の誤りになる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正解の求め方と出力例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44752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実例3への既存の出力例：text-davinci-003（2023年公開）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9339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303437"/>
                </a:solidFill>
                <a:latin typeface="Noto Sans"/>
              </a:defRPr>
            </a:pPr>
            <a:r>
              <a:rPr sz="24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 } )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88336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303437"/>
                </a:solidFill>
                <a:latin typeface="Noto Sans"/>
              </a:defRPr>
            </a:pPr>
            <a:r>
              <a:rPr sz="24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 ] } )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01568"/>
            <a:ext cx="7955279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予測の先頭には、正解にない「]」が一つある。必要な3記号を含んでいても、この出力では括弧列を正しく完成できない。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51713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生成方法とデータの構成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確率的な文法で括弧列を生成する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生成方法とデータの構成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生成規則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 → 開く括弧i S 閉じる括弧i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p/n（各種類）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 → S 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 → 空列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1 − p − q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Sは生成する括弧列。n=3、p=0.5、q=0.25として、入れ子と連結を繰り返す。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完成列を作り、補完すべき短い列を求める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文法から完成した括弧列を生成し、指定した長さの範囲に入る候補を採る。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完成列の後ろから切る位置を決め、入力を作る。切り落とす側には、対応済みの部分列が含まれる場合もある。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残した入力をスタックで読み直し、必要な閉じ括弧を求める。この生成例では、正解の長さを1〜3記号にする。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生成方法とデータの構成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短い列から、長い列への汎化を調べる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生成方法とデータの構成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https://github.com/stanford-crfm/helm/blob/v0.3.0/src/helm/benchmark/scenarios/dyck_language_scenario.py</a:t>
            </a:r>
          </a:p>
        </p:txBody>
      </p:sp>
      <p:sp>
        <p:nvSpPr>
          <p:cNvPr id="7" name="Length-generalization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短い完成列（4〜50記号）から作った問題を例として与え、より長い完成列（52〜100記号）から作った問題で試す。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切り出し後の入力には、既に対応の終わった括弧対と、まだ閉じていない括弧が混在する。列が長くなっても、開いた順序をたどる規則は同じである。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正解の長さは1〜3記号に分かれる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生成方法とデータの構成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生成器の一設定で作った500問。補う閉じ括弧の記号数ごとの件数。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公開された問題例から、入力と正解を読む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生成方法とデータの構成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  <p:sp>
        <p:nvSpPr>
          <p:cNvPr id="6" name="code-frame"/>
          <p:cNvSpPr/>
          <p:nvPr/>
        </p:nvSpPr>
        <p:spPr>
          <a:xfrm>
            <a:off x="548640" y="1642491"/>
            <a:ext cx="8046720" cy="187121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33909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 Mono"/>
                <a:ea typeface="Noto Sans CJK JP"/>
                <a:cs typeface="Liberation Mono"/>
              </a:rPr>
              <a:t>with open("scenario_state.json", encoding="utf-8") as f: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 Mono"/>
                <a:ea typeface="Noto Sans CJK JP"/>
                <a:cs typeface="Liberation Mono"/>
              </a:rPr>
              <a:t>    state = json.load(f)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 Mono"/>
                <a:ea typeface="Noto Sans CJK JP"/>
                <a:cs typeface="Liberation Mono"/>
              </a:rPr>
              <a:t>example = state["request_states"][0]["instance"]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 Mono"/>
                <a:ea typeface="Noto Sans CJK JP"/>
                <a:cs typeface="Liberation Mono"/>
              </a:rPr>
              <a:t>print(example["input"]["text"])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 Mono"/>
                <a:ea typeface="Noto Sans CJK JP"/>
                <a:cs typeface="Liberation Mono"/>
              </a:rPr>
              <a:t>print(example["references"][0]["output"]["text"])</a:t>
            </a:r>
          </a:p>
        </p:txBody>
      </p:sp>
      <p:sp>
        <p:nvSpPr>
          <p:cNvPr id="7" name="code-caption"/>
          <p:cNvSpPr txBox="1"/>
          <p:nvPr/>
        </p:nvSpPr>
        <p:spPr>
          <a:xfrm>
            <a:off x="594360" y="3632200"/>
            <a:ext cx="7955279" cy="82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scenario_state.jsonは、公開された問題と既存出力の記録。最初の問題の入力と、生成器が計算した正解を表示する。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研究での使われ方と入手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研究での使われ方と入手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2019年の研究は、各時点の次記号を予測する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Suzgunらは2019年、外部メモリを持つ再帰型ニューラルネットが、入れ子構造を持つDyck言語を学べるか調べた。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各時点で、それまでの列に続けられる記号の集合を予測する。全時点の予測が正しい列を成功と数えた。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次に許される記号を逐次選ぶ課題と、欠けた末尾を生成する課題では、出力と採点の単位が異なる。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研究での使われ方と入手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Suzgun et al. (2019). Memory-Augmented Recurrent Neural Networks Can Learn Generalized Dyck Languages.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https://arxiv.org/abs/1911.03329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Dyck-2の研究では、外部メモリが役立つ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研究での使われ方と入手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2019年の方式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テスト成功率の平均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Vanilla RNN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Vanilla LSTM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1.39%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Stack-RNN + Softmax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99.99%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10回の実験。学習5,000列（2〜50記号）、テスト5,000列（52〜100記号）。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Suzgun et al. (2019). Memory-Augmented Recurrent Neural Networks Can Learn Generalized Dyck Languages.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https://arxiv.org/abs/1911.03329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研究ごとに、括弧の種類と答え方が異なる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研究での使われ方と入手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54864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データと出力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BIG-bench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Dyck-4、固定1,000例、選択肢の得点で評価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Dyck-3、条件を指定して括弧列を生成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BIG-benchは1,000問の固定データを公開する。補完問題の生成器では、括弧の種類や長さ、問題数を指定できる。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51713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BIG-bench. Dyck Language — 固定の括弧補完問題。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https://github.com/google/BIG-bench/tree/main/bigbench/benchmark_tasks/dyck_languages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DyckLanguageScenario — 括弧列の生成。</a:t>
            </a:r>
          </a:p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生成器から、種類と長さを変えた問題を作る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CRFM研究チームの公開生成器は、括弧の種類数、問題数、長さ、乱数seedを指定して補完問題を作る。外部コーパスのダウンロードは不要で、コードはApache License 2.0で提供される。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2019年の著者実装は次記号の予測実験、BIG-benchは固定の補完問題を公開する。調べたい構造や答え方に応じた資源がある。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研究での使われ方と入手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入れ子の規則を、長い列にも適用できるか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Dyck補完は、開いたままの括弧を内側から順に閉じる課題。括弧の種類・順序・個数が合う最短の正解を、スタックから一意に求められる。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確率的な文法で、入れ子や連結を含む問題を作れる。短い列で覚えた構造を、長い列にも適用できるかを調べる。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次記号を予測する研究、固定の補完問題、条件を変えられる生成器など、目的に応じた使い方がある。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研究での使われ方と入手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DyckLanguageScenario — 括弧列の生成と正解計算。</a:t>
            </a:r>
          </a:p>
          <a:p>
            <a:pPr>
              <a:lnSpc>
                <a:spcPts val="1200"/>
              </a:lnSpc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26207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実例4：角括弧を一つ閉じる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入力（全文）／61記号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20611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( ( [ [ ( ( { ( ) } ) ) { } ] { } { [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) ] ] } { [ [ [ [ ] ] ] ] } [ { { { { (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[ { ( ) } ] } [ ] ) } } } } ] ] )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40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044063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0126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以降の予測はtext-davinci-003の2023年公開出力。この例では正解に一致している。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実例5：丸括弧を一つ閉じる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入力（全文）／77記号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5234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[ ] ] ( { } ) ( ( { { { { ( ( [ ( { }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 [ { } ] ] ) ) } } ( ) [ { [ [ ] ] ( {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] } ) } ] [ { [ [ ] ] } ] [ { { } } ]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{ ( [ ] { ( ) } ) } } ( ) } }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6143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361436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18636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必要な括弧が一つで、予測も正解に一致している。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実例6：波括弧を一つ閉じる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入力（全文）／67記号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20611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( ) ) { [ ] { ( ( ( { [ ( ( ) ) ] { [ { ( )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 ] } [ [ ] ] ( ) [ [ { ( ( ( ( ( ) ) ) ) ) }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] [ ] { ( ) } { { } } ] ( ( ) ) } ) ) )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40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044063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0126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必要な括弧が一つで、予測も正解に一致している。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実例7：98記号の入力を補う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入力（全文）／98記号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84086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) ( [ ] ) { } [ [ { { { ( ( ) ) } }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{ { } } ) ] } ] ] ( [ ] ) [ ] ( [ [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{ ( { [ { } ( ) ] } ) { [ [ ( ) ] ] }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 { { { [ ( { [ [ [ { { { } } } ] ] ] {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} } } ) { } ] } } } } ] ] { { }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78808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正解：]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678808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3600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予測では二つの括弧の順序が入れ替わっている。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実例8：三つの括弧を逆順に閉じる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入力（全文）／53記号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20611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( { { [ { ( [ ] [ ] ) } ] } } (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] [ [ [ ( ) ] ( [ [ ( ( ( [ [ ] { (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 } ] ) ) ) ] [ ( ) ] ] ) ] ] ) [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40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正解：] )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044063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予測：] ) }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0126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予測には、正解より閉じ括弧が一つ多い。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実例9：二つの括弧を閉じる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入力（全文）／70記号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20611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( ( [ [ ] ] ( ) ) { ( [ [ { ( ) } ( ( [ ( {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( { [ ( [ ( [ ( [ ] ) ] ) ( ) [ [ { { ( [ ] )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 } ] ] ] ) ] } ) ] ] } ) ] ) ) ( ) ] ] )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40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正解：)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044063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0126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二種類の閉じ括弧が、正しい順序で予測されている。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実例10：同じ種類が離れて現れる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入力（全文）／91記号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5234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{ } [ ] ( ) } [ ( [ [ { [ ] } ] ] ) ] [ ( {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( { { } } ) { } ) } ) [ { { { } } ( ( [ (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{ ( ) } ) ] ) ] [ ( ) ] ) ) { [ { } ] { [ ]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 { { } } } { } ( { } { [ ] } ( ) ) } ] ( [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6143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正解：] )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361436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予測：] 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18636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三つの閉じ括弧を、内側から逆順に閉じている。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実例11：49記号の入力を補う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入力（全文）／49記号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20611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( { ( [ { [ ( { [ [ [ ( ) ] ] ]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 ) ] } ] ) { ( ( ( { } ( ) ( ) (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[ ( ) ] ) ) ) ) [ ( ) ] )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4063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正解：} )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044063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予測：} 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50126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短めの入力にも、異なる種類の入れ子が含まれる。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実例12：複数の種類が重なる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入力（全文）／89記号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5234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{ } ] [ ] ( { ( [ ] ) } [ ( { [ [ { [ ( [ [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] ] ) { ( ) } { [ [ ] ] } ] } ] ] } ) ] ( ) )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 { [ ( { } ) ] } { } { [ ( ) ] } { } ( { { }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( ) ( ( ) ) } ) [ { [ ( { [ ] } ) { }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6143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正解：} ]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361436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予測：} ]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18636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予測の最後の括弧が、必要な種類と異なっている。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実例13：二つの閉じ括弧が必要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入力（全文）／74記号</a:t>
            </a:r>
          </a:p>
        </p:txBody>
      </p:sp>
      <p:sp>
        <p:nvSpPr>
          <p:cNvPr id="5" name="code-frame"/>
          <p:cNvSpPr/>
          <p:nvPr/>
        </p:nvSpPr>
        <p:spPr>
          <a:xfrm>
            <a:off x="548640" y="1691640"/>
            <a:ext cx="8046720" cy="15234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{ ( { { { { } ( [ [ { } ] ] ) [ ] }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 } ( ( ( ) ) ) ) { [ ] } [ [ ( [ ] (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[ ( [ ] ) ] { { ( ( ) ) } } ) ) [ [ {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 ] ] ] [ ( ) ( ) ] ( ( ) ) ] } (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61436"/>
            <a:ext cx="384048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Liberation Mono"/>
                <a:ea typeface="Noto Sans CJK JP"/>
                <a:cs typeface="Liberation Mono"/>
              </a:rPr>
              <a:t>正解：)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3361436"/>
            <a:ext cx="4114800" cy="402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予測：) 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818636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予測には、正解にない丸括弧が一つ多い。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Dyck Language — 公開問題と既存出力。</a:t>
            </a:r>
          </a:p>
          <a:p>
            <a:pPr>
              <a:lnSpc>
                <a:spcPts val="12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https://crfm.stanford.edu/helm/classic/v0.4.0/#/groups/dyck_language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研究と参考文献</a:t>
            </a:r>
          </a:p>
        </p:txBody>
      </p:sp>
      <p:sp>
        <p:nvSpPr>
          <p:cNvPr id="4" name="文献 1: Memory-Augmented Recurrent Neural Networks Can Learn Generalized Dyck Languages"/>
          <p:cNvSpPr txBox="1"/>
          <p:nvPr/>
        </p:nvSpPr>
        <p:spPr>
          <a:xfrm>
            <a:off x="548640" y="1463040"/>
            <a:ext cx="8046720" cy="1943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Memory-Augmented Recurrent Neural Networks Can Learn Generalized Dyck Languages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Mirac Suzgun, Sebastian Gehrmann, Yonatan Belinkov, Stuart M. Shieber (2019). arXiv:1911.03329.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外部メモリを持つ再帰型モデルを提案し、Dyck言語や回文などで長い系列への汎化を調べる。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https://arxiv.org/abs/1911.03329</a:t>
            </a:r>
          </a:p>
        </p:txBody>
      </p:sp>
      <p:sp>
        <p:nvSpPr>
          <p:cNvPr id="5" name="文献 2: Dyck Language"/>
          <p:cNvSpPr txBox="1"/>
          <p:nvPr/>
        </p:nvSpPr>
        <p:spPr>
          <a:xfrm>
            <a:off x="548640" y="3689096"/>
            <a:ext cx="8046720" cy="165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Dyck Language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Mirac Suzgun et al. · n.d. · Google BIG-bench（2026-10-18参照）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括弧列の欠けた末尾を選ぶ固定データと、生成文法や初期実験を掲載する。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https://github.com/google/BIG-bench/tree/main/bigbench/benchmark_tasks/dyck_languages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13862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(2023). Transactions on Machine Learning Research.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多面的な言語モデル評価の中で、括弧列を補う課題を扱う。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  <p:sp>
        <p:nvSpPr>
          <p:cNvPr id="5" name="文献 2: DyckLanguageScenario"/>
          <p:cNvSpPr txBox="1"/>
          <p:nvPr/>
        </p:nvSpPr>
        <p:spPr>
          <a:xfrm>
            <a:off x="548640" y="3131693"/>
            <a:ext cx="8046720" cy="165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DyckLanguageScenario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(n.d.). 公開生成器。参照2026-10-19。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確率的文法による括弧列生成、入力の切り出し、スタックによる正解計算を実装する。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https://github.com/stanford-crfm/helm/blob/v0.3.0/src/helm/benchmark/scenarios/dyck_language_scenario.py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2026-10-18T07:08:17Z</dcterms:modified>
  <dc:title>dyck</dc:title>
  <dc:creator>sasakiy84</dc:creator>
  <dcterms:created xsi:type="dcterms:W3CDTF">2026-10-18T07:08:17Z</dcterms:created>
  <dc:language>ja-JP</dc:language>
</cp:coreProperties>
</file>