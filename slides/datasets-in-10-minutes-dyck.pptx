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問題数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1記号</c:v>
                </c:pt>
                <c:pt idx="1">
                  <c:v>2記号</c:v>
                </c:pt>
                <c:pt idx="2">
                  <c:v>3記号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168</c:v>
                </c:pt>
                <c:pt idx="1">
                  <c:v>151</c:v>
                </c:pt>
                <c:pt idx="2">
                  <c:v>181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l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suzgunmirac/marnn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dyck_language_scenario.py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911.03329" TargetMode="External"/><Relationship Id="rId3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dyck_language_scenario.py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metrics/basic_metrics.py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Relationship Id="rId3" Type="http://schemas.openxmlformats.org/officeDocument/2006/relationships/hyperlink" Target="https://github.com/stanford-crfm/helm/blob/v0.3.0/src/helm/benchmark/metrics/basic_metrics.py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groups/dyck_language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metrics/basic_metrics.py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metrics/basic_metrics.py" TargetMode="External"/><Relationship Id="rId3" Type="http://schemas.openxmlformats.org/officeDocument/2006/relationships/hyperlink" Target="https://crfm.stanford.edu/helm/classic/v0.4.0/#/groups/dyck_language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dyck_language_scenario.py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dyck_language_scenario.py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tanford-crfm/helm/blob/v0.3.0/src/helm/benchmark/scenarios/dyck_language_scenario.py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911.03329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911.03329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google/BIG-bench/tree/main/bigbench/benchmark_tasks/dyck_languages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dyck_language_scenario.py" TargetMode="External"/><Relationship Id="rId3" Type="http://schemas.openxmlformats.org/officeDocument/2006/relationships/hyperlink" Target="https://github.com/google/BIG-bench/tree/main/bigbench/benchmark_tasks/dyck_languages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dyck_language_scenario.py" TargetMode="External"/><Relationship Id="rId3" Type="http://schemas.openxmlformats.org/officeDocument/2006/relationships/hyperlink" Target="https://github.com/stanford-crfm/helm/blob/v0.3.0/src/helm/benchmark/metrics/basic_metrics.py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#/runs/dyck_language_np=3:model=openai_text-davinci-003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rfm.stanford.edu/helm/classic/v0.4.0/#/groups/dyck_language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tanford-crfm/helm/blob/v0.3.0/src/helm/benchmark/scenarios/dyck_language_scenario.py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rfm.stanford.edu/helm/classic/v0.4.0/#/runs/dyck_language_np=3:model=openai_text-davinci-003" TargetMode="External"/><Relationship Id="rId3" Type="http://schemas.openxmlformats.org/officeDocument/2006/relationships/hyperlink" Target="https://github.com/stanford-crfm/helm/blob/v0.3.0/src/helm/benchmark/metrics/basic_metrics.py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911.03329" TargetMode="External"/><Relationship Id="rId3" Type="http://schemas.openxmlformats.org/officeDocument/2006/relationships/hyperlink" Target="https://github.com/google/BIG-bench/tree/main/bigbench/benchmark_tasks/dyck_languages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Relationship Id="rId3" Type="http://schemas.openxmlformats.org/officeDocument/2006/relationships/hyperlink" Target="https://github.com/stanford-crfm/helm/blob/v0.3.0/src/helm/benchmark/scenarios/dyck_language_scenario.p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888452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Dyck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898102"/>
            <a:ext cx="8046720" cy="48831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括弧の入れ子構造を補完する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著者の公式実装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Memory-Augmented Recurrent Neural Networks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983" y="1481328"/>
            <a:ext cx="5804033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Suzgun et al. MARNNs Can Learn Generalized Dyck Languages. 著者の公式実装。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https://github.com/suzgunmirac/marnns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括弧列の補完と実例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HELMの採点と公開成績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生成方法とデータの構成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研究での使われ方と入手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括弧列の補完と実例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括弧列の補完と実例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Dyck言語は、正しく対応する括弧の列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Dyck-nは、n種類の括弧対を使い、開く括弧と閉じる括弧が正しく入れ子になる列の集合。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HELMの公開設定は丸括弧( )、角括弧[ ]、波括弧{ }の3種類を使う。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入力は閉じ括弧が欠けた列。開いたままの括弧を閉じる、最短の続きの列を生成する。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括弧列の補完と実例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v0.3.0. DyckLanguageScenario.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https://github.com/stanford-crfm/helm/blob/v0.3.0/src/helm/benchmark/scenarios/dyck_language_scenario.py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数だけでなく、開いた順序を記憶する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閉じる括弧の種類は、最後に開いたままの括弧で決まる。単に種類ごとの個数を数えるだけでは順序を復元できない。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スタックは、最後に積んだ要素を最初に取り出す記憶の仕組み。開く括弧を積み、閉じるたびに対応を照合する。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以下の実例は固定seedの公式HELM生成器から得た実データで、公開runの入力とも照合した。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括弧列の補完と実例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Suzgun et al. (2019). Memory-Augmented Recurrent Neural Networks Can Learn Generalized Dyck Languages. arXiv.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https://arxiv.org/abs/1911.03329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HELM v0.3.0、seed=42の生成器で再現し、公開text-davinci-003入力と全500件を照合。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実例1：3つの閉じ括弧で完成する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括弧列の補完と実例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入力の全文／65記号。空白で区切り、表示上の改行だけを追加。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20611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( [ ( ) ( { { ( ( { { } } ) ) } { [ ( { } (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 ] ) [ { } ] ) ] } } [ ( { ( ( [ [ [ [ [ ]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] ] ] ] ) ) } ) ] { [ ] } { ( ( ) ) } (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44063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正解：) ]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01263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開いたままの括弧を、内側から順に閉じる。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id3 / test / generator index 3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実例2：括弧の種類と順序を保つ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括弧列の補完と実例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入力の全文／89記号。空白で区切り、表示上の改行だけを追加。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52349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 ] { [ ] ( { ( [ [ { } ] ] ) } ) [ ( [ ( ( [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] { [ ( ) ( ) ] } ) ) ] [ { } ] ) { ( ( { [ (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 ( { } [ { [ [ [ [ ( ( ) ( ) [ [ ] ] ) ] ] ]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 [ ] } ] } ] [ ( ) ] ) ] } ) [ [ ] ]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61436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正解：} ]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18636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開いたままの括弧を、内側から順に閉じる。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id4 / test / generator index 4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実例3：長い列から必要な括弧を取り出す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括弧列の補完と実例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入力の全文／63記号。空白で区切り、表示上の改行だけを追加。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20611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 [ [ { ( { } ) } ] ] } [ ( { ( ( { ( { [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( [ [ ( { ( ) } ) [ [ ] ] ] { ( [ ] [ ] )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 ] [ { [ [ ] ] } ] ) ] } ) } ) ( ( ) )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44063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正解：} )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01263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開いたままの括弧を、内側から順に閉じる。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id9 / test / generator index 9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正解は、残ったスタックを逆順に閉じる列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実例1で開いたままなのは、外側から丸括弧、角括弧、丸括弧の順。内側から閉じる正解は「) ] )」。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正解に開く括弧は含めない。対応する閉じ括弧だけを、残った数だけ出す。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生成器は正解をスタックから計算する。人が注釈して複数の回答を集める課題ではない。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括弧列の補完と実例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v0.3.0. DyckLanguageScenario.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https://github.com/stanford-crfm/helm/blob/v0.3.0/src/helm/benchmark/scenarios/dyck_language_scenario.py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HELMの採点と公開成績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HELMの採点と公開成績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英語の指示と3件の完成例を提示する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HELMの採点と公開成績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公開runの指示全文と日本語訳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37360"/>
            <a:ext cx="8046720" cy="82494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Please complete the rest of the following Dyck sequences, making sure that the parentheses are closed properly.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00425"/>
            <a:ext cx="7955279" cy="6896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以下のDyck列の残りを補完し、括弧が正しく閉じられるようにしてください。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公開指標は、最後の空白区切り要素を比べる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HELMの設定はexact_match_indicatorを指定する。実装は予測と正解を空白で分け、最後の要素だけを取り出して比較する。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最後の要素が一致すれば1点、異なれば0点。500件の得点を平均する。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正解列のすべてが合うかを測る、列全体の完全一致とは異なる。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HELMの採点と公開成績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v0.3.0. exact_match_indicator.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https://github.com/stanford-crfm/helm/blob/v0.3.0/src/helm/benchmark/metrics/basic_metrics.py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余分な括弧があっても、末尾は一致する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HELMの採点と公開成績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実例3の公開予測：text-davinci-003、試行0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9339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303437"/>
                </a:solidFill>
                <a:latin typeface="Noto Sans"/>
              </a:defRPr>
            </a:pPr>
            <a:r>
              <a:rPr sz="24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 } )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88336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303437"/>
                </a:solidFill>
                <a:latin typeface="Noto Sans"/>
              </a:defRPr>
            </a:pPr>
            <a:r>
              <a:rPr sz="24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予測： ] } )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01568"/>
            <a:ext cx="7955279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最後の「]」は一致するため公開指標は1点。余分な「]」が先頭にあるため、列全体の完全一致は0点になる。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51713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HELM v0.3.0. exact_match_indicator. id9 / train_trial_index=0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https://github.com/stanford-crfm/helm/blob/v0.3.0/src/helm/benchmark/metrics/basic_metrics.py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HELMの公開得点：末尾要素の一致率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HELMの採点と公開成績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5669280"/>
                <a:gridCol w="237744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一致率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Anthropic-LM (2022)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84.87%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 (2022)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75.07%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OPT-175B (2022)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49.40%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 500件、各3試行の平均。Classic v0.4.0掲載、run suite v0.3.0。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v0.4.0, Dyck Language. 公開run suite v0.3.0、括弧3種類。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https://crfm.stanford.edu/helm/classic/v0.4.0/#/groups/dyck_language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同じ公開出力を、列全体でも再採点する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HELMの採点と公開成績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2286000"/>
                <a:gridCol w="22860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末尾要素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列全体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試行0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73.2%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試行1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76.0%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試行2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76.0%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3試行の平均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75.07%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46.33%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95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同じ1,500出力を再集計。列全体は前後の空白を除いた文字列を比較する。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指標の実装は末尾要素だけを取り出す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HELMの採点と公開成績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111125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pred = pred.split(indicator)[-1].strip()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gold = gold.split(indicator)[-1].strip()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return exact_match(gold, pred)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2117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indicatorの既定値は半角空白。最後の要素より前にある誤りは、この指標では採点しない。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v0.3.0. exact_match_indicator.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https://github.com/stanford-crfm/helm/blob/v0.3.0/src/helm/benchmark/metrics/basic_metrics.py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測りたい能力に、採点を対応させる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課題の目標は、開いた括弧を正しい順序ですべて閉じること。列全体の正しさは、出力の途中にある誤りや余分な括弧にも依存する。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公開得点は末尾要素の一致率として解釈し、補完能力を調べるときは出力全体も照合する。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これらは2023年に公開されたHELMの実行結果であり、2026年のモデル順位ではない。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HELMの採点と公開成績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v0.3.0. exact_match_indicator.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https://github.com/stanford-crfm/helm/blob/v0.3.0/src/helm/benchmark/metrics/basic_metrics.py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HELM Classic v0.4.0, Dyck Language. 公開run suite v0.3.0、括弧3種類。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https://crfm.stanford.edu/helm/classic/v0.4.0/#/groups/dyck_language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生成方法とデータの構成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確率的な文法で括弧列を生成する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生成方法とデータの構成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5029200"/>
                <a:gridCol w="30175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生成規則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確率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 → 開く括弧i S 閉じる括弧i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p/n（各種類）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 → S 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 → 空列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1 − p − q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HELMはn=3、p=0.5、q=0.25。入れ子と連結を繰り返す。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v0.3.0. DyckLanguageScenario.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https://github.com/stanford-crfm/helm/blob/v0.3.0/src/helm/benchmark/scenarios/dyck_language_scenario.py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完成列を作り、補完すべき短い列を求める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文法から完成した括弧列を生成し、指定した長さの範囲に入る候補を採る。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完成列の後ろから走査し、残す入力を切り出す。切り落とす側には、対応済みの部分列が含まれる場合もある。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最後に残した入力をスタックで読み直し、必要な閉じ括弧を計算する。正解の長さは1〜3記号になる。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生成方法とデータの構成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v0.3.0. DyckLanguageScenario.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https://github.com/stanford-crfm/helm/blob/v0.3.0/src/helm/benchmark/scenarios/dyck_language_scenario.py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提示例3件と、評価例500件を作る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生成方法とデータの構成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2011680"/>
                <a:gridCol w="20116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提示例用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評価用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切り出す前の生成列長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4〜50記号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52〜100記号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正解の最大長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seed=42。入力文字列は集合内で重複させず、提示例用と評価用の重複も除く。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v0.3.0. DyckLanguageScenario.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https://github.com/stanford-crfm/helm/blob/v0.3.0/src/helm/benchmark/scenarios/dyck_language_scenario.py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正解の長さは1〜3記号に分かれる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生成方法とデータの構成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固定seedで生成した評価500件の全件集計。縦軸は件数。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評価入力は45〜99記号、中央値71記号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生成方法とデータの構成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86000"/>
        </p:xfrm>
        <a:graphic>
          <a:graphicData uri="http://schemas.openxmlformats.org/drawingml/2006/table">
            <a:tbl>
              <a:tblPr firstRow="0" bandRow="0"/>
              <a:tblGrid>
                <a:gridCol w="5029200"/>
                <a:gridCol w="30175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固定seedの500件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入力の最小／最大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45／99記号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入力の中央値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71記号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入力の平均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71.418記号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最大入れ子深さの最小／最大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6／30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959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空白で区切った括弧記号を数えた。生成列から切り出した後の入力を集計。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seedと実装を固定し、公開入力と照合する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公式シナリオはPythonのrandomとNumPyの乱数を、どちらも42で初期化する。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v0.3.0の生成処理で503件を再現し、評価500件すべての入力と正解が公開runと一致することを確認した。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各例には生成時の位置、ID、原レコードとSHA-256を保存した。閉じ括弧の正解は別のスタック処理でも全件検証した。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生成方法とデータの構成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研究での使われ方と入手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研究での使われ方と入手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2019年の研究は、各時点の次記号を予測する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Suzgunらは、外部メモリを持つ再帰型ニューラルネットが、入れ子構造を持つDyck言語を学べるか調べた。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各時点で、それまでの列に続けられる記号の集合を予測する。全時点の予測が正しい列を成功と数えた。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HELMの「末尾の閉じ括弧を生成する課題」とは、出力の形式も採点の単位も異なる。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研究での使われ方と入手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Suzgun et al. (2019). Memory-Augmented Recurrent Neural Networks Can Learn Generalized Dyck Languages. arXiv.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https://arxiv.org/abs/1911.03329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Dyck-2の研究では、外部メモリが役立つ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研究での使われ方と入手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5029200"/>
                <a:gridCol w="301752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2019年の方式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テスト成功率の平均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Vanilla RNN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0.00%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Vanilla LSTM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1.39%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Stack-RNN + Softmax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99.99%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10回の実験。学習5,000列（2〜50記号）、テスト5,000列（52〜100記号）。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Suzgun et al. (2019). Memory-Augmented Recurrent Neural Networks Can Learn Generalized Dyck Languages. arXiv.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https://arxiv.org/abs/1911.03329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BIG-benchとHELMは、補完形式が異なる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研究での使われ方と入手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37160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54864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データと出力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BIG-bench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Dyck-4、固定1,000例、選択肢の得点で評価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HELMの公開設定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Dyck-3、seed固定、閉じ括弧列を生成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0815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BIG-benchは選択肢を入力へ追記しない設定。HELMは独自の生成器を使う。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BIG-bench. Dyck Language (2026-10-18取得)。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https://github.com/google/BIG-bench/tree/main/bigbench/benchmark_tasks/dyck_languages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生成器と採点コードを一緒に選ぶ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v0.3.0のDyckLanguageScenarioで、括弧の種類数、件数、長さ、seedを指定できる。生成時に外部データの取得は要らない。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公式HELM実装のコードはApache License 2.0。元研究の実装と、HELMの生成・評価コードは別の配布物である。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2026-10-18時点でも、著者の実装、BIG-benchの固定例、HELMの公開runを参照できる。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研究での使われ方と入手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v0.3.0. DyckLanguageScenario.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https://github.com/stanford-crfm/helm/blob/v0.3.0/src/helm/benchmark/scenarios/dyck_language_scenario.py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BIG-bench. Dyck Language (2026-10-18取得)。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https://github.com/google/BIG-bench/tree/main/bigbench/benchmark_tasks/dyck_languages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括弧の順序を覚える課題と、採点の範囲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Dyck補完は、未完の括弧を内側から正しく閉じる課題。正解はスタックから一意に計算できる。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HELMでは短い提示例から長い評価列へ移る。括弧列は固定seedと生成器で再現できる。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公開指標が比べるのは末尾要素であり、列全体の補完の正しさは、同じ出力を列全体でも照合して捉える。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研究での使われ方と入手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v0.3.0. DyckLanguageScenario.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https://github.com/stanford-crfm/helm/blob/v0.3.0/src/helm/benchmark/scenarios/dyck_language_scenario.py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HELM v0.3.0. exact_match_indicator.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https://github.com/stanford-crfm/helm/blob/v0.3.0/src/helm/benchmark/metrics/basic_metrics.py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生成と採点の補足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実例4：角括弧を一つ閉じる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入力の全文／61記号。空白で区切り、表示上の改行だけを追加。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20611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 ( ( [ [ ( ( { ( ) } ) ) { } ] { } { [ [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( ) ] ] } { [ [ [ [ ] ] ] ] } [ { { { { (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 [ { ( ) } ] } [ ] ) } } } } ] ] )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44063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044063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予測：]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01263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text-davinci-003の試行0：末尾要素の一致=1、列全体の一致=1。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id6 / test / generator index 6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実例5：丸括弧を一つ閉じる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入力の全文／77記号。空白で区切り、表示上の改行だけを追加。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52349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 [ ] ] ( { } ) ( ( { { { { ( ( [ ( { }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 [ { } ] ] ) ) } } ( ) [ { [ [ ] ] ( {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 ] } ) } ] [ { [ [ ] ] } ] [ { { } } ]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 { ( [ ] { ( ) } ) } } ( ) } }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61436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361436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予測：)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18636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text-davinci-003の試行0：末尾要素の一致=1、列全体の一致=1。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id7 / test / generator index 7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実例6：波括弧を一つ閉じる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入力の全文／67記号。空白で区切り、表示上の改行だけを追加。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20611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( ( ) ) { [ ] { ( ( ( { [ ( ( ) ) ] { [ { ( )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 ] } [ [ ] ] ( ) [ [ { ( ( ( ( ( ) ) ) ) ) }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] [ ] { ( ) } { { } } ] ( ( ) ) } ) ) )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44063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044063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予測：}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01263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text-davinci-003の試行0：末尾要素の一致=1、列全体の一致=1。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id8 / test / generator index 8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実例7：98記号の入力を補う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入力の全文／98記号。空白で区切り、表示上の改行だけを追加。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84086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( ) ( [ ] ) { } [ [ { { { ( ( ) ) } } [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( { { } } ) ] } ] ] ( [ ] ) [ ] ( [ [ [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 { ( { [ { } ( ) ] } ) { [ [ ( ) ] ] }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 { { { [ ( { [ [ [ { { { } } } ] ] ] {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 } } } ) { } ] } } } } ] ] { { }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78808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正解：]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678808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予測：)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3600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text-davinci-003の試行0：末尾要素の一致=0、列全体の一致=0。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id10 / test / generator index 10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実例8：三つの括弧を逆順に閉じる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入力の全文／53記号。空白で区切り、表示上の改行だけを追加。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20611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 ( { { [ { ( [ ] [ ] ) } ] } } ( [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] [ [ [ ( ) ] ( [ [ ( ( ( [ [ ] { (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 } ] ) ) ) ] [ ( ) ] ] ) ] ] ) [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44063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正解：] )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044063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予測：] ) }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01263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text-davinci-003の試行0：末尾要素の一致=0、列全体の一致=0。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id11 / test / generator index 11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実例9：二つの括弧を閉じる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入力の全文／70記号。空白で区切り、表示上の改行だけを追加。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20611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 ( ( [ [ ] ] ( ) ) { ( [ [ { ( ) } ( ( [ ( { [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 ( { [ ( [ ( [ ( [ ] ) ] ) ( ) [ [ { { ( [ ] )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 } ] ] ] ) ] } ) ] ] } ) ] ) ) ( ) ] ] )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44063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正解：)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044063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予測：)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01263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text-davinci-003の試行0：末尾要素の一致=1、列全体の一致=1。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id12 / test / generator index 12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実例10：同じ種類が離れて現れる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入力の全文／91記号。空白で区切り、表示上の改行だけを追加。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52349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 { } [ ] ( ) } [ ( [ [ { [ ] } ] ] ) ] [ ( {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( ( { { } } ) { } ) } ) [ { { { } } ( ( [ ( [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( { ( ) } ) ] ) ] [ ( ) ] ) ) { [ { } ] { [ ]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 { { } } } { } ( { } { [ ] } ( ) ) } ] ( [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61436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正解：] )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361436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予測：] 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18636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text-davinci-003の試行0：末尾要素の一致=1、列全体の一致=1。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id13 / test / generator index 13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実例11：49記号の入力を補う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入力の全文／49記号。空白で区切り、表示上の改行だけを追加。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20611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 ( { ( [ { [ ( { [ [ [ ( ) ] ] ]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 ) ] } ] ) { ( ( ( { } ( ) ( ) (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( [ ( ) ] ) ) ) ) [ ( ) ] )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44063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正解：} )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044063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予測：} 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01263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text-davinci-003の試行0：末尾要素の一致=1、列全体の一致=1。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id14 / test / generator index 14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実例12：複数の種類が重なる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入力の全文／89記号。空白で区切り、表示上の改行だけを追加。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52349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 { } ] [ ] ( { ( [ ] ) } [ ( { [ [ { [ ( [ [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] ] ) { ( ) } { [ [ ] ] } ] } ] ] } ) ] ( ) )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{ { [ ( { } ) ] } { } { [ ( ) ] } { } ( { { }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( ) ( ( ) ) } ) [ { [ ( { [ ] } ) { }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61436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正解：} ]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361436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予測：} ]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18636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text-davinci-003の試行0：末尾要素の一致=0、列全体の一致=0。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id15 / test / generator index 15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実例13：二つの閉じ括弧が必要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入力の全文／74記号。空白で区切り、表示上の改行だけを追加。</a:t>
            </a:r>
          </a:p>
        </p:txBody>
      </p:sp>
      <p:sp>
        <p:nvSpPr>
          <p:cNvPr id="5" name="code-frame"/>
          <p:cNvSpPr/>
          <p:nvPr/>
        </p:nvSpPr>
        <p:spPr>
          <a:xfrm>
            <a:off x="548640" y="1691640"/>
            <a:ext cx="8046720" cy="152349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101600" bIns="12700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 { ( { { { { } ( [ [ { } ] ] ) [ ] }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 } ( ( ( ) ) ) ) { [ ] } [ [ ( [ ] (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[ ( [ ] ) ] { { ( ( ) ) } } ) ) [ [ {</a:t>
            </a:r>
          </a:p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} ] ] ] [ ( ) ( ) ] ( ( ) ) ] } (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61436"/>
            <a:ext cx="384048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574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Liberation Mono"/>
                <a:ea typeface="Noto Sans CJK JP"/>
                <a:cs typeface="Liberation Mono"/>
              </a:rPr>
              <a:t>正解：)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361436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予測：) 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18636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text-davinci-003の試行0：末尾要素の一致=1、列全体の一致=0。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 id16 / test / generator index 16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公開プロンプトには完成した3列が先行する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公開runの指示に続き、3件の提示例と、補完対象の入力が並ぶ。提示例では入力と正解の閉じ括弧が連続し、完成した列になる。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公開設定はmax_train_instances=3、num_train_trials=3。確認した3モデルは平均提示例数3、prompt_truncated=0。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生成は温度0、最大5トークン、改行で停止。括弧記号数と、モデルの生成トークン数は異なる。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生成と採点の補足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v0.4.0, Dyck Language. 公開run suite v0.3.0、括弧3種類。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https://crfm.stanford.edu/helm/classic/v0.4.0/#/groups/dyck_language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長さの設定値と、切り出した入力を区別する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評価用の生成列を52〜100記号としても、入力の最小値が52記号になるわけではない。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get_inputは、後ろからの深さの合計が指定値に達する位置で列を切る。後ろにある対応済み部分列も切り落とすことがある。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そのため、このseedでは入力が45〜99記号、正解が1〜3記号になった。値は公開入力との全件照合に基づく。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生成と採点の補足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v0.3.0. DyckLanguageScenario.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https://github.com/stanford-crfm/helm/blob/v0.3.0/src/helm/benchmark/scenarios/dyck_language_scenario.py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公開成績と独自の再採点を分けて保存する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3モデルの末尾要素得点は、公開stats.jsonのtest・摂動なしを参照した。全て500件、3試行。</a:t>
            </a:r>
          </a:p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text-davinci-003の列全体得点は、公開scenario_state.jsonの1,500出力に、前後の空白を除く一致判定を適用した独自集計。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公開指標の実装も同じ出力へ適用し、試行0が0.732、試行1・2が各0.760、平均0.750666…となることを再現した。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生成と採点の補足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17136"/>
            <a:ext cx="8183879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v0.3.0、seed=42の生成器で再現し、公開text-davinci-003入力と全500件を照合。</a:t>
            </a:r>
          </a:p>
          <a:p>
            <a:pPr>
              <a:lnSpc>
                <a:spcPts val="12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https://crfm.stanford.edu/helm/classic/v0.4.0/#/runs/dyck_language_np=3:model=openai_text-davinci-003</a:t>
            </a:r>
          </a:p>
          <a:p>
            <a:pPr>
              <a:lnSpc>
                <a:spcPts val="12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HELM v0.3.0. exact_match_indicator.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https://github.com/stanford-crfm/helm/blob/v0.3.0/src/helm/benchmark/metrics/basic_metrics.py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Memory-Augmented Recurrent Neural Networks Can Learn Generalized Dyck Languages"/>
          <p:cNvSpPr txBox="1"/>
          <p:nvPr/>
        </p:nvSpPr>
        <p:spPr>
          <a:xfrm>
            <a:off x="548640" y="1463040"/>
            <a:ext cx="8046720" cy="1715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Memory-Augmented Recurrent Neural Networks Can Learn Generalized Dyck Languages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Mirac Suzgun, Sebastian Gehrmann, Yonatan Belinkov, Stuart M. Shieber (2019). arXiv:1911.03329.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外部メモリを持つ再帰型モデルを提案し、Dyck言語や回文などで長い系列への汎化を調べる。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https://arxiv.org/abs/1911.03329</a:t>
            </a:r>
          </a:p>
        </p:txBody>
      </p:sp>
      <p:sp>
        <p:nvSpPr>
          <p:cNvPr id="5" name="文献 2: Dyck Language"/>
          <p:cNvSpPr txBox="1"/>
          <p:nvPr/>
        </p:nvSpPr>
        <p:spPr>
          <a:xfrm>
            <a:off x="548640" y="3689096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Dyck Language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Mirac Suzgun et al. Google BIG-bench, task documentation (2026-10-18参照)。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括弧列の欠けた末尾を選ぶ固定データと、生成文法や初期実験を掲載する。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https://github.com/google/BIG-bench/tree/main/bigbench/benchmark_tasks/dyck_languages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463040"/>
            <a:ext cx="8046720" cy="11576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(2023). Transactions on Machine Learning Research.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多様なシナリオと指標でモデルを評価するHELMの枠組みを提案する。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  <p:sp>
        <p:nvSpPr>
          <p:cNvPr id="5" name="文献 2: DyckLanguageScenario"/>
          <p:cNvSpPr txBox="1"/>
          <p:nvPr/>
        </p:nvSpPr>
        <p:spPr>
          <a:xfrm>
            <a:off x="548640" y="3131693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DyckLanguageScenario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Stanford CRFM (2023). HELM v0.3.0, Python implementation.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確率的文法による括弧列生成、入力の切り出し、スタックによる正解計算を実装する。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https://github.com/stanford-crfm/helm/blob/v0.3.0/src/helm/benchmark/scenarios/dyck_language_scenario.py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2026-10-18T07:08:17Z</dcterms:modified>
  <dc:title>dyck</dc:title>
  <dc:creator>sasakiy84</dc:creator>
  <dcterms:created xsi:type="dcterms:W3CDTF">2026-10-18T07:08:17Z</dcterms:created>
  <dc:language>ja-JP</dc:language>
</cp:coreProperties>
</file>