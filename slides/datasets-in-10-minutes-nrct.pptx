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eoshape.ex.nii.ac.jp/nrct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geoshape.ex.nii.ac.jp/nrct/dataset/nrct-20250719.csv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Relationship Id="rId3" Type="http://schemas.openxmlformats.org/officeDocument/2006/relationships/hyperlink" Target="https://www.nii.ac.jp/news/release/2023/1018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geoshape.ex.nii.ac.jp/nrct/dataset/nrct-20250719.csv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resource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nii.ac.jp/news/release/2023/1018.html" TargetMode="External"/><Relationship Id="rId3" Type="http://schemas.openxmlformats.org/officeDocument/2006/relationships/hyperlink" Target="https://geoshape.ex.nii.ac.jp/nrct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geoshape.ex.nii.ac.jp/nrct/dataset/nrct-20250719.csv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Relationship Id="rId3" Type="http://schemas.openxmlformats.org/officeDocument/2006/relationships/hyperlink" Target="https://geonlp.ex.nii.ac.jp/dictionary/geoshape-nrct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Relationship Id="rId3" Type="http://schemas.openxmlformats.org/officeDocument/2006/relationships/hyperlink" Target="https://www.gsi.go.jp/kikakuchousei/kikakuchousei40182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nrct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geoshape.ex.nii.ac.jp/nrct/dataset/nrct-20250719.csv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dataset/nrct-20250719.csv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nrct/" TargetMode="External"/><Relationship Id="rId3" Type="http://schemas.openxmlformats.org/officeDocument/2006/relationships/hyperlink" Target="https://geoshape.ex.nii.ac.jp/nrct/resource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nii.ac.jp/news/release/2023/1018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nlp.ex.nii.ac.jp/dictionary/geoshape-nrct/" TargetMode="External"/><Relationship Id="rId3" Type="http://schemas.openxmlformats.org/officeDocument/2006/relationships/hyperlink" Target="https://japanknowledge.com/contents/rekishi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si.go.jp/kikakuchousei/kikakuchousei40182.html" TargetMode="External"/><Relationship Id="rId3" Type="http://schemas.openxmlformats.org/officeDocument/2006/relationships/hyperlink" Target="https://creativecommons.org/licenses/by/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12227"/>
            <a:ext cx="8046720" cy="9791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日本歴史地名大系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21877"/>
            <a:ext cx="8046720" cy="10661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地名項目データセット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歴史地名を、現代の位置へつなぐ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地名項目データセットの公式サイト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はじめに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地名と代表点を見る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項目とCSVの構造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位置の推定方法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検索と再利用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全国の地名を、代表座標で探す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pic>
        <p:nvPicPr>
          <p:cNvPr id="4" name="Picture 3" descr="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27" y="1481328"/>
            <a:ext cx="5633544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行政地名の項目を、機械で扱える形に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平凡社の『日本歴史地名大系』にある行政地名の項目を、読みや位置情報とともに収録したデータ。2025年7月19日版には80,502項目が入る。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『日本歴史地名大系』は、全国の地域史研究を集めた地名辞典。1979〜2004年に50巻51冊として刊行された。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公開データには、項目を識別するID、名称、読み、出典住所、緯度・経度などがある。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国立情報学研究所. 2023. 歴史的地名の「行政区画変遷」を大規模オープンデータ化.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https://www.nii.ac.jp/news/release/2023/1018.html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函館の地名を現在の地図に重ねる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pic>
        <p:nvPicPr>
          <p:cNvPr id="4" name="Picture 3" descr="hako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27" y="1481328"/>
            <a:ext cx="5633544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大町と喜楽町は、同じ出典住所を持つ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50645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2377440"/>
                <a:gridCol w="429768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出典住所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おおまち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喜楽町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きらくちよう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8742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上位地名はいずれも「函館市」。名称と出典住所を組み合わせて項目をたどれる。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二つの項目が、一つの代表座標に重なる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132320" cy="1350645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2377440"/>
                <a:gridCol w="237744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緯度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経度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41.769485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140.709671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喜楽町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41.769485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140.709671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8742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点は項目を地図上で参照するための代表位置。二つの名称に、同じ座標が付いている。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出典住所は、辞典編集時の「現在」地名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辞典の項目には、編集当時に推定した「現在」の地名が付されている。公開データは、その情報を位置推定の手掛かりにする。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例えば「尻沢辺村」の出典住所は、函館市住吉町・谷地頭町・青柳町。複数の町を参照する一つの項目になっている。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名称、上位地名、出典住所と代表点を合わせると、歴史地名と現代の場所との対応を調べやすい。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地名と代表点を見る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一つの項目に、名前と位置の情報が入る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98080" cy="243840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53035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尻沢辺村の値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010000036900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尻沢辺村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しりさわべむら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上位地名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推定手法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centroid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12列を、内容ごとに見る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項目の識別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id、都道府県コード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地名の表記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名称、読み、上位地名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位置の根拠と座標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出典住所、緯度、経度、推定手法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外部資源へのリンク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歴史地名ID、歴史地名、geolod_id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地域コードは、データ内の区分を表す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配布ファイルには「都道府県コード」という列がある。公式一覧では、47都道府県に京都市を加えた48区分を用いる。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例えば26は京都府、27は京都市、28は大阪府、48は沖縄県。コードと地域名は公式の一覧で対応づけられる。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項目IDもコードも、先頭の0を保った文字列として読み込めば、配布時の表記を維持できる。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都道府県 一覧.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https://geoshape.ex.nii.ac.jp/nrct/resource/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CSVを読み、名称で検索する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968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open("nrct-20250719.csv",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encoding="utf-8", newline="") as f: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list(csv.DictReader(f))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hits = [r for r in rows if r["名称"] == "大町"]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print(len(hits))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7842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実配布CSVには先頭に列名の行がある。この検索では、名称が「大町」の32項目が見つかる。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同じ名称でも、上位地名が異なる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項目とCSVの構造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22170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2743200"/>
                <a:gridCol w="42062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上位地名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出典住所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仙台市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仙台市大町一―二丁目・一番町三丁目・片平一丁目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魚津市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魚津市本町一―二丁目・新宿・新角川一丁目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589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名称だけの検索結果を、地域や出典住所で絞り込める。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位置の推定方法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位置の推定方法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辞典の情報へ、推定した位置を追加する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CODHと平凡社地図出版が協働し、地名辞典を機械可読データとして整備した。地名項目データセットは2023年10月18日に公開された。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緯度・経度は、出典住所を使ったジオコーディングや、既存の歴史地名・村領域資料などを参照して付けられた。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2025年には位置の推定手法を全般的に見直した。利用する配布版を決めておくと、同じ項目と位置を共有しやすい。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位置の推定方法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国立情報学研究所. 2023. 歴史的地名の「行政区画変遷」を大規模オープンデータ化.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https://www.nii.ac.jp/news/release/2023/1018.html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推定手法の値と、位置の求め方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位置の推定方法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772400" cy="203200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4864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推定手法の値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位置の推定方法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centroid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出典住所をJageocoderで座標へ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oketani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古地図上の地名ラベルの位置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honda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幕末期村資料にある集落点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manual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他の資料を参照して手動推定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京都市の項目を、推定手法とともに見る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位置の推定方法</a:t>
            </a:r>
          </a:p>
        </p:txBody>
      </p:sp>
      <p:pic>
        <p:nvPicPr>
          <p:cNvPr id="4" name="Picture 3" descr="ky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27" y="1481328"/>
            <a:ext cx="5633544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代表点の意味は、参照した資料に結び付く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住所から求めた点、古地図上の文字の位置、集落を示す点は、それぞれ異なる手掛かりから得られる。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「推定手法」の列を読むと、その項目の座標を付ける際に、どの資料や方法を使ったかを確認できる。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地名そのものの記述を読むときは項目IDを使って辞典を参照し、位置を扱うときは出典住所と推定手法も合わせて読む。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位置の推定方法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検索・可視化・資料の対応づけに使う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名称や読みから項目を探し、上位地名や出典住所で対象地域を絞り込める。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項目の緯度・経度を確認してGISへ取り込むと、歴史地名を地図上で一覧できる。名称や推定手法をラベルや色で表し、分布を確認できる。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地名のIDを手掛かりに、辞典や別の歴史地名資源の情報へ進める。表記の一致だけに頼らず、項目同士の対応を持てる。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配布CSVとGeoNLP辞書を選べる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公式サイトから2025年7月19日版のCSVを取得できる。名称や座標などの列を選び、表計算、プログラム、GISで扱える。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GeoNLP向けには、地名を文章から認識するための地名語辞書へ変換した配布もある。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GeoNLP. 『日本歴史地名大系』地名項目データセット地名辞書.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https://geonlp.ex.nii.ac.jp/dictionary/geoshape-nrct/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周辺の公開データと、辞典本文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3647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知りたいこと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参照するもの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行政地名の名称と代表点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地名項目データセット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寺社・遺跡・城跡などの場所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施設・地点項目データセット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行政地名の変遷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行政地名変遷データセット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項目の詳しい解説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ジャパンナレッジの辞典本文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732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公開地名項目は行政地名約8万件。辞典全体は15万項目以上あり、本文は有料サービスで閲覧する。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クレジットを付けて再利用する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地名項目データセットはCC BY 4.0で公開されている。利用時には、データセット名、作成元、DOIを示す。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クレジット例：『日本歴史地名大系』地名項目データセット（CODH作成）、doi:10.20676/00000448。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地図に他のデータを重ねた場合は、その出典も示す。この資料の背景地図には地理院タイルを使った。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国土地理院. 国土地理院コンテンツ利用規約.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https://www.gsi.go.jp/kikakuchousei/kikakuchousei40182.html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地名項目データセットの要点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歴史地名の名称・読み・出典住所と、項目を参照する代表点をまとめた公開データ。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一つの項目を表すIDを保ち、名称と地域、出典住所、推定手法を組み合わせて調べられる。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CSVを読み、地図へ重ねたり、辞典や関連する地名資源の情報へ結び付けたりできる。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検索と再利用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『日本歴史地名大系』地名項目データセット.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28955"/>
            <a:ext cx="8412480" cy="7589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地域と列の補足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関連資料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沖縄南部の行政地名を地図へ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地域と列の補足</a:t>
            </a:r>
          </a:p>
        </p:txBody>
      </p:sp>
      <p:pic>
        <p:nvPicPr>
          <p:cNvPr id="4" name="Picture 3" descr="okin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27" y="1481328"/>
            <a:ext cx="5633544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名前と位置に関する8列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地域と列の補足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772400" cy="235077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02920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ジャパンナレッジ版の項目ID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都道府県コード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データ内の地域区分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名称・読み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地名項目の名称と読み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上位地名・出典住所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地域と位置推定の手掛かり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緯度・経度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代表座標（度）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手法とリンクに関する4列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地域と列の補足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772400" cy="20320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0292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推定手法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座標を付けた方法の記号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歴史地名ID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歴史地名データ側の識別子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リンク先での地名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geolod_id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GeoLOD側の識別子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赤川村を、外部の地名データへつなぐ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地域と列の補足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315200" cy="243840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47548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赤川村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推定手法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manual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歴史地名ID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40212759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赤川村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geolod_id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Z0q0k0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座標のない項目も、名前から検索できる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地域と列の補足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680960" cy="243840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54864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大菅場村の値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大菅場村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上位地名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南津軽郡 平賀町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緯度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（空欄）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経度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（空欄）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推定手法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notfound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2025. 地名項目データセット（2025年7月19日版）.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https://geoshape.ex.nii.ac.jp/nrct/dataset/nrct-20250719.csv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関連資料</a:t>
            </a:r>
          </a:p>
        </p:txBody>
      </p:sp>
      <p:sp>
        <p:nvSpPr>
          <p:cNvPr id="4" name="文献 1: 『日本歴史地名大系』地名項目データセット"/>
          <p:cNvSpPr txBox="1"/>
          <p:nvPr/>
        </p:nvSpPr>
        <p:spPr>
          <a:xfrm>
            <a:off x="548640" y="1463040"/>
            <a:ext cx="8046720" cy="1447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『日本歴史地名大系』地名項目データセット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CODH.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公開範囲、位置の推定手法、配布先と利用条件を紹介する。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https://geoshape.ex.nii.ac.jp/nrct/</a:t>
            </a:r>
          </a:p>
        </p:txBody>
      </p:sp>
      <p:sp>
        <p:nvSpPr>
          <p:cNvPr id="5" name="文献 2: 都道府県 一覧 | 『日本歴史地名大系』地名項目データセット"/>
          <p:cNvSpPr txBox="1"/>
          <p:nvPr/>
        </p:nvSpPr>
        <p:spPr>
          <a:xfrm>
            <a:off x="548640" y="2948559"/>
            <a:ext cx="8046720" cy="1447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都道府県 一覧 | 『日本歴史地名大系』地名項目データセット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CODH.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47都道府県と京都市の区分、項目一覧と検索への入口を示す。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https://geoshape.ex.nii.ac.jp/nrct/resource/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関連資料</a:t>
            </a:r>
          </a:p>
        </p:txBody>
      </p:sp>
      <p:sp>
        <p:nvSpPr>
          <p:cNvPr id="4" name="文献 1: 歴史的地名の「行政区画変遷」を大規模オープンデータ化～『日本歴史地名大系』を平凡社地図出版との協働により機械可読データとして強化～"/>
          <p:cNvSpPr txBox="1"/>
          <p:nvPr/>
        </p:nvSpPr>
        <p:spPr>
          <a:xfrm>
            <a:off x="548640" y="1463040"/>
            <a:ext cx="8046720" cy="20265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歴史的地名の「行政区画変遷」を大規模オープンデータ化～『日本歴史地名大系』を平凡社地図出版との協働により機械可読データとして強化～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国立情報学研究所. 2023年10月18日.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辞典編集者との協働と、地名項目・行政地名変遷を公開する背景を説明する。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https://www.nii.ac.jp/news/release/2023/1018.html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関連資料</a:t>
            </a:r>
          </a:p>
        </p:txBody>
      </p:sp>
      <p:sp>
        <p:nvSpPr>
          <p:cNvPr id="4" name="文献 1: 『日本歴史地名大系』地名項目データセット地名辞書"/>
          <p:cNvSpPr txBox="1"/>
          <p:nvPr/>
        </p:nvSpPr>
        <p:spPr>
          <a:xfrm>
            <a:off x="548640" y="1463040"/>
            <a:ext cx="8046720" cy="1447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『日本歴史地名大系』地名項目データセット地名辞書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GeoNLP.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地名認識向け辞書のメタデータと配布先を提供する。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https://geonlp.ex.nii.ac.jp/dictionary/geoshape-nrct/</a:t>
            </a:r>
          </a:p>
        </p:txBody>
      </p:sp>
      <p:sp>
        <p:nvSpPr>
          <p:cNvPr id="5" name="文献 2: 日本歴史地名大系"/>
          <p:cNvSpPr txBox="1"/>
          <p:nvPr/>
        </p:nvSpPr>
        <p:spPr>
          <a:xfrm>
            <a:off x="548640" y="2948559"/>
            <a:ext cx="8046720" cy="1447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日本歴史地名大系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ジャパンナレッジ.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原典の内容と収録範囲、オンライン辞典での利用を紹介する。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https://japanknowledge.com/contents/rekishi/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関連資料</a:t>
            </a:r>
          </a:p>
        </p:txBody>
      </p:sp>
      <p:sp>
        <p:nvSpPr>
          <p:cNvPr id="4" name="文献 1: 国土地理院コンテンツ利用規約"/>
          <p:cNvSpPr txBox="1"/>
          <p:nvPr/>
        </p:nvSpPr>
        <p:spPr>
          <a:xfrm>
            <a:off x="548640" y="1463040"/>
            <a:ext cx="8046720" cy="1447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国土地理院コンテンツ利用規約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地理院タイルの出典・加工表示など、利用時の条件を定める。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https://www.gsi.go.jp/kikakuchousei/kikakuchousei40182.html</a:t>
            </a:r>
          </a:p>
        </p:txBody>
      </p:sp>
      <p:sp>
        <p:nvSpPr>
          <p:cNvPr id="5" name="文献 2: Attribution 4.0 International"/>
          <p:cNvSpPr txBox="1"/>
          <p:nvPr/>
        </p:nvSpPr>
        <p:spPr>
          <a:xfrm>
            <a:off x="548640" y="2948559"/>
            <a:ext cx="8046720" cy="1447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Attribution 4.0 International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Creative Commons.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表示義務、改変の扱いなど、CC BY 4.0の条件を定める。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https://creativecommons.org/licenses/by/4.0/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2026-10-27T18:46:50Z</dcterms:modified>
  <dc:title>nrct</dc:title>
  <dc:creator>sasakiy84</dc:creator>
  <dcterms:created xsi:type="dcterms:W3CDTF">2026-10-27T18:46:50Z</dcterms:created>
  <dc:language>ja-JP</dc:language>
</cp:coreProperties>
</file>