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CLUEbenchmark/CLU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CLUE" TargetMode="External"/><Relationship Id="rId3" Type="http://schemas.openxmlformats.org/officeDocument/2006/relationships/hyperlink" Target="https://www1.hkexnews.hk/listedco/listconews/sehk/2020/1026/2020102600165.pdf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CLU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luebenchmark/tasks/afqmc_public.zip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coling-main.419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luebenchmark/tasks/afqmc_public.zi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coling-main.419/" TargetMode="External"/><Relationship Id="rId3" Type="http://schemas.openxmlformats.org/officeDocument/2006/relationships/hyperlink" Target="https://storage.googleapis.com/cluebenchmark/tasks/afqmc_public.zip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coling-main.419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coling-main.419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cleva_scenario.py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CLUE" TargetMode="External"/><Relationship Id="rId3" Type="http://schemas.openxmlformats.org/officeDocument/2006/relationships/hyperlink" Target="https://aclanthology.org/2023.emnlp-demo.17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coling-main.419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coling-main.419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coling-main.419/" TargetMode="External"/><Relationship Id="rId3" Type="http://schemas.openxmlformats.org/officeDocument/2006/relationships/hyperlink" Target="https://github.com/CLUEbenchmark/CLUE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luebenchmark/tasks/afqmc_public.zip" TargetMode="External"/><Relationship Id="rId3" Type="http://schemas.openxmlformats.org/officeDocument/2006/relationships/hyperlink" Target="https://www1.hkexnews.hk/listedco/listconews/sehk/2020/1026/2020102600165.pdf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39190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448840"/>
            <a:ext cx="8046720" cy="1386840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Ant Financial Question Matching Corpus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金融サービスへの二つの質問が、似た意味かを判定する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AFQMCを公開する、CLUEの公式リポジトリ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AFQMC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1" y="1481328"/>
            <a:ext cx="7351776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 (n.d.). CLUE: AFQMC. GitHub.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https://github.com/CLUEbenchmark/CLUE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二つの金融相談を比べる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データの出所と構成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モデルの学習と評価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CLEVAでの利用と入手方法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二つの金融相談を比べる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二つの金融相談を比べる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金融サービスへの質問を、意味で照合する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AFQMCは、金融サービスに関する二つの中国語文を読み、意味が似ているか、異なるかを判定するデータセット。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花呗（後払い決済）、借呗（消費者向け融資）、支付宝（決済サービス）などの名称が頻出する。同じサービスの質問でも、利用開始、支払い、返済、返金など、何を尋ねているかは異なる。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二つの金融相談を比べる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 (n.d.). CLUE: AFQMC. GitHub.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https://github.com/CLUEbenchmark/CLUE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Ant Group (2020). H Share IPO Prospectus.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https://www1.hkexnews.hk/listedco/listconews/sehk/2020/1026/2020102600165.pdf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入力は二つの文、出力は0か1のラベル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原データのsentence1とsentence2に、比較する二つの文が入っている。labelは、1が「意味が似ている」、0が「意味が異なる」を表す。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モデルは二つの文を読み、どちらの関係に当たるかを予測する。短い相談や口語、誤字、伏せ字を含む文もある。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二つの金融相談を比べる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 (n.d.). CLUE: AFQMC. GitHub.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https://github.com/CLUEbenchmark/CLUE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実例1：店舗での利用開始と、使えない理由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二つの金融相談を比べる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文1：商家怎么开通花呗支付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文2：为什么无法开通花呗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文1：店舗側はどうすれば花呗決済を利用できるようになりますか。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文2：なぜ花呗を利用開始できないのですか。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216319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正解：意味が異なる（0）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実例2：支払えない注文と、表示されない選択肢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二つの金融相談を比べる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文1：为什么这个订单不可以花呗支付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文2：为什么支付时没有出现用花呗支付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文1：なぜこの注文では花呗で支払えないのですか。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文2：なぜ支払うとき、花呗で支払う選択肢が出なかったのですか。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216319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正解：意味が似ている（1）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実例3：早めの分割払いと、繰上げ完済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二つの金融相談を比べる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文1：花呗提前分期利息怎么算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文2：花呗分期提前结清会有手续费吗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文1：花呗で早めに分割払いにするとき、利息はどう計算されますか。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文2：花呗の分割払いを繰上げ完済すると、手数料はかかりますか。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216319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正解：意味が異なる（0）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同じ語があっても、尋ねている内容は異なる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同じ利用開始の話でも、店側の決済手続きと、使えない理由は異なる問いになる。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一方、注文で花呗を使えない理由と、支払時に花呗の選択肢が出ない理由には、「意味が似ている」というラベルが付く。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分割払いの利息の計算と、繰上げ完済の手数料も、尋ねている内容が異なる。対象や操作、条件が、意味を比べる手掛かりになる。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二つの金融相談を比べる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データの出所と構成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データの出所と構成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ATECの開発者向け大会に由来する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2020年のCLUE論文は、AFQMCをAnt Technology Exploration Conference（ATEC）の開発者向け大会に由来するデータと説明している。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オンラインの顧客対応を題材とし、質問ペアの意味が似ているかを判定する。CLUEでは、中国語理解を評価する課題の一つとして配布・評価されている。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データの出所と構成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(2020). CLUE: A Chinese Language Understanding Evaluation Benchmark. COLING.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https://aclanthology.org/2020.coling-main.419/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学習・開発の正解を公開、テストの正解は非公開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データの出所と構成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1920240"/>
                <a:gridCol w="1920240"/>
                <a:gridCol w="19202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0：異なる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1：似ている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23,761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10,573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34,334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2,978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1,338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4,316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3,861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計42,511組。学習用と開発用では、公開された正解を使って評価できる。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短い口語や伏せ字を含む、実際の相談文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「***」で月などが伏せられた文、短い断片、誤字を含む文が公開されている。情報が省略された状態でも、二つの質問の焦点を捉える必要がある。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同じ質問文が、別の文と組になって複数の分割に現れることもある。分類する対象は、一つの文ではなく二つの文の関係である。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データの出所と構成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モデルの学習と評価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モデルの学習と評価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正解ラベルと一致した割合を、正答率で測る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AFQMCの評価指標は正答率（Accuracy）。予測した0か1が正解と一致した文ペアの割合を求める。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開発用4,316組は、0が2,978組、1が1,338組。全てに0を答えるだけでも、正答率は約69%になる。ラベルの偏りも、得点を読む際の手掛かりになる。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モデルの学習と評価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(2020). CLUE: A Chinese Language Understanding Evaluation Benchmark. COLING.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https://aclanthology.org/2020.coling-main.419/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2020年のCLUE実験における正答率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モデルの学習と評価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BERT-base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73.70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ALBERT-xxlarge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75.60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RoBERTa-wwm-ext-large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76.55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AFQMCのテストに対する、2020年論文の報告値。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(2020). CLUE: A Chinese Language Understanding Evaluation Benchmark. COLING.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https://aclanthology.org/2020.coling-main.419/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モデルと人を、それぞれの条件で評価する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モデルは課題ごとに3回学習し、開発用データで最も成績がよかったモデルを選んで、テストで評価した。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人による評価では、無作為に選んだテスト100件を3人が判定した。多数決の正答率は81.0%だった。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モデルの成績はテスト全体、人の成績は100件を対象とする。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モデルの学習と評価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(2020). CLUE: A Chinese Language Understanding Evaluation Benchmark. COLING.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https://aclanthology.org/2020.coling-main.419/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CLEVAでの利用と入手方法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CLEVAでの利用と入手方法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CLEVAでは、二つの質問が同じ意味かを選ぶ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CLEVAでの利用と入手方法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公開されている中国語の設問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4173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64208"/>
            <a:ext cx="3383280" cy="2082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241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下面这两个问题是否表达了相同的意思？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1：商家怎么开通花呗支付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2：为什么无法开通花呗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不是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是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答：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664208"/>
            <a:ext cx="4389120" cy="2319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241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次の二つの質問は、同じ意味を表していますか？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1：店舗側はどうすれば花呗決済を利用できるようになりますか。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2：なぜ花呗を利用開始できないのですか。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いいえ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はい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答え：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4112091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正解：A（同じ意味ではない）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 (n.d.). CLEVAParaphraseIdentificationScenario. HELM.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公式データの入手先と、利用条件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CLUEの公式リポジトリが、AFQMCの公開ZIPへのリンクを示す。学習用・開発用・テスト用のJSONファイルを入手できる。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付属モデルコードのApacheライセンスとは別に、AFQMCデータ全体の利用許諾は明示されていない。再利用の条件は配布元への確認が必要。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CLEVAでは金融質問の意味照合に利用している。全問題や抽出範囲の詳細は、公開説明からは確認できない。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 (n.d.). CLUE: AFQMC. GitHub.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https://github.com/CLUEbenchmark/CLUE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Li et al. (2023).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JSONから、二つの質問とラベルを読む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CLEVAでの利用と入手方法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710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0536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open('train.json', encoding='utf-8') as f: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pair = json.loads(next(f))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print(pair['sentence1'])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print(pair['sentence2'])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print(pair['label'])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20195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1行が1組の質問。sentence1・sentence2が本文、labelが0または1。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尋ねている対象・操作・条件から、意味を比べる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AFQMCは、金融サービスに関する二つの質問が、似た意味かどうかを判定するデータセット。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同じサービス名を使う質問でも、何をしたいのか、何を知りたいのかは異なる。対象・操作・条件に注目すると、語の重なりだけでは捉えにくい違いが見えてくる。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学習・開発の正解ラベルを使ってモデルを学習・評価できる。CLUEで中国語理解の評価に使われ、CLEVAでは選択式の意味照合にも利用されている。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(2020). CLUE: A Chinese Language Understanding Evaluation Benchmark. COLING.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https://aclanthology.org/2020.coling-main.419/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686816"/>
          </a:xfrm>
        </p:spPr>
        <p:txBody>
          <a:bodyPr wrap="square" lIns="0" rIns="0" tIns="0" bIns="1016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追加の金融相談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モデル比較と参考文献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追加の金融相談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実例4：受取側の金額制限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文1：花呗收款额度限制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文2：收钱码，对花呗支付的金额有限制吗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文1：花呗で受け取る金額の制限。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文2：代金受取用コードでは、花呗で支払う金額に制限がありますか。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2928452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正解：意味が似ている（1）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実例5：支払い遅延の後、使えるまでの期間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文1：之前有逾期账单，，什么时候才能用花呗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文2：花呗逾期后多久能用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文1：以前、支払いが遅れた請求がありました。いつになれば花呗を使えますか。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文2：花呗で支払いが遅れた後、どのくらいで使えますか。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504185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正解：意味が似ている（1）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実例6：電話番号を変えた後の利用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938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文1：我开通花呗的手机号坏了，现在换了手机号怎么找回原来的号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文2：我以前的号码开通的支付宝，然后号码不用了，现在我开花呗要用不用的号码，能解决么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22013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文1：花呗を利用開始した携帯電話の番号が使えなくなりました。番号を変えた今、元の番号をどう取り戻せますか。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文2：以前の電話番号で支付宝を利用開始しましたが、その番号はもう使っていません。今、花呗を利用開始しようとすると、使わなくなった番号が必要になります。解決できますか。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4130719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正解：意味が似ている（1）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実例7：誤って解除した利用許可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文1：借呗授权取消了还能再次授权借呗吗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文2：借呗授权不小心关闭还能在授权吗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862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文1：借呗の利用許可を取り消した後、もう一度、借呗の利用を許可できますか。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文2：借呗の利用許可をうっかり無効にしました。もう一度許可できますか。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792052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正解：意味が似ている（1）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実例8：請求前の表示と、支払期限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文1：花呗提示未出账，还款是什么时候还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文2：今天用花呗买了 什么时候还款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文1：花呗に「まだ請求が出ていない」と表示されます。返済はいつすればよいですか。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文2：今日、花呗で買い物をしました。いつ返済すればよいですか。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504185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正解：意味が似ている（1）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実例9：返金された後も、返済が必要か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文1：订单退款成功了，为什么仍然要还花呗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文2：退款到了花呗，为什么还要还款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文1：注文の返金は完了したのに、なぜまだ花呗に返済しなければならないのですか。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文2：返金が花呗に戻ったのに、なぜまだ返済が必要なのですか。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504185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正解：意味が似ている（1）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実例10：本人確認と、開設できる数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文1：一个身份证能办几个花呗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文2：花呗身份验证为何不亮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文1：1枚の身分証で、花呗はいくつ開設できますか。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文2：なぜ花呗の本人確認の表示が点灯しないのですか。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216319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正解：意味が異なる（0）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実例11：返済日の勘違いと、日付の変更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文1：记错借呗的还款日期 这几天没去注意 怎么办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文2：支付借呗怎么修改还款日期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862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文1：借呗の返済日を勘違いしていました。この数日は気にしていなかったのですが、どうすればよいですか。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文2：借呗への返済日をどう変更すればよいですか。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792052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正解：意味が異なる（0）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実例12：伏せ字を含む請求月と、過去の明細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784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文1：***月份的花呗为什么出现在***月份的账单里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文2：花呗的往期账单怎么查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文1：なぜ***月の花呗の利用分が、***月の請求明細に出てくるのですか。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文2：花呗の過去の請求明細は、どう確認できますか。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504185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正解：意味が異なる（0）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実例13：高速鉄道の乗車券と、支払サービス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追加の金融相談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中国語原文（2文とも全文）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554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783080"/>
            <a:ext cx="33832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文1：花呗支持高铁票支付吗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文2：为什么友付宝不支持花呗付款</a:t>
            </a:r>
          </a:p>
        </p:txBody>
      </p:sp>
      <p:sp>
        <p:nvSpPr>
          <p:cNvPr id="7" name="quote-frame"/>
          <p:cNvSpPr/>
          <p:nvPr/>
        </p:nvSpPr>
        <p:spPr>
          <a:xfrm>
            <a:off x="4160520" y="1783080"/>
            <a:ext cx="43891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858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文1：花呗は高速鉄道の乗車券の支払いに対応していますか。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文2：なぜ友付宝は花呗での支払いに対応していないのですか。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85216" y="3216319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正解：意味が異なる（0）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 Financial / CLUE team (n.d.). AFQMC public data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モデル比較と参考文献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モデル比較と参考文献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2020年：その他のモデルの成績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モデル比較と参考文献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32304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BERT-wwm-ext-base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74.07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ALBERT-tiny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69.92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ERNIE-base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73.83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XLNet-mid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70.50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RoBERTa-large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74.02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RoBERTa-wwm-ext-base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74.04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2224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AFQMCのテストに対する、2020年論文の報告値。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(2020). CLUE: A Chinese Language Understanding Evaluation Benchmark. COLING.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https://aclanthology.org/2020.coling-main.419/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モデル比較と参考文献</a:t>
            </a:r>
          </a:p>
        </p:txBody>
      </p:sp>
      <p:sp>
        <p:nvSpPr>
          <p:cNvPr id="4" name="文献 1: CLUE: A Chinese Language Understanding Evaluation Benchmark"/>
          <p:cNvSpPr txBox="1"/>
          <p:nvPr/>
        </p:nvSpPr>
        <p:spPr>
          <a:xfrm>
            <a:off x="548640" y="1463040"/>
            <a:ext cx="8046720" cy="1991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CLUE: A Chinese Language Understanding Evaluation Benchmark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Liang Xu et al. · 2020 · COLING, pp4762–4772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AFQMCなど中国語理解の課題をまとめ、教師ありモデルの成績と人による評価を報告する。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https://aclanthology.org/2020.coling-main.419/</a:t>
            </a:r>
          </a:p>
        </p:txBody>
      </p:sp>
      <p:sp>
        <p:nvSpPr>
          <p:cNvPr id="5" name="文献 2: CLUE: official repository and AFQMC description"/>
          <p:cNvSpPr txBox="1"/>
          <p:nvPr/>
        </p:nvSpPr>
        <p:spPr>
          <a:xfrm>
            <a:off x="548640" y="3689096"/>
            <a:ext cx="8046720" cy="1322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CLUE: official repository and AFQMC description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CLUE team · n.d. · GitHub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AFQMCの正式名称、二値ラベル、公開分割とデータの入手先を示す。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https://github.com/CLUEbenchmark/CLUE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モデル比較と参考文献</a:t>
            </a:r>
          </a:p>
        </p:txBody>
      </p:sp>
      <p:sp>
        <p:nvSpPr>
          <p:cNvPr id="4" name="文献 1: AFQMC public data archive"/>
          <p:cNvSpPr txBox="1"/>
          <p:nvPr/>
        </p:nvSpPr>
        <p:spPr>
          <a:xfrm>
            <a:off x="548640" y="1463040"/>
            <a:ext cx="8046720" cy="16436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AFQMC public data archive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Ant Financial / CLUE team · n.d. · 公式公開データ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中国語の質問ペアと学習・開発用の正解ラベル、テスト用の質問ペアを配布する。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https://storage.googleapis.com/cluebenchmark/tasks/afqmc_public.zip</a:t>
            </a:r>
          </a:p>
        </p:txBody>
      </p:sp>
      <p:sp>
        <p:nvSpPr>
          <p:cNvPr id="5" name="文献 2: Ant Group — H Share IPO Prospectus"/>
          <p:cNvSpPr txBox="1"/>
          <p:nvPr/>
        </p:nvSpPr>
        <p:spPr>
          <a:xfrm>
            <a:off x="548640" y="3399536"/>
            <a:ext cx="8046720" cy="164363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Ant Group — H Share IPO Prospectus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Ant Group Co., Ltd. · 2020 · Hong Kong Stock Exchange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金融サービスの事業説明。花呗・借呗の消費者向け信用と、支付宝の決済機能を記載する。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https://www1.hkexnews.hk/listedco/listconews/sehk/2020/1026/2020102600165.pdf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モデル比較と参考文献</a:t>
            </a:r>
          </a:p>
        </p:txBody>
      </p:sp>
      <p:sp>
        <p:nvSpPr>
          <p:cNvPr id="4" name="文献 1: CLEVA: Chinese Language Models EVAluation Platform"/>
          <p:cNvSpPr txBox="1"/>
          <p:nvPr/>
        </p:nvSpPr>
        <p:spPr>
          <a:xfrm>
            <a:off x="548640" y="1463040"/>
            <a:ext cx="8046720" cy="16436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· 2023 · EMNLP System Demonstrations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中国語モデルを多様な課題で評価する枠組み。金融質問を含む質問ペアの意味照合も扱う。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  <p:sp>
        <p:nvSpPr>
          <p:cNvPr id="5" name="文献 2: CLEVAParaphraseIdentificationScenario"/>
          <p:cNvSpPr txBox="1"/>
          <p:nvPr/>
        </p:nvSpPr>
        <p:spPr>
          <a:xfrm>
            <a:off x="548640" y="3399536"/>
            <a:ext cx="8046720" cy="164363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CLEVAParaphraseIdentificationScenario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n.d. · HELM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金融サービスへの二つの質問が同じ意味かを問う、選択式の設問例を示す実装。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2026-10-18T12:39:32Z</dcterms:modified>
  <dc:title>afqmc</dc:title>
  <dc:creator>sasakiy84</dc:creator>
  <dcterms:created xsi:type="dcterms:W3CDTF">2026-10-18T12:39:32Z</dcterms:created>
  <dc:language>ja-JP</dc:language>
</cp:coreProperties>
</file>