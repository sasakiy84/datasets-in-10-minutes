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CLU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dc.cloud.alipay.com/index#/topic/intro?id=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/blob/master/baselines/models_pytorch/classifier_pytorch/processors/clue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github.com/CLUEbenchmark/CLUE/tree/master/baselines/models_pytorch/classifier_pytorch/metric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CLUE/tree/master/baselines/models_pytorch/classifier_pytorch/metric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fm.stanford.edu/helm/classic/v0.4.0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Relationship Id="rId3" Type="http://schemas.openxmlformats.org/officeDocument/2006/relationships/hyperlink" Target="https://storage.googleapis.com/cluebenchmark/tasks/afqmc_public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CLUE/tree/master/baselines/models_pytorch/classifier_pytorch/metric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github.com/CLUEbenchmark/CLUE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github.com/CLUEbenchmark/CLUE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Relationship Id="rId3" Type="http://schemas.openxmlformats.org/officeDocument/2006/relationships/hyperlink" Target="https://dc.cloud.alipay.com/index#/topic/intro?id=3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CLUE/tree/master/baselines/models_pytorch/classifier_pytorch" TargetMode="External"/><Relationship Id="rId3" Type="http://schemas.openxmlformats.org/officeDocument/2006/relationships/hyperlink" Target="https://aclanthology.org/2023.emnlp-demo.17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fm.stanford.edu/helm/classic/v0.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Ant Financial Question Matching Corpus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金融相談の二つの文を、意味で照合する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AFQMCを公開する、CLUEの公式リポジトリ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AFQMC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1" y="1481328"/>
            <a:ext cx="7351776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CLUE公式README、AFQMCの定義と公開分割。固定版9e61ddd3659d。 現在の公式README。2020年の論文成績とは区別する。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二つの金融相談を比べる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出所と、公開ラベルの構造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評価の分母と比較条件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CLEVAでの採用と利用条件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二つの金融相談を比べる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同じ商品名より、何を尋ねているかを読む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AFQMCは、金融サービスに関する二つの中国語文を読み、意味が似ているか、異なるかを判定するデータセット。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花呗・借呗・支付宝などの名称が頻出する。同じサービス名があっても、利用開始、支払方法、返済、返金など、尋ねている対象や操作は異なる。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この課題の出力は、二つの文の意味についてのラベル。返済日や手数料への実際の回答を生成する課題ではない。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CLUE公式README、AFQMCの定義と公開分割。固定版9e61ddd3659d。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文1・文2の関係を、0か1で答える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配布ラベルは、1が「意味が似ている」、0が「意味が異なる」。サービスへの賛否や、相談内容の正しさを示す値ではない。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原データの項目はsentence1、sentence2、label。短い相談、口語、誤字、伏せ字なども、そのまま公開されている。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以下の例は公式公開データの全文と配布ラベル。訳にはサービスの実際の仕様や、原文にない返済条件を書き足さない。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CLUE公式README、AFQMCの定義と公開分割。固定版9e61ddd3659d。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実例1：店の決済開通と、開通できない理由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train.json / 0起算行6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文1：商家怎么开通花呗支付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文2：为什么无法开通花呗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文1：店舗側はどうすれば花呗決済を利用できるようになりますか。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文2：なぜ花呗を利用開始できないのですか。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280327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train.json、0起算行6。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利用開始という語だけでは、同じ問いにならない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同じ開通という語があっても、店側の手続きと利用できない理由は異なる。HELM公開説明例と全文・正解が一致する。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文1は商家、つまり店側が花呗決済を使えるようにする手順を尋ねる。文2は利用開始できない理由を尋ねている。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HELMの公開説明例では、Aが「不是」、Bが「是」で、正解はA。原データの0と対応するが、すべての設定の選択肢順まで推測しない。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CLEVAParaphraseIdentificationScenario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実例2：注文での利用不可と、支払選択肢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0起算行5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文1：为什么这个订单不可以花呗支付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文2：为什么支付时没有出现用花呗支付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文1：なぜこの注文では花呗で支払えないのですか。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文2：なぜ支払うとき、花呗で支払う選択肢が出なかったのですか。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280327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支払えない状態を、別の表現で尋ねる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表現が異なっていても、配布ラベルは同じ意味とする。語の重なりだけでは判定しない。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文1は注文で花呗を使えない理由、文2は支払時に花呗の選択肢が出ない理由を問う。配布データはラベル1としている。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意味が近いという注釈を、語が一字一句同じという条件へ置き換えない。文脈や問いの焦点を併せて読む。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実例3：早めの分割払いと、繰上げ完済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0起算行13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文1：花呗提前分期利息怎么算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文2：花呗分期提前结清会有手续费吗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文1：花呗で早めに分割払いにするとき、利息はどう計算されますか。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文2：花呗の分割払いを繰上げ完済すると、手数料はかかりますか。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280327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dev.json、0起算行13。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利息の計算と、完済時の手数料を分ける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分割払いの利息の計算方法と、完済手数料の有無を区別する。配布ラベルを保持し、金融上の回答を補わない。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文1は早めに分割払いにする際の利息の計算、文2は分割払いを繰上げ完済する際の手数料の有無を尋ねている。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二つの文を似ていると感じても、ここでは公式配布の0を保持する。新しい正解を作って、元ラベルを上書きしない。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出所と、公開ラベルの構造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元の出所は、ATECの開発者向け大会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2020年のCLUE正式論文は、AFQMCをAnt Technology Exploration Conference（ATEC）のDeveloper competition由来と説明する。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文ペアの意味が似ているかを判定する二値分類で、CLUEの表はデータの分野をonline customer serviceと示す。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元大会の配布経路は論文脚注にあるが、今回の取得では応答を得られなかった。原大会とCLUE公開版の全レコード同一性は確認できていない。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Ant Technology Exploration Conference. CLUE正式論文が示す元大会の経路。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https://dc.cloud.alipay.com/index#/topic/intro?id=3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公開3分割：ラベルを読める範囲が異なる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1828800"/>
                <a:gridCol w="1828800"/>
                <a:gridCol w="17373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0：異なる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1：似ている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23,761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10,573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34,334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3,861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3ファイルの合計は42,511組。testの件数を、正解を確認できる件数へ加算しない。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原ラベルと、コードが置く仮の値を分ける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公開testには正解ラベルがない。読み込みコードが置く仮の0を、配布正解とみなして採点しない。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公式AfqmcProcessorは、train/devではlabelを読む。testでは実行に必要な仮値として文字列「0」を入れる。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この0を使って全testの正答率を計算しても、意味のある評価にならない。ラベル非公開のtestと、正解付きdevを区別する。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AfqmcProcessor. CLUE official PyTorch baseline、9e61ddd3659d。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https://github.com/CLUEbenchmark/CLUE/blob/master/baselines/models_pytorch/classifier_pytorch/processors/clue.py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原文の省略、誤字、伏せ字を保持する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「***」は配布された文字列の一部。月や金額が伏せられていても、実際の値を推測して復元しない。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原文には断片的な相談や誤字もある。原文を勝手に整文せず、日本語訳では意味が確認できる範囲で自然に表す。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花呗、借呗、友付宝などは原文の商品・サービス名を区別して残す。似た字の別名へ訂正しない。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同じ単文と、同じ文ペアは別の単位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分割間に同じ単文が現れても、二つの文を組にしたレコードが同じとは限らない。単文の共有と文ペアの共有を分けて数える。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取得版では、train・dev・testの間に同一の文ペアは見つからなかった。文1と文2を入れ替えた組として比較しても、分割間の共有は0組。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一方で単文文字列の共有は、train–dev170種類、train–test174種類、dev–test33種類。数字・空白・記号を変えずに照合した。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出所と、公開ラベルの構造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評価の分母と比較条件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AFQMCの基本指標は、二値の正答率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CLUE正式論文と公式compute_metricsは、AFQMCをaccuracyで評価する。配布正解と予測ラベルが一致した割合である。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同じファイルにはF1を計算する関数もあるが、AFQMCの分岐が返す値はaccuracy。関数が存在するだけで、この課題の公式主指標とはしない。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以降のモデル成績は2020年論文の報告値。今回、モデルを新しく学習・推論して得た結果ではない。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team. compute_metrics / simple_accuracy. CLUE official PyTorch baseline、9e61ddd3659d。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https://github.com/CLUEbenchmark/CLUE/tree/master/baselines/models_pytorch/classifier_pytorch/metrics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devで定数予測を採点し、分母を確かめる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92608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一致数／全件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すべて0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2,978 / 4,316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すべて1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1,338 / 4,316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公式simple_accuracyとcompute_metricsをそのままローカル実行。モデル成績ではなく、正解付きdevでの定数予測。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compute_metrics / simple_accuracy. CLUE official PyTorch baseline、9e61ddd3659d。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https://github.com/CLUEbenchmark/CLUE/tree/master/baselines/models_pytorch/classifier_pytorch/metrics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2020年のCLUE論文：AFQMCのtest成績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73.70%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ALBERT-xxlarge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75.60%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RoBERTa-wwm-ext-large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76.55%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2020年論文のAFQMC成績。CLUE全課題の平均値や、dev定数予測との同条件比較ではない。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3回の学習から、devで選んだtest結果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論文はモデルを課題ごとにfine-tuneし、devの成績でハイパーパラメータとearly stoppingのチェックポイントを選んだと説明する。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各モデルを3回fine-tuneし、devで最も良かったモデルのtest結果を報告する。3回のtest正答率を平均した値とは説明していない。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公開の全test予測は今回取得していない。論文の73.70%などを、独立に再採点した値とは呼ばない。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人手評価は、別の100件を多数決で判定した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人手の81.0%は、testから無作為に選んだ100件に対する、3人の多数決の正答率。モデルの全test成績とは分母が異なる。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判定者は、事前にdevの30〜50件を解き、正解と比べて誤りや疑問を話し合った。その後、無作為に選んだtest100件を判定した。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AFQMCでは3人が83.0%、81.0%、76.0%、平均80.0%、多数決81.0%。この多数決の正答率は、データ作成時の注釈者間一致度ではない。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評価の分母と比較条件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CLEVAでの採用と利用条件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CLEVAでの採用と利用条件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CLEVAは、金融質問の意味照合に採用する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CLEVAは、paraphrase_identificationのfinancial_questionで、二つの質問が同じ意味かを選択式で尋ねる。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HELMの公開説明例は、「商家怎么开通花呗支付」と「为什么无法开通花呗」。公式AFQMC trainの0起算行6に全文一致し、原ラベル0と公開正解Aも対応する。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CLEVA論文のCLUE/FewCLUEという出所の説明に加え、この原文・正解の一致でAFQMCとの対応を確認できる。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CLEVAParaphraseIdentificationScenario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実装の存在と、公開実行の結果を分ける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v0.4.0の言い換え判定クラスは、financial_questionを扱う。prompt_idは0〜5の6通り。実際の文面と候補順は、変換済みテンプレートに依存する。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固定Classic v0.4.0の公開8,526runには、CLEVAの実行は0件。AFQMC採用版の実要求出力や得点を、この版から再採点できない。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CLEVAの選定原票と全テンプレートは取得できていない。公式AFQMCの42,511組を、そのままCLEVAの評価件数に置き換えない。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CLEVAParaphraseIdentificationScenario / Converter. HELM v0.4.0.</a:t>
            </a:r>
          </a:p>
          <a:p>
            <a:pPr>
              <a:lnSpc>
                <a:spcPts val="940"/>
              </a:lnSpc>
              <a:spcAft>
                <a:spcPts val="40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HELM Classic v0.4.0、2023-11-17固定公開版。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配布データと、実装・論文の権利を分ける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CLUE公式READMEはAFQMCの定義、分割、公式ZIPを示す。ZIPは取得日とSHA256で版を特定し、取り出した各ファイルも区別して参照する。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原大会由来の設問を、CLUEの論文・モデル実装・翻訳と区別する。サブディレクトリにあるモデルコードのApacheライセンスを、データ全体の許諾とみなさない。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確認した公式経路では、AFQMCデータ固有の包括的なライセンスを特定できていない。元の出所と著者への帰属を保って参照する。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CLUE公式README、AFQMCの定義と公開分割。固定版9e61ddd3659d。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二つの文の焦点を、ラベルと併せて読む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AFQMCは、金融相談の二つの文が似た意味かどうかを測る文ペア分類。語の重なりより、対象、操作、条件、尋ねている量に注意する。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公開train/devの正解、ラベル非公開test、コード中の仮値を区別する。元大会・CLUE公開版・CLEVA採用版も、同じ集合と仮定しない。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モデル成績は学習・選択・評価の分母を確認して解釈する。人手の多数決、注釈一致度、定数予測の得点を混ぜない。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CLEVAでの採用と利用条件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追加の相談文と配布ラベル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原位置・集計・実装の補足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追加の相談文と配布ラベル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実例4：受取側の金額制限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0起算行10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文1：花呗收款额度限制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文2：收钱码，对花呗支付的金额有限制吗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文1：花呗で受け取る金額の制限。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文2：代金受取用コードでは、花呗で支払う金額に制限がありますか。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2992460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dev.json、0起算行10。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実例5：支払い遅延の後、使えるまでの期間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0起算行19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文1：之前有逾期账单，，什么时候才能用花呗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文2：花呗逾期后多久能用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文1：以前、支払いが遅れた請求がありました。いつになれば花呗を使えますか。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文2：花呗で支払いが遅れた後、どのくらいで使えますか。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5681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dev.json、0起算行19。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実例6：電話番号を変えた後の利用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0起算行22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938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文1：我开通花呗的手机号坏了，现在换了手机号怎么找回原来的号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文2：我以前的号码开通的支付宝，然后号码不用了，现在我开花呗要用不用的号码，能解决么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2192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文1：花呗を利用開始した携帯電話の番号が使えなくなりました。番号を変えた今、元の番号をどう取り戻せますか。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文2：以前の電話番号で支付宝を利用開始しましたが、その番号はもう使っていません。今、花呗を利用開始しようとすると、使わなくなった番号が必要になります。解決できますか。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4186260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dev.json、0起算行22。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実例7：誤って解除した利用許可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0起算行28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文1：借呗授权取消了还能再次授权借呗吗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文2：借呗授权不小心关闭还能在授权吗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文1：借呗の利用許可を取り消した後、もう一度、借呗の利用を許可できますか。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文2：借呗の利用許可をうっかり無効にしました。もう一度許可できますか。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8475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dev.json、0起算行28。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実例8：請求前の表示と、支払期限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0起算行35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文1：花呗提示未出账，还款是什么时候还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文2：今天用花呗买了 什么时候还款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文1：花呗に「まだ請求が出ていない」と表示されます。返済はいつすればよいですか。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文2：今日、花呗で買い物をしました。いつ返済すればよいですか。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5681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dev.json、0起算行35。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実例9：返金された後も、返済が必要か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0起算行36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文1：订单退款成功了，为什么仍然要还花呗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文2：退款到了花呗，为什么还要还款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文1：注文の返金は完了したのに、なぜまだ花呗に返済しなければならないのですか。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文2：返金が花呗に戻ったのに、なぜまだ返済が必要なのですか。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5681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dev.json、0起算行36。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実例10：本人確認と、開設できる数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0起算行7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文1：一个身份证能办几个花呗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文2：花呗身份验证为何不亮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文1：1枚の身分証で、花呗はいくつ開設できますか。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文2：なぜ花呗の本人確認の表示が点灯しないのですか。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280327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dev.json、0起算行7。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実例11：返済日の勘違いと、日付の変更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0起算行14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文1：记错借呗的还款日期 这几天没去注意 怎么办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文2：支付借呗怎么修改还款日期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文1：借呗の返済日を覚え間違え、この数日、気にしていませんでした。どうすればよいですか。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文2：借呗への返済日をどう変更すればよいですか。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5681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dev.json、0起算行14。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実例12：伏せ字を含む請求月と、過去の明細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0起算行15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784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文1：***月份的花呗为什么出现在***月份的账单里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文2：花呗的往期账单怎么查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5747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文1：なぜ***月の花呗の利用分が、***月の請求明細に出てくるのですか。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文2：花呗の過去の請求明細は、どう確認できますか。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568193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dev.json、0起算行15。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実例13：高速鉄道の乗車券と、支払サービス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追加の相談文と配布ラベル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公式ZIP / dev.json / 0起算行1 / 2文とも全文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6276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日本語訳（全文）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" y="1847088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文1：花呗支持高铁票支付吗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文2：为什么友付宝不支持花呗付款</a:t>
            </a:r>
          </a:p>
        </p:txBody>
      </p:sp>
      <p:sp>
        <p:nvSpPr>
          <p:cNvPr id="8" name="quote-frame"/>
          <p:cNvSpPr/>
          <p:nvPr/>
        </p:nvSpPr>
        <p:spPr>
          <a:xfrm>
            <a:off x="4160520" y="1847088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485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文1：花呗は高速鉄道の乗車券の支払いに対応していますか。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文2：なぜ友付宝は花呗での支払いに対応していないのですか。</a:t>
            </a:r>
          </a:p>
        </p:txBody>
      </p:sp>
      <p:sp>
        <p:nvSpPr>
          <p:cNvPr id="9" name="answer"/>
          <p:cNvSpPr txBox="1"/>
          <p:nvPr/>
        </p:nvSpPr>
        <p:spPr>
          <a:xfrm>
            <a:off x="585216" y="3280327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 dev.json、0起算行1。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原位置・集計・実装の補足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原位置：ファイル名と0起算行で特定する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3108960"/>
                <a:gridCol w="2011680"/>
                <a:gridCol w="182880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原位置：追加例の後半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3108960"/>
                <a:gridCol w="2011680"/>
                <a:gridCol w="18288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0起算行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同じ文ペアと、同じ単文の分割間共有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011680"/>
                <a:gridCol w="25603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分割の組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文ペア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単文文字列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dev–test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文ペアは順序付きでも、文1/文2を入れ替えた比較でも共有0。単文は文1・文2の位置を区別せず集合化。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分割内の原文形式を、そのまま数える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834640"/>
                <a:gridCol w="22860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***を含む組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同文同士の組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3,548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trainは順序付きの重複0だが、文を入れ替えた組で重複が2組ある。原レコードを削除せず保持する。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team. AFQMC公式公開ZIP、2026-10-18取得。元設問の権利は出所に帰属。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devの多数派だけを答える場合の正答率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94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52069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rows = [json.loads(s) for s in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Path('dev.json').read_text().splitlines()]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sum(r['label'] == '0' for r in rows)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print(correct, len(rows), correct / len(rows))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0486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出力は2978、4316、0.6899907321594069。正式モデルのtest得点ではない。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compute_metrics / simple_accuracy. CLUE official PyTorch baseline、9e61ddd3659d。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https://github.com/CLUEbenchmark/CLUE/tree/master/baselines/models_pytorch/classifier_pytorch/metrics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2020年：AFQMCのモデル比較①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612648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BERT-wwm-ext-base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ALBERT-tiny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ALBERT-xxlarge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ERNIE-base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2020年論文のAFQMC test報告値。全予測から再計算した得点ではない。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2020年：AFQMCのモデル比較②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612648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XLNet-mid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RoBERTa-wwm-ext-base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RoBERTa-wwm-ext-large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2020年論文のAFQMC test報告値。CLUE全課題の平均とは分けて読む。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公開baselineの実行設定は、論文全体と分ける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公式BERT baselineのAFQMC用シェルには、max_seq_length128、batch32、学習率2e−5、3epochの設定がある。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これは一つの公開実装の設定であり、論文の全9モデルに同一のハイパーパラメータを使ったことを意味しない。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同じ設定をCLEVAの提示例数や生成数として転用しない。CLEVAの完全なinfer_paramsは今回取得できていない。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原位置・集計・実装の補足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team. CLUE公式README、AFQMCの定義と公開分割。固定版9e61ddd3659d。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AFQMCを収録した、CLUEのベンチマーク研究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2020年のCLUE論文は、Liang Xu・Hai Hu・Xuanwei ZhangらCLUE teamによるCOLING論文。中国語理解の複数課題をまとめ、教師あり学習の基準値と人手評価を報告した。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AFQMCの原大会由来という説明と、CLUEによる配布・評価を分けて読む。原大会データの全注釈手順や、CLUE分割を作った乱数seedは、確認した一次資料では特定できていない。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AFQMCと他の短文意味照合データは、出所・分割・ラベルの基準を分けて読む。CLEVA採用版も、元AFQMCの全件とは別の集合として扱う。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COLING, 4762–4772.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team. CLUE公式README、AFQMCの定義と公開分割。固定版9e61ddd3659d。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UE: A Chinese Language Understanding Evaluation Benchmark"/>
          <p:cNvSpPr txBox="1"/>
          <p:nvPr/>
        </p:nvSpPr>
        <p:spPr>
          <a:xfrm>
            <a:off x="548640" y="1463040"/>
            <a:ext cx="8046720" cy="144716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CLUE: A Chinese Language Understanding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Xu et al. · 2020 · COLING 4762–4772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AFQMCの出所、評価指標、教師ありモデル成績と人手評価を報告する。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  <p:sp>
        <p:nvSpPr>
          <p:cNvPr id="5" name="文献 2: CLUE: official repository and AFQMC description"/>
          <p:cNvSpPr txBox="1"/>
          <p:nvPr/>
        </p:nvSpPr>
        <p:spPr>
          <a:xfrm>
            <a:off x="548640" y="342125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CLUE: official repository and AFQMC description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fixed commit 9e61ddd3659d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AFQMCの正式名称、二値ラベル、公開分割とデータ入手先を示す。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FQMC public data archive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 public data archive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 Financial / CLUE team · official GCS ZIP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原文ペアとtrain/devのラベル、ラベル非公開testを配布する。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  <p:sp>
        <p:nvSpPr>
          <p:cNvPr id="5" name="文献 2: ATEC Developer competition: original route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ATEC Developer competition: original route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 Technology Exploration Conference · cited in CLUE2020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AFQMCの出所として元論文が挙げる大会の経路。今回の応答は未取得。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https://dc.cloud.alipay.com/index#/topic/intro?id=3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fqmcProcessor and compute_metrics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AfqmcProcessor and compute_metrics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official PyTorch baseline · 9e61ddd3659d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2文の読み込み、test仮ラベル、AFQMCのaccuracy分岐を定義する。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https://github.com/CLUEbenchmark/CLUE/tree/master/baselines/models_pytorch/classifier_pytorch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· 2023 · EMNLP System Demonstrations 186–217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金融質問を含む、質問ペアの意味照合という後続利用を説明する。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ParaphraseIdentificationScenario and Converter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CLEVAParaphraseIdentificationScenario and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AFQMC原例と一致する説明例、候補の変換、正解タグを定義する。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  <p:sp>
        <p:nvSpPr>
          <p:cNvPr id="5" name="文献 2: HELM Classic v0.4.0 public release"/>
          <p:cNvSpPr txBox="1"/>
          <p:nvPr/>
        </p:nvSpPr>
        <p:spPr>
          <a:xfrm>
            <a:off x="548640" y="3131693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 public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release 2023-11-17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固定8,526runの一覧。CLEVA実行の有無を調べる対象。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2026-10-18T10:26:45Z</dcterms:modified>
  <dc:title>afqmc</dc:title>
  <dc:creator>sasakiy84</dc:creator>
  <dcterms:created xsi:type="dcterms:W3CDTF">2026-10-18T10:26:45Z</dcterms:created>
  <dc:language>ja-JP</dc:language>
</cp:coreProperties>
</file>