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overturemaps.or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tting-data/cloud-sources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getting-data/cloud-sources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ac.overturemaps.org/2026-10-21.0/catalog.js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stac.overturemaps.org/2026-10-21.0/catalog.jso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stac.overturemaps.org/2026-10-21.0/catalog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stac.overturemaps.org/2026-10-21.0/catalog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stac.overturemaps.org/2026-10-21.0/catalog.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parquet.org/releases/v1.1.0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ac.overturemaps.org/2026-10-21.0/catalog.js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schema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schema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schema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verturemaps.org/announcements/2023/overture-maps-foundation-releases-first-world-wide-open-map-dataset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rs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rs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rs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tting-data/cloud-sources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getting-data/overturemaps-py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attribution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tting-data/cloud-sources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tting-data/duckdb/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getting-data/duckdb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ac.overturemaps.org/2026-10-21.0/catalog.jso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schema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cs.overturemaps.org/getting-data/cloud-sources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getting-data/cloud-sources/" TargetMode="External"/><Relationship Id="rId3" Type="http://schemas.openxmlformats.org/officeDocument/2006/relationships/hyperlink" Target="https://docs.overturemaps.org/schema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gers/" TargetMode="External"/><Relationship Id="rId3" Type="http://schemas.openxmlformats.org/officeDocument/2006/relationships/hyperlink" Target="https://geoparquet.org/releases/v1.1.0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overturemaps.org/attribution/" TargetMode="External"/><Relationship Id="rId3" Type="http://schemas.openxmlformats.org/officeDocument/2006/relationships/hyperlink" Target="https://overturemaps.org/announcements/2023/overture-maps-foundation-releases-first-world-wide-open-map-dataset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1004570"/>
          </a:xfrm>
        </p:spPr>
        <p:txBody>
          <a:bodyPr wrap="square" lIns="0" rIns="0" tIns="0" bIns="1016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 Maps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世界の地物を、共通の構造で扱う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 Mapsの公式サイト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Overture Maps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https://overturemaps.org/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地図を構成するデータ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形状と属性の読み方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統合・更新と利用方法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複数の出所を、共通の地図データへ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 Mapsは、世界の建物、道路、施設などを、共通の構造で配布するオープンな地理データ。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企業・公的機関・OpenStreetMapなどのデータを統合し、地物の形状と属性を提供する。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必要な範囲や種類を抽出し、自分の地図や分析に使える。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Accessing the Overture Catalog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6テーマで、地物の種類を整理する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2565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テーマ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Addresses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住所とその位置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水域、土地被覆、土地利用など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Buildings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建物と建物の部分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Divisions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行政区画とその範囲・境界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Places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店舗や施設などの地点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Transportation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道路・鉄道などの線と接続点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Accessing the Overture Catalog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京都の同じ範囲を、地物ごとに描く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建物の輪郭、道路の中心線、施設の位置は、それぞれ別のレコードとして格納される。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ここでは京都中心部の配布データから、建物・交通・施設を取り出して描画する。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使用するデータのバージョンは2026-10-21.0。地図の色や線の太さは、この資料で付けた。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京都中心部：建物・交通・水域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pic>
        <p:nvPicPr>
          <p:cNvPr id="4" name="Picture 3" descr="kyot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9600"/>
            <a:ext cx="8321040" cy="312039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建物の輪郭を拡大する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pic>
        <p:nvPicPr>
          <p:cNvPr id="4" name="Picture 3" descr="building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9600"/>
            <a:ext cx="8321040" cy="312039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建物レコード：錦市場の屋根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names.primary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錦市場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class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roof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height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geometryの種類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POLYGON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0208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このレコードではclassがroof。heightはnullで、高さの値は入っていない。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交通の線を、種類ごとに描く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pic>
        <p:nvPicPr>
          <p:cNvPr id="4" name="Picture 3" descr="transpor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9600"/>
            <a:ext cx="8321040" cy="312039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交通レコード：錦小路通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names.primary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錦小路通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road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class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pedestrian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接続点の数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0208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歩行者用道路の線として表される。接続点の識別子と、線上の位置も属性に持つ。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施設の位置と名前を重ねる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pic>
        <p:nvPicPr>
          <p:cNvPr id="4" name="Picture 3" descr="pla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9600"/>
            <a:ext cx="8321040" cy="312039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施設レコード：名前と分類を読む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地図を構成するデータ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names.primary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汸臼庵京都錦本店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taxonomy.primary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japanese_restaurant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operating_status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geometryの種類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020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施設の点に、名称や営業状況、階層のあるカテゴリが結び付く。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GeoParquetは、形状を持つ列指向の表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1行が一つの地物を表し、geometry列に位置や輪郭、ほかの列に名前・種類・出所などを持つ。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Parquetは列単位で圧縮する形式。必要な列と範囲を選び、クラウド上のファイルから読み込める。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GeoParquetのメタデータが、形状の符号化方式や座標系を表に結び付ける。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GeoParquet, n.d., GeoParquet Format Specification v1.1.0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https://geoparquet.org/releases/v1.1.0/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点・線・面が、geometry列に入る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3200400"/>
                <a:gridCol w="3017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表すもの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施設の位置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segment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LineString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道路などの中心線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building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Polygon / MultiPolygon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建物の輪郭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geometryはWKB（形状をバイナリで表す形式）で保存される。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保存する座標と、地図に描く座標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取得したgeometry列の座標系はOGC:CRS84。座標は経度、緯度の順で、単位は度。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この資料の地図はEPSG:3857へ投影して描画した。平面上の表示座標はメートル単位になる。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元の輪郭はベクトルの頂点列。画像のような固定の画素間隔はなく、地物ごとに頂点数が異なる。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名前と出所も、階層のある属性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namesには代表名に加え、言語別の名前などが入る。単純な文字列1列には収まらない。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sourcesは出所の配列。どの属性に、どのデータが使われたかを記録する。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道路の通行条件なども配列や入れ子の構造を持つ。使いたい属性を選んで取り出す。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Schema Reference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https://docs.overturemaps.org/schema/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入れ子の属性から、必要な値を読む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18862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names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primary: "錦市場"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sources[0]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dataset: "OpenStreetMap"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license: "ODbL-1.0"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record_id: "w772134672@9"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13836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建物レコードの一部。名前の構造と、出所の配列を示す。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建物の輪郭から、用途や高さへ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buildingのgeometryは建物の平面形状を表す。名前、用途、階数、高さなどを追加できる構造を持つ。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高さなどの属性の充実度は地域や出所で異なる。京都の抽出では、高さの値は大半の建物に入っていない。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輪郭を重ねるだけでなく、属性がある建物を選び、用途別の分布などを調べられる。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Schema Reference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https://docs.overturemaps.org/schema/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交通データは、線と接続点で表す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segmentが道路や鉄道などの線を表し、connectorが線同士の接続点を表す。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線の形状に加え、道路の種類、名称、通行方向や制限などの属性を持つ。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経路探索では、形状を描くだけでなく、接続関係と通行条件を使ってネットワークを組み立てる。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形状と属性の読み方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Schema Reference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https://docs.overturemaps.org/schema/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2023年の初公開から、毎月の配布へ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財団は2022年に設立され、最初の世界規模のデータは2023年7月に公開された。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初公開は施設・建物・交通・行政界の4テーマ。その後、背景となる地物や住所も加わった。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現在は毎月のリリースを、日付に基づくバージョンで配布する。リリース日は、個々の地物を更新した日付とは別に管理される。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2023, First World-Wide Open Map Dataset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https://overturemaps.org/announcements/2023/overture-maps-foundation-releases-first-world-wide-open-map-dataset/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出所の違いを、地物単位で統合する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同じ建物や施設でも、データによって位置や名称の表記が違う。対応を付けて統合する処理をconflationと呼ぶ。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Overtureは共通の構造と品質確認を通じ、複数の出所を一つの参照地図へまとめる。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使うときはsourcesで出所を調べられる。全地域・全属性が同じ方法で作られたわけではない。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What is GERS?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https://docs.overturemaps.org/gers/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GERSで、同じ地物に情報を結び付ける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GERS（Global Entity Reference System）は、地物を継続して参照するための識別の仕組み。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自分の施設情報を対応する地物へ一度結び付ければ、その識別子を使って情報を結合できる。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識別子の登録簿、変更情報、元データとの対応表が、バージョンをまたぐ更新を支える。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What is GERS?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https://docs.overturemaps.org/gers/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識別子の安定性は、登録簿で確かめる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GERSの登録対象は、建物、行政区画、施設、交通の地物。UUID自体には位置や種類の意味を持たせない。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baseの地物とbuilding_partにもUUIDはあるが、GERSとしての安定性は約束されていない。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更新時には、登録簿で地物の継続状況を調べ、変更情報を使って対応関係を更新する。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What is GERS?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https://docs.overturemaps.org/gers/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必要なテーマと地域だけを取り出す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STACカタログでバージョン、テーマ、地物の種類を選ぶ。ファイルはAWSとAzureから公開されている。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DuckDBやPythonクライアントで、範囲と列を指定する。全世界をダウンロードせずに使い始められる。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Explorerでは地物を地図上で確認できる。アプリ用の背景地図は、GeoParquetから用途に合わせて作成できる。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Accessing the Overture Catalog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コマンドで京都の建物を取得する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18862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pip install overturemaps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overturemaps download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--bbox=135.748,34.997,135.780,35.008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-f geoparquet --type=building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-o kyoto-buildings.parquet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13836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bboxは西端経度、南端緯度、東端経度、北端緯度の順。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Python Client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https://docs.overturemaps.org/getting-data/overturemaps-py/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利用条件は、テーマと出所に対応する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Base・Buildings・Divisions・TransportationはODbL。地図には必要な帰属を表示する。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PlacesにはCDLA Permissive 2.0、Apache 2.0、CC0などの出所があり、Addressesは国・地域ごとに条件が異なる。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再配布するデータや地図に使う範囲を決めたら、配布元のライセンスと出所ごとの帰属を確認する。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Attribution and Licensing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https://docs.overturemaps.org/attribution/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形状・属性・識別子を、自分の用途に使う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建物・交通・施設などを共通の構造で扱えることが、Overture Mapsの特徴。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GeoParquetから地域と列を選び、描画、空間集計、ほかの情報との結合に使える。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保存形式だけでなく、地物の種類、座標系、出所、更新バージョンをそろえて読む。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統合・更新と利用方法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Accessing the Overture Catalog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315"/>
            <a:ext cx="8046720" cy="7782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抽出と構造の補足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bboxで候補を絞り、形状で範囲を決める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bboxは地物全体を囲む最小の矩形。xmin・xmaxが経度、ymin・ymaxが緯度の範囲を表す。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矩形同士が重なる条件で候補を絞ると、クラウドから読む量を減らせる。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曲がった線や複雑な面を厳密に選ぶときは、その後でgeometryと対象領域の交差を調べる。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抽出と構造の補足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DuckDB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https://docs.overturemaps.org/getting-data/duckdb/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抽出したGeoParquetの属性を確かめる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抽出と構造の補足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140258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SELECT names.primary, height, class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read_parquet('kyoto-buildings.parquet')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WHERE names.primary IS NOT NULL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LIMIT 5;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30220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構造体の中の値は、names.primaryのように指定する。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DuckDB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https://docs.overturemaps.org/getting-data/duckdb/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京都の抽出範囲に含まれたレコード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抽出と構造の補足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766560" cy="217805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74320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地物の種類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building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185,307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segment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23,963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32,495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water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135.72–135.80°E、34.97–35.03°Nとbboxが交差する候補。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Release 2026-10-21.0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https://stac.overturemaps.org/2026-10-21.0/catalog.json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建物の属性は、輪郭以外にも広がる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抽出と構造の補足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28265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height / min_height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建物の高さ／下端の高さ（m）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num_floors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地上の階数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class / subtype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建物の用途・分類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roof_shape / roof_height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屋根の形状／高さ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has_parts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建物部分への分割の有無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n.d., Schema Reference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https://docs.overturemaps.org/schema/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GeoParquetとPMTilesの役割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GeoParquetは、地物と属性を読み込んで解析・加工するための配布形式。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PMTilesは、地図をズームして表示するためのベクトルタイルを、一つのファイルにまとめる形式。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Overtureの配布PMTilesはデータ確認用として提供され、Explorerでも使われる。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抽出と構造の補足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Overture Maps Foundation, 2026, Accessing the Overture Catalog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ccessing the Overture Catalog"/>
          <p:cNvSpPr txBox="1"/>
          <p:nvPr/>
        </p:nvSpPr>
        <p:spPr>
          <a:xfrm>
            <a:off x="548640" y="1463040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Accessing the Overture Catalog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Overture Maps Foundation,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STAC、テーマ別の配布パス、GeoParquetとPMTilesをまとめた公式文書。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https://docs.overturemaps.org/getting-data/cloud-sources/</a:t>
            </a:r>
          </a:p>
        </p:txBody>
      </p:sp>
      <p:sp>
        <p:nvSpPr>
          <p:cNvPr id="5" name="文献 2: Schema Reference"/>
          <p:cNvSpPr txBox="1"/>
          <p:nvPr/>
        </p:nvSpPr>
        <p:spPr>
          <a:xfrm>
            <a:off x="548640" y="2910459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Schema Reference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Overture Maps Foundation,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地物の種類、属性の意味、共通のデータ構造を定義する。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https://docs.overturemaps.org/schema/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What is GERS?"/>
          <p:cNvSpPr txBox="1"/>
          <p:nvPr/>
        </p:nvSpPr>
        <p:spPr>
          <a:xfrm>
            <a:off x="548640" y="1463040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GERS?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Overture Maps Foundation,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識別子、登録簿、変更情報、対応表からなる地物参照の仕組みを説明する。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https://docs.overturemaps.org/gers/</a:t>
            </a:r>
          </a:p>
        </p:txBody>
      </p:sp>
      <p:sp>
        <p:nvSpPr>
          <p:cNvPr id="5" name="文献 2: GeoParquet Format Specification v1.1.0"/>
          <p:cNvSpPr txBox="1"/>
          <p:nvPr/>
        </p:nvSpPr>
        <p:spPr>
          <a:xfrm>
            <a:off x="548640" y="2910459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GeoParquet Format Specification v1.1.0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GeoParquet,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Parquetに地理情報を格納するメタデータ、座標系、形状の符号化を定める。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https://geoparquet.org/releases/v1.1.0/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ttribution and Licensing"/>
          <p:cNvSpPr txBox="1"/>
          <p:nvPr/>
        </p:nvSpPr>
        <p:spPr>
          <a:xfrm>
            <a:off x="548640" y="1463040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 and Licensing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Overture Maps Foundation, 2026（参照2026-10-28）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テーマとデータ提供元ごとの利用条件・帰属を列挙する。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https://docs.overturemaps.org/attribution/</a:t>
            </a:r>
          </a:p>
        </p:txBody>
      </p:sp>
      <p:sp>
        <p:nvSpPr>
          <p:cNvPr id="5" name="文献 2: Overture Maps Foundation Releases Its First World-Wide Open Map Dataset"/>
          <p:cNvSpPr txBox="1"/>
          <p:nvPr/>
        </p:nvSpPr>
        <p:spPr>
          <a:xfrm>
            <a:off x="548640" y="2910459"/>
            <a:ext cx="8046720" cy="16069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Overture Maps Foundation Releases Its First World-Wide Open Map Dataset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Overture Maps Foundation, 2023-07-26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最初の4テーマの公開と、複数の出所を統合する目的を紹介する。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https://overturemaps.org/announcements/2023/overture-maps-foundation-releases-first-world-wide-open-map-dataset/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2026-10-27T16:25:59Z</dcterms:modified>
  <dc:title>overture-maps</dc:title>
  <dc:creator>sasakiy84</dc:creator>
  <dcterms:created xsi:type="dcterms:W3CDTF">2026-10-27T16:25:59Z</dcterms:created>
  <dc:language>ja-JP</dc:language>
</cp:coreProperties>
</file>