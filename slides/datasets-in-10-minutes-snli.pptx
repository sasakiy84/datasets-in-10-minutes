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26" r:id="rId74"/>
    <p:sldId id="311" r:id="rId62"/>
    <p:sldId id="269" r:id="rId20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7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6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したがって、配布された文対の総数と、正解ラベル付きで3分類に使う文対数は異なる。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5520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文間の注意を計算するESIMと、BERTを意味役割で拡張したSemBERT。各公開実装の報告値であり、学習条件は異なる。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SNLIの文対を利用するが、SNLIそのものの版更新ではない。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SNLIの目的・文対の特徴と評価上の限界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文長を集計した版・分割と文対数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