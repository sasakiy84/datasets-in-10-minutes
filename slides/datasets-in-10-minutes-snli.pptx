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7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6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8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Corpusとして570,152組が収録され、2015年のEMNLPで発表された。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作業者には写真を見せず、その説明文だけを提示した。作業者は同じ写真の状況について、確実に真・真かもしれない・確実に偽の文を各1つ書いた。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文対数と前提文字列の種類数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7552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7202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 で、正解は含意。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いずれもSNLIの学習データで学習し、テストデータで評価した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仮説文だけで正解率約67%に達する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仮説文だけを使う分類器で正解率約67%という報告がある。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写真説明を扱ったSNLIに対し、会話・小説など10ジャンルへ対象を広げた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さらに、未知のジャンルへの汎化性能も評価できる。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モデルの予測を作業者へ返し、難しい例を集める。これらの例でモデルを学習し直す工程を繰り返す。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SNLIの目的・文対の特徴と利用動向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文長集計の対象データと集計条件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正解付き569,033組を使い、ラベルが「-」の組は除いた。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前提は文対ごとに重複して数えた。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前提文は文対ごとに集計。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前提は“A doberman bites a large blue ball.”で、正解は矛盾。仮説には前提と無関係な描写が多い。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公式のJSONLにはsentence1、sentence2、gold_labelなどが含まれる。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