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11" r:id="rId62"/>
    <p:sldId id="269" r:id="rId20"/>
    <p:sldId id="326" r:id="rId74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8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7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6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Relationship Id="rId3" Type="http://schemas.openxmlformats.org/officeDocument/2006/relationships/hyperlink" Target="https://huggingface.co/datasets/stanfordnlp/snl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Relationship Id="rId3" Type="http://schemas.openxmlformats.org/officeDocument/2006/relationships/hyperlink" Target="https://nlp.stanford.edu/projects/snli/snli_1.0.zip&quot;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Relationship Id="rId3" Type="http://schemas.openxmlformats.org/officeDocument/2006/relationships/hyperlink" Target="https://aclanthology.org/D19-1410/" TargetMode="External"/><Relationship Id="rId4" Type="http://schemas.openxmlformats.org/officeDocument/2006/relationships/hyperlink" Target="https://aclanthology.org/2021.emnlp-main.552/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Relationship Id="rId4" Type="http://schemas.openxmlformats.org/officeDocument/2006/relationships/hyperlink" Target="https://aclanthology.org/P19-1334/" TargetMode="External"/><Relationship Id="rId5" Type="http://schemas.openxmlformats.org/officeDocument/2006/relationships/hyperlink" Target="https://aclanthology.org/2020.acl-main.441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SNLI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Stanford Natural Language Inference Corpus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SNLIの文対と3つの推論関係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文対の作成方法と収録規模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自然言語推論の評価とモデル性能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SNLIの利用動向と後続データ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文対データの入手方法と利用条件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668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実例1：前提から仮説が導ける含意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実例2：仮説の真偽が決まらない中立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実例3：前提と仮説が両立しない矛盾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(2007). ACL-PASCAL Workshop on Textual Entailment and Paraphrasing. The Third PASCAL Recognizing Textual Entailment Challenge.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Corpusとして、570,152組を収録し、2015年のEMNLPで発表された。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判定者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したがって、配布された文対の総数と、正解ラベル付きで3分類に使う文対数は異なる。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文対数と前提文の種類数は異なる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前提文・仮説文の単語数と集計単位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55200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262435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Table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ESIMは文間の語の対応に注意を向け、SemBERTは誰が何をしたかを表す意味役割をBERTへ加える。各公開実装の報告値であり、学習条件は異なる。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正解率だけでは文の理解を判断できない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写真説明文に偏り、長文・専門文書を代表しない。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仮説だけを使う分類器で約67%という報告がある。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中立と矛盾の境界には、場面の解釈が関わる。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文対全体の性能と、推論の種類ごとの性能を分けて見る。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(2018). NAACL-HLT, pp. 107–112. Annotation Artifacts in Natural Language Inference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MultiNLIによる10ジャンルへの対象拡張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SNLIは写真説明を扱った。これに対し、会話・小説など10ジャンルへ広げた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さらに、未知のジャンルへの汎化も評価する。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NAACL-HLT, pp. 1112–1122. A Broad-Coverage Challenge Corpus for Sentence Understanding through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SNLIの文対を利用するが、SNLIそのものの版更新ではない。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Camburu et al. (2018). Advances in Neural Information Processing Systems, 31, pp. 9539–9549. e-SNLI: Natural Language Inference with Natural Language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モデルの予測を作業者へ返し、難しい例を集める。この例でモデルを学び直す工程を繰り返す。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508760"/>
            <a:ext cx="7955279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Face版ではpremiseが前提文、hypothesisが仮説文、labelが正解クラスを表す。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公式ZIPは1行に1件を格納するJSONL形式で、文対IDと作業者の判定も含む [1]。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カード掲載の容量は取得時約20.4 MB、展開後約68.4 MBである [2]。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データの利用条件はCC BY-SA 4.0である [2]。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02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NLP, SNLI — Dataset Card.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https://huggingface.co/datasets/stanfordnlp/snli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SNLIの目的・文対の特徴と評価上の限界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1132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前提・仮説と推論ラベルの追加例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文対数・文長の統計と極値の実例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推論モデルの評価と文対の配布・作成仕様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自然言語推論の関連文献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SNLIの開発者と研究分野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(2018). NAACL-HLT, pp. 1112–1122. A Broad-Coverage Challenge Corpus for Sentence Understanding through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(2014). EMNLP. GloVe: Global Vectors for Word Representation.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文長を集計した版・分割と文対数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正解付き569,033組を使い、ラベルが「-」の組は除く。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前提は文対ごとに繰り返し数える。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 “A doberman bites a large blue ball.”正解は矛盾。仮説には前提と無関係な描写が多い。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比較には前処理、学習条件、単一実行か平均かの確認が必要。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3"/>
              </a:rPr>
              <a:t>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公式のJSONLにはsentence1、sentence2、gold_labelなどを含む。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追加検証の多数決と、作成者のラベルを区別する。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自然な場面の読みと形式的な論理関係は必ずしも一致しない。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§2.1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SNLIの原著論文。文対の収集、3種類の関係の注釈と検証、初期モデルの評価を報告する。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MultiNLIの原著論文。10ジャンルの文対を収集し、分野内・分野間の汎化を評価する。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8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384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244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1549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4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84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3837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155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4129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Sentence-BERTの原著論文。BERTから文埋め込みを生成し、文間の類似度を計算する。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https://aclanthology.org/P19-1334/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ANLIの原著論文。人がモデルを誤らせる文対を作る反復的なデータ収集を提案する。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https://aclanthology.org/2020.acl-main.441/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425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28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6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