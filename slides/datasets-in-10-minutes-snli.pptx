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11" r:id="rId62"/>
    <p:sldId id="269" r:id="rId20"/>
    <p:sldId id="326" r:id="rId74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7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6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Corpusとして、570,152組を収録し、2015年のEMNLPで発表された。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判定者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したがって、配布された文対の総数と、正解ラベル付きで3分類に使う文対数は異なる。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5395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5520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361713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5045" y="4717326"/>
            <a:ext cx="240175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ESIMは文間の語の対応に注意を向け、SemBERTは誰が何をしたかを表す意味役割をBERTへ加える。各公開実装の報告値であり、学習条件は異なる。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4228" y="4539526"/>
            <a:ext cx="282257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SNLIの文対を利用するが、SNLIそのものの版更新ではない。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3726" y="4717326"/>
            <a:ext cx="749307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モデルの予測を作業者へ返し、難しい例を集める。この例でモデルを学び直す工程を繰り返す。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SNLIの目的・文対の特徴と評価上の限界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1132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006114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251" y="4717326"/>
            <a:ext cx="41535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文長を集計した版・分割と文対数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130" y="4717326"/>
            <a:ext cx="25426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