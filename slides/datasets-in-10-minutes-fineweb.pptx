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43000"/>
            <a:ext cx="7315200" cy="3566160"/>
          </a:xfrm>
        </p:spPr>
        <p:txBody>
          <a:bodyPr lIns="0" rIns="0" tIns="0" bIns="0"/>
          <a:lstStyle/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事前学習データの比較評価と限界</a:t>
            </a:r>
          </a:p>
          <a:p>
            <a:pPr lvl="0" marL="457200" indent="-3556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FineWebは最初の段階の文章コーパス。対話の正解応答集や、採点用の問題集とは役割が異なる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配布token_countはGPT-2で数える。同じ文章でも、モデルが変わればトークン数も変わり得る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手順や物の操作も含む。この文書の冒頭にはナビゲーションも残り、記事だけに完全分離されるとは限らない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登録・ログインを促す文も収録されている。「フィルタ済み」は、各文書の有用性や完全性を保証しない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それでも、ニュースに関連記事や表が付く実例のように、本文の範囲が完全には分離されないことがある。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言語判定と文章の品質評価の違い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英語スコアは文章の有用性や正確性の採点ではない。英語の登録案内でも、この条件は通り得る。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既存のGopher・C4の規則を調整し、さらにFineWeb固有の規則を追加する。各規則の効果を学習実験で比べた。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規則で除く量と、残した文章で学ぶモデルの能力を両方見る。除去率を高めるだけでは品質は決まらない。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このように文書の類似を近似判定するMinHashで文書をまとめ、各グループから1件を残す。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電話番号は誤検出が多いため置換対象にしていない。人名や全種類の個人情報を網羅的に消す処理でもない。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本文抽出・品質選別・重複除去・個人情報処理は、それぞれ別の問題を扱う。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FineWebの公開範囲とトークン数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範囲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Bは10億を表す。配布・学習のトークン数と、モデルのパラメータ数では数える対象が異なる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FineWeb2（2025）は別の多言語展開。FineWeb-Eduの別名や、単なる版番号ではない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FineWeb-Eduの本文は、元のWeb文書から選んだ文章である。教材の本文をLLMで新しく生成したデータではない。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このため、採点基準や採点するLLMの傾向も、残る文書の分布に影響する。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処理の比較は主に約1.8Bパラメータ・約28Bトークン。大きな比較は350Bトークンを使う。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最大1,000例へ制限した課題もあり、この得点は公開リーダーボードの標準設定と区別する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原著v2の構成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区切り方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正解率は、その方法で選んだ回答が正解と一致した割合。課題の実装や選び方によって集約得点も変わる。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出来事の続き・物理的 / 社会的常識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原著v2の比較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1.71Bモデル・350Bトークンの比較 [1]。MMLUは+4ポイント、ARCは+11ポイント。学習する量をそろえても、選び方で差が出る。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教育的な選別による話題の分布の変化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FineWebとEduから各5万文書を取り、意味が近い文書をまとめた原著の分析では、教育・歴史などの比重がEdu側で高かった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一方で、商業・娯楽・旅行などの比重は下がった。教育的な価値で選ぶ操作は、話題を一様に保つ操作ではない。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分野別コーパスへの適合を測るPalomaの分析でも、一般Webと学術的な文章で得意分野が異なった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FineWebに残る偏りと不適切な文章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FineWeb-Eduの選別基準は教育的な価値であり、各文書の正確さや新しさを認定するものではない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英語Webの偏り、有害な表現、誤情報や古い情報は残る。電話番号は置換対象にしていない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選択式での改善だけでは、対話品質・安全性・全分野の代表性を保証しない。用途に応じて別途評価する。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事前学習データの比較評価と限界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§4.1–5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FineWebとの関係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2026-10-16時点で公開資料・実装を確認。最新モデルの最高性能を網羅する比較ではない。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英語Webだけでなく、教材とコードを混合した。Bは10億トークン。配布データの量であり、反復学習を含む学習量とは異なる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小規模に取り出したトークン量のサンプル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10BT・100BT・350BTは含まれる文書が重なる。独立した学習・評価分割として扱わない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10BTは約100億GPT-2トークンの設定。全体を一括取得せずに読み始められるが、通信とキャッシュは必要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文書のURL・ID、選んだ設定とリビジョンを記録し、版の更新・削除へ対応できるようにする。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FineWebの目的・特徴と評価上の限界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データと処理の比較実験を公開した点が特徴。初版15兆、現行カードは約18.5兆トークンを示す。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FineWeb-Eduの対象と選別基準。知識・推論の得点を伸ばす一方、文章の分布も変える。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43000"/>
            <a:ext cx="7315200" cy="3566160"/>
          </a:xfrm>
        </p:spPr>
        <p:txBody>
          <a:bodyPr lIns="0" rIns="0" tIns="0" bIns="0"/>
          <a:lstStyle/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文書選別と評価実験の詳細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457200" indent="-3556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クロール日時はページの公開日時ではない。1ページから記事本文だけが得られるとは限らない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文書ごとの人手の正誤ラベルはない。FineWeb-Eduには教育的価値のscore / int_scoreも付く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先頭100件の配布値を集計。分位点は線形補間。全FineWebの分布は推定しない。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この100件では最短の73トークン。短いレビューも含まれ、長い解説記事だけで構成されているわけではない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この100件で最長の8,990トークン。人物紹介の後に、別々の投稿の見出し・概要が多数続く。一つの記事の本文ではなく、この一覧ページから抽出したテキスト全体の長さを数えている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感情的な発言、固有名、顔文字が含まれる。会話的なWeb文も事前学習の対象になる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複数の見出し・記事概要が連続している。ページ単位の抽出と記事単位の収録の違いが見える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チョコレートとチーズを組み合わせた商品について、ブランド名や発売の説明が載る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楽譜の紹介と購入に関する文章。書籍そのものの本文とは区別する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規則を足す効果は、除外率だけでなく、そのデータで学習したモデルの得点で判定した。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文書を英単語の5-gramへ分け、112個のハッシュを14組×8個にまとめる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約75%以上似た文書を狙う確率的な方式。厳密な「類似度75%」での判定や、完全な重複排除ではない。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CSVにはSciQ列もあるが、agg_scoreは課題列の単純平均を再計算せず、公開値をそのまま使った。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FineWeb-EduのMMLU・ARC比較は原著v2本文の丸め値。CSVの集約得点と同じ数値として扱わない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版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現行カードの変更履歴から抜粋。原著の実験対象と、更新後に取得する全文データを区別する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10BTはファイルメタデータの合計30,639,384,917 bytes（10進GB）。カードの27.6GB表記とは異なる。全体の実ファイルは未取得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使用した設定・リビジョン・文書IDを保存する。trainは配布split名で、ベンチマークの学習・開発・テスト分割とは別の概念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FineWeb-Eduを合成教材とコードへ混ぜた、小規模言語モデルの開発記録。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