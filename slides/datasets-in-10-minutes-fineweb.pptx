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76.xml"/><Relationship Id="rId74" Type="http://schemas.openxmlformats.org/officeDocument/2006/relationships/slide" Target="slides/slide77.xml"/><Relationship Id="rId75" Type="http://schemas.openxmlformats.org/officeDocument/2006/relationships/slide" Target="slides/slide78.xml"/><Relationship Id="rId76" Type="http://schemas.openxmlformats.org/officeDocument/2006/relationships/slide" Target="slides/slide79.xml"/><Relationship Id="rId77" Type="http://schemas.openxmlformats.org/officeDocument/2006/relationships/slide" Target="slides/slide80.xml"/><Relationship Id="rId78" Type="http://schemas.openxmlformats.org/officeDocument/2006/relationships/slide" Target="slides/slide81.xml"/><Relationship Id="rId79" Type="http://schemas.openxmlformats.org/officeDocument/2006/relationships/slide" Target="slides/slide82.xml"/><Relationship Id="rId80" Type="http://schemas.openxmlformats.org/officeDocument/2006/relationships/slide" Target="slides/slide83.xml"/><Relationship Id="rId81" Type="http://schemas.openxmlformats.org/officeDocument/2006/relationships/slide" Target="slides/slide84.xml"/><Relationship Id="rId82" Type="http://schemas.openxmlformats.org/officeDocument/2006/relationships/slide" Target="slides/slide85.xml"/><Relationship Id="rId83" Type="http://schemas.openxmlformats.org/officeDocument/2006/relationships/slide" Target="slides/slide86.xml"/><Relationship Id="rId84" Type="http://schemas.openxmlformats.org/officeDocument/2006/relationships/slide" Target="slides/slide33.xml"/><Relationship Id="rId85" Type="http://schemas.openxmlformats.org/officeDocument/2006/relationships/slide" Target="slides/slide69.xml"/><Relationship Id="rId86" Type="http://schemas.openxmlformats.org/officeDocument/2006/relationships/slide" Target="slides/slide70.xml"/><Relationship Id="rId87" Type="http://schemas.openxmlformats.org/officeDocument/2006/relationships/slide" Target="slides/slide71.xml"/><Relationship Id="rId88" Type="http://schemas.openxmlformats.org/officeDocument/2006/relationships/slide" Target="slides/slide72.xml"/><Relationship Id="rId89" Type="http://schemas.openxmlformats.org/officeDocument/2006/relationships/slide" Target="slides/slide73.xml"/><Relationship Id="rId90" Type="http://schemas.openxmlformats.org/officeDocument/2006/relationships/slide" Target="slides/slide74.xml"/><Relationship Id="rId91" Type="http://schemas.openxmlformats.org/officeDocument/2006/relationships/slide" Target="slides/slide7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配布データのtoken_countはGPT-2で算出されている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その上で、反復の多さや書式など、別の品質規則を重ねて適用する。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既存のGopher・C4の規則を調整し、さらにFineWeb固有の規則を追加した。各規則の効果を学習実験で比べた。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FineWebの公開区分とトークン数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処理の比較は主に約1.8Bパラメータ・約28Bトークンで行い、大規模な比較には350Bトークンを使う。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評価指標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原著v2における1.71Bモデル・350Bトークンでの比較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構成項目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トークナイザー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原著の図18は、構成比の差の絶対値が0.5ポイント以上の39分類を示す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開発目的・位置付け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トークン量別の小規模サンプル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データと処理の比較実験も公開。初版は15兆、現行カードは約18.5兆トークンを示す。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int_scoreも付与される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抜粋には感情的な発言や固有名が含まれる。会話的なWeb文も事前学習の対象になる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チョコレートとチーズを組み合わせた商品について、ブランド名や発売に関する説明が載る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文書を英単語の5-gramに分解し、112個のハッシュを14組×8個にまとめる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FineWeb-EduのMMLU・ARC比較には、原著v2本文の丸め値を使用した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FineWeb-Eduを合成教材やコードと混ぜた、小規模言語モデルの開発記録。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