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33.xml"/><Relationship Id="rId85" Type="http://schemas.openxmlformats.org/officeDocument/2006/relationships/slide" Target="slides/slide68.xml"/><Relationship Id="rId86" Type="http://schemas.openxmlformats.org/officeDocument/2006/relationships/slide" Target="slides/slide69.xml"/><Relationship Id="rId87" Type="http://schemas.openxmlformats.org/officeDocument/2006/relationships/slide" Target="slides/slide70.xml"/><Relationship Id="rId88" Type="http://schemas.openxmlformats.org/officeDocument/2006/relationships/slide" Target="slides/slide71.xml"/><Relationship Id="rId89" Type="http://schemas.openxmlformats.org/officeDocument/2006/relationships/slide" Target="slides/slide72.xml"/><Relationship Id="rId90" Type="http://schemas.openxmlformats.org/officeDocument/2006/relationships/slide" Target="slides/slide73.xml"/><Relationship Id="rId91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FineWebは事前学習に使う文章コーパスである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配布token_countはGPT-2で数える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調理の手順を含む文書で、冒頭にはナビゲーションも残っている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英語の判定後に品質規則を適用する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既存のGopher・C4の規則を調整し、さらにFineWeb固有の規則を追加する。各規則の効果を学習実験で比べた。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FineWebの公開範囲とトークン数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範囲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処理の比較は主に約1.8Bパラメータ・約28Bトークン。大きな比較は350Bトークンを使う。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出来事の続きと、物理・社会に関する常識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原著v2の比較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原著v2の1.71Bモデル・350Bトークンの比較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原著v2の構成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区切り方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原著掲載39分類から、増加側・減少側の上位3分類ずつを例示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図18は構成比の差の絶対値が0.5ポイント以上の39分類を示す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FineWebとの関係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Bは10億トークンを表す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指定のトークン量を取り出した小規模データ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10BTは約100億GPT-2トークンの設定。ストリーミングで順次読み込める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FineWebの目的・規模と教育的価値による選別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データと処理の比較実験を公開した点が特徴。初版15兆、現行カードは約18.5兆トークンを示す。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FineWeb-Eduは教育的価値で文書を選別し、知識・推論の得点と話題の構成比を変える。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FineWeb-Eduには教育的価値のscore / int_scoreも付く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感情的な発言、固有名、顔文字が含まれる。会話的なWeb文も事前学習の対象になる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チョコレートとチーズを組み合わせた商品について、ブランド名や発売の説明が載る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文書を英単語の5-gramへ分け、112個のハッシュを14組×8個にまとめる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約75%以上似た文書を狙う確率的な方式である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FineWeb-EduのMMLU・ARC比較には、原著v2本文の丸め値を使用した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版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sample-10BT：30,639,384,917 bytes（10進GB）。カード掲載値は27.6 GB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FineWeb-Eduを合成教材とコードへ混ぜた、小規模言語モデルの開発記録。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