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33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fineweb-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配布データのtoken_countはGPT-2で算出されている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その上で、反復の多さや書式など、別の品質規則を重ねて適用する。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既存のGopher・C4の規則を調整し、さらにFineWeb固有の規則を追加した。各規則の効果を学習実験で比べた。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FineWebの公開区分とトークン数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原著のFineWeb（2024）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GPT-2で算定。原著は2013〜2024-04、現行設定は2025-06まで。Eduは原著の96クロールから選別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46万文書をLLMで採点し、教育的な有用性の注釈を得る。原著は小中学校程度の知識を重視した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処理の比較は主に約1.8Bパラメータ・約28Bトークンで行い、大規模な比較には350Bトークンを使う。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設問数。この2問なら50%。原著では選択肢全文の尤度や長さ正規化を用い、複数課題を集計する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出来事の続きと、物理・社会に関する常識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評価指標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原著v2における1.71Bモデル・350Bトークンでの比較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構成項目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トークナイザー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原著掲載39分類から、増加側・減少側の上位3分類ずつを例示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原著の図18は、構成比の差の絶対値が0.5ポイント以上の39分類を示す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開発目的・位置付け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トークン量別の小規模サンプル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データと処理の比較実験も公開。初版は15兆、現行カードは約18.5兆トークンを示す。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int_scoreも付与される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抜粋には感情的な発言や固有名が含まれる。会話的なWeb文も事前学習の対象になる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チョコレートとチーズを組み合わせた商品について、ブランド名や発売に関する説明が載る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文書を英単語の5-gramに分解し、112個のハッシュを14組×8個にまとめる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原著v2の設定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原著は460k注釈、初期カードは500k表記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初期公開CSVと原著v2の評価条件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FineWeb-EduのMMLU・ARC比較には、原著v2本文の丸め値を使用した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話題（原著ラベルの和訳）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Wolfが最終著者。原著の所属表記はHugging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T5の原著。英語WebコーパスC4と、テキスト変換に統一した学習・評価を提案する。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FineWebとEduの原著。抽出・重複除去・品質選別の比較実験を報告する。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FineWeb-Eduを合成教材やコードと混ぜた、小規模言語モデルの開発記録。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