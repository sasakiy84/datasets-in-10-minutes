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334" r:id="rId84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slide" Target="slides/slide83.xml"/><Relationship Id="rId82" Type="http://schemas.openxmlformats.org/officeDocument/2006/relationships/slide" Target="slides/slide84.xml"/><Relationship Id="rId83" Type="http://schemas.openxmlformats.org/officeDocument/2006/relationships/slide" Target="slides/slide85.xml"/><Relationship Id="rId84" Type="http://schemas.openxmlformats.org/officeDocument/2006/relationships/slide" Target="slides/slide33.xml"/><Relationship Id="rId85" Type="http://schemas.openxmlformats.org/officeDocument/2006/relationships/slide" Target="slides/slide68.xml"/><Relationship Id="rId86" Type="http://schemas.openxmlformats.org/officeDocument/2006/relationships/slide" Target="slides/slide69.xml"/><Relationship Id="rId87" Type="http://schemas.openxmlformats.org/officeDocument/2006/relationships/slide" Target="slides/slide70.xml"/><Relationship Id="rId88" Type="http://schemas.openxmlformats.org/officeDocument/2006/relationships/slide" Target="slides/slide71.xml"/><Relationship Id="rId89" Type="http://schemas.openxmlformats.org/officeDocument/2006/relationships/slide" Target="slides/slide72.xml"/><Relationship Id="rId90" Type="http://schemas.openxmlformats.org/officeDocument/2006/relationships/slide" Target="slides/slide73.xml"/><Relationship Id="rId91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arxiv.org/abs/2406.17557v2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データ品質の評価と話題分布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FineWebは事前学習に使う文章コーパスである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配布データのtoken_countはGPT-2で算出されている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調理の手順を含む文書で、冒頭にはナビゲーションも残っている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構築時にはWETにメニューや定型文が多く残ることを確認し、WARCからTrafilaturaという本文抽出器で取り出した。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英語の判定後に品質規則を適用する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その上で、反復の多さや書式など、別の品質規則を重ねて適用する。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既存のGopher・C4の規則を調整し、さらにFineWeb固有の規則を追加した。各規則の効果を学習実験で比べた。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FineWebの公開区分とトークン数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GPT-2で算定。論文の収集範囲は2013〜2024-04、現行設定は2025-06まで。Eduは同じ96クロールから選別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46万文書をLLMで採点し、教育的な有用性の注釈を得る。選別では小中学校程度の知識を重視した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処理の比較は主に約1.8Bパラメータ・約28Bトークンで行い、大規模な比較には350Bトークンを使う。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設問数。この2問なら50%。モデル評価では選択肢全文の尤度や長さ正規化を用い、複数課題を集計する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出来事の続きと、物理・社会に関する常識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評価指標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論文バージョン2の1.71Bモデル・350Bトークンでの比較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構成項目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トークナイザー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FineWeb-Eduで増減する話題の構成比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topic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2296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76700"/>
            <a:ext cx="804672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差はFineWeb-Edu − FineWeb。各5万文書の標本に基づく。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話題分析の39分類から、増加側・減少側の上位3分類ずつを例示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37100"/>
            <a:ext cx="80467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769" y="4737100"/>
            <a:ext cx="2470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話題の比較は各5万文書の自動分類に基づく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32004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FineWebとFineWeb-Eduから各5万文書を抽出し、文の意味を数値化するモデルで文書を表現した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似た文書を自動でまとめ、密度の高い100クラスタを抽出し、Llama 3.1 70Bで話題名を付けた。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Penedoら（2024）の図18は、構成比の差の絶対値が0.5ポイント以上の39分類を示す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開発目的・位置付け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Bは10億トークンを表す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トークン量別の小規模サンプル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10BTは約100億GPT-2トークンの設定。ストリーミングで順次読み込める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FineWebの目的・規模と教育的価値による選別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データと処理の比較実験も公開。初版は15兆、現行カードは約18.5兆トークンを示す。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FineWeb-Eduは教育的価値で文書を選別し、知識・推論の得点と話題の構成比を変える。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文書選別・話題分布と評価実験の詳細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FineWeb-Eduには教育的価値のscore / int_scoreも付与される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抜粋には感情的な発言や固有名が含まれる。会話的なWeb文も事前学習の対象になる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チョコレートとチーズを組み合わせた商品について、ブランド名や発売に関する説明が載る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構築時にはWETにメニューなどが多く残ることを確認し、WARCからTrafilaturaで本文を抽出した。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文書を英単語の5-gramに分解し、112個のハッシュを14組×8個にまとめる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約75%以上似た文書を狙う確率的な方式である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論文第2版の設定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論文では460k件、初期カードでは500k件の注釈と表記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初期公開CSVと論文バージョン2の評価条件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FineWeb-EduのMMLU・ARC比較には、論文バージョン2本文の丸め値を使用した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教育・学習・指導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歴史・文化・政治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+2.2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健康・医学・生物学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エネルギー・環境・気候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歴史・王族・哲学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野生生物・動物・自然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宇宙・天文学・科学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歴史・宗教・文化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魚・環境・保全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歴史・戦争・軍事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天気・気候・科学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植物・園芸・自然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健康・栄養・食生活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文化・インド・精神性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健康・医学・疾患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数学・数式・教育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数学・教育・指導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ビジネス・金融・法律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娯楽・映画・演劇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場所・旅行・不動産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食・夏・レシピ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スポーツ・チーム・試合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音楽・娯楽・芸術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個人生活・家族・余暇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ファッション・衣服・アクセサリー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-1.3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犯罪・法律・警察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ゲーム・技術・ゲーム作品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技術・ガジェット・革新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スポーツ・フットボール・サッカー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自動車・自動車産業・産業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文学・戦争・ファンタジー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手芸・個人生活・日記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家具・建築・デザイン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宝飾品・アクセサリー・買い物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政治・紛争・国際情勢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0320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野球・スポーツ・ニュース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技術・サポート・マーケティング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デート・人間関係・場所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FineWeb。絶対差0.5ポイント以上の39分類から3分類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バージョン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sample-10BT：30,639,384,917 bytes（10進GB）。カード掲載値は27.6 GB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Wolfが最終著者。発表時の所属はHugging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FineWeb-Eduを合成教材やコードと混ぜた、小規模言語モデルの開発記録。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