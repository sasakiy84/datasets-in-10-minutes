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high school macroeconomics</c:v>
                </c:pt>
                <c:pt idx="1">
                  <c:v>high school psychology</c:v>
                </c:pt>
                <c:pt idx="2">
                  <c:v>professional psychology</c:v>
                </c:pt>
                <c:pt idx="3">
                  <c:v>miscellaneous</c:v>
                </c:pt>
                <c:pt idx="4">
                  <c:v>moral scenarios</c:v>
                </c:pt>
                <c:pt idx="5">
                  <c:v>professional law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390</c:v>
                </c:pt>
                <c:pt idx="1">
                  <c:v>545</c:v>
                </c:pt>
                <c:pt idx="2">
                  <c:v>612</c:v>
                </c:pt>
                <c:pt idx="3">
                  <c:v>783</c:v>
                </c:pt>
                <c:pt idx="4">
                  <c:v>895</c:v>
                </c:pt>
                <c:pt idx="5">
                  <c:v>1534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hendrycks/tes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009.03300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009.03300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009.03300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009.03300" TargetMode="External"/><Relationship Id="rId3" Type="http://schemas.openxmlformats.org/officeDocument/2006/relationships/hyperlink" Target="https://huggingface.co/datasets/cais/mmlu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cais/mmlu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009.03300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009.03300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EleutherAI/lm-evaluation-harnes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endrycks/test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009.03300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cais/mmlu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009.03300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009.03300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ais/mmlu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Massive Multitask Language Understanding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57分野の知識と問題解決を測る四択問題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MMLUの公開ページ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467" y="1481328"/>
            <a:ext cx="4411065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https://github.com/hendrycks/test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57科目を、同じ四択形式で評価する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初等数学から法律、医学、歴史まで、幅広い分野の問題を集めた英語の評価集合である。科目ごとの知識と問題解決を調べる。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既存のMMMLUは多言語化した別の配布物であり、ここでは元になる英語のMMLUを扱う。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Massive Multitask Language Understanding. ICLR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入力・出力と配布フィールド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choices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四つの選択肢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answer / subject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0〜3の正解位置と科目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実例1：抽象代数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 element (4, 2) of Z_12 x Z_8 has order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4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8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12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質問：Z_12 × Z_8の元(4, 2)の位数はいくつか。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A：選択肢：4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B：選択肢：8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C：選択肢：12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D：選択肢：6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abstract_algebra / test行98。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実例2：情報セキュリティ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In MD-5 the length of the message digest is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160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128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64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質問：MD-5のメッセージダイジェストの長さはいくつか。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A：選択肢：160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B：選択肢：128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C：選択肢：64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D：選択肢：54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computer_security / test行1487。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実例3：天文学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 Mars year is approximately how many Earth years long?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1/2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1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質問：火星の1年は、地球の何年分におよそ相当するか。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A：選択肢：1/2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B：選択肢：1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D：選択肢：4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astronomy / test行314。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作成の背景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言語モデルの評価が、日常的な常識や特定の文章理解に集中していた。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学習中に幅広い情報を読んだモデルが、専門的な問いへ知識を適用できるかを測るため、57科目を集めた。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Massive Multitask Language Understanding. ICLR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収集と品質の確認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公開の教育資料、オンライン問題、書籍などから、さまざまな水準の多肢選択問題を人手で収集した。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各科目で5問を少数例提示用に確保し、開発集合とテスト集合を分けた。特定科目の微調整だけを目標にした大規模学習集合ではない。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Massive Multitask Language Understanding. ICLR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645920"/>
                <a:gridCol w="38404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各科目5問の提示例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1,531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設定選択用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14,042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57科目の最終評価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187952"/>
            <a:ext cx="8183879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10">
                <a:solidFill>
                  <a:srgbClr val="666666"/>
                </a:solidFill>
                <a:latin typeface="Noto Sans"/>
                <a:ea typeface="Noto Sans CJK JP"/>
              </a:rPr>
              <a:t>[1] cais/mmlu、改訂c30699e8。2026-10-18参照。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10">
                <a:solidFill>
                  <a:srgbClr val="666666"/>
                </a:solidFill>
                <a:latin typeface="Noto Sans"/>
                <a:ea typeface="Noto Sans CJK JP"/>
                <a:hlinkClick r:id="rId3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問題数が多い6科目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固定改訂のtest全14,042問、57科目から上位6。横軸は問題数。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何を1件として、どう採点するか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各問の候補A〜Dから一つを選び、正解なら1点とする。20問中15問正解なら、正解率は75%。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全問をまとめた平均と、科目ごとの正解率を同じ重みで平均する方法では、科目の重みが異なる。ここでは結果ごとの集約範囲を明記する。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Massive Multitask Language Understanding. ICLR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初期の代表的な評価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2020年の報告／2021年発表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全体の正解率（%）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GPT-3 175B（few-shot）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UnifiedQA 11B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無作為選択の期待値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25.0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重み付き平均。UnifiedQAは他のQA集合で学習したモデル。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Massive Multitask Language Understanding. ICLR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HELMでの評価条件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Classicが実行したのは、抽象代数・大学化学・情報セキュリティ・計量経済学・米国外交の5科目。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表ではcomputer_securityのtest 100問を示す。最大5例提示、3試行、候補を並べて回答記号の尤度を比べるjoint方式。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v0.4.0. 公開run_specs。2023-11-17のリリース。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v0.4.0の結果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261872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1920240"/>
                <a:gridCol w="19202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76.33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Anthropic v4-s3（2022）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67.00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297180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computer_securityのtest 100問、最大5例提示。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Holistic Evaluation of Language Models. TMLR 2023. Classic v0.4.0（2023-11-17）。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専門知識を測る共通の指標になった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2020年の公開後、MMLUは大規模言語モデルの知識を測る代表的な評価に使われた。科目別の正解率から、得意分野と不得意分野を比べられる。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2026-10-18時点のEvaluation HarnessにはMMLUの評価定義があり、57科目と集約方法を指定して実行できる。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EleutherAI. Language Model Evaluation Harness. 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https://github.com/EleutherAI/lm-evaluation-harness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公式GitHubは問題データと科目一覧を案内している。ここではcais/mmluの固定改訂を取得した。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データカードと元の問題資料の条件を確認して利用する。devは各科目5問で、テスト問題と同じ用途には使わない。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公式リポジトリのライセンスはMIT。収録問題の出典情報も公開されている。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https://github.com/hendrycks/test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MMLUの要点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英語の57科目、test 14,042問で、幅広い知識の適用を調べる。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モデルの値を読む際は、57科目全体か特定科目か、提示例の数と集約方法を確認する。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Massive Multitask Language Understanding. ICLR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4355"/>
            <a:ext cx="8046720" cy="64617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追加例1：高校生物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Which of the following is an example of a detritivore?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Cactus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Algae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Bat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Fungus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質問：次のうち、デトリタス食者の例はどれか。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A：選択肢：サボテン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B：選択肢：藻類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C：選択肢：コウモリ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D：選択肢：菌類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high_school_biology / test行2954。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実例の補足：高校生物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配布正解はD（Fungus）。菌類は通常「分解者」と呼び、デトリタスを摂食する動物と区別する。この設問では用語の範囲が広い。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追加例2：計量経済学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are the dimensions of $\hat{u}^t \hat{u}?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T x k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T x 1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k x 1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1 x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質問：ûᵀûの次元はいくつか。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A：選択肢：T × k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B：選択肢：T × 1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C：選択肢：k × 1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D：選択肢：1 × 1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econometrics / test行1824。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追加例3：形式論理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Select the best translation into predicate logic: Johnny came late.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jL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Lj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Cj ∨ Lj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Lx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質問：「ジョニーは遅れて来た」を述語論理に訳したものとして最も適切なのはどれか。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A：選択肢：jL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B：選択肢：Lj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C：選択肢：Cj ∨ Lj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D：選択肢：Lx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formal_logic / test行2554。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追加例4：世界の宗教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 How many books are in the New Testament?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30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29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27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47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質問：新約聖書には何巻の書があるか。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A：選択肢：30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B：選択肢：29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C：選択肢：27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D：選択肢：47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world_religions / test行13941。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追加例5：高校地理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 global lingua franca is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Chinese.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English.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French.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Arabic.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質問：世界的な共通語はどれか。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A：選択肢：中国語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B：選択肢：英語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C：選択肢：フランス語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D：選択肢：アラビア語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high_school_geography / test行3638。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追加例6：栄養学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are histones?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Lipids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Carbohydrates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Nucleotides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Proteins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質問：ヒストンとは何か。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A：選択肢：脂質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B：選択肢：炭水化物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C：選択肢：ヌクレオチド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D：選択肢：タンパク質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nutrition / test行9563。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追加例7：経営管理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is the optimal span of control?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5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7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None of the above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質問：最適な管理範囲、すなわち1人の管理者が直接管理する部下の人数はどれか。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B：選択肢：5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C：選択肢：7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D：選択肢：上のいずれでもない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management / test行7006。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追加例8：マーケティング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 McDonald's and KFC are good examples of: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Distributors.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Franchising.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Merchant.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Retailers.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質問：マクドナルドとKFCは、何の好例か。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A：選択肢：流通業者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B：選択肢：フランチャイズ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C：選択肢：商人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D：選択肢：小売業者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marketing / test行7174。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追加例9：解剖学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 anatomic location of the spinal canal is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caudal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dorsal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frontal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transverse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質問：脊柱管は、解剖学的にどの側に位置するか。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A：選択肢：尾側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B：選択肢：背側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C：選択肢：前側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D：選択肢：横断方向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anatomy / test行153。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追加例10：マクロ経済学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chemeClr val="accent1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 government measures inflation using the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GNP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URL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CPI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FED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質問：政府は、何を使って物価上昇を測定するか。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A：選択肢：GNP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B：選択肢：URL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C：選択肢：CPI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D：選択肢：FED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cais/mmlu、改訂c30699e8。2026-10-18参照。 high_school_macroeconomics / test行3899。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testの全57科目（1/10）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abstract algebra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anatomy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astronomy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business ethics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clinical knowledge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college biology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testの全57科目（2/10）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college chemistry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college computer science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college mathematics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college medicine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college physics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computer security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testの全57科目（3/10）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conceptual physics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econometrics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electrical engineering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elementary mathematics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formal logic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global facts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testの全57科目（4/10）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biology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chemistry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computer science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european history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geography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government and politics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testの全57科目（5/10）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macroeconomics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390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mathematics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microeconomics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physics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psychology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statistics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testの全57科目（6/10）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us history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high school world history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human aging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human sexuality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international law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jurisprudence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testの全57科目（7/10）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logical fallacies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machine learning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management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marketing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medical genetics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miscellaneous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testの全57科目（8/10）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moral disputes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346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moral scenarios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895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nutrition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philosophy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prehistory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professional accounting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testの全57科目（9/10）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professional law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professional medicine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professional psychology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612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public relations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security studies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sociology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testの全57科目（10/10）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479548"/>
        </p:xfrm>
        <a:graphic>
          <a:graphicData uri="http://schemas.openxmlformats.org/drawingml/2006/table">
            <a:tbl>
              <a:tblPr firstRow="0" bandRow="0"/>
              <a:tblGrid>
                <a:gridCol w="6583680"/>
                <a:gridCol w="14630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us foreign policy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virology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166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world religions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MMLU、all/test全14,042件を集計。2026-10-18取得。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研究者と発表の位置付け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第一著者Dan Hendrycks、最終著者Jacob Steinhardtを含む7名の研究。ICLR 2021で発表した。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公開問題を科目横断で整理し、言語モデルの知識評価を広げた。初期の公開は2020年。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Massive Multitask Language Understanding. ICLR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Measuring Massive Multitask Language Understanding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Measuring Massive Multitask Language Understanding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Dan Hendrycks, Collin Burns, Steven Basart, Andy Zou, Mantas Mazeika, Dawn Song, Jacob Steinhardt / ICLR 2021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MMLUの目的、作成方法、評価をまとめた研究。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https://arxiv.org/abs/2009.03300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/ TMLR 2023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複数のシナリオと指標で、言語モデルを比較するHELMの研究。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MMLU：公開データ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MMLU：公開データ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cais/mmlu / 改訂c30699e8 / 2026-10-18参照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原文・正解の13例と、対象集合の全件集計に用いた公開資源。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https://huggingface.co/datasets/cais/mmlu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2026-10-18T00:19:46Z</dcterms:modified>
  <dc:title>mmlu</dc:title>
  <dc:creator>sasakiy84</dc:creator>
  <dcterms:created xsi:type="dcterms:W3CDTF">2026-10-18T00:19:46Z</dcterms:created>
  <dc:language>ja-JP</dc:language>
</cp:coreProperties>
</file>