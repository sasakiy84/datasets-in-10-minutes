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4"/>
    <p:sldId id="275" r:id="rId25"/>
    <p:sldId id="276" r:id="rId26"/>
    <p:sldId id="282" r:id="rId32"/>
    <p:sldId id="283" r:id="rId33"/>
    <p:sldId id="284" r:id="rId34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3" r:id="rId53"/>
    <p:sldId id="306" r:id="rId5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6" Type="http://schemas.openxmlformats.org/officeDocument/2006/relationships/slide" Target="slides/slide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訓練100点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2C9100"/>
              </a:solidFill>
              <a:ln>
                <a:noFill/>
              </a:ln>
            </c:spPr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6</c:v>
                </c:pt>
                <c:pt idx="1">
                  <c:v>-2</c:v>
                </c:pt>
                <c:pt idx="2">
                  <c:v>0</c:v>
                </c:pt>
                <c:pt idx="3">
                  <c:v>2</c:v>
                </c:pt>
                <c:pt idx="4">
                  <c:v>-3</c:v>
                </c:pt>
                <c:pt idx="5">
                  <c:v>-3</c:v>
                </c:pt>
                <c:pt idx="6">
                  <c:v>-2</c:v>
                </c:pt>
                <c:pt idx="7">
                  <c:v>0</c:v>
                </c:pt>
                <c:pt idx="8">
                  <c:v>-6</c:v>
                </c:pt>
                <c:pt idx="9">
                  <c:v>-1</c:v>
                </c:pt>
                <c:pt idx="10">
                  <c:v>-3</c:v>
                </c:pt>
                <c:pt idx="11">
                  <c:v>-4</c:v>
                </c:pt>
                <c:pt idx="12">
                  <c:v>-5</c:v>
                </c:pt>
                <c:pt idx="13">
                  <c:v>-4</c:v>
                </c:pt>
                <c:pt idx="14">
                  <c:v>0</c:v>
                </c:pt>
                <c:pt idx="15">
                  <c:v>-10</c:v>
                </c:pt>
                <c:pt idx="16">
                  <c:v>-7</c:v>
                </c:pt>
                <c:pt idx="17">
                  <c:v>7</c:v>
                </c:pt>
                <c:pt idx="18">
                  <c:v>-4</c:v>
                </c:pt>
                <c:pt idx="19">
                  <c:v>-10</c:v>
                </c:pt>
                <c:pt idx="20">
                  <c:v>1</c:v>
                </c:pt>
                <c:pt idx="21">
                  <c:v>-8</c:v>
                </c:pt>
                <c:pt idx="22">
                  <c:v>0</c:v>
                </c:pt>
                <c:pt idx="23">
                  <c:v>-5</c:v>
                </c:pt>
                <c:pt idx="24">
                  <c:v>-1</c:v>
                </c:pt>
                <c:pt idx="25">
                  <c:v>3</c:v>
                </c:pt>
                <c:pt idx="26">
                  <c:v>-9</c:v>
                </c:pt>
                <c:pt idx="27">
                  <c:v>-7</c:v>
                </c:pt>
                <c:pt idx="28">
                  <c:v>1</c:v>
                </c:pt>
                <c:pt idx="29">
                  <c:v>5</c:v>
                </c:pt>
                <c:pt idx="30">
                  <c:v>-10</c:v>
                </c:pt>
                <c:pt idx="31">
                  <c:v>-4</c:v>
                </c:pt>
                <c:pt idx="32">
                  <c:v>-6</c:v>
                </c:pt>
                <c:pt idx="33">
                  <c:v>3</c:v>
                </c:pt>
                <c:pt idx="34">
                  <c:v>4</c:v>
                </c:pt>
                <c:pt idx="35">
                  <c:v>-5</c:v>
                </c:pt>
                <c:pt idx="36">
                  <c:v>-3</c:v>
                </c:pt>
                <c:pt idx="37">
                  <c:v>-10</c:v>
                </c:pt>
                <c:pt idx="38">
                  <c:v>-10</c:v>
                </c:pt>
                <c:pt idx="39">
                  <c:v>-8</c:v>
                </c:pt>
                <c:pt idx="40">
                  <c:v>-10</c:v>
                </c:pt>
                <c:pt idx="41">
                  <c:v>3</c:v>
                </c:pt>
                <c:pt idx="42">
                  <c:v>0</c:v>
                </c:pt>
                <c:pt idx="43">
                  <c:v>-2</c:v>
                </c:pt>
                <c:pt idx="44">
                  <c:v>2</c:v>
                </c:pt>
                <c:pt idx="45">
                  <c:v>-5</c:v>
                </c:pt>
                <c:pt idx="46">
                  <c:v>-6</c:v>
                </c:pt>
                <c:pt idx="47">
                  <c:v>-7</c:v>
                </c:pt>
                <c:pt idx="48">
                  <c:v>-9</c:v>
                </c:pt>
                <c:pt idx="49">
                  <c:v>-4</c:v>
                </c:pt>
                <c:pt idx="50">
                  <c:v>-7</c:v>
                </c:pt>
                <c:pt idx="51">
                  <c:v>4</c:v>
                </c:pt>
                <c:pt idx="52">
                  <c:v>-2</c:v>
                </c:pt>
                <c:pt idx="53">
                  <c:v>-4</c:v>
                </c:pt>
                <c:pt idx="54">
                  <c:v>5</c:v>
                </c:pt>
                <c:pt idx="55">
                  <c:v>-1</c:v>
                </c:pt>
                <c:pt idx="56">
                  <c:v>-10</c:v>
                </c:pt>
                <c:pt idx="57">
                  <c:v>-5</c:v>
                </c:pt>
                <c:pt idx="58">
                  <c:v>-7</c:v>
                </c:pt>
                <c:pt idx="59">
                  <c:v>-8</c:v>
                </c:pt>
                <c:pt idx="60">
                  <c:v>-1</c:v>
                </c:pt>
                <c:pt idx="61">
                  <c:v>-7</c:v>
                </c:pt>
                <c:pt idx="62">
                  <c:v>-9</c:v>
                </c:pt>
                <c:pt idx="63">
                  <c:v>-5</c:v>
                </c:pt>
                <c:pt idx="64">
                  <c:v>-3</c:v>
                </c:pt>
                <c:pt idx="65">
                  <c:v>-10</c:v>
                </c:pt>
                <c:pt idx="66">
                  <c:v>-5</c:v>
                </c:pt>
                <c:pt idx="67">
                  <c:v>-7</c:v>
                </c:pt>
                <c:pt idx="68">
                  <c:v>-5</c:v>
                </c:pt>
                <c:pt idx="69">
                  <c:v>-8</c:v>
                </c:pt>
                <c:pt idx="70">
                  <c:v>-7</c:v>
                </c:pt>
                <c:pt idx="71">
                  <c:v>-9</c:v>
                </c:pt>
                <c:pt idx="72">
                  <c:v>-3</c:v>
                </c:pt>
                <c:pt idx="73">
                  <c:v>4</c:v>
                </c:pt>
                <c:pt idx="74">
                  <c:v>-9</c:v>
                </c:pt>
                <c:pt idx="75">
                  <c:v>-10</c:v>
                </c:pt>
                <c:pt idx="76">
                  <c:v>-10</c:v>
                </c:pt>
                <c:pt idx="77">
                  <c:v>-6</c:v>
                </c:pt>
                <c:pt idx="78">
                  <c:v>-9</c:v>
                </c:pt>
                <c:pt idx="79">
                  <c:v>-9</c:v>
                </c:pt>
                <c:pt idx="80">
                  <c:v>-3</c:v>
                </c:pt>
                <c:pt idx="81">
                  <c:v>-7</c:v>
                </c:pt>
                <c:pt idx="82">
                  <c:v>-8</c:v>
                </c:pt>
                <c:pt idx="83">
                  <c:v>-2</c:v>
                </c:pt>
                <c:pt idx="84">
                  <c:v>-5</c:v>
                </c:pt>
                <c:pt idx="85">
                  <c:v>-10</c:v>
                </c:pt>
                <c:pt idx="86">
                  <c:v>10</c:v>
                </c:pt>
                <c:pt idx="87">
                  <c:v>-2</c:v>
                </c:pt>
                <c:pt idx="88">
                  <c:v>-8</c:v>
                </c:pt>
                <c:pt idx="89">
                  <c:v>1</c:v>
                </c:pt>
                <c:pt idx="90">
                  <c:v>-6</c:v>
                </c:pt>
                <c:pt idx="91">
                  <c:v>-8</c:v>
                </c:pt>
                <c:pt idx="92">
                  <c:v>-1</c:v>
                </c:pt>
                <c:pt idx="93">
                  <c:v>-1</c:v>
                </c:pt>
                <c:pt idx="94">
                  <c:v>-4</c:v>
                </c:pt>
                <c:pt idx="95">
                  <c:v>-6</c:v>
                </c:pt>
                <c:pt idx="96">
                  <c:v>4</c:v>
                </c:pt>
                <c:pt idx="97">
                  <c:v>-2</c:v>
                </c:pt>
                <c:pt idx="98">
                  <c:v>1</c:v>
                </c:pt>
                <c:pt idx="99">
                  <c:v>1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8</c:v>
                </c:pt>
                <c:pt idx="1">
                  <c:v>1</c:v>
                </c:pt>
                <c:pt idx="2">
                  <c:v>6</c:v>
                </c:pt>
                <c:pt idx="3">
                  <c:v>3</c:v>
                </c:pt>
                <c:pt idx="4">
                  <c:v>7</c:v>
                </c:pt>
                <c:pt idx="5">
                  <c:v>1</c:v>
                </c:pt>
                <c:pt idx="6">
                  <c:v>4</c:v>
                </c:pt>
                <c:pt idx="7">
                  <c:v>3</c:v>
                </c:pt>
                <c:pt idx="8">
                  <c:v>6</c:v>
                </c:pt>
                <c:pt idx="9">
                  <c:v>2</c:v>
                </c:pt>
                <c:pt idx="10">
                  <c:v>8</c:v>
                </c:pt>
                <c:pt idx="11">
                  <c:v>9</c:v>
                </c:pt>
                <c:pt idx="12">
                  <c:v>10</c:v>
                </c:pt>
                <c:pt idx="13">
                  <c:v>1</c:v>
                </c:pt>
                <c:pt idx="14">
                  <c:v>4</c:v>
                </c:pt>
                <c:pt idx="15">
                  <c:v>-2</c:v>
                </c:pt>
                <c:pt idx="16">
                  <c:v>4</c:v>
                </c:pt>
                <c:pt idx="17">
                  <c:v>8</c:v>
                </c:pt>
                <c:pt idx="18">
                  <c:v>-4</c:v>
                </c:pt>
                <c:pt idx="19">
                  <c:v>-5</c:v>
                </c:pt>
                <c:pt idx="20">
                  <c:v>4</c:v>
                </c:pt>
                <c:pt idx="21">
                  <c:v>-5</c:v>
                </c:pt>
                <c:pt idx="22">
                  <c:v>5</c:v>
                </c:pt>
                <c:pt idx="23">
                  <c:v>-4</c:v>
                </c:pt>
                <c:pt idx="24">
                  <c:v>6</c:v>
                </c:pt>
                <c:pt idx="25">
                  <c:v>9</c:v>
                </c:pt>
                <c:pt idx="26">
                  <c:v>7</c:v>
                </c:pt>
                <c:pt idx="27">
                  <c:v>9</c:v>
                </c:pt>
                <c:pt idx="28">
                  <c:v>3</c:v>
                </c:pt>
                <c:pt idx="29">
                  <c:v>7</c:v>
                </c:pt>
                <c:pt idx="30">
                  <c:v>2</c:v>
                </c:pt>
                <c:pt idx="31">
                  <c:v>10</c:v>
                </c:pt>
                <c:pt idx="32">
                  <c:v>-1</c:v>
                </c:pt>
                <c:pt idx="33">
                  <c:v>6</c:v>
                </c:pt>
                <c:pt idx="34">
                  <c:v>10</c:v>
                </c:pt>
                <c:pt idx="35">
                  <c:v>6</c:v>
                </c:pt>
                <c:pt idx="36">
                  <c:v>6</c:v>
                </c:pt>
                <c:pt idx="37">
                  <c:v>8</c:v>
                </c:pt>
                <c:pt idx="38">
                  <c:v>5</c:v>
                </c:pt>
                <c:pt idx="39">
                  <c:v>6</c:v>
                </c:pt>
                <c:pt idx="40">
                  <c:v>-3</c:v>
                </c:pt>
                <c:pt idx="41">
                  <c:v>10</c:v>
                </c:pt>
                <c:pt idx="42">
                  <c:v>1</c:v>
                </c:pt>
                <c:pt idx="43">
                  <c:v>10</c:v>
                </c:pt>
                <c:pt idx="44">
                  <c:v>7</c:v>
                </c:pt>
                <c:pt idx="45">
                  <c:v>-3</c:v>
                </c:pt>
                <c:pt idx="46">
                  <c:v>5</c:v>
                </c:pt>
                <c:pt idx="47">
                  <c:v>7</c:v>
                </c:pt>
                <c:pt idx="48">
                  <c:v>3</c:v>
                </c:pt>
                <c:pt idx="49">
                  <c:v>7</c:v>
                </c:pt>
                <c:pt idx="50">
                  <c:v>-4</c:v>
                </c:pt>
                <c:pt idx="51">
                  <c:v>7</c:v>
                </c:pt>
                <c:pt idx="52">
                  <c:v>7</c:v>
                </c:pt>
                <c:pt idx="53">
                  <c:v>8</c:v>
                </c:pt>
                <c:pt idx="54">
                  <c:v>8</c:v>
                </c:pt>
                <c:pt idx="55">
                  <c:v>0</c:v>
                </c:pt>
                <c:pt idx="56">
                  <c:v>6</c:v>
                </c:pt>
                <c:pt idx="57">
                  <c:v>8</c:v>
                </c:pt>
                <c:pt idx="58">
                  <c:v>-3</c:v>
                </c:pt>
                <c:pt idx="59">
                  <c:v>-4</c:v>
                </c:pt>
                <c:pt idx="60">
                  <c:v>8</c:v>
                </c:pt>
                <c:pt idx="61">
                  <c:v>8</c:v>
                </c:pt>
                <c:pt idx="62">
                  <c:v>-8</c:v>
                </c:pt>
                <c:pt idx="63">
                  <c:v>4</c:v>
                </c:pt>
                <c:pt idx="64">
                  <c:v>0</c:v>
                </c:pt>
                <c:pt idx="65">
                  <c:v>-6</c:v>
                </c:pt>
                <c:pt idx="66">
                  <c:v>1</c:v>
                </c:pt>
                <c:pt idx="67">
                  <c:v>-6</c:v>
                </c:pt>
                <c:pt idx="68">
                  <c:v>9</c:v>
                </c:pt>
                <c:pt idx="69">
                  <c:v>3</c:v>
                </c:pt>
                <c:pt idx="70">
                  <c:v>-1</c:v>
                </c:pt>
                <c:pt idx="71">
                  <c:v>-4</c:v>
                </c:pt>
                <c:pt idx="72">
                  <c:v>10</c:v>
                </c:pt>
                <c:pt idx="73">
                  <c:v>5</c:v>
                </c:pt>
                <c:pt idx="74">
                  <c:v>10</c:v>
                </c:pt>
                <c:pt idx="75">
                  <c:v>3</c:v>
                </c:pt>
                <c:pt idx="76">
                  <c:v>-7</c:v>
                </c:pt>
                <c:pt idx="77">
                  <c:v>8</c:v>
                </c:pt>
                <c:pt idx="78">
                  <c:v>-6</c:v>
                </c:pt>
                <c:pt idx="79">
                  <c:v>0</c:v>
                </c:pt>
                <c:pt idx="80">
                  <c:v>-3</c:v>
                </c:pt>
                <c:pt idx="81">
                  <c:v>-7</c:v>
                </c:pt>
                <c:pt idx="82">
                  <c:v>7</c:v>
                </c:pt>
                <c:pt idx="83">
                  <c:v>3</c:v>
                </c:pt>
                <c:pt idx="84">
                  <c:v>7</c:v>
                </c:pt>
                <c:pt idx="85">
                  <c:v>9</c:v>
                </c:pt>
                <c:pt idx="86">
                  <c:v>10</c:v>
                </c:pt>
                <c:pt idx="87">
                  <c:v>8</c:v>
                </c:pt>
                <c:pt idx="88">
                  <c:v>5</c:v>
                </c:pt>
                <c:pt idx="89">
                  <c:v>9</c:v>
                </c:pt>
                <c:pt idx="90">
                  <c:v>-4</c:v>
                </c:pt>
                <c:pt idx="91">
                  <c:v>2</c:v>
                </c:pt>
                <c:pt idx="92">
                  <c:v>5</c:v>
                </c:pt>
                <c:pt idx="93">
                  <c:v>4</c:v>
                </c:pt>
                <c:pt idx="94">
                  <c:v>3</c:v>
                </c:pt>
                <c:pt idx="95">
                  <c:v>2</c:v>
                </c:pt>
                <c:pt idx="96">
                  <c:v>8</c:v>
                </c:pt>
                <c:pt idx="97">
                  <c:v>2</c:v>
                </c:pt>
                <c:pt idx="98">
                  <c:v>6</c:v>
                </c:pt>
                <c:pt idx="99">
                  <c:v>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Sheet1!$B$103</c:f>
              <c:strCache>
                <c:ptCount val="1"/>
                <c:pt idx="0">
                  <c:v>test 100点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B13731"/>
              </a:solidFill>
              <a:ln>
                <a:noFill/>
              </a:ln>
            </c:spPr>
          </c:marker>
          <c:xVal>
            <c:numRef>
              <c:f>Sheet1!$A$104:$A$203</c:f>
              <c:numCache>
                <c:formatCode>General</c:formatCode>
                <c:ptCount val="100"/>
                <c:pt idx="0">
                  <c:v>6</c:v>
                </c:pt>
                <c:pt idx="1">
                  <c:v>7</c:v>
                </c:pt>
                <c:pt idx="2">
                  <c:v>-5</c:v>
                </c:pt>
                <c:pt idx="3">
                  <c:v>-10</c:v>
                </c:pt>
                <c:pt idx="4">
                  <c:v>-3</c:v>
                </c:pt>
                <c:pt idx="5">
                  <c:v>-6</c:v>
                </c:pt>
                <c:pt idx="6">
                  <c:v>5</c:v>
                </c:pt>
                <c:pt idx="7">
                  <c:v>-6</c:v>
                </c:pt>
                <c:pt idx="8">
                  <c:v>4</c:v>
                </c:pt>
                <c:pt idx="9">
                  <c:v>-3</c:v>
                </c:pt>
                <c:pt idx="10">
                  <c:v>-9</c:v>
                </c:pt>
                <c:pt idx="11">
                  <c:v>-1</c:v>
                </c:pt>
                <c:pt idx="12">
                  <c:v>2</c:v>
                </c:pt>
                <c:pt idx="13">
                  <c:v>-5</c:v>
                </c:pt>
                <c:pt idx="14">
                  <c:v>-7</c:v>
                </c:pt>
                <c:pt idx="15">
                  <c:v>-2</c:v>
                </c:pt>
                <c:pt idx="16">
                  <c:v>3</c:v>
                </c:pt>
                <c:pt idx="17">
                  <c:v>0</c:v>
                </c:pt>
                <c:pt idx="18">
                  <c:v>-3</c:v>
                </c:pt>
                <c:pt idx="19">
                  <c:v>-3</c:v>
                </c:pt>
                <c:pt idx="20">
                  <c:v>1</c:v>
                </c:pt>
                <c:pt idx="21">
                  <c:v>-9</c:v>
                </c:pt>
                <c:pt idx="22">
                  <c:v>4</c:v>
                </c:pt>
                <c:pt idx="23">
                  <c:v>5</c:v>
                </c:pt>
                <c:pt idx="24">
                  <c:v>-10</c:v>
                </c:pt>
                <c:pt idx="25">
                  <c:v>-9</c:v>
                </c:pt>
                <c:pt idx="26">
                  <c:v>-4</c:v>
                </c:pt>
                <c:pt idx="27">
                  <c:v>-2</c:v>
                </c:pt>
                <c:pt idx="28">
                  <c:v>-9</c:v>
                </c:pt>
                <c:pt idx="29">
                  <c:v>-6</c:v>
                </c:pt>
                <c:pt idx="30">
                  <c:v>-6</c:v>
                </c:pt>
                <c:pt idx="31">
                  <c:v>-8</c:v>
                </c:pt>
                <c:pt idx="32">
                  <c:v>-9</c:v>
                </c:pt>
                <c:pt idx="33">
                  <c:v>-7</c:v>
                </c:pt>
                <c:pt idx="34">
                  <c:v>-10</c:v>
                </c:pt>
                <c:pt idx="35">
                  <c:v>-5</c:v>
                </c:pt>
                <c:pt idx="36">
                  <c:v>-9</c:v>
                </c:pt>
                <c:pt idx="37">
                  <c:v>-5</c:v>
                </c:pt>
                <c:pt idx="38">
                  <c:v>7</c:v>
                </c:pt>
                <c:pt idx="39">
                  <c:v>0</c:v>
                </c:pt>
                <c:pt idx="40">
                  <c:v>-5</c:v>
                </c:pt>
                <c:pt idx="41">
                  <c:v>0</c:v>
                </c:pt>
                <c:pt idx="42">
                  <c:v>5</c:v>
                </c:pt>
                <c:pt idx="43">
                  <c:v>-8</c:v>
                </c:pt>
                <c:pt idx="44">
                  <c:v>-4</c:v>
                </c:pt>
                <c:pt idx="45">
                  <c:v>-1</c:v>
                </c:pt>
                <c:pt idx="46">
                  <c:v>-7</c:v>
                </c:pt>
                <c:pt idx="47">
                  <c:v>-9</c:v>
                </c:pt>
                <c:pt idx="48">
                  <c:v>1</c:v>
                </c:pt>
                <c:pt idx="49">
                  <c:v>1</c:v>
                </c:pt>
                <c:pt idx="50">
                  <c:v>-4</c:v>
                </c:pt>
                <c:pt idx="51">
                  <c:v>-1</c:v>
                </c:pt>
                <c:pt idx="52">
                  <c:v>-4</c:v>
                </c:pt>
                <c:pt idx="53">
                  <c:v>-8</c:v>
                </c:pt>
                <c:pt idx="54">
                  <c:v>-5</c:v>
                </c:pt>
                <c:pt idx="55">
                  <c:v>4</c:v>
                </c:pt>
                <c:pt idx="56">
                  <c:v>-8</c:v>
                </c:pt>
                <c:pt idx="57">
                  <c:v>6</c:v>
                </c:pt>
                <c:pt idx="58">
                  <c:v>-1</c:v>
                </c:pt>
                <c:pt idx="59">
                  <c:v>5</c:v>
                </c:pt>
                <c:pt idx="60">
                  <c:v>-9</c:v>
                </c:pt>
                <c:pt idx="61">
                  <c:v>6</c:v>
                </c:pt>
                <c:pt idx="62">
                  <c:v>0</c:v>
                </c:pt>
                <c:pt idx="63">
                  <c:v>7</c:v>
                </c:pt>
                <c:pt idx="64">
                  <c:v>-6</c:v>
                </c:pt>
                <c:pt idx="65">
                  <c:v>-7</c:v>
                </c:pt>
                <c:pt idx="66">
                  <c:v>-2</c:v>
                </c:pt>
                <c:pt idx="67">
                  <c:v>-2</c:v>
                </c:pt>
                <c:pt idx="68">
                  <c:v>0</c:v>
                </c:pt>
                <c:pt idx="69">
                  <c:v>-9</c:v>
                </c:pt>
                <c:pt idx="70">
                  <c:v>3</c:v>
                </c:pt>
                <c:pt idx="71">
                  <c:v>3</c:v>
                </c:pt>
                <c:pt idx="72">
                  <c:v>-4</c:v>
                </c:pt>
                <c:pt idx="73">
                  <c:v>2</c:v>
                </c:pt>
                <c:pt idx="74">
                  <c:v>-9</c:v>
                </c:pt>
                <c:pt idx="75">
                  <c:v>1</c:v>
                </c:pt>
                <c:pt idx="76">
                  <c:v>-10</c:v>
                </c:pt>
                <c:pt idx="77">
                  <c:v>-9</c:v>
                </c:pt>
                <c:pt idx="78">
                  <c:v>-9</c:v>
                </c:pt>
                <c:pt idx="79">
                  <c:v>2</c:v>
                </c:pt>
                <c:pt idx="80">
                  <c:v>9</c:v>
                </c:pt>
                <c:pt idx="81">
                  <c:v>-8</c:v>
                </c:pt>
                <c:pt idx="82">
                  <c:v>2</c:v>
                </c:pt>
                <c:pt idx="83">
                  <c:v>9</c:v>
                </c:pt>
                <c:pt idx="84">
                  <c:v>-8</c:v>
                </c:pt>
                <c:pt idx="85">
                  <c:v>-6</c:v>
                </c:pt>
                <c:pt idx="86">
                  <c:v>2</c:v>
                </c:pt>
                <c:pt idx="87">
                  <c:v>-7</c:v>
                </c:pt>
                <c:pt idx="88">
                  <c:v>8</c:v>
                </c:pt>
                <c:pt idx="89">
                  <c:v>-2</c:v>
                </c:pt>
                <c:pt idx="90">
                  <c:v>-10</c:v>
                </c:pt>
                <c:pt idx="91">
                  <c:v>3</c:v>
                </c:pt>
                <c:pt idx="92">
                  <c:v>-10</c:v>
                </c:pt>
                <c:pt idx="93">
                  <c:v>-4</c:v>
                </c:pt>
                <c:pt idx="94">
                  <c:v>-2</c:v>
                </c:pt>
                <c:pt idx="95">
                  <c:v>-6</c:v>
                </c:pt>
                <c:pt idx="96">
                  <c:v>-4</c:v>
                </c:pt>
                <c:pt idx="97">
                  <c:v>2</c:v>
                </c:pt>
                <c:pt idx="98">
                  <c:v>-3</c:v>
                </c:pt>
                <c:pt idx="99">
                  <c:v>-10</c:v>
                </c:pt>
              </c:numCache>
            </c:numRef>
          </c:xVal>
          <c:yVal>
            <c:numRef>
              <c:f>Sheet1!$B$104:$B$203</c:f>
              <c:numCache>
                <c:formatCode>General</c:formatCode>
                <c:ptCount val="100"/>
                <c:pt idx="0">
                  <c:v>7</c:v>
                </c:pt>
                <c:pt idx="1">
                  <c:v>10</c:v>
                </c:pt>
                <c:pt idx="2">
                  <c:v>0</c:v>
                </c:pt>
                <c:pt idx="3">
                  <c:v>1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-2</c:v>
                </c:pt>
                <c:pt idx="8">
                  <c:v>4</c:v>
                </c:pt>
                <c:pt idx="9">
                  <c:v>4</c:v>
                </c:pt>
                <c:pt idx="10">
                  <c:v>-1</c:v>
                </c:pt>
                <c:pt idx="11">
                  <c:v>9</c:v>
                </c:pt>
                <c:pt idx="12">
                  <c:v>4</c:v>
                </c:pt>
                <c:pt idx="13">
                  <c:v>3</c:v>
                </c:pt>
                <c:pt idx="14">
                  <c:v>0</c:v>
                </c:pt>
                <c:pt idx="15">
                  <c:v>9</c:v>
                </c:pt>
                <c:pt idx="16">
                  <c:v>3</c:v>
                </c:pt>
                <c:pt idx="17">
                  <c:v>7</c:v>
                </c:pt>
                <c:pt idx="18">
                  <c:v>-2</c:v>
                </c:pt>
                <c:pt idx="19">
                  <c:v>2</c:v>
                </c:pt>
                <c:pt idx="20">
                  <c:v>1</c:v>
                </c:pt>
                <c:pt idx="21">
                  <c:v>-2</c:v>
                </c:pt>
                <c:pt idx="22">
                  <c:v>9</c:v>
                </c:pt>
                <c:pt idx="23">
                  <c:v>6</c:v>
                </c:pt>
                <c:pt idx="24">
                  <c:v>-1</c:v>
                </c:pt>
                <c:pt idx="25">
                  <c:v>-7</c:v>
                </c:pt>
                <c:pt idx="26">
                  <c:v>-1</c:v>
                </c:pt>
                <c:pt idx="27">
                  <c:v>0</c:v>
                </c:pt>
                <c:pt idx="28">
                  <c:v>6</c:v>
                </c:pt>
                <c:pt idx="29">
                  <c:v>7</c:v>
                </c:pt>
                <c:pt idx="30">
                  <c:v>4</c:v>
                </c:pt>
                <c:pt idx="31">
                  <c:v>-3</c:v>
                </c:pt>
                <c:pt idx="32">
                  <c:v>-3</c:v>
                </c:pt>
                <c:pt idx="33">
                  <c:v>1</c:v>
                </c:pt>
                <c:pt idx="34">
                  <c:v>4</c:v>
                </c:pt>
                <c:pt idx="35">
                  <c:v>-1</c:v>
                </c:pt>
                <c:pt idx="36">
                  <c:v>5</c:v>
                </c:pt>
                <c:pt idx="37">
                  <c:v>-2</c:v>
                </c:pt>
                <c:pt idx="38">
                  <c:v>7</c:v>
                </c:pt>
                <c:pt idx="39">
                  <c:v>9</c:v>
                </c:pt>
                <c:pt idx="40">
                  <c:v>-5</c:v>
                </c:pt>
                <c:pt idx="41">
                  <c:v>8</c:v>
                </c:pt>
                <c:pt idx="42">
                  <c:v>9</c:v>
                </c:pt>
                <c:pt idx="43">
                  <c:v>-7</c:v>
                </c:pt>
                <c:pt idx="44">
                  <c:v>5</c:v>
                </c:pt>
                <c:pt idx="45">
                  <c:v>7</c:v>
                </c:pt>
                <c:pt idx="46">
                  <c:v>6</c:v>
                </c:pt>
                <c:pt idx="47">
                  <c:v>1</c:v>
                </c:pt>
                <c:pt idx="48">
                  <c:v>8</c:v>
                </c:pt>
                <c:pt idx="49">
                  <c:v>10</c:v>
                </c:pt>
                <c:pt idx="50">
                  <c:v>-2</c:v>
                </c:pt>
                <c:pt idx="51">
                  <c:v>-1</c:v>
                </c:pt>
                <c:pt idx="52">
                  <c:v>0</c:v>
                </c:pt>
                <c:pt idx="53">
                  <c:v>-1</c:v>
                </c:pt>
                <c:pt idx="54">
                  <c:v>2</c:v>
                </c:pt>
                <c:pt idx="55">
                  <c:v>6</c:v>
                </c:pt>
                <c:pt idx="56">
                  <c:v>8</c:v>
                </c:pt>
                <c:pt idx="57">
                  <c:v>6</c:v>
                </c:pt>
                <c:pt idx="58">
                  <c:v>1</c:v>
                </c:pt>
                <c:pt idx="59">
                  <c:v>5</c:v>
                </c:pt>
                <c:pt idx="60">
                  <c:v>8</c:v>
                </c:pt>
                <c:pt idx="61">
                  <c:v>9</c:v>
                </c:pt>
                <c:pt idx="62">
                  <c:v>10</c:v>
                </c:pt>
                <c:pt idx="63">
                  <c:v>9</c:v>
                </c:pt>
                <c:pt idx="64">
                  <c:v>1</c:v>
                </c:pt>
                <c:pt idx="65">
                  <c:v>10</c:v>
                </c:pt>
                <c:pt idx="66">
                  <c:v>-1</c:v>
                </c:pt>
                <c:pt idx="67">
                  <c:v>-2</c:v>
                </c:pt>
                <c:pt idx="68">
                  <c:v>0</c:v>
                </c:pt>
                <c:pt idx="69">
                  <c:v>9</c:v>
                </c:pt>
                <c:pt idx="70">
                  <c:v>8</c:v>
                </c:pt>
                <c:pt idx="71">
                  <c:v>7</c:v>
                </c:pt>
                <c:pt idx="72">
                  <c:v>2</c:v>
                </c:pt>
                <c:pt idx="73">
                  <c:v>10</c:v>
                </c:pt>
                <c:pt idx="74">
                  <c:v>-5</c:v>
                </c:pt>
                <c:pt idx="75">
                  <c:v>2</c:v>
                </c:pt>
                <c:pt idx="76">
                  <c:v>-8</c:v>
                </c:pt>
                <c:pt idx="77">
                  <c:v>2</c:v>
                </c:pt>
                <c:pt idx="78">
                  <c:v>4</c:v>
                </c:pt>
                <c:pt idx="79">
                  <c:v>5</c:v>
                </c:pt>
                <c:pt idx="80">
                  <c:v>10</c:v>
                </c:pt>
                <c:pt idx="81">
                  <c:v>1</c:v>
                </c:pt>
                <c:pt idx="82">
                  <c:v>6</c:v>
                </c:pt>
                <c:pt idx="83">
                  <c:v>9</c:v>
                </c:pt>
                <c:pt idx="84">
                  <c:v>-6</c:v>
                </c:pt>
                <c:pt idx="85">
                  <c:v>0</c:v>
                </c:pt>
                <c:pt idx="86">
                  <c:v>2</c:v>
                </c:pt>
                <c:pt idx="87">
                  <c:v>3</c:v>
                </c:pt>
                <c:pt idx="88">
                  <c:v>10</c:v>
                </c:pt>
                <c:pt idx="89">
                  <c:v>6</c:v>
                </c:pt>
                <c:pt idx="90">
                  <c:v>-9</c:v>
                </c:pt>
                <c:pt idx="91">
                  <c:v>5</c:v>
                </c:pt>
                <c:pt idx="92">
                  <c:v>7</c:v>
                </c:pt>
                <c:pt idx="93">
                  <c:v>-3</c:v>
                </c:pt>
                <c:pt idx="94">
                  <c:v>5</c:v>
                </c:pt>
                <c:pt idx="95">
                  <c:v>9</c:v>
                </c:pt>
                <c:pt idx="96">
                  <c:v>6</c:v>
                </c:pt>
                <c:pt idx="97">
                  <c:v>8</c:v>
                </c:pt>
                <c:pt idx="98">
                  <c:v>5</c:v>
                </c:pt>
                <c:pt idx="99">
                  <c:v>-10</c:v>
                </c:pt>
              </c:numCache>
            </c:numRef>
          </c:yVal>
          <c:smooth val="0"/>
        </c:ser>
        <c:axId val="2166026424"/>
        <c:axId val="2165323384"/>
      </c:scatterChart>
      <c:valAx>
        <c:axId val="2166026424"/>
        <c:scaling>
          <c:orientation val="minMax"/>
          <c:max val="10.0"/>
          <c:min val="-10.0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>
            <a:solidFill>
              <a:srgbClr val="626669"/>
            </a:solidFill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65323384"/>
        <c:crosses val="autoZero"/>
        <c:crossBetween val="midCat"/>
        <c:majorUnit val="5.0"/>
      </c:valAx>
      <c:valAx>
        <c:axId val="2165323384"/>
        <c:scaling>
          <c:orientation val="minMax"/>
          <c:max val="10.0"/>
          <c:min val="-10.0"/>
        </c:scaling>
        <c:delete val="0"/>
        <c:axPos val="l"/>
        <c:majorGridlines/>
        <c:numFmt formatCode="General" sourceLinked="1"/>
        <c:majorTickMark val="none"/>
        <c:minorTickMark val="none"/>
        <c:tickLblPos val="low"/>
        <c:spPr>
          <a:ln>
            <a:solidFill>
              <a:srgbClr val="626669"/>
            </a:solidFill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66026424"/>
        <c:crosses val="autoZero"/>
        <c:crossBetween val="midCat"/>
        <c:majorUnit val="5.0"/>
      </c:valAx>
    </c:plotArea>
    <c:legend>
      <c:legendPos/>
      <c:layout/>
      <c:overlay val="0"/>
      <c:txPr>
        <a:bodyPr/>
        <a:lstStyle/>
        <a:p>
          <a:pPr>
            <a:defRPr sz="1500">
              <a:latin typeface="Noto Sans CJK JP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github.com/stanford-crfm/helm/blob/v0.3.0/src/helm/benchmark/scenarios/numeracy_scenario.p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Relationship Id="rId3" Type="http://schemas.openxmlformats.org/officeDocument/2006/relationships/hyperlink" Target="https://github.com/stanford-crfm/helm/blob/v0.3.0/src/helm/benchmark/run_specs.p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stanford-crfm/helm/blob/v0.3.0/src/helm/benchmark/scenarios/numeracy_scenario.py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run_specs.py" TargetMode="External"/><Relationship Id="rId3" Type="http://schemas.openxmlformats.org/officeDocument/2006/relationships/hyperlink" Target="https://github.com/stanford-crfm/helm/blob/v0.3.0/src/helm/benchmark/metrics/basic_metrics.py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github.com/stanford-crfm/helm/blob/v0.3.0/src/helm/benchmark/scenarios/numeracy_scenario.py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Relationship Id="rId3" Type="http://schemas.openxmlformats.org/officeDocument/2006/relationships/hyperlink" Target="https://github.com/stanford-crfm/helm/blob/v0.3.0/LICENSE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Relationship Id="rId3" Type="http://schemas.openxmlformats.org/officeDocument/2006/relationships/hyperlink" Target="https://crfm.stanford.edu/helm/classic/v0.4.0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numeracy_scenario.py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github.com/stanford-crfm/helm/blob/v0.3.0/src/helm/benchmark/scenarios/numeracy_scenario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Numeracy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多項式の規則推論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入出力の例から、未知の値を予測する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入出力の例から規則を推測する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多項式と入力点を生成する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予測値と正解を比べる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生成器を使って試す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式を示さず、数の対応を示す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Numeracyは、入力と出力の数値の組から多項式の規則を推測し、新しい入力に対応する値を答える人工生成課題である。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Stanford CRFMを中心とする研究チームが2022年に設計した。公開生成器で式の係数と入力点を選び、学習用・評価用の数値を作る。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モデルには数値の対応を見せる。式そのものは示さず、新しい入力に対する数値を予測させる。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数値の対応を見せ、別の入力の答えを尋ねる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学習用の数値の組と、予測対象にする評価用の入力を生成する。モデルは、提示された入出力例を手掛かりに規則を推測する。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次の実例では、学習用100組から抜粋した4〜6組と、評価用の入力1件を示す。各例の正解は、生成時に保存された式から計算できる。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get_numeracy_spec（v0.3.0）。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https://github.com/stanford-crfm/helm/blob/v0.3.0/src/helm/benchmark/run_specs.py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実例1：一次式の未知の値を求める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学習用100組から4組を抜粋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16918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-82, -324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70, 284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7, 32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-2, 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4993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x=15のときのyを予測する。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 = 4x + 4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一次式では変化の割合が一定になる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この例を生成した式はy=4x+4。x=15なら、4×15+4=64になる。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モデルに見せるのは、−82→−324、70→284などの数値の対応である。例の間で共通する規則を見つけ、新しい入力へ適用する。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実例2：二次式の増え方を推測する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式の種類：parabola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学習用100組から4組を抜粋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16918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18, 667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170, 57971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107, 23006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98, 19307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4993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正解：26566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x=115のときのyを予測する。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 = 2x^2 + x + 1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二次式では入力の大きさが強く効く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この例の参照式はy=2x²+x+1。x=115なら26,566になる。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訓練用のx=107に対する値は23,006。入力が8増えると出力は3,560増え、一次式の一定の増え方とは異なる。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式の形や係数を入力に直接示さず、数値の対応から推測させる。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実例3：二つの入力から出力を求める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学習用100組から6組を抜粋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22963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y, z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6, 8, 57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-2, 1, -3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0, 6, 25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2, 3, 21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-3, 7, 17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-3, 1, 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5501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6, 7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x=6、y=7のときのzを予測する。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 = 4x + 4y + 1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入力の変数を二つに増やす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この例を生成した式はz=4x+4y+1。x=6、y=7を代入すると53になる。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一つの入力が二つの値を持つため、xとyが出力にどう影響するかを、数値の組から推測する。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一次・二次、1変数・2変数を組み合わせた4種類の式を用意している。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入出力の例から規則を推測する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多項式と入力点を生成する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多項式と入力点を生成する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4種類の式で次数と変数の数を変える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多項式と入力点を生成する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19" cy="210312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1371600"/>
                <a:gridCol w="914400"/>
                <a:gridCol w="3749039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コードの型名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変数の数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次数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固定された参照式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linear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 = 2x + 5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parabola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 = x² + 2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 = 2x + y + 5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paraboloid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 = 2x² + y² + 2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右列はexampleモードの式。standardモードでは係数を範囲内で抽選する。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整数係数と整数の入力点を抽選する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式の種類ごとに、整数の係数を選ぶ範囲を決める。必要な次数と変数の数を持ち、定数項が0でない式を作る。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式に整数の入力点を代入し、対応する出力を計算する。学習用と評価用は同じ式から作る。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係数を固定した式で試す方法と、範囲内から係数を抽選して別の式を作る方法がある。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多項式と入力点を生成する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入力範囲は関数型に合わせて変える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公開生成器の標準設定では、linearは−100〜100、parabolaは0〜200の整数を使う。二次式の入力は非負にしている。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planeは二つの変数が−10〜10、paraboloidは0〜20の整数を使う。どちらもxがy以下となる点を選ぶ。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学習用と評価用を同じ領域から選び、同じ入力点が両方に入らないようにする。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多項式と入力点を生成する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2変数の入力は三角形の範囲にある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多項式と入力点を生成する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7589520" cy="27066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95160" y="3813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215384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planeの生成例。学習100点、評価100点を、231候補点から選ぶ。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モードごとに式の扱いを変える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多項式と入力点を生成する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291840"/>
                <a:gridCol w="32004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式の選び方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v0.3.0の生成件数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example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型ごとに固定された式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 100＋test 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standard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1個の式を抽選する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 100＋test 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function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問題ごとに式を替える設計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0（生成処理は未実装）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公開生成器v0.3.0。functionモードの生成処理は未実装である。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予測値と正解を比べる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予測値と正解を比べる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正答率と、予測値のずれで評価する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予測した整数が正解と一致する割合で、規則を正しく適用できたかを見る。数値としてどれほど近いかは、予測値と正解値の差の絶対値で測れる。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絶対誤差 = |予測値 − 正解値|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実例1の正解64に対して65を出力すると、一致せず、絶対誤差は1になる。出力の大きさが式ごとに異なるため、式の種類や入力範囲と合わせて評価する。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予測値と正解を比べる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get_numeracy_spec（v0.3.0）。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https://github.com/stanford-crfm/helm/blob/v0.3.0/src/helm/benchmark/run_specs.py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BasicMetric（v0.3.0）。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https://github.com/stanford-crfm/helm/blob/v0.3.0/src/helm/benchmark/metrics/basic_metrics.py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生成器を使って試す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生成器を使って試す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例の数や入力範囲を変えて、推論を調べる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一つの式について、学習用の例を何組見せれば、新しい入力に正しく答えられるかを調べられる。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係数の範囲、入力の範囲、例の数や並び順を決めると、モデルを同じ条件で比較できる。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1変数から2変数へ、一次式から二次式へと、規則の形を変えて推論の違いを見ることもできる。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生成器を使って試す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(2023).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公式生成器でレコードを作る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生成器を使って試す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11300"/>
            <a:ext cx="8046720" cy="20023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88900" bIns="12700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DejaVu Sans Mono"/>
                <a:ea typeface="Noto Sans CJK JP"/>
                <a:cs typeface="Liberation Mono"/>
              </a:rPr>
              <a:t>task = NumeracyScenario(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DejaVu Sans Mono"/>
                <a:ea typeface="Noto Sans CJK JP"/>
                <a:cs typeface="Liberation Mono"/>
              </a:rPr>
              <a:t>    relation_type="linear", mode="standard", seed=0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DejaVu Sans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DejaVu Sans Mono"/>
                <a:ea typeface="Noto Sans CJK JP"/>
                <a:cs typeface="Liberation Mono"/>
              </a:rPr>
              <a:t>records = task.get_instances("output")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DejaVu Sans Mono"/>
                <a:ea typeface="Noto Sans CJK JP"/>
                <a:cs typeface="Liberation Mono"/>
              </a:rPr>
              <a:t>example = next(r for r in records if r.split == "test")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DejaVu Sans Mono"/>
                <a:ea typeface="Noto Sans CJK JP"/>
                <a:cs typeface="Liberation Mono"/>
              </a:rPr>
              <a:t>print(example.input.text)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DejaVu Sans Mono"/>
                <a:ea typeface="Noto Sans CJK JP"/>
                <a:cs typeface="Liberation Mono"/>
              </a:rPr>
              <a:t>print(example.references[0].output.text)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23386"/>
            <a:ext cx="7955279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公開生成器のNumeracyScenarioを読み込んだ後の例。学習用・評価用の数値を作り、最初の評価入力と正解を表示する。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公開コードを使って人工データを生成する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公開生成器はApache License 2.0で提供される。式の種類、係数を選ぶ方法、乱数のseedを指定して、数値の組と正解を作れる。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同じ数値を再現するときは、生成器のバージョンと実行環境も記録する。ここで示す実例はv0.3.0の生成器を使っている。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生成器を使って試す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Apache License 2.0。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https://github.com/stanford-crfm/helm/blob/v0.3.0/LICENSE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数値の対応から未知の値を予測する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Numeracyは、多項式から作った入出力の例を見せ、未知の入力に対応する数値を予測させる課題である。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一次・二次、1変数・2変数の式を使い、既知の計算式を直接与えずに、数の対応から規則を見つけられるかを調べる。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生成器の条件をそろえることで、正答率や数値誤差を使った比較実験を組み立てられる。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生成器を使って試す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686816"/>
          </a:xfrm>
        </p:spPr>
        <p:txBody>
          <a:bodyPr wrap="square" lIns="0" rIns="0" tIns="0" bIns="1016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式とデータ形式の補足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実例4：交差項を含む二次式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式の種類：paraboloid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学習用100組から6組を抜粋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22963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y, z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16, 18, 1128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8, 11, 341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10, 16, 620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12, 13, 617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7, 17, 510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7, 11, 300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5501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16, 17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正解：1077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x=16、y=17のときのzを予測する。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 = 2x^2 + xy + y^2 + 4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実例5：固定された一次式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学習用100組から4組を抜粋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16918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-82, -159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70, 145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7, 19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-2, 1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4993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x=15のときのyを予測する。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 = 2x + 5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実例6：固定された二次式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式の種類：parabola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学習用100組から4組を抜粋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16918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18, 326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170, 28902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107, 11451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98, 9606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4993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正解：13227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x=115のときのyを予測する。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 = x^2 + 2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実例7：固定された平面の式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学習用100組から6組を抜粋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22963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y, z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6, 8, 25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-2, 1, 2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0, 6, 11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2, 3, 12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-3, 7, 6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-3, 1, 0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5501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6, 7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x=6、y=7のときのzを予測する。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 = 2x + y + 5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実例8：固定された二次曲面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式の種類：paraboloid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学習用100組から6組を抜粋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22963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y, z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16, 18, 838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8, 11, 251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10, 16, 458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12, 13, 459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7, 17, 389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7, 11, 221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5501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16, 17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x=16、y=17のときのzを予測する。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 = 2x^2 + y^2 + 2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実例9：正解が0になる入力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学習用100組から4組を抜粋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16918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-82, -324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70, 284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7, 32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-2, 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4993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x=-1のときのyを予測する。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 = 4x + 4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実例10：二次式の隣の入力点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式の種類：parabola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学習用100組から4組を抜粋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16918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18, 667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170, 57971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107, 23006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98, 19307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4993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正解：19702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x=99のときのyを予測する。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 = 2x^2 + x + 1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実例11：二つの入力がともに大きい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学習用100組から6組を抜粋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22963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y, z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6, 8, 57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-2, 1, -3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0, 6, 25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2, 3, 21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-3, 7, 17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-3, 1, 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5501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x=7、y=10のときのzを予測する。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 = 4x + 4y + 1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実例12：二次曲面の別の入力点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式の種類：paraboloid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学習用100組から6組を抜粋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22963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y, z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16, 18, 1128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8, 11, 341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10, 16, 620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12, 13, 617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7, 17, 510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7, 11, 300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55015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17, 20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x=17、y=20のときのzを予測する。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 = 2x^2 + xy + y^2 + 4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実例13：一次式の近い入力点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式の種類：linear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学習用100組から4組を抜粋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991360"/>
            <a:ext cx="3886200" cy="16918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81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x, y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-82, -324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70, 284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7, 32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-2, 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3677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予測する入力</a:t>
            </a:r>
          </a:p>
        </p:txBody>
      </p:sp>
      <p:sp>
        <p:nvSpPr>
          <p:cNvPr id="8" name="code-frame"/>
          <p:cNvSpPr/>
          <p:nvPr/>
        </p:nvSpPr>
        <p:spPr>
          <a:xfrm>
            <a:off x="4663440" y="1965960"/>
            <a:ext cx="3931920" cy="4993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3500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631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x=14のときのyを予測する。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673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正解の計算に使う式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7822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 = 4x + 4</a:t>
            </a:r>
          </a:p>
        </p:txBody>
      </p:sp>
      <p:sp>
        <p:nvSpPr>
          <p:cNvPr id="13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standardモードの係数範囲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式とデータ形式の補足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15184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621792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式と係数（両端を含む整数）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linear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y=Ax+B：A, Bは1〜5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7665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parabola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y=Ax²+Bx+C：Aは1〜2、Bは0〜2、Cは1〜5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z=Ax+By+C：A, B, Cは1〜5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7665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paraboloid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z=Ax²+Bxy+Cy²+F
A, Cは1〜2、Bは0〜1、Fは1〜5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レコードには正解と参照式を保存する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生成した各問題には、入力の整数列と、数値の正解が含まれる。参照式と式の種類も、正解を確かめるために保存される。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入力はinput.text、参照はreferencesに入る。correctタグは数値の正解、solutionは参照式、classは式の種類を表す。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式とデータ形式の補足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NumeracyScenario（v0.3.0）。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15689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(2023). Transactions on Machine Learning Research.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幅広いシナリオと指標で言語モデルを評価する枠組みと、数値関係の帰納を含む推論課題を示す。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  <p:sp>
        <p:nvSpPr>
          <p:cNvPr id="5" name="文献 2: NumeracyScenario"/>
          <p:cNvSpPr txBox="1"/>
          <p:nvPr/>
        </p:nvSpPr>
        <p:spPr>
          <a:xfrm>
            <a:off x="548640" y="3085846"/>
            <a:ext cx="8046720" cy="15689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NumeracyScenario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(n.d.). NumeracyScenario v0.3.0（2026-10-18参照）。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多項式の係数・入力点の生成、train／testの構成、参照式と正解の記録を実装する。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https://github.com/stanford-crfm/helm/blob/v0.3.0/src/helm/benchmark/scenarios/numeracy_scenario.py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2026-10-18T07:09:01Z</dcterms:modified>
  <dc:title>numeracy</dc:title>
  <dc:creator>sasakiy84</dc:creator>
  <dcterms:created xsi:type="dcterms:W3CDTF">2026-10-18T07:09:01Z</dcterms:created>
  <dc:language>ja-JP</dc:language>
</cp:coreProperties>
</file>