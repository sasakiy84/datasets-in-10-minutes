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訓練100点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2C9100"/>
              </a:solidFill>
              <a:ln>
                <a:noFill/>
              </a:ln>
            </c:spPr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6</c:v>
                </c:pt>
                <c:pt idx="1">
                  <c:v>-2</c:v>
                </c:pt>
                <c:pt idx="2">
                  <c:v>0</c:v>
                </c:pt>
                <c:pt idx="3">
                  <c:v>2</c:v>
                </c:pt>
                <c:pt idx="4">
                  <c:v>-3</c:v>
                </c:pt>
                <c:pt idx="5">
                  <c:v>-3</c:v>
                </c:pt>
                <c:pt idx="6">
                  <c:v>-2</c:v>
                </c:pt>
                <c:pt idx="7">
                  <c:v>0</c:v>
                </c:pt>
                <c:pt idx="8">
                  <c:v>-6</c:v>
                </c:pt>
                <c:pt idx="9">
                  <c:v>-1</c:v>
                </c:pt>
                <c:pt idx="10">
                  <c:v>-3</c:v>
                </c:pt>
                <c:pt idx="11">
                  <c:v>-4</c:v>
                </c:pt>
                <c:pt idx="12">
                  <c:v>-5</c:v>
                </c:pt>
                <c:pt idx="13">
                  <c:v>-4</c:v>
                </c:pt>
                <c:pt idx="14">
                  <c:v>0</c:v>
                </c:pt>
                <c:pt idx="15">
                  <c:v>-10</c:v>
                </c:pt>
                <c:pt idx="16">
                  <c:v>-7</c:v>
                </c:pt>
                <c:pt idx="17">
                  <c:v>7</c:v>
                </c:pt>
                <c:pt idx="18">
                  <c:v>-4</c:v>
                </c:pt>
                <c:pt idx="19">
                  <c:v>-10</c:v>
                </c:pt>
                <c:pt idx="20">
                  <c:v>1</c:v>
                </c:pt>
                <c:pt idx="21">
                  <c:v>-8</c:v>
                </c:pt>
                <c:pt idx="22">
                  <c:v>0</c:v>
                </c:pt>
                <c:pt idx="23">
                  <c:v>-5</c:v>
                </c:pt>
                <c:pt idx="24">
                  <c:v>-1</c:v>
                </c:pt>
                <c:pt idx="25">
                  <c:v>3</c:v>
                </c:pt>
                <c:pt idx="26">
                  <c:v>-9</c:v>
                </c:pt>
                <c:pt idx="27">
                  <c:v>-7</c:v>
                </c:pt>
                <c:pt idx="28">
                  <c:v>1</c:v>
                </c:pt>
                <c:pt idx="29">
                  <c:v>5</c:v>
                </c:pt>
                <c:pt idx="30">
                  <c:v>-10</c:v>
                </c:pt>
                <c:pt idx="31">
                  <c:v>-4</c:v>
                </c:pt>
                <c:pt idx="32">
                  <c:v>-6</c:v>
                </c:pt>
                <c:pt idx="33">
                  <c:v>3</c:v>
                </c:pt>
                <c:pt idx="34">
                  <c:v>4</c:v>
                </c:pt>
                <c:pt idx="35">
                  <c:v>-5</c:v>
                </c:pt>
                <c:pt idx="36">
                  <c:v>-3</c:v>
                </c:pt>
                <c:pt idx="37">
                  <c:v>-10</c:v>
                </c:pt>
                <c:pt idx="38">
                  <c:v>-10</c:v>
                </c:pt>
                <c:pt idx="39">
                  <c:v>-8</c:v>
                </c:pt>
                <c:pt idx="40">
                  <c:v>-10</c:v>
                </c:pt>
                <c:pt idx="41">
                  <c:v>3</c:v>
                </c:pt>
                <c:pt idx="42">
                  <c:v>0</c:v>
                </c:pt>
                <c:pt idx="43">
                  <c:v>-2</c:v>
                </c:pt>
                <c:pt idx="44">
                  <c:v>2</c:v>
                </c:pt>
                <c:pt idx="45">
                  <c:v>-5</c:v>
                </c:pt>
                <c:pt idx="46">
                  <c:v>-6</c:v>
                </c:pt>
                <c:pt idx="47">
                  <c:v>-7</c:v>
                </c:pt>
                <c:pt idx="48">
                  <c:v>-9</c:v>
                </c:pt>
                <c:pt idx="49">
                  <c:v>-4</c:v>
                </c:pt>
                <c:pt idx="50">
                  <c:v>-7</c:v>
                </c:pt>
                <c:pt idx="51">
                  <c:v>4</c:v>
                </c:pt>
                <c:pt idx="52">
                  <c:v>-2</c:v>
                </c:pt>
                <c:pt idx="53">
                  <c:v>-4</c:v>
                </c:pt>
                <c:pt idx="54">
                  <c:v>5</c:v>
                </c:pt>
                <c:pt idx="55">
                  <c:v>-1</c:v>
                </c:pt>
                <c:pt idx="56">
                  <c:v>-10</c:v>
                </c:pt>
                <c:pt idx="57">
                  <c:v>-5</c:v>
                </c:pt>
                <c:pt idx="58">
                  <c:v>-7</c:v>
                </c:pt>
                <c:pt idx="59">
                  <c:v>-8</c:v>
                </c:pt>
                <c:pt idx="60">
                  <c:v>-1</c:v>
                </c:pt>
                <c:pt idx="61">
                  <c:v>-7</c:v>
                </c:pt>
                <c:pt idx="62">
                  <c:v>-9</c:v>
                </c:pt>
                <c:pt idx="63">
                  <c:v>-5</c:v>
                </c:pt>
                <c:pt idx="64">
                  <c:v>-3</c:v>
                </c:pt>
                <c:pt idx="65">
                  <c:v>-10</c:v>
                </c:pt>
                <c:pt idx="66">
                  <c:v>-5</c:v>
                </c:pt>
                <c:pt idx="67">
                  <c:v>-7</c:v>
                </c:pt>
                <c:pt idx="68">
                  <c:v>-5</c:v>
                </c:pt>
                <c:pt idx="69">
                  <c:v>-8</c:v>
                </c:pt>
                <c:pt idx="70">
                  <c:v>-7</c:v>
                </c:pt>
                <c:pt idx="71">
                  <c:v>-9</c:v>
                </c:pt>
                <c:pt idx="72">
                  <c:v>-3</c:v>
                </c:pt>
                <c:pt idx="73">
                  <c:v>4</c:v>
                </c:pt>
                <c:pt idx="74">
                  <c:v>-9</c:v>
                </c:pt>
                <c:pt idx="75">
                  <c:v>-10</c:v>
                </c:pt>
                <c:pt idx="76">
                  <c:v>-10</c:v>
                </c:pt>
                <c:pt idx="77">
                  <c:v>-6</c:v>
                </c:pt>
                <c:pt idx="78">
                  <c:v>-9</c:v>
                </c:pt>
                <c:pt idx="79">
                  <c:v>-9</c:v>
                </c:pt>
                <c:pt idx="80">
                  <c:v>-3</c:v>
                </c:pt>
                <c:pt idx="81">
                  <c:v>-7</c:v>
                </c:pt>
                <c:pt idx="82">
                  <c:v>-8</c:v>
                </c:pt>
                <c:pt idx="83">
                  <c:v>-2</c:v>
                </c:pt>
                <c:pt idx="84">
                  <c:v>-5</c:v>
                </c:pt>
                <c:pt idx="85">
                  <c:v>-10</c:v>
                </c:pt>
                <c:pt idx="86">
                  <c:v>10</c:v>
                </c:pt>
                <c:pt idx="87">
                  <c:v>-2</c:v>
                </c:pt>
                <c:pt idx="88">
                  <c:v>-8</c:v>
                </c:pt>
                <c:pt idx="89">
                  <c:v>1</c:v>
                </c:pt>
                <c:pt idx="90">
                  <c:v>-6</c:v>
                </c:pt>
                <c:pt idx="91">
                  <c:v>-8</c:v>
                </c:pt>
                <c:pt idx="92">
                  <c:v>-1</c:v>
                </c:pt>
                <c:pt idx="93">
                  <c:v>-1</c:v>
                </c:pt>
                <c:pt idx="94">
                  <c:v>-4</c:v>
                </c:pt>
                <c:pt idx="95">
                  <c:v>-6</c:v>
                </c:pt>
                <c:pt idx="96">
                  <c:v>4</c:v>
                </c:pt>
                <c:pt idx="97">
                  <c:v>-2</c:v>
                </c:pt>
                <c:pt idx="98">
                  <c:v>1</c:v>
                </c:pt>
                <c:pt idx="99">
                  <c:v>1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8</c:v>
                </c:pt>
                <c:pt idx="1">
                  <c:v>1</c:v>
                </c:pt>
                <c:pt idx="2">
                  <c:v>6</c:v>
                </c:pt>
                <c:pt idx="3">
                  <c:v>3</c:v>
                </c:pt>
                <c:pt idx="4">
                  <c:v>7</c:v>
                </c:pt>
                <c:pt idx="5">
                  <c:v>1</c:v>
                </c:pt>
                <c:pt idx="6">
                  <c:v>4</c:v>
                </c:pt>
                <c:pt idx="7">
                  <c:v>3</c:v>
                </c:pt>
                <c:pt idx="8">
                  <c:v>6</c:v>
                </c:pt>
                <c:pt idx="9">
                  <c:v>2</c:v>
                </c:pt>
                <c:pt idx="10">
                  <c:v>8</c:v>
                </c:pt>
                <c:pt idx="11">
                  <c:v>9</c:v>
                </c:pt>
                <c:pt idx="12">
                  <c:v>10</c:v>
                </c:pt>
                <c:pt idx="13">
                  <c:v>1</c:v>
                </c:pt>
                <c:pt idx="14">
                  <c:v>4</c:v>
                </c:pt>
                <c:pt idx="15">
                  <c:v>-2</c:v>
                </c:pt>
                <c:pt idx="16">
                  <c:v>4</c:v>
                </c:pt>
                <c:pt idx="17">
                  <c:v>8</c:v>
                </c:pt>
                <c:pt idx="18">
                  <c:v>-4</c:v>
                </c:pt>
                <c:pt idx="19">
                  <c:v>-5</c:v>
                </c:pt>
                <c:pt idx="20">
                  <c:v>4</c:v>
                </c:pt>
                <c:pt idx="21">
                  <c:v>-5</c:v>
                </c:pt>
                <c:pt idx="22">
                  <c:v>5</c:v>
                </c:pt>
                <c:pt idx="23">
                  <c:v>-4</c:v>
                </c:pt>
                <c:pt idx="24">
                  <c:v>6</c:v>
                </c:pt>
                <c:pt idx="25">
                  <c:v>9</c:v>
                </c:pt>
                <c:pt idx="26">
                  <c:v>7</c:v>
                </c:pt>
                <c:pt idx="27">
                  <c:v>9</c:v>
                </c:pt>
                <c:pt idx="28">
                  <c:v>3</c:v>
                </c:pt>
                <c:pt idx="29">
                  <c:v>7</c:v>
                </c:pt>
                <c:pt idx="30">
                  <c:v>2</c:v>
                </c:pt>
                <c:pt idx="31">
                  <c:v>10</c:v>
                </c:pt>
                <c:pt idx="32">
                  <c:v>-1</c:v>
                </c:pt>
                <c:pt idx="33">
                  <c:v>6</c:v>
                </c:pt>
                <c:pt idx="34">
                  <c:v>10</c:v>
                </c:pt>
                <c:pt idx="35">
                  <c:v>6</c:v>
                </c:pt>
                <c:pt idx="36">
                  <c:v>6</c:v>
                </c:pt>
                <c:pt idx="37">
                  <c:v>8</c:v>
                </c:pt>
                <c:pt idx="38">
                  <c:v>5</c:v>
                </c:pt>
                <c:pt idx="39">
                  <c:v>6</c:v>
                </c:pt>
                <c:pt idx="40">
                  <c:v>-3</c:v>
                </c:pt>
                <c:pt idx="41">
                  <c:v>10</c:v>
                </c:pt>
                <c:pt idx="42">
                  <c:v>1</c:v>
                </c:pt>
                <c:pt idx="43">
                  <c:v>10</c:v>
                </c:pt>
                <c:pt idx="44">
                  <c:v>7</c:v>
                </c:pt>
                <c:pt idx="45">
                  <c:v>-3</c:v>
                </c:pt>
                <c:pt idx="46">
                  <c:v>5</c:v>
                </c:pt>
                <c:pt idx="47">
                  <c:v>7</c:v>
                </c:pt>
                <c:pt idx="48">
                  <c:v>3</c:v>
                </c:pt>
                <c:pt idx="49">
                  <c:v>7</c:v>
                </c:pt>
                <c:pt idx="50">
                  <c:v>-4</c:v>
                </c:pt>
                <c:pt idx="51">
                  <c:v>7</c:v>
                </c:pt>
                <c:pt idx="52">
                  <c:v>7</c:v>
                </c:pt>
                <c:pt idx="53">
                  <c:v>8</c:v>
                </c:pt>
                <c:pt idx="54">
                  <c:v>8</c:v>
                </c:pt>
                <c:pt idx="55">
                  <c:v>0</c:v>
                </c:pt>
                <c:pt idx="56">
                  <c:v>6</c:v>
                </c:pt>
                <c:pt idx="57">
                  <c:v>8</c:v>
                </c:pt>
                <c:pt idx="58">
                  <c:v>-3</c:v>
                </c:pt>
                <c:pt idx="59">
                  <c:v>-4</c:v>
                </c:pt>
                <c:pt idx="60">
                  <c:v>8</c:v>
                </c:pt>
                <c:pt idx="61">
                  <c:v>8</c:v>
                </c:pt>
                <c:pt idx="62">
                  <c:v>-8</c:v>
                </c:pt>
                <c:pt idx="63">
                  <c:v>4</c:v>
                </c:pt>
                <c:pt idx="64">
                  <c:v>0</c:v>
                </c:pt>
                <c:pt idx="65">
                  <c:v>-6</c:v>
                </c:pt>
                <c:pt idx="66">
                  <c:v>1</c:v>
                </c:pt>
                <c:pt idx="67">
                  <c:v>-6</c:v>
                </c:pt>
                <c:pt idx="68">
                  <c:v>9</c:v>
                </c:pt>
                <c:pt idx="69">
                  <c:v>3</c:v>
                </c:pt>
                <c:pt idx="70">
                  <c:v>-1</c:v>
                </c:pt>
                <c:pt idx="71">
                  <c:v>-4</c:v>
                </c:pt>
                <c:pt idx="72">
                  <c:v>10</c:v>
                </c:pt>
                <c:pt idx="73">
                  <c:v>5</c:v>
                </c:pt>
                <c:pt idx="74">
                  <c:v>10</c:v>
                </c:pt>
                <c:pt idx="75">
                  <c:v>3</c:v>
                </c:pt>
                <c:pt idx="76">
                  <c:v>-7</c:v>
                </c:pt>
                <c:pt idx="77">
                  <c:v>8</c:v>
                </c:pt>
                <c:pt idx="78">
                  <c:v>-6</c:v>
                </c:pt>
                <c:pt idx="79">
                  <c:v>0</c:v>
                </c:pt>
                <c:pt idx="80">
                  <c:v>-3</c:v>
                </c:pt>
                <c:pt idx="81">
                  <c:v>-7</c:v>
                </c:pt>
                <c:pt idx="82">
                  <c:v>7</c:v>
                </c:pt>
                <c:pt idx="83">
                  <c:v>3</c:v>
                </c:pt>
                <c:pt idx="84">
                  <c:v>7</c:v>
                </c:pt>
                <c:pt idx="85">
                  <c:v>9</c:v>
                </c:pt>
                <c:pt idx="86">
                  <c:v>10</c:v>
                </c:pt>
                <c:pt idx="87">
                  <c:v>8</c:v>
                </c:pt>
                <c:pt idx="88">
                  <c:v>5</c:v>
                </c:pt>
                <c:pt idx="89">
                  <c:v>9</c:v>
                </c:pt>
                <c:pt idx="90">
                  <c:v>-4</c:v>
                </c:pt>
                <c:pt idx="91">
                  <c:v>2</c:v>
                </c:pt>
                <c:pt idx="92">
                  <c:v>5</c:v>
                </c:pt>
                <c:pt idx="93">
                  <c:v>4</c:v>
                </c:pt>
                <c:pt idx="94">
                  <c:v>3</c:v>
                </c:pt>
                <c:pt idx="95">
                  <c:v>2</c:v>
                </c:pt>
                <c:pt idx="96">
                  <c:v>8</c:v>
                </c:pt>
                <c:pt idx="97">
                  <c:v>2</c:v>
                </c:pt>
                <c:pt idx="98">
                  <c:v>6</c:v>
                </c:pt>
                <c:pt idx="99">
                  <c:v>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Sheet1!$B$103</c:f>
              <c:strCache>
                <c:ptCount val="1"/>
                <c:pt idx="0">
                  <c:v>test 100点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B13731"/>
              </a:solidFill>
              <a:ln>
                <a:noFill/>
              </a:ln>
            </c:spPr>
          </c:marker>
          <c:xVal>
            <c:numRef>
              <c:f>Sheet1!$A$104:$A$203</c:f>
              <c:numCache>
                <c:formatCode>General</c:formatCode>
                <c:ptCount val="100"/>
                <c:pt idx="0">
                  <c:v>6</c:v>
                </c:pt>
                <c:pt idx="1">
                  <c:v>7</c:v>
                </c:pt>
                <c:pt idx="2">
                  <c:v>-5</c:v>
                </c:pt>
                <c:pt idx="3">
                  <c:v>-10</c:v>
                </c:pt>
                <c:pt idx="4">
                  <c:v>-3</c:v>
                </c:pt>
                <c:pt idx="5">
                  <c:v>-6</c:v>
                </c:pt>
                <c:pt idx="6">
                  <c:v>5</c:v>
                </c:pt>
                <c:pt idx="7">
                  <c:v>-6</c:v>
                </c:pt>
                <c:pt idx="8">
                  <c:v>4</c:v>
                </c:pt>
                <c:pt idx="9">
                  <c:v>-3</c:v>
                </c:pt>
                <c:pt idx="10">
                  <c:v>-9</c:v>
                </c:pt>
                <c:pt idx="11">
                  <c:v>-1</c:v>
                </c:pt>
                <c:pt idx="12">
                  <c:v>2</c:v>
                </c:pt>
                <c:pt idx="13">
                  <c:v>-5</c:v>
                </c:pt>
                <c:pt idx="14">
                  <c:v>-7</c:v>
                </c:pt>
                <c:pt idx="15">
                  <c:v>-2</c:v>
                </c:pt>
                <c:pt idx="16">
                  <c:v>3</c:v>
                </c:pt>
                <c:pt idx="17">
                  <c:v>0</c:v>
                </c:pt>
                <c:pt idx="18">
                  <c:v>-3</c:v>
                </c:pt>
                <c:pt idx="19">
                  <c:v>-3</c:v>
                </c:pt>
                <c:pt idx="20">
                  <c:v>1</c:v>
                </c:pt>
                <c:pt idx="21">
                  <c:v>-9</c:v>
                </c:pt>
                <c:pt idx="22">
                  <c:v>4</c:v>
                </c:pt>
                <c:pt idx="23">
                  <c:v>5</c:v>
                </c:pt>
                <c:pt idx="24">
                  <c:v>-10</c:v>
                </c:pt>
                <c:pt idx="25">
                  <c:v>-9</c:v>
                </c:pt>
                <c:pt idx="26">
                  <c:v>-4</c:v>
                </c:pt>
                <c:pt idx="27">
                  <c:v>-2</c:v>
                </c:pt>
                <c:pt idx="28">
                  <c:v>-9</c:v>
                </c:pt>
                <c:pt idx="29">
                  <c:v>-6</c:v>
                </c:pt>
                <c:pt idx="30">
                  <c:v>-6</c:v>
                </c:pt>
                <c:pt idx="31">
                  <c:v>-8</c:v>
                </c:pt>
                <c:pt idx="32">
                  <c:v>-9</c:v>
                </c:pt>
                <c:pt idx="33">
                  <c:v>-7</c:v>
                </c:pt>
                <c:pt idx="34">
                  <c:v>-10</c:v>
                </c:pt>
                <c:pt idx="35">
                  <c:v>-5</c:v>
                </c:pt>
                <c:pt idx="36">
                  <c:v>-9</c:v>
                </c:pt>
                <c:pt idx="37">
                  <c:v>-5</c:v>
                </c:pt>
                <c:pt idx="38">
                  <c:v>7</c:v>
                </c:pt>
                <c:pt idx="39">
                  <c:v>0</c:v>
                </c:pt>
                <c:pt idx="40">
                  <c:v>-5</c:v>
                </c:pt>
                <c:pt idx="41">
                  <c:v>0</c:v>
                </c:pt>
                <c:pt idx="42">
                  <c:v>5</c:v>
                </c:pt>
                <c:pt idx="43">
                  <c:v>-8</c:v>
                </c:pt>
                <c:pt idx="44">
                  <c:v>-4</c:v>
                </c:pt>
                <c:pt idx="45">
                  <c:v>-1</c:v>
                </c:pt>
                <c:pt idx="46">
                  <c:v>-7</c:v>
                </c:pt>
                <c:pt idx="47">
                  <c:v>-9</c:v>
                </c:pt>
                <c:pt idx="48">
                  <c:v>1</c:v>
                </c:pt>
                <c:pt idx="49">
                  <c:v>1</c:v>
                </c:pt>
                <c:pt idx="50">
                  <c:v>-4</c:v>
                </c:pt>
                <c:pt idx="51">
                  <c:v>-1</c:v>
                </c:pt>
                <c:pt idx="52">
                  <c:v>-4</c:v>
                </c:pt>
                <c:pt idx="53">
                  <c:v>-8</c:v>
                </c:pt>
                <c:pt idx="54">
                  <c:v>-5</c:v>
                </c:pt>
                <c:pt idx="55">
                  <c:v>4</c:v>
                </c:pt>
                <c:pt idx="56">
                  <c:v>-8</c:v>
                </c:pt>
                <c:pt idx="57">
                  <c:v>6</c:v>
                </c:pt>
                <c:pt idx="58">
                  <c:v>-1</c:v>
                </c:pt>
                <c:pt idx="59">
                  <c:v>5</c:v>
                </c:pt>
                <c:pt idx="60">
                  <c:v>-9</c:v>
                </c:pt>
                <c:pt idx="61">
                  <c:v>6</c:v>
                </c:pt>
                <c:pt idx="62">
                  <c:v>0</c:v>
                </c:pt>
                <c:pt idx="63">
                  <c:v>7</c:v>
                </c:pt>
                <c:pt idx="64">
                  <c:v>-6</c:v>
                </c:pt>
                <c:pt idx="65">
                  <c:v>-7</c:v>
                </c:pt>
                <c:pt idx="66">
                  <c:v>-2</c:v>
                </c:pt>
                <c:pt idx="67">
                  <c:v>-2</c:v>
                </c:pt>
                <c:pt idx="68">
                  <c:v>0</c:v>
                </c:pt>
                <c:pt idx="69">
                  <c:v>-9</c:v>
                </c:pt>
                <c:pt idx="70">
                  <c:v>3</c:v>
                </c:pt>
                <c:pt idx="71">
                  <c:v>3</c:v>
                </c:pt>
                <c:pt idx="72">
                  <c:v>-4</c:v>
                </c:pt>
                <c:pt idx="73">
                  <c:v>2</c:v>
                </c:pt>
                <c:pt idx="74">
                  <c:v>-9</c:v>
                </c:pt>
                <c:pt idx="75">
                  <c:v>1</c:v>
                </c:pt>
                <c:pt idx="76">
                  <c:v>-10</c:v>
                </c:pt>
                <c:pt idx="77">
                  <c:v>-9</c:v>
                </c:pt>
                <c:pt idx="78">
                  <c:v>-9</c:v>
                </c:pt>
                <c:pt idx="79">
                  <c:v>2</c:v>
                </c:pt>
                <c:pt idx="80">
                  <c:v>9</c:v>
                </c:pt>
                <c:pt idx="81">
                  <c:v>-8</c:v>
                </c:pt>
                <c:pt idx="82">
                  <c:v>2</c:v>
                </c:pt>
                <c:pt idx="83">
                  <c:v>9</c:v>
                </c:pt>
                <c:pt idx="84">
                  <c:v>-8</c:v>
                </c:pt>
                <c:pt idx="85">
                  <c:v>-6</c:v>
                </c:pt>
                <c:pt idx="86">
                  <c:v>2</c:v>
                </c:pt>
                <c:pt idx="87">
                  <c:v>-7</c:v>
                </c:pt>
                <c:pt idx="88">
                  <c:v>8</c:v>
                </c:pt>
                <c:pt idx="89">
                  <c:v>-2</c:v>
                </c:pt>
                <c:pt idx="90">
                  <c:v>-10</c:v>
                </c:pt>
                <c:pt idx="91">
                  <c:v>3</c:v>
                </c:pt>
                <c:pt idx="92">
                  <c:v>-10</c:v>
                </c:pt>
                <c:pt idx="93">
                  <c:v>-4</c:v>
                </c:pt>
                <c:pt idx="94">
                  <c:v>-2</c:v>
                </c:pt>
                <c:pt idx="95">
                  <c:v>-6</c:v>
                </c:pt>
                <c:pt idx="96">
                  <c:v>-4</c:v>
                </c:pt>
                <c:pt idx="97">
                  <c:v>2</c:v>
                </c:pt>
                <c:pt idx="98">
                  <c:v>-3</c:v>
                </c:pt>
                <c:pt idx="99">
                  <c:v>-10</c:v>
                </c:pt>
              </c:numCache>
            </c:numRef>
          </c:xVal>
          <c:yVal>
            <c:numRef>
              <c:f>Sheet1!$B$104:$B$203</c:f>
              <c:numCache>
                <c:formatCode>General</c:formatCode>
                <c:ptCount val="100"/>
                <c:pt idx="0">
                  <c:v>7</c:v>
                </c:pt>
                <c:pt idx="1">
                  <c:v>10</c:v>
                </c:pt>
                <c:pt idx="2">
                  <c:v>0</c:v>
                </c:pt>
                <c:pt idx="3">
                  <c:v>1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-2</c:v>
                </c:pt>
                <c:pt idx="8">
                  <c:v>4</c:v>
                </c:pt>
                <c:pt idx="9">
                  <c:v>4</c:v>
                </c:pt>
                <c:pt idx="10">
                  <c:v>-1</c:v>
                </c:pt>
                <c:pt idx="11">
                  <c:v>9</c:v>
                </c:pt>
                <c:pt idx="12">
                  <c:v>4</c:v>
                </c:pt>
                <c:pt idx="13">
                  <c:v>3</c:v>
                </c:pt>
                <c:pt idx="14">
                  <c:v>0</c:v>
                </c:pt>
                <c:pt idx="15">
                  <c:v>9</c:v>
                </c:pt>
                <c:pt idx="16">
                  <c:v>3</c:v>
                </c:pt>
                <c:pt idx="17">
                  <c:v>7</c:v>
                </c:pt>
                <c:pt idx="18">
                  <c:v>-2</c:v>
                </c:pt>
                <c:pt idx="19">
                  <c:v>2</c:v>
                </c:pt>
                <c:pt idx="20">
                  <c:v>1</c:v>
                </c:pt>
                <c:pt idx="21">
                  <c:v>-2</c:v>
                </c:pt>
                <c:pt idx="22">
                  <c:v>9</c:v>
                </c:pt>
                <c:pt idx="23">
                  <c:v>6</c:v>
                </c:pt>
                <c:pt idx="24">
                  <c:v>-1</c:v>
                </c:pt>
                <c:pt idx="25">
                  <c:v>-7</c:v>
                </c:pt>
                <c:pt idx="26">
                  <c:v>-1</c:v>
                </c:pt>
                <c:pt idx="27">
                  <c:v>0</c:v>
                </c:pt>
                <c:pt idx="28">
                  <c:v>6</c:v>
                </c:pt>
                <c:pt idx="29">
                  <c:v>7</c:v>
                </c:pt>
                <c:pt idx="30">
                  <c:v>4</c:v>
                </c:pt>
                <c:pt idx="31">
                  <c:v>-3</c:v>
                </c:pt>
                <c:pt idx="32">
                  <c:v>-3</c:v>
                </c:pt>
                <c:pt idx="33">
                  <c:v>1</c:v>
                </c:pt>
                <c:pt idx="34">
                  <c:v>4</c:v>
                </c:pt>
                <c:pt idx="35">
                  <c:v>-1</c:v>
                </c:pt>
                <c:pt idx="36">
                  <c:v>5</c:v>
                </c:pt>
                <c:pt idx="37">
                  <c:v>-2</c:v>
                </c:pt>
                <c:pt idx="38">
                  <c:v>7</c:v>
                </c:pt>
                <c:pt idx="39">
                  <c:v>9</c:v>
                </c:pt>
                <c:pt idx="40">
                  <c:v>-5</c:v>
                </c:pt>
                <c:pt idx="41">
                  <c:v>8</c:v>
                </c:pt>
                <c:pt idx="42">
                  <c:v>9</c:v>
                </c:pt>
                <c:pt idx="43">
                  <c:v>-7</c:v>
                </c:pt>
                <c:pt idx="44">
                  <c:v>5</c:v>
                </c:pt>
                <c:pt idx="45">
                  <c:v>7</c:v>
                </c:pt>
                <c:pt idx="46">
                  <c:v>6</c:v>
                </c:pt>
                <c:pt idx="47">
                  <c:v>1</c:v>
                </c:pt>
                <c:pt idx="48">
                  <c:v>8</c:v>
                </c:pt>
                <c:pt idx="49">
                  <c:v>10</c:v>
                </c:pt>
                <c:pt idx="50">
                  <c:v>-2</c:v>
                </c:pt>
                <c:pt idx="51">
                  <c:v>-1</c:v>
                </c:pt>
                <c:pt idx="52">
                  <c:v>0</c:v>
                </c:pt>
                <c:pt idx="53">
                  <c:v>-1</c:v>
                </c:pt>
                <c:pt idx="54">
                  <c:v>2</c:v>
                </c:pt>
                <c:pt idx="55">
                  <c:v>6</c:v>
                </c:pt>
                <c:pt idx="56">
                  <c:v>8</c:v>
                </c:pt>
                <c:pt idx="57">
                  <c:v>6</c:v>
                </c:pt>
                <c:pt idx="58">
                  <c:v>1</c:v>
                </c:pt>
                <c:pt idx="59">
                  <c:v>5</c:v>
                </c:pt>
                <c:pt idx="60">
                  <c:v>8</c:v>
                </c:pt>
                <c:pt idx="61">
                  <c:v>9</c:v>
                </c:pt>
                <c:pt idx="62">
                  <c:v>10</c:v>
                </c:pt>
                <c:pt idx="63">
                  <c:v>9</c:v>
                </c:pt>
                <c:pt idx="64">
                  <c:v>1</c:v>
                </c:pt>
                <c:pt idx="65">
                  <c:v>10</c:v>
                </c:pt>
                <c:pt idx="66">
                  <c:v>-1</c:v>
                </c:pt>
                <c:pt idx="67">
                  <c:v>-2</c:v>
                </c:pt>
                <c:pt idx="68">
                  <c:v>0</c:v>
                </c:pt>
                <c:pt idx="69">
                  <c:v>9</c:v>
                </c:pt>
                <c:pt idx="70">
                  <c:v>8</c:v>
                </c:pt>
                <c:pt idx="71">
                  <c:v>7</c:v>
                </c:pt>
                <c:pt idx="72">
                  <c:v>2</c:v>
                </c:pt>
                <c:pt idx="73">
                  <c:v>10</c:v>
                </c:pt>
                <c:pt idx="74">
                  <c:v>-5</c:v>
                </c:pt>
                <c:pt idx="75">
                  <c:v>2</c:v>
                </c:pt>
                <c:pt idx="76">
                  <c:v>-8</c:v>
                </c:pt>
                <c:pt idx="77">
                  <c:v>2</c:v>
                </c:pt>
                <c:pt idx="78">
                  <c:v>4</c:v>
                </c:pt>
                <c:pt idx="79">
                  <c:v>5</c:v>
                </c:pt>
                <c:pt idx="80">
                  <c:v>10</c:v>
                </c:pt>
                <c:pt idx="81">
                  <c:v>1</c:v>
                </c:pt>
                <c:pt idx="82">
                  <c:v>6</c:v>
                </c:pt>
                <c:pt idx="83">
                  <c:v>9</c:v>
                </c:pt>
                <c:pt idx="84">
                  <c:v>-6</c:v>
                </c:pt>
                <c:pt idx="85">
                  <c:v>0</c:v>
                </c:pt>
                <c:pt idx="86">
                  <c:v>2</c:v>
                </c:pt>
                <c:pt idx="87">
                  <c:v>3</c:v>
                </c:pt>
                <c:pt idx="88">
                  <c:v>10</c:v>
                </c:pt>
                <c:pt idx="89">
                  <c:v>6</c:v>
                </c:pt>
                <c:pt idx="90">
                  <c:v>-9</c:v>
                </c:pt>
                <c:pt idx="91">
                  <c:v>5</c:v>
                </c:pt>
                <c:pt idx="92">
                  <c:v>7</c:v>
                </c:pt>
                <c:pt idx="93">
                  <c:v>-3</c:v>
                </c:pt>
                <c:pt idx="94">
                  <c:v>5</c:v>
                </c:pt>
                <c:pt idx="95">
                  <c:v>9</c:v>
                </c:pt>
                <c:pt idx="96">
                  <c:v>6</c:v>
                </c:pt>
                <c:pt idx="97">
                  <c:v>8</c:v>
                </c:pt>
                <c:pt idx="98">
                  <c:v>5</c:v>
                </c:pt>
                <c:pt idx="99">
                  <c:v>-10</c:v>
                </c:pt>
              </c:numCache>
            </c:numRef>
          </c:yVal>
          <c:smooth val="0"/>
        </c:ser>
        <c:axId val="2166026424"/>
        <c:axId val="2165323384"/>
      </c:scatterChart>
      <c:valAx>
        <c:axId val="2166026424"/>
        <c:scaling>
          <c:orientation val="minMax"/>
          <c:max val="10.0"/>
          <c:min val="-10.0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>
            <a:solidFill>
              <a:srgbClr val="626669"/>
            </a:solidFill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65323384"/>
        <c:crosses val="autoZero"/>
        <c:crossBetween val="midCat"/>
        <c:majorUnit val="5.0"/>
      </c:valAx>
      <c:valAx>
        <c:axId val="2165323384"/>
        <c:scaling>
          <c:orientation val="minMax"/>
          <c:max val="10.0"/>
          <c:min val="-10.0"/>
        </c:scaling>
        <c:delete val="0"/>
        <c:axPos val="l"/>
        <c:majorGridlines/>
        <c:numFmt formatCode="General" sourceLinked="1"/>
        <c:majorTickMark val="none"/>
        <c:minorTickMark val="none"/>
        <c:tickLblPos val="low"/>
        <c:spPr>
          <a:ln>
            <a:solidFill>
              <a:srgbClr val="626669"/>
            </a:solidFill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66026424"/>
        <c:crosses val="autoZero"/>
        <c:crossBetween val="midCat"/>
        <c:majorUnit val="5.0"/>
      </c:valAx>
    </c:plotArea>
    <c:legend>
      <c:legendPos/>
      <c:layout/>
      <c:overlay val="0"/>
      <c:txPr>
        <a:bodyPr/>
        <a:lstStyle/>
        <a:p>
          <a:pPr>
            <a:defRPr sz="1500">
              <a:latin typeface="Noto Sans CJK JP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rfm.stanford.edu/helm/classic/v0.4.0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scenarios/numeracy_scenario.p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Relationship Id="rId3" Type="http://schemas.openxmlformats.org/officeDocument/2006/relationships/hyperlink" Target="https://github.com/stanford-crfm/helm/blob/v0.3.0/src/helm/benchmark/run_specs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stanford-crfm/helm/blob/v0.3.0/src/helm/benchmark/scenarios/numeracy_scenario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run_specs.py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metrics/basic_metrics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basic_metrics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run_specs.py" TargetMode="External"/><Relationship Id="rId3" Type="http://schemas.openxmlformats.org/officeDocument/2006/relationships/hyperlink" Target="https://github.com/stanford-crfm/helm/blob/v0.3.0/src/helm/benchmark/metrics/numeracy_metrics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Relationship Id="rId3" Type="http://schemas.openxmlformats.org/officeDocument/2006/relationships/hyperlink" Target="https://crfm.stanford.edu/helm/classic/v0.4.0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scenarios/numeracy_scenario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Relationship Id="rId3" Type="http://schemas.openxmlformats.org/officeDocument/2006/relationships/hyperlink" Target="https://github.com/stanford-crfm/helm/blob/v0.3.0/LICENSE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Relationship Id="rId3" Type="http://schemas.openxmlformats.org/officeDocument/2006/relationships/hyperlink" Target="https://crfm.stanford.edu/helm/classic/v0.4.0/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numeracy_scenario.py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P19-1635/" TargetMode="External"/><Relationship Id="rId3" Type="http://schemas.openxmlformats.org/officeDocument/2006/relationships/hyperlink" Target="https://arxiv.org/abs/2211.09110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scenarios/numeracy_scenario.py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run_specs.py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metrics/numeracy_metrics.py" TargetMode="External"/><Relationship Id="rId3" Type="http://schemas.openxmlformats.org/officeDocument/2006/relationships/hyperlink" Target="https://aclanthology.org/P19-1635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HELMの多項式帰納シナリオ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入出力の例から数の規則を推測する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公式サイト：HELM Classic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HELM Classic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84" y="1481328"/>
            <a:ext cx="5513832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 (2023-11-17).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入出力の例から規則を推測する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多項式と入力点を生成する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数値の採点と公開実行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再現方法と利用の範囲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式を示さず、数の対応を示す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Numeracyは、HELMで導入された人工生成の数値推論課題。入力と出力の組から式を推測する。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モデルには数値の組を示し、新しい入力に対応する値を出力させる。式そのものは入力に書かない。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ここでは、公開コードv0.3.0の生成器をseed=0で実行し、生成された実際のレコードを使う。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訓練レコードをプロンプトの例に使う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数値の対応を見せるtrainと、予測対象にするtestを生成する。関数を推測するための例をプロンプトに示す。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standard／exampleの設定では、訓練例は最大100件、評価は100件、1試行。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以下のページには、訓練100件の連続した冒頭4〜6件と、test入力1件の全文を示す。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get_numeracy_spec,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https://github.com/stanford-crfm/helm/blob/v0.3.0/src/helm/benchmark/run_specs.py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実例1：一次式の未知の値を求める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linear / mode=standard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-82, -324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70, 284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7, 32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x=15のときのyを予測する。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4x + 4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一次式では変化の割合が一定になる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この生成例の参照式はy=4x+4。x=15なら、4×15+4=64になる。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入力として渡すのは、−82→−324、70→284などの値の組で、参照式は採点・検証用のメタデータに保存される。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数字の並びから規則を推測し、新しい点へ適用することを測る。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実例2：二次式の増え方を推測する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parabola / mode=standard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18, 667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170, 57971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107, 23006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98, 19307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正解：26566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x=115のときのyを予測する。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2x^2 + x + 1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二次式では入力の大きさが強く効く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この例の参照式はy=2x²+x+1。x=115なら26,566になる。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訓練用のx=107に対する値は23,006。入力が8増えると出力は3,560増え、一次式の一定の増え方とは異なる。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式の形や係数を入力に直接示さず、数値の対応から推測させる。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実例3：二つの入力から出力を求める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plane / mode=standard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原データ：訓練100件の先頭6件（連続）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230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y, z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6, 8, 57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1, -3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0, 6, 25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2, 3, 21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-3, 7, 17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-3, 1, -7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6, 7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x=6、y=7のときのzを予測する。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 = 4x + 4y + 1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入力の変数を二つに増やす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この例はz=4x+4y+1。x=6、y=7を代入すると53になる。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入力の文字列は「6, 7」、正解の文字列は「53」。モデルは出力する数値だけを生成する。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二つの変数を持つ一次式と、二次式までの4種類を用意している。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入出力の例から規則を推測する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4種類の式で次数と変数の数を変える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10312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1371600"/>
                <a:gridCol w="914400"/>
                <a:gridCol w="3749039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コードの型名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変数の数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次数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固定された参照式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linear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 = 2x + 5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parabola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 = x² + 2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 = 2x + y + 5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paraboloid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 = 2x² + y² + 2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右列はexampleモードの式。standardモードでは係数を範囲内で抽選する。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整数係数と整数の入力点を抽選する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各関数型に係数の範囲を決め、PythonとNumPyの乱数を同じseedで初期化する。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最高次数、変数の数、非ゼロの定数項を満たす式ができるまで抽選する。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生成した式に入力点を代入し、出力の整数値と、参照式・関数型をレコードへ保存する。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入力範囲は関数型に合わせて変える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linearは−100〜100、parabolaは0〜200の整数を使う。二次式の入力は非負にしている。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planeはx・yが−10〜10、paraboloidは0〜20。さらに2変数ではx≤yの点だけを残す。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overlap=Trueは訓練とtestの入力範囲を共通にする設定。訓練用と評価用の点は重複しない。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2変数の入力は三角形の範囲にある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7589520" cy="27066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95160" y="38130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215384"/>
            <a:ext cx="7955279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plane／standard／seed=0。訓練100点、test 100点。候補は231点。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100点を見せ、別の100点で確かめる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各関数について、訓練用とtest用に異なる100点ずつを選ぶ。1変数では201候補点、2変数ではx≤yを満たす231候補点がある。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今回は各型でseed=0を使い、exampleとstandardの8組、計1,600レコードを生成した。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全1,600件の正解を参照式へ別途代入して再計算し、生成器の出力と一致することを確認した。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モードごとに式の扱いを変える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多項式と入力点を生成する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3291840"/>
                <a:gridCol w="32004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式の選び方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v0.3.0の生成件数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example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型ごとに固定された式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 100＋test 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1個の式を抽選する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 100＋test 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function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問題ごとに式を替える設計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0（生成処理は未実装）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各型・seed=0を実行して確認。function内の生成処理はTODOとreturn []が残る。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正解の文字列と数値のずれを採点する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既定ではexact_match、正規化してから比べるquasi_exact_match、絶対誤差を測るabsolute_value_differenceを使う。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exact_matchは正解文字列と一致すれば1、違えば0。absolute_value_differenceは、整数として解釈した予測値と正解値の差の絶対値。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入力ごとの値を集計する。絶対誤差は小さいほどよく、完全に一致する予測なら0になる。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get_numeracy_spec,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https://github.com/stanford-crfm/helm/blob/v0.3.0/src/helm/benchmark/run_specs.py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BasicMetric,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同じ正解64に対する出力の採点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920240"/>
                <a:gridCol w="2560320"/>
                <a:gridCol w="20116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完全一致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正規化後の一致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絶対誤差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正規化後の一致はquasi_exact_match。符号も句読点として除かれ、-64と64が一致する。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BasicMetric,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整数として読めない出力の扱い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absolute_value_differenceの実装では、整数として解釈できない出力は、0として採点される。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たとえば正解が0のとき、出力がerrorでも絶対誤差は0になる。exact_matchは0で、正解文字列とは一致しない。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数値のずれと出力形式を合わせて確認できるよう、exact matchと実際の出力を併せて保存する。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BasicMetric,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曲線・曲面からの距離も定義される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run_solver=Trueなら、予測した点から参照曲線・曲面までの最短距離と、整数として読めた出力の割合を追加できる。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実例1で65を予測すると、点(15, 65)は直線y=4x+4から1/√17、約0.243だけ離れる。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これは任意の追加指標。既定の指標は数値の絶対誤差であり、Classicの表示設定でも主指標になっている。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get_numeracy_spec,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https://github.com/stanford-crfm/helm/blob/v0.3.0/src/helm/benchmark/run_specs.py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DistanceMetric,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https://github.com/stanford-crfm/helm/blob/v0.3.0/src/helm/benchmark/metrics/numeracy_metrics.py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Classic v0.4.0の公開実行は0件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45720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確認した対象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シナリオ定義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numeracyが登録されている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absolute_value_difference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公開run_specs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該当runは0件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モデル別の成績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掲載された値はない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2026-10-18にlatest設定とv0.4.0の配布JSONを確認した。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 (2023-11-17).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生成できる設定と公開成績を区別する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公開runは0件だった。0点というモデル成績が記録されているのではない。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v0.3.0のexample／standardはレコードを生成する一方、既定のfunctionは空のリストを返す。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この資料では、動作する生成器の出力と採点実装を説明する。未実行のモデル得点を補っていない。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数値の採点と公開実行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 (2023-11-17).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規則の推測と適用を切り分けて調べる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一つの式に多くの入出力例を与え、未知の入力点へ適用できるかを調べる。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入力範囲、係数範囲、訓練例の数、表示順序を固定すると、数値の規則への適合を比較する評価を組める。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答えの規模によって、同じ割合のずれでも絶対誤差が変わる。関数型と出力範囲も結果と対応させる。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公式生成器でレコードを作る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36192"/>
            <a:ext cx="8046720" cy="19127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scenario = NumeracyScenario(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relation_type="linear",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mode="standard", seed=0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records = scenario.get_instances("output")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len(records)  # 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2338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v0.3.0のNumeracyScenarioを読み込んだ後の例。train 100件とtest 100件が返る。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再現にはバージョンと乱数を保存する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再現にはseedに加えて実行環境も保存する。ここではPython 3.12、NumPy 2.3.5、SymPy 1.14.0で公式の生成処理を実行した。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seed、関数型、モードに加え、overlap=True、sort_vals=Falseを固定した。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公式ソースのSHA-256、全生成レコード、13実例の位置とハッシュを保存した。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公開コードを使って人工データを生成する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HELMのコードはApache License 2.0で公開されている。Numeracyの入力と正解は、このコードが人工的に生成する。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人が書いた問題文や既存Web文章のコレクションをダウンロードする課題ではない。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公式リポジトリのv0.3.0を選び、生成器と採点実装を同じバージョンでそろえて使う。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v0.3.0, Apache License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https://github.com/stanford-crfm/helm/blob/v0.3.0/LICENSE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数値の対応から未知の値を予測する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Numeracyは、一次・二次、1変数・2変数の多項式を使い、例から規則を推測して新しい入力へ適用する課題。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既定の採点には文字列一致と絶対誤差があり、整数として読めない出力の扱いも得点に影響する。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Classic v0.4.0には公開モデル成績がない。動作するexample／standardの生成器から、条件を固定して評価を組み立てられる。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再現方法と利用の範囲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 (2023-11-17).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生成と採点の詳細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実例4：交差項を含む二次式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paraboloid / mode=standard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原データ：訓練100件の先頭6件（連続）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230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y, z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16, 18, 1128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8, 11, 341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10, 16, 620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12, 13, 617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7, 17, 510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7, 11, 300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16, 17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正解：1077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x=16、y=17のときのzを予測する。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 = 2x^2 + xy + y^2 + 4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実例5：固定された一次式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linear / mode=example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-82, -159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70, 145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7, 19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x=15のときのyを予測する。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2x + 5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実例6：固定された二次式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parabola / mode=example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18, 326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170, 28902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107, 11451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98, 9606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正解：13227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x=115のときのyを予測する。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x^2 + 2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実例7：固定された平面の式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plane / mode=example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原データ：訓練100件の先頭6件（連続）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230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y, z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6, 8, 25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-2, 1, 2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0, 6, 11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2, 3, 12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-3, 7, 6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-3, 1, 0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6, 7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x=6、y=7のときのzを予測する。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 = 2x + y + 5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実例8：固定された二次曲面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paraboloid / mode=example / seed=0 / test[0]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原データ：訓練100件の先頭6件（連続）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230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y, z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16, 18, 838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8, 11, 251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10, 16, 458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12, 13, 459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7, 17, 389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7, 11, 221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16, 17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正解：803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x=16、y=17のときのzを予測する。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 = 2x^2 + y^2 + 2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実例9：正解が0になる入力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linear / mode=standard / seed=0 / test[1]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-82, -324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70, 284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7, 32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x=-1のときのyを予測する。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4x + 4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実例10：二次式の隣の入力点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parabola / mode=standard / seed=0 / test[1]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18, 667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170, 57971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107, 23006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98, 19307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正解：19702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x=99のときのyを予測する。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2x^2 + x + 1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実例11：二つの入力がともに大きい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plane / mode=standard / seed=0 / test[1]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原データ：訓練100件の先頭6件（連続）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230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y, z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6, 8, 57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1, -3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0, 6, 25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2, 3, 21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-3, 7, 17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-3, 1, -7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x=7、y=10のときのzを予測する。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 = 4x + 4y + 1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実例12：二次曲面の別の入力点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paraboloid / mode=standard / seed=0 / test[1]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原データ：訓練100件の先頭6件（連続）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230479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y, z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16, 18, 1128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8, 11, 341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10, 16, 620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12, 13, 617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7, 17, 510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7, 11, 300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17, 20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正解：1322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x=17、y=20のときのzを予測する。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 = 2x^2 + xy + y^2 + 4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実例13：一次式の近い入力点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linear / mode=standard / seed=0 / test[2]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36776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原データ：訓練100件の先頭4件（連続）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965960"/>
            <a:ext cx="3886200" cy="17003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-82, -324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70, 284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7, 32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-2, 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367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予測対象：testレコードの入力（全文）</a:t>
            </a:r>
          </a:p>
        </p:txBody>
      </p:sp>
      <p:sp>
        <p:nvSpPr>
          <p:cNvPr id="8" name="code-frame"/>
          <p:cNvSpPr/>
          <p:nvPr/>
        </p:nvSpPr>
        <p:spPr>
          <a:xfrm>
            <a:off x="4663440" y="1965960"/>
            <a:ext cx="3931920" cy="54169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35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6631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4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x=14のときのyを予測する。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6732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参照メタデータ（入力には含めない）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78224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 = 4x + 4</a:t>
            </a:r>
          </a:p>
        </p:txBody>
      </p:sp>
      <p:sp>
        <p:nvSpPr>
          <p:cNvPr id="13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standardモードの係数範囲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生成と採点の詳細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15184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式と係数（両端を含む整数）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linear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y=Ax+B：A, Bは1〜5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7665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parabola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y=Ax²+Bx+C：Aは1〜2、Bは0〜2、Cは1〜5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z=Ax+By+C：A, B, Cは1〜5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7665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paraboloid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z=Ax²+Bxy+Cy²+F
A, Cは1〜2、Bは0〜1、Fは1〜5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2変数の二次式には交差項も現れる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v0.3.0の係数範囲では、paraboloidのxyの係数は0または1。xとyに関する一次項は0に固定される。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standard／seed=0の参照式はz=2x²+xy+y²+4となり、交差項xyを含む。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コードのコメントにはaxis-alignedのみとあるが、実際の係数範囲と生成結果には交差項がある。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生成と採点の詳細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seed=0のstandard出力の範囲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生成と採点の詳細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3291840"/>
                <a:gridCol w="21945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train＋testの最小値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linear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parabola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80,201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-79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paraboloid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各型の200件を実測した範囲。係数と入力点の全組み合わせの極値ではない。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v0.3.0の公式生成器をseed=0で実行。Python 3.12 / NumPy 2.3.5。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レコードには正解と参照式を保存する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referencesの先頭は数値の正解で、correctタグが付く。次にsolutionタグの参照式、classタグの関数型が入る。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モデルの入力はinput.textにある整数の列。採点と検証に使う参照式は、通常の入出力例の文章に混ぜない。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実例のIDは、関数型・モード・seed・test配列内の位置を組み合わせた、この資料での識別子。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生成と採点の詳細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functionモードは生成処理が止まっている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functionは、問題ごとに式を抽選し直す設計として説明される。MODE_INFOには訓練・評価の関数を各1,000個とする設定がある。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しかしv0.3.0のgenerate_datasetsはTODOとともに空リストを返す。4型をseed=0で実行して、いずれも0件だった。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設定上の1,000関数と、実際に生成・公開評価された件数を同じ数量として扱わない。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生成と採点の詳細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NumeracyScenario, HELM v0.3.0.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Numeracy-600Kは別の自然言語データ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Numeracy-600Kは、ニュース見出しや市況コメントに現れる数値の大きさを扱う、2019年の別データセット。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HELMのNumeracyは、人工生成した入出力の組から多項式の値を推測する。質問・文章や利用する指標が異なる。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HELMの論文では数値関係を推測する課題をnumeracy_predictionと呼び、公開コードではnumeracyとして実装している。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生成と採点の詳細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Chen, Huang, Takamura &amp; Chen (2019). Numeracy-600K. ACL.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https://aclanthology.org/P19-1635/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3403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(2023). Transactions on Machine Learning Research.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幅広いシナリオと指標で言語モデルを評価する枠組みと、数値関係の帰納を含む推論課題を示す。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5" name="文献 2: NumeracyScenario"/>
          <p:cNvSpPr txBox="1"/>
          <p:nvPr/>
        </p:nvSpPr>
        <p:spPr>
          <a:xfrm>
            <a:off x="548640" y="3085846"/>
            <a:ext cx="8046720" cy="13403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v0.3.0, Python implementation.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多項式の係数・入力点の生成、train／testの構成、参照式と正解の記録を実装する。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https://github.com/stanford-crfm/helm/blob/v0.3.0/src/helm/benchmark/scenarios/numeracy_scenario.py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get_numeracy_spec"/>
          <p:cNvSpPr txBox="1"/>
          <p:nvPr/>
        </p:nvSpPr>
        <p:spPr>
          <a:xfrm>
            <a:off x="548640" y="1463040"/>
            <a:ext cx="8046720" cy="1094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get_numeracy_spec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v0.3.0, run_specs.py.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モード別の提示例数、評価件数、生成方法と既定・任意の指標を設定する。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https://github.com/stanford-crfm/helm/blob/v0.3.0/src/helm/benchmark/run_specs.py</a:t>
            </a:r>
          </a:p>
        </p:txBody>
      </p:sp>
      <p:sp>
        <p:nvSpPr>
          <p:cNvPr id="5" name="文献 2: BasicMetric: absolute_value_difference"/>
          <p:cNvSpPr txBox="1"/>
          <p:nvPr/>
        </p:nvSpPr>
        <p:spPr>
          <a:xfrm>
            <a:off x="548640" y="2839719"/>
            <a:ext cx="8046720" cy="1094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BasicMetric: absolute_value_difference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v0.3.0, basic_metrics.py.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出力の整数変換と絶対誤差、文字列一致などの基本的な採点処理を実装する。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https://github.com/stanford-crfm/helm/blob/v0.3.0/src/helm/benchmark/metrics/basic_metrics.py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DistanceMetric"/>
          <p:cNvSpPr txBox="1"/>
          <p:nvPr/>
        </p:nvSpPr>
        <p:spPr>
          <a:xfrm>
            <a:off x="548640" y="1463040"/>
            <a:ext cx="8046720" cy="134035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DistanceMetric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v0.3.0, numeracy_metrics.py.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予測点と曲線・曲面の最短距離、および整数として読める出力の割合を計算する。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https://github.com/stanford-crfm/helm/blob/v0.3.0/src/helm/benchmark/metrics/numeracy_metrics.py</a:t>
            </a:r>
          </a:p>
        </p:txBody>
      </p:sp>
      <p:sp>
        <p:nvSpPr>
          <p:cNvPr id="5" name="文献 2: Numeracy-600K: Learning Numeracy for Detecting Exaggerated Information in Market Comments"/>
          <p:cNvSpPr txBox="1"/>
          <p:nvPr/>
        </p:nvSpPr>
        <p:spPr>
          <a:xfrm>
            <a:off x="548640" y="3085846"/>
            <a:ext cx="8046720" cy="1615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Numeracy-600K: Learning Numeracy for Detecting Exaggerated Information in Market Comments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Chung-Chi Chen, Hen-Hsen Huang, Hiroya Takamura, Hsin-Hsi Chen (2019). ACL.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ニュース見出しと市況コメントの数値を集め、数の大きさの理解と誇張表現の検出を扱う。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https://aclanthology.org/P19-1635/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2026-10-18T07:09:01Z</dcterms:modified>
  <dc:title>numeracy</dc:title>
  <dc:creator>sasakiy84</dc:creator>
  <dcterms:created xsi:type="dcterms:W3CDTF">2026-10-18T07:09:01Z</dcterms:created>
  <dc:language>ja-JP</dc:language>
</cp:coreProperties>
</file>