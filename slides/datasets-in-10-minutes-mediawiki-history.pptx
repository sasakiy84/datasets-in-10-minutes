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編集数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2003–06</c:v>
                </c:pt>
                <c:pt idx="1">
                  <c:v>2007–10</c:v>
                </c:pt>
                <c:pt idx="2">
                  <c:v>2011–14</c:v>
                </c:pt>
                <c:pt idx="3">
                  <c:v>2015–18</c:v>
                </c:pt>
                <c:pt idx="4">
                  <c:v>2019–22</c:v>
                </c:pt>
                <c:pt idx="5">
                  <c:v>2023–26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13799</c:v>
                </c:pt>
                <c:pt idx="1">
                  <c:v>37298</c:v>
                </c:pt>
                <c:pt idx="2">
                  <c:v>31261</c:v>
                </c:pt>
                <c:pt idx="3">
                  <c:v>2492</c:v>
                </c:pt>
                <c:pt idx="4">
                  <c:v>4934</c:v>
                </c:pt>
                <c:pt idx="5">
                  <c:v>240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編集数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その他・不明</c:v>
                </c:pt>
                <c:pt idx="1">
                  <c:v>利用者ページ</c:v>
                </c:pt>
                <c:pt idx="2">
                  <c:v>システム文面</c:v>
                </c:pt>
                <c:pt idx="3">
                  <c:v>テンプレート</c:v>
                </c:pt>
                <c:pt idx="4">
                  <c:v>カテゴリ</c:v>
                </c:pt>
                <c:pt idx="5">
                  <c:v>記事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4620</c:v>
                </c:pt>
                <c:pt idx="1">
                  <c:v>4128</c:v>
                </c:pt>
                <c:pt idx="2">
                  <c:v>5514</c:v>
                </c:pt>
                <c:pt idx="3">
                  <c:v>6227</c:v>
                </c:pt>
                <c:pt idx="4">
                  <c:v>24677</c:v>
                </c:pt>
                <c:pt idx="5">
                  <c:v>44858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  <c:majorUnit val="10000.0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ikitech.wikimedia.org/wiki/Data_Platform/Data_Lake/Edits/MediaWiki_history_dump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Relationship Id="rId3" Type="http://schemas.openxmlformats.org/officeDocument/2006/relationships/hyperlink" Target="https://wikitech.wikimedia.org/wiki/MediaWiki_Content_File_Export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Systems/Page_and_user_history_reconstructi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Relationship Id="rId3" Type="http://schemas.openxmlformats.org/officeDocument/2006/relationships/hyperlink" Target="https://dumps.wikimedia.org/other/mediawiki_history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dumps.wikimedia.org/other/mediawiki_history/2026-09/nawiki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dumps.wikimedia.org/other/mediawiki_history/2026-09/nawiki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mediawiki_history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mediawiki_history/readme.html" TargetMode="External"/><Relationship Id="rId3" Type="http://schemas.openxmlformats.org/officeDocument/2006/relationships/hyperlink" Target="https://wikitech.wikimedia.org/wiki/Data_Platform/Data_Lake/Edits/MediaWiki_history_dump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history/2026-09/nawiki/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_dumps" TargetMode="External"/><Relationship Id="rId3" Type="http://schemas.openxmlformats.org/officeDocument/2006/relationships/hyperlink" Target="https://wikitech.wikimedia.org/wiki/Data_Platform/Systems/Page_and_user_history_reconstruction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Data_Platform/Data_Lake/Edits/MediaWiki_history" TargetMode="External"/><Relationship Id="rId3" Type="http://schemas.openxmlformats.org/officeDocument/2006/relationships/hyperlink" Target="https://dumps.wikimedia.org/other/mediawiki_history/readm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53770"/>
          </a:xfrm>
        </p:spPr>
        <p:txBody>
          <a:bodyPr wrap="square" lIns="0" rIns="0" tIns="0" bIns="508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Wikipediaなどの編集・ページ・利用者の履歴データ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編集履歴に含まれる情報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履歴の再構成とファイル形式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規模・分析例と利用方法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公式ドキュメント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編集の履歴に、当時のページ情報を付ける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Wikimediaの各ウィキについて、編集・ページの移動や削除・利用者の変更を、一つの表にまとめた分析用データである。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記事の本文は含まない。編集日時、本文のバイト数、当時の記事名、編集者の属性などを調べられる。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公開TSVは2020年1月に提供が始まった。毎月、過去にさかのぼって履歴を作り直した版を配布する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1回の編集を、前の版と結び付ける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5763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/ event_type revision / create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event_timestamp          2005-07-11 15:16:49.0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revision_id              6835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revision_parent_id       6825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revision_text_bytes_diff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40595"/>
            <a:ext cx="7955279" cy="10069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ナウル語版Wikipediaの記事「Ukraina」の実レコードから主要列を抜粋した。版6835では、直前の版6825より本文が2バイト増えている。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記事の作成と、版の作成は別のイベント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対象・種類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 / create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編集によって新しい版ができた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page / create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ページの履歴が始まった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user / create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利用者アカウントが作られた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 create でも、event_entity が何を指すかによって意味が変わる。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記事名が変わっても、ページをたどれる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651760"/>
                <a:gridCol w="31089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イベント日時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当時の記事名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公開版での記事名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2005-07-11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Ukraina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Iukrain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2005-07-12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Ukraine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Iukrain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同じpage_id 1967の編集・移動レコード。historical列は当時の値、接尾辞のない列は2026-09版の値を示す。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差し戻された編集と、戻した編集を追う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2377440"/>
                <a:gridCol w="43891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本文の増減（B）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履歴上の関係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−4,818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版95によって差し戻された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4,818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以前と同じ本文へ戻した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nawikiの同じページで2004-03-19に記録された2編集。本文が以前と一致する差し戻しを検出した情報が付く。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本文コーパスやライブ配信とは役割が異なる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本文を読みたい場合は、記事本文を配布するContent File Exportsなどを使う。MediaWiki Historyは編集や管理操作の履歴を扱う。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EventStreamsは、発生した変更を継続して受け取る配信である。MediaWiki Historyは、長い期間を一括して分析する月次のデータである。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例えば、記事の改名を考慮した編集回数の推移や、編集が差し戻されるまでの時間を調べる用途に向く。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編集履歴に含まれる情報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4698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Foundation, n.d. MediaWiki Content File Exports（参照2026-10-28）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管理ログから、ページや利用者の履歴を復元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データベースに残る現在の状態と、改名・移動・削除・復元などの管理ログを組み合わせる。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ログを時間をさかのぼって処理し、記事名や利用者名が変わる前後を、ページID・利用者IDに結び付ける。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古いログの形式をそろえ、編集回数や差し戻しの情報を追加する。復元には欠落や矛盾の処理も含まれる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Page and user history reconstruction（参照2026-10-28）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https://wikitech.wikimedia.org/wiki/Data_Platform/Systems/Page_and_user_history_reconstruction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78列を、五つのまとまりで読む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まとまり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対象、操作の種類、日時、コメント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操作した利用者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ID、当時と公開版時点の属性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ID、記事名、名前空間、編集回数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対象となった利用者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アカウントのID、名前、権限など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親の版、サイズ、差し戻しなど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2026-09版は78列。名前空間は、記事・カテゴリなどのページの用途を表す。利用者イベントでは、ページ・版の列は空欄になる。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配布形式は、見出し行のない圧縮TSV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各行は一つのイベントで、列はタブで区切られている。ファイルはBzip2で圧縮され、公式スキーマの列順に読む。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空欄は未定義値を表す。配列はカンマ区切りで保存され、値の中のカンマはエスケープされる。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文字列中の改行やタブもエスケープされるため、単純な行・列の区切りを保ったまま扱える。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操作した人と、変更された対象を表す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58975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何を識別するか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event_user_id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イベントを起こした利用者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user_id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利用者イベントで変更の対象となった利用者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page_id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編集・ページイベントの対象ページ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編集によって作られた版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957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ローカルなIDは wiki_db と組み合わせる。複数ウィキの利用者を対応させる中央IDの列もある。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当時の状態と、公開版の状態を選べる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 page_title_historical はイベント時点の記事名、page_title は選んだ公開版の時点での記事名である。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同じ区別は利用者名・権限・ボットの判定などにもある。当時の編集を分類するなら historical 側の属性を使う。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編集回数の累計や直前の編集からの秒数もあり、編集活動の量や編集間隔を分析できる。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削除された版の情報も、公開範囲に沿って収録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ページ削除によって通常の版一覧から外れた版も、削除状態や削除日時を示す列で扱う。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版の本文・コメント・利用者情報のうち、非表示になった部分を示す列がある。利用者情報が非表示の版では、対応する名前やIDが空欄になる。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本文そのものは収録しない。削除・非表示の状態は履歴分析に必要な属性として読める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月次更新では、過去のレコードも変わる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毎月、履歴全体を再構成したスナップショットを公開する。2026-09版は2026年9月までを収め、10月5日に配布されている。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後の改名やページ移動、差し戻しによって、過去のレコードに付く情報も変わる。そのため、分析には一つの公開版を選んで使う。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公開ディレクトリには原則として直近2版が置かれる。確認時点では2026-08版と2026-09版を取得できる。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4698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Foundation, 2026. MediaWiki History配布ディレクトリ（参照2026-10-28）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https://dumps.wikimedia.org/other/mediawiki_history/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ウィキの大きさに応じてファイルを分ける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履歴の再構成とファイル形式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分割単位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実際の配布例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月別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enwiki、commonswiki、wikidatawiki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年別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jawikiなど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全期間を1ファイル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nawikiなどの小規模ウィキ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URLは「公開版 / wiki_db / 公開版.wiki_db.対象期間.tsv.bz2」の形になる。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小規模なウィキなら、全履歴を手元で読める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91640" y="1508760"/>
          <a:ext cx="5760720" cy="217805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0312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2026-09版 nawiki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規模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116,372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編集の行数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90,024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ページ関連の行数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利用者関連の行数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13,348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ナウル語版Wikipediaの全期間ファイルを集計。圧縮容量は約6.2 MB。収録イベントは2003年8月〜2026年9月。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ページ関連では、移動や復元も記録される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1508760"/>
          <a:ext cx="5943600" cy="2526030"/>
        </p:xfrm>
        <a:graphic>
          <a:graphicData uri="http://schemas.openxmlformats.org/drawingml/2006/table">
            <a:tbl>
              <a:tblPr firstRow="0" bandRow="0"/>
              <a:tblGrid>
                <a:gridCol w="4297680"/>
                <a:gridCol w="16459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イベントの種類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削除 delete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5,989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 create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5,820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作成ログ create-page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 move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復元 restore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6280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同じnawiki全件。行数はイベント数であり、重複を除いたページ数ではない。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編集の推移を、長い期間にわたって集計する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6784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nawikiの全名前空間・revision/createを4年ごとに合計（件）。2026年は9月まで。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記事以外にも、編集の対象がある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6784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nawikiの編集90,024件を、イベント当時の名前空間で集計。名前空間はページの用途を表す分類。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公開版・ウィキ・期間を選んで取得する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配布ディレクトリで公開版を選び、wiki_db のフォルダから必要な期間の .tsv.bz2 を取得する。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 nawiki は all-time を1本、jawiki は必要な年のファイルを選べる。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必要なウィキと分析期間を選んで取得できる。小規模なウィキを選べば、全履歴の読み込みや集計を手元で試しやすい。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History配布ディレクトリ（参照2026-10-28）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圧縮ファイルから、編集イベントを数える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bz2, csv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path = "2026-09.nawiki.all-time.tsv.bz2"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bz2.open(path, "rt", encoding="utf-8") as f: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csv.reader(f, delimiter="\t",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       quoting=csv.QUOTE_NONE)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n = sum(r[2:4] == ["revision", "create"] for r in rows)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列2・3（0始まり）が対象と種類に対応する。上のコードをnawiki全件で実行すると90024を得る。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改名をまたぐ分析や、過去の状態の集計に使う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記事の移動前後を同じページとして追い、長期の編集回数や編集間隔を集計する。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当時の名前空間やボット属性で編集を分類し、記事・カテゴリなどの編集活動の違いを調べる。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差し戻しの有無や、差し戻しまでの時間を使って、編集がどのように修正されたかを調べる。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データはCC0で公開されている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配布案内では、AnalyticsデータセットにCreative Commons CC0を適用すると明示されている。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実レコードには公開の利用者名や、過去に公開されたIPアドレスが含まれる場合がある。分析では必要な属性を選んで扱う。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ドキュメント本文は別途CC BY-SAで公開されている。データの再利用条件は、データの配布案内で確認できる。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4698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Data（参照2026-10-28）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https://dumps.wikimedia.org/other/mediawiki_history/readme.html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編集活動を、当時の文脈とともに分析する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 Historyは、編集・ページ・利用者の変更を共通の表にまとめた、Wikimedia公式の派生データである。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改名や移動を考慮して復元した履歴に、当時と公開版時点の属性、編集回数、差し戻しの情報が付く。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毎月の公開版からウィキと期間を選び、本文を取得せずに、長期の編集活動を分析できる。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規模・分析例と利用方法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28955"/>
            <a:ext cx="8412480" cy="7335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異なるレコードの追加例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列の選び方と参考文献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地名の表記変更を記録する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異なるレコードの追加例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75018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                page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event_type                   move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event_timestamp              2005-08-24 15:16:44.0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page_id                      1249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page_title_historical        Krakow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page_title                   Kraków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14395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Krakowの移動イベントには、公開版時点の記事名Krakówも付く。同じページを、名前の表記が変わっても対応させられる。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削除した記事を復元した記録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異なるレコードの追加例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5008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                page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event_type                   restore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event_timestamp              2017-03-16 09:54:47.0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page_id                      2163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page_title_historical        Keniya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65030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記事Keniyaには2017年の復元イベントがある。復元は新しい版を作る編集とは別の、ページに対する操作として記録される。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テンプレートの編集も同じ形式で読む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異なるレコードの追加例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5008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                revision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event_type                   create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page_namespace_historical    10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page_title_historical        Sitesupportpage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revision_text_bytes_diff   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65030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名前空間10はテンプレートを表す。記事だけの編集を集計する場合は、名前空間の条件を付ける。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カテゴリの編集も、記事の編集と区別できる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異なるレコードの追加例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5008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                revision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event_type                   create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page_namespace_historical    14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page_title_historical        Kadudu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revision_text_bytes_diff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65030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名前空間14はカテゴリを表す。カテゴリ用のページを編集した記録も、revision/createの行になる。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アカウント作成の行には、版の情報がない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異なるレコードの追加例</a:t>
            </a:r>
          </a:p>
        </p:txBody>
      </p:sp>
      <p:sp>
        <p:nvSpPr>
          <p:cNvPr id="4" name="code-frame"/>
          <p:cNvSpPr/>
          <p:nvPr/>
        </p:nvSpPr>
        <p:spPr>
          <a:xfrm>
            <a:off x="594360" y="1481328"/>
            <a:ext cx="7955279" cy="150082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event_entity                 user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event_type                   create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event_timestamp              2003-08-09 22:34:36.0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page_id                      (empty)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revision_id                  (empty)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165030"/>
            <a:ext cx="7955279" cy="10069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利用者イベントは同じ78列に入るが、ページIDと版IDは空欄になる。変更の対象となった利用者の情報は、user_で始まる列に入る。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2026. MediaWiki History 2026-09, nawiki（全件を集計）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https://dumps.wikimedia.org/other/mediawiki_history/2026-09/nawiki/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分析の目的から、使う列を選ぶ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列の選び方と参考文献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調べたいこと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編集回数の推移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event_entity、event_type、event_timestamp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記事名の変更前後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page_id、page_title_historical、page_title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当時のボットの編集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event_user_is_bot_by_historical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差し戻しまでの時間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revision_seconds_to_identity_revert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570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列名・型・定義は公式スキーマで確認できる。データ内の空欄は、対象や記録の状態に応じて生じる。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Foundation, n.d. MediaWiki history dumps（参照2026-10-28）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列の選び方と参考文献</a:t>
            </a:r>
          </a:p>
        </p:txBody>
      </p:sp>
      <p:sp>
        <p:nvSpPr>
          <p:cNvPr id="4" name="文献 1: Data Platform/Data Lake/Edits/MediaWiki history dumps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 Platform/Data Lake/Edits/MediaWiki history dumps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Wikitech（参照2026-10-28）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公開ファイルの構成、列の意味、更新の方式をまとめた公式文書。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https://wikitech.wikimedia.org/wiki/Data_Platform/Data_Lake/Edits/MediaWiki_history_dumps</a:t>
            </a:r>
          </a:p>
        </p:txBody>
      </p:sp>
      <p:sp>
        <p:nvSpPr>
          <p:cNvPr id="5" name="文献 2: Data Platform/Systems/Page and user history reconstruction"/>
          <p:cNvSpPr txBox="1"/>
          <p:nvPr/>
        </p:nvSpPr>
        <p:spPr>
          <a:xfrm>
            <a:off x="548640" y="2999359"/>
            <a:ext cx="8046720" cy="1522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 Platform/Systems/Page and user history reconstruction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Wikitech（参照2026-10-28）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管理ログから、移動・改名を含むページと利用者の履歴を復元する方法を説明する。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https://wikitech.wikimedia.org/wiki/Data_Platform/Systems/Page_and_user_history_reconstruction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列の選び方と参考文献</a:t>
            </a:r>
          </a:p>
        </p:txBody>
      </p:sp>
      <p:sp>
        <p:nvSpPr>
          <p:cNvPr id="4" name="文献 1: Data Platform/Data Lake/Edits/MediaWiki history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 Platform/Data Lake/Edits/MediaWiki history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Wikitech（参照2026-10-28）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元となる分析用テーブルと、スキーマの変更履歴を記載する。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https://wikitech.wikimedia.org/wiki/Data_Platform/Data_Lake/Edits/MediaWiki_history</a:t>
            </a:r>
          </a:p>
        </p:txBody>
      </p:sp>
      <p:sp>
        <p:nvSpPr>
          <p:cNvPr id="5" name="文献 2: MediaWiki History Data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 History Data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Wikimedia Downloads（参照2026-10-28）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配布データの概要、作成処理への入口とCC0の適用を案内する。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https://dumps.wikimedia.org/other/mediawiki_history/readme.html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2026-10-27T19:32:41Z</dcterms:modified>
  <dc:title>mediawiki-history</dc:title>
  <dc:creator>sasakiy84</dc:creator>
  <dcterms:created xsi:type="dcterms:W3CDTF">2026-10-27T19:32:41Z</dcterms:created>
  <dc:language>ja-JP</dc:language>
</cp:coreProperties>
</file>