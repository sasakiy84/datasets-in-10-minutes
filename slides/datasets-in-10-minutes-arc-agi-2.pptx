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6組</c:v>
                </c:pt>
                <c:pt idx="1">
                  <c:v>5組</c:v>
                </c:pt>
                <c:pt idx="2">
                  <c:v>4組</c:v>
                </c:pt>
                <c:pt idx="3">
                  <c:v>3組</c:v>
                </c:pt>
                <c:pt idx="4">
                  <c:v>2組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18</c:v>
                </c:pt>
                <c:pt idx="3">
                  <c:v>61</c:v>
                </c:pt>
                <c:pt idx="4">
                  <c:v>34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401〜900セル</c:v>
                </c:pt>
                <c:pt idx="1">
                  <c:v>226〜400セル</c:v>
                </c:pt>
                <c:pt idx="2">
                  <c:v>101〜225セル</c:v>
                </c:pt>
                <c:pt idx="3">
                  <c:v>1〜100セル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39</c:v>
                </c:pt>
                <c:pt idx="2">
                  <c:v>37</c:v>
                </c:pt>
                <c:pt idx="3">
                  <c:v>18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papers/2505.11831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5.11831v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rcprize/ARC-AGI-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dbff022c.json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dbff022c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898e7135.json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898e7135.js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e3721c99.jso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e3721c99.jso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rcprize/arc-agi-benchmarking/blob/9e2828f/src/arc_agi_benchmarking/scoring/scoring.p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benchmarking/blob/9e2828f/src/arc_agi_benchmarking/scoring/scoring.p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benchmarking/blob/9e2828f/src/arc_agi_benchmarking/scoring/scoring.py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5.11831v2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gemini/pro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5.11831v2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5.11831v2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5.11831v2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5.11831v2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arcprize/ARC-AGI-2/tree/f3283f7/data/evaluation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tree/f3283f7/data/evaluation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github.com/arcprize/ARC-AGI-2/tree/f3283f7/data/evaluation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tree/f3283f7/data/evaluation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5.11831v2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rcprize/ARC-AGI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changelog.md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rcprize/arc-agi-benchmarking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5.11831v2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b5ca7ac4.json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b5ca7ac4.json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cbebaa4b.json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cbebaa4b.json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d35bdbdc.json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d35bdbdc.json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faa9f03d.json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faa9f03d.json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3dc255db.json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3dc255db.json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4c3d4a41.json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4c3d4a41.json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7491f3cf.json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7491f3cf.json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16de56c4.json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16de56c4.json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1ae2feb7.json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1ae2feb7.json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97d7923e.json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blob/f3283f7/data/evaluation/97d7923e.json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/tree/f3283f7/data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benchmarking/blob/9e2828f/src/arc_agi_benchmarking/scoring/scoring.py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rcprize/arc-agi-benchmarking/blob/9e2828f/src/arc_agi_benchmarking/scoring/scoring.py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5.11831v2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05.11831v2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05.11831v2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911.01547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2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-benchmarking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rcprize/ARC-AGI" TargetMode="External"/><Relationship Id="rId3" Type="http://schemas.openxmlformats.org/officeDocument/2006/relationships/hyperlink" Target="https://deepmind.google/models/gemini/pr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910"/>
            <a:ext cx="8229600" cy="86868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548640" y="274320"/>
            <a:ext cx="64008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182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少数の格子の例から規則を見つけ、出力をつくる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抽象推論を評価するデータセット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ARC-AGI-2の論文紹介ページ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ARC-AGI-2: 論文紹介</a:t>
            </a:r>
          </a:p>
        </p:txBody>
      </p:sp>
      <p:pic>
        <p:nvPicPr>
          <p:cNvPr id="4" name="Picture 3" descr="hf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417320"/>
            <a:ext cx="466344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ARC-AGI-2: A New Challenge for Frontier AI Reasoning Systems. Hugging Face Papers掲載ページ。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https://huggingface.co/papers/2505.11831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格子の変換規則と実例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完全一致の採点とモデル評価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課題の作成方法と構成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系列の発展と入手方法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少数の入出力例から、新しい出力をつくる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ARC-AGI-2は、色付きの格子に表された物体・数・形・位置関係を使う推論課題の集合である。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各課題でいくつかの入力と出力の例を見て、共通する変換規則を見つける。テスト入力には、その規則を適用して出力をつくる。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出力では、格子の縦横の大きさと、全セルの色を決める。格子は最大30×30、色は0〜9の10種類。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実例は公開評価120課題から選ぶ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本編では、凡例による色の置換、図形の拡大と配置、穴の数による色分けの3課題を紹介する。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実例は公開評価集合の13課題。各課題の提示例1組と、テスト入力1個・その正解を示す。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Appendixでは、条件に応じた移動、経路の復元、周期の延長など、異なる規則の10課題を追加する。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Abstraction and Reasoning Corpus for Artificial General Intelligence v2.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1課題のJSONに提示例とテストをまとめる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31136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7607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内容と役割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規則を推定するための入力・出力の提示例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 の input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解くべき新しい入力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 の output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採点に使う正解の出力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公開JSONには正解も含む。出題時は提示例とテスト入力を渡す。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Abstraction and Reasoning Corpus for Artificial General Intelligence v2.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実例1：凡例で穴を塗る色を決める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0-train-input-0-0"/>
          <p:cNvSpPr/>
          <p:nvPr/>
        </p:nvSpPr>
        <p:spPr>
          <a:xfrm>
            <a:off x="12801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0-train-input-0-1"/>
          <p:cNvSpPr/>
          <p:nvPr/>
        </p:nvSpPr>
        <p:spPr>
          <a:xfrm>
            <a:off x="147828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0-train-input-0-2"/>
          <p:cNvSpPr/>
          <p:nvPr/>
        </p:nvSpPr>
        <p:spPr>
          <a:xfrm>
            <a:off x="167640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0-train-input-0-3"/>
          <p:cNvSpPr/>
          <p:nvPr/>
        </p:nvSpPr>
        <p:spPr>
          <a:xfrm>
            <a:off x="1874519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0-train-input-0-4"/>
          <p:cNvSpPr/>
          <p:nvPr/>
        </p:nvSpPr>
        <p:spPr>
          <a:xfrm>
            <a:off x="207264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0-train-input-0-5"/>
          <p:cNvSpPr/>
          <p:nvPr/>
        </p:nvSpPr>
        <p:spPr>
          <a:xfrm>
            <a:off x="227076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0-train-input-0-6"/>
          <p:cNvSpPr/>
          <p:nvPr/>
        </p:nvSpPr>
        <p:spPr>
          <a:xfrm>
            <a:off x="24688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0-train-input-0-7"/>
          <p:cNvSpPr/>
          <p:nvPr/>
        </p:nvSpPr>
        <p:spPr>
          <a:xfrm>
            <a:off x="2667000" y="17373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0-train-input-0-8"/>
          <p:cNvSpPr/>
          <p:nvPr/>
        </p:nvSpPr>
        <p:spPr>
          <a:xfrm>
            <a:off x="286512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0-train-input-0-9"/>
          <p:cNvSpPr/>
          <p:nvPr/>
        </p:nvSpPr>
        <p:spPr>
          <a:xfrm>
            <a:off x="3063240" y="173736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0-train-input-0-10"/>
          <p:cNvSpPr/>
          <p:nvPr/>
        </p:nvSpPr>
        <p:spPr>
          <a:xfrm>
            <a:off x="3261360" y="173736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0-train-input-0-11"/>
          <p:cNvSpPr/>
          <p:nvPr/>
        </p:nvSpPr>
        <p:spPr>
          <a:xfrm>
            <a:off x="3459480" y="1737360"/>
            <a:ext cx="198120" cy="19812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0-train-input-1-0"/>
          <p:cNvSpPr/>
          <p:nvPr/>
        </p:nvSpPr>
        <p:spPr>
          <a:xfrm>
            <a:off x="12801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0-train-input-1-1"/>
          <p:cNvSpPr/>
          <p:nvPr/>
        </p:nvSpPr>
        <p:spPr>
          <a:xfrm>
            <a:off x="147828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0-train-input-1-2"/>
          <p:cNvSpPr/>
          <p:nvPr/>
        </p:nvSpPr>
        <p:spPr>
          <a:xfrm>
            <a:off x="16764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0-train-input-1-3"/>
          <p:cNvSpPr/>
          <p:nvPr/>
        </p:nvSpPr>
        <p:spPr>
          <a:xfrm>
            <a:off x="1874519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0-train-input-1-4"/>
          <p:cNvSpPr/>
          <p:nvPr/>
        </p:nvSpPr>
        <p:spPr>
          <a:xfrm>
            <a:off x="20726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0-train-input-1-5"/>
          <p:cNvSpPr/>
          <p:nvPr/>
        </p:nvSpPr>
        <p:spPr>
          <a:xfrm>
            <a:off x="227076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0-train-input-1-6"/>
          <p:cNvSpPr/>
          <p:nvPr/>
        </p:nvSpPr>
        <p:spPr>
          <a:xfrm>
            <a:off x="24688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0-train-input-1-7"/>
          <p:cNvSpPr/>
          <p:nvPr/>
        </p:nvSpPr>
        <p:spPr>
          <a:xfrm>
            <a:off x="2667000" y="19354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0-train-input-1-8"/>
          <p:cNvSpPr/>
          <p:nvPr/>
        </p:nvSpPr>
        <p:spPr>
          <a:xfrm>
            <a:off x="2865120" y="193548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0-train-input-1-9"/>
          <p:cNvSpPr/>
          <p:nvPr/>
        </p:nvSpPr>
        <p:spPr>
          <a:xfrm>
            <a:off x="3063240" y="19354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0-train-input-1-10"/>
          <p:cNvSpPr/>
          <p:nvPr/>
        </p:nvSpPr>
        <p:spPr>
          <a:xfrm>
            <a:off x="326136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0-train-input-1-11"/>
          <p:cNvSpPr/>
          <p:nvPr/>
        </p:nvSpPr>
        <p:spPr>
          <a:xfrm>
            <a:off x="3459480" y="19354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0-train-input-2-0"/>
          <p:cNvSpPr/>
          <p:nvPr/>
        </p:nvSpPr>
        <p:spPr>
          <a:xfrm>
            <a:off x="12801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0-train-input-2-1"/>
          <p:cNvSpPr/>
          <p:nvPr/>
        </p:nvSpPr>
        <p:spPr>
          <a:xfrm>
            <a:off x="147828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0-train-input-2-2"/>
          <p:cNvSpPr/>
          <p:nvPr/>
        </p:nvSpPr>
        <p:spPr>
          <a:xfrm>
            <a:off x="167640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0-train-input-2-3"/>
          <p:cNvSpPr/>
          <p:nvPr/>
        </p:nvSpPr>
        <p:spPr>
          <a:xfrm>
            <a:off x="1874519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0-train-input-2-4"/>
          <p:cNvSpPr/>
          <p:nvPr/>
        </p:nvSpPr>
        <p:spPr>
          <a:xfrm>
            <a:off x="207264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0-train-input-2-5"/>
          <p:cNvSpPr/>
          <p:nvPr/>
        </p:nvSpPr>
        <p:spPr>
          <a:xfrm>
            <a:off x="227076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0-train-input-2-6"/>
          <p:cNvSpPr/>
          <p:nvPr/>
        </p:nvSpPr>
        <p:spPr>
          <a:xfrm>
            <a:off x="24688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0-train-input-2-7"/>
          <p:cNvSpPr/>
          <p:nvPr/>
        </p:nvSpPr>
        <p:spPr>
          <a:xfrm>
            <a:off x="26670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0-train-input-2-8"/>
          <p:cNvSpPr/>
          <p:nvPr/>
        </p:nvSpPr>
        <p:spPr>
          <a:xfrm>
            <a:off x="28651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0-train-input-2-9"/>
          <p:cNvSpPr/>
          <p:nvPr/>
        </p:nvSpPr>
        <p:spPr>
          <a:xfrm>
            <a:off x="30632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0-train-input-2-10"/>
          <p:cNvSpPr/>
          <p:nvPr/>
        </p:nvSpPr>
        <p:spPr>
          <a:xfrm>
            <a:off x="32613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0-train-input-2-11"/>
          <p:cNvSpPr/>
          <p:nvPr/>
        </p:nvSpPr>
        <p:spPr>
          <a:xfrm>
            <a:off x="34594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0-train-input-3-0"/>
          <p:cNvSpPr/>
          <p:nvPr/>
        </p:nvSpPr>
        <p:spPr>
          <a:xfrm>
            <a:off x="12801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0-train-input-3-1"/>
          <p:cNvSpPr/>
          <p:nvPr/>
        </p:nvSpPr>
        <p:spPr>
          <a:xfrm>
            <a:off x="14782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0-train-input-3-2"/>
          <p:cNvSpPr/>
          <p:nvPr/>
        </p:nvSpPr>
        <p:spPr>
          <a:xfrm>
            <a:off x="16764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0-train-input-3-3"/>
          <p:cNvSpPr/>
          <p:nvPr/>
        </p:nvSpPr>
        <p:spPr>
          <a:xfrm>
            <a:off x="187451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0-train-input-3-4"/>
          <p:cNvSpPr/>
          <p:nvPr/>
        </p:nvSpPr>
        <p:spPr>
          <a:xfrm>
            <a:off x="20726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0-train-input-3-5"/>
          <p:cNvSpPr/>
          <p:nvPr/>
        </p:nvSpPr>
        <p:spPr>
          <a:xfrm>
            <a:off x="22707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0-train-input-3-6"/>
          <p:cNvSpPr/>
          <p:nvPr/>
        </p:nvSpPr>
        <p:spPr>
          <a:xfrm>
            <a:off x="24688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0-train-input-3-7"/>
          <p:cNvSpPr/>
          <p:nvPr/>
        </p:nvSpPr>
        <p:spPr>
          <a:xfrm>
            <a:off x="26670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0-train-input-3-8"/>
          <p:cNvSpPr/>
          <p:nvPr/>
        </p:nvSpPr>
        <p:spPr>
          <a:xfrm>
            <a:off x="28651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0-train-input-3-9"/>
          <p:cNvSpPr/>
          <p:nvPr/>
        </p:nvSpPr>
        <p:spPr>
          <a:xfrm>
            <a:off x="30632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0-train-input-3-10"/>
          <p:cNvSpPr/>
          <p:nvPr/>
        </p:nvSpPr>
        <p:spPr>
          <a:xfrm>
            <a:off x="32613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0-train-input-3-11"/>
          <p:cNvSpPr/>
          <p:nvPr/>
        </p:nvSpPr>
        <p:spPr>
          <a:xfrm>
            <a:off x="34594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0-train-input-4-0"/>
          <p:cNvSpPr/>
          <p:nvPr/>
        </p:nvSpPr>
        <p:spPr>
          <a:xfrm>
            <a:off x="12801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0-train-input-4-1"/>
          <p:cNvSpPr/>
          <p:nvPr/>
        </p:nvSpPr>
        <p:spPr>
          <a:xfrm>
            <a:off x="147828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0-train-input-4-2"/>
          <p:cNvSpPr/>
          <p:nvPr/>
        </p:nvSpPr>
        <p:spPr>
          <a:xfrm>
            <a:off x="167640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0-train-input-4-3"/>
          <p:cNvSpPr/>
          <p:nvPr/>
        </p:nvSpPr>
        <p:spPr>
          <a:xfrm>
            <a:off x="1874519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0-train-input-4-4"/>
          <p:cNvSpPr/>
          <p:nvPr/>
        </p:nvSpPr>
        <p:spPr>
          <a:xfrm>
            <a:off x="207264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0-train-input-4-5"/>
          <p:cNvSpPr/>
          <p:nvPr/>
        </p:nvSpPr>
        <p:spPr>
          <a:xfrm>
            <a:off x="22707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0-train-input-4-6"/>
          <p:cNvSpPr/>
          <p:nvPr/>
        </p:nvSpPr>
        <p:spPr>
          <a:xfrm>
            <a:off x="24688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0-train-input-4-7"/>
          <p:cNvSpPr/>
          <p:nvPr/>
        </p:nvSpPr>
        <p:spPr>
          <a:xfrm>
            <a:off x="26670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0-train-input-4-8"/>
          <p:cNvSpPr/>
          <p:nvPr/>
        </p:nvSpPr>
        <p:spPr>
          <a:xfrm>
            <a:off x="28651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0-train-input-4-9"/>
          <p:cNvSpPr/>
          <p:nvPr/>
        </p:nvSpPr>
        <p:spPr>
          <a:xfrm>
            <a:off x="30632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0-train-input-4-10"/>
          <p:cNvSpPr/>
          <p:nvPr/>
        </p:nvSpPr>
        <p:spPr>
          <a:xfrm>
            <a:off x="32613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0-train-input-4-11"/>
          <p:cNvSpPr/>
          <p:nvPr/>
        </p:nvSpPr>
        <p:spPr>
          <a:xfrm>
            <a:off x="34594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0-train-input-5-0"/>
          <p:cNvSpPr/>
          <p:nvPr/>
        </p:nvSpPr>
        <p:spPr>
          <a:xfrm>
            <a:off x="12801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0-train-input-5-1"/>
          <p:cNvSpPr/>
          <p:nvPr/>
        </p:nvSpPr>
        <p:spPr>
          <a:xfrm>
            <a:off x="147828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0-train-input-5-2"/>
          <p:cNvSpPr/>
          <p:nvPr/>
        </p:nvSpPr>
        <p:spPr>
          <a:xfrm>
            <a:off x="16764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0-train-input-5-3"/>
          <p:cNvSpPr/>
          <p:nvPr/>
        </p:nvSpPr>
        <p:spPr>
          <a:xfrm>
            <a:off x="187451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0-train-input-5-4"/>
          <p:cNvSpPr/>
          <p:nvPr/>
        </p:nvSpPr>
        <p:spPr>
          <a:xfrm>
            <a:off x="207264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0-train-input-5-5"/>
          <p:cNvSpPr/>
          <p:nvPr/>
        </p:nvSpPr>
        <p:spPr>
          <a:xfrm>
            <a:off x="22707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0-train-input-5-6"/>
          <p:cNvSpPr/>
          <p:nvPr/>
        </p:nvSpPr>
        <p:spPr>
          <a:xfrm>
            <a:off x="24688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0-train-input-5-7"/>
          <p:cNvSpPr/>
          <p:nvPr/>
        </p:nvSpPr>
        <p:spPr>
          <a:xfrm>
            <a:off x="26670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0-train-input-5-8"/>
          <p:cNvSpPr/>
          <p:nvPr/>
        </p:nvSpPr>
        <p:spPr>
          <a:xfrm>
            <a:off x="28651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0-train-input-5-9"/>
          <p:cNvSpPr/>
          <p:nvPr/>
        </p:nvSpPr>
        <p:spPr>
          <a:xfrm>
            <a:off x="30632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0-train-input-5-10"/>
          <p:cNvSpPr/>
          <p:nvPr/>
        </p:nvSpPr>
        <p:spPr>
          <a:xfrm>
            <a:off x="32613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0-train-input-5-11"/>
          <p:cNvSpPr/>
          <p:nvPr/>
        </p:nvSpPr>
        <p:spPr>
          <a:xfrm>
            <a:off x="34594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0-train-input-6-0"/>
          <p:cNvSpPr/>
          <p:nvPr/>
        </p:nvSpPr>
        <p:spPr>
          <a:xfrm>
            <a:off x="12801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0-train-input-6-1"/>
          <p:cNvSpPr/>
          <p:nvPr/>
        </p:nvSpPr>
        <p:spPr>
          <a:xfrm>
            <a:off x="147828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0-train-input-6-2"/>
          <p:cNvSpPr/>
          <p:nvPr/>
        </p:nvSpPr>
        <p:spPr>
          <a:xfrm>
            <a:off x="16764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0-train-input-6-3"/>
          <p:cNvSpPr/>
          <p:nvPr/>
        </p:nvSpPr>
        <p:spPr>
          <a:xfrm>
            <a:off x="187451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0-train-input-6-4"/>
          <p:cNvSpPr/>
          <p:nvPr/>
        </p:nvSpPr>
        <p:spPr>
          <a:xfrm>
            <a:off x="207264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0-train-input-6-5"/>
          <p:cNvSpPr/>
          <p:nvPr/>
        </p:nvSpPr>
        <p:spPr>
          <a:xfrm>
            <a:off x="22707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0-train-input-6-6"/>
          <p:cNvSpPr/>
          <p:nvPr/>
        </p:nvSpPr>
        <p:spPr>
          <a:xfrm>
            <a:off x="24688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0-train-input-6-7"/>
          <p:cNvSpPr/>
          <p:nvPr/>
        </p:nvSpPr>
        <p:spPr>
          <a:xfrm>
            <a:off x="266700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0-train-input-6-8"/>
          <p:cNvSpPr/>
          <p:nvPr/>
        </p:nvSpPr>
        <p:spPr>
          <a:xfrm>
            <a:off x="286512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0-train-input-6-9"/>
          <p:cNvSpPr/>
          <p:nvPr/>
        </p:nvSpPr>
        <p:spPr>
          <a:xfrm>
            <a:off x="306324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0-train-input-6-10"/>
          <p:cNvSpPr/>
          <p:nvPr/>
        </p:nvSpPr>
        <p:spPr>
          <a:xfrm>
            <a:off x="326136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0-train-input-6-11"/>
          <p:cNvSpPr/>
          <p:nvPr/>
        </p:nvSpPr>
        <p:spPr>
          <a:xfrm>
            <a:off x="34594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0-train-input-7-0"/>
          <p:cNvSpPr/>
          <p:nvPr/>
        </p:nvSpPr>
        <p:spPr>
          <a:xfrm>
            <a:off x="12801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0-train-input-7-1"/>
          <p:cNvSpPr/>
          <p:nvPr/>
        </p:nvSpPr>
        <p:spPr>
          <a:xfrm>
            <a:off x="147828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0-train-input-7-2"/>
          <p:cNvSpPr/>
          <p:nvPr/>
        </p:nvSpPr>
        <p:spPr>
          <a:xfrm>
            <a:off x="16764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0-train-input-7-3"/>
          <p:cNvSpPr/>
          <p:nvPr/>
        </p:nvSpPr>
        <p:spPr>
          <a:xfrm>
            <a:off x="187451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0-train-input-7-4"/>
          <p:cNvSpPr/>
          <p:nvPr/>
        </p:nvSpPr>
        <p:spPr>
          <a:xfrm>
            <a:off x="20726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0-train-input-7-5"/>
          <p:cNvSpPr/>
          <p:nvPr/>
        </p:nvSpPr>
        <p:spPr>
          <a:xfrm>
            <a:off x="22707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0-train-input-7-6"/>
          <p:cNvSpPr/>
          <p:nvPr/>
        </p:nvSpPr>
        <p:spPr>
          <a:xfrm>
            <a:off x="24688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0-train-input-7-7"/>
          <p:cNvSpPr/>
          <p:nvPr/>
        </p:nvSpPr>
        <p:spPr>
          <a:xfrm>
            <a:off x="266700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0-train-input-7-8"/>
          <p:cNvSpPr/>
          <p:nvPr/>
        </p:nvSpPr>
        <p:spPr>
          <a:xfrm>
            <a:off x="28651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0-train-input-7-9"/>
          <p:cNvSpPr/>
          <p:nvPr/>
        </p:nvSpPr>
        <p:spPr>
          <a:xfrm>
            <a:off x="306324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0-train-input-7-10"/>
          <p:cNvSpPr/>
          <p:nvPr/>
        </p:nvSpPr>
        <p:spPr>
          <a:xfrm>
            <a:off x="326136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0-train-input-7-11"/>
          <p:cNvSpPr/>
          <p:nvPr/>
        </p:nvSpPr>
        <p:spPr>
          <a:xfrm>
            <a:off x="34594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0-train-input-8-0"/>
          <p:cNvSpPr/>
          <p:nvPr/>
        </p:nvSpPr>
        <p:spPr>
          <a:xfrm>
            <a:off x="12801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0-train-input-8-1"/>
          <p:cNvSpPr/>
          <p:nvPr/>
        </p:nvSpPr>
        <p:spPr>
          <a:xfrm>
            <a:off x="14782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0-train-input-8-2"/>
          <p:cNvSpPr/>
          <p:nvPr/>
        </p:nvSpPr>
        <p:spPr>
          <a:xfrm>
            <a:off x="167640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0-train-input-8-3"/>
          <p:cNvSpPr/>
          <p:nvPr/>
        </p:nvSpPr>
        <p:spPr>
          <a:xfrm>
            <a:off x="187451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0-train-input-8-4"/>
          <p:cNvSpPr/>
          <p:nvPr/>
        </p:nvSpPr>
        <p:spPr>
          <a:xfrm>
            <a:off x="20726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0-train-input-8-5"/>
          <p:cNvSpPr/>
          <p:nvPr/>
        </p:nvSpPr>
        <p:spPr>
          <a:xfrm>
            <a:off x="22707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0-train-input-8-6"/>
          <p:cNvSpPr/>
          <p:nvPr/>
        </p:nvSpPr>
        <p:spPr>
          <a:xfrm>
            <a:off x="24688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0-train-input-8-7"/>
          <p:cNvSpPr/>
          <p:nvPr/>
        </p:nvSpPr>
        <p:spPr>
          <a:xfrm>
            <a:off x="266700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0-train-input-8-8"/>
          <p:cNvSpPr/>
          <p:nvPr/>
        </p:nvSpPr>
        <p:spPr>
          <a:xfrm>
            <a:off x="28651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0-train-input-8-9"/>
          <p:cNvSpPr/>
          <p:nvPr/>
        </p:nvSpPr>
        <p:spPr>
          <a:xfrm>
            <a:off x="30632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0-train-input-8-10"/>
          <p:cNvSpPr/>
          <p:nvPr/>
        </p:nvSpPr>
        <p:spPr>
          <a:xfrm>
            <a:off x="326136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0-train-input-8-11"/>
          <p:cNvSpPr/>
          <p:nvPr/>
        </p:nvSpPr>
        <p:spPr>
          <a:xfrm>
            <a:off x="34594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0-train-input-9-0"/>
          <p:cNvSpPr/>
          <p:nvPr/>
        </p:nvSpPr>
        <p:spPr>
          <a:xfrm>
            <a:off x="12801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0-train-input-9-1"/>
          <p:cNvSpPr/>
          <p:nvPr/>
        </p:nvSpPr>
        <p:spPr>
          <a:xfrm>
            <a:off x="14782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0-train-input-9-2"/>
          <p:cNvSpPr/>
          <p:nvPr/>
        </p:nvSpPr>
        <p:spPr>
          <a:xfrm>
            <a:off x="16764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0-train-input-9-3"/>
          <p:cNvSpPr/>
          <p:nvPr/>
        </p:nvSpPr>
        <p:spPr>
          <a:xfrm>
            <a:off x="1874519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0-train-input-9-4"/>
          <p:cNvSpPr/>
          <p:nvPr/>
        </p:nvSpPr>
        <p:spPr>
          <a:xfrm>
            <a:off x="20726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0-train-input-9-5"/>
          <p:cNvSpPr/>
          <p:nvPr/>
        </p:nvSpPr>
        <p:spPr>
          <a:xfrm>
            <a:off x="22707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0-train-input-9-6"/>
          <p:cNvSpPr/>
          <p:nvPr/>
        </p:nvSpPr>
        <p:spPr>
          <a:xfrm>
            <a:off x="24688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0-train-input-9-7"/>
          <p:cNvSpPr/>
          <p:nvPr/>
        </p:nvSpPr>
        <p:spPr>
          <a:xfrm>
            <a:off x="266700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0-train-input-9-8"/>
          <p:cNvSpPr/>
          <p:nvPr/>
        </p:nvSpPr>
        <p:spPr>
          <a:xfrm>
            <a:off x="286512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0-train-input-9-9"/>
          <p:cNvSpPr/>
          <p:nvPr/>
        </p:nvSpPr>
        <p:spPr>
          <a:xfrm>
            <a:off x="30632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0-train-input-9-10"/>
          <p:cNvSpPr/>
          <p:nvPr/>
        </p:nvSpPr>
        <p:spPr>
          <a:xfrm>
            <a:off x="326136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0-train-input-9-11"/>
          <p:cNvSpPr/>
          <p:nvPr/>
        </p:nvSpPr>
        <p:spPr>
          <a:xfrm>
            <a:off x="34594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0-train-input-10-0"/>
          <p:cNvSpPr/>
          <p:nvPr/>
        </p:nvSpPr>
        <p:spPr>
          <a:xfrm>
            <a:off x="12801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0-train-input-10-1"/>
          <p:cNvSpPr/>
          <p:nvPr/>
        </p:nvSpPr>
        <p:spPr>
          <a:xfrm>
            <a:off x="1478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0-train-input-10-2"/>
          <p:cNvSpPr/>
          <p:nvPr/>
        </p:nvSpPr>
        <p:spPr>
          <a:xfrm>
            <a:off x="16764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0-train-input-10-3"/>
          <p:cNvSpPr/>
          <p:nvPr/>
        </p:nvSpPr>
        <p:spPr>
          <a:xfrm>
            <a:off x="187451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0-train-input-10-4"/>
          <p:cNvSpPr/>
          <p:nvPr/>
        </p:nvSpPr>
        <p:spPr>
          <a:xfrm>
            <a:off x="20726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0-train-input-10-5"/>
          <p:cNvSpPr/>
          <p:nvPr/>
        </p:nvSpPr>
        <p:spPr>
          <a:xfrm>
            <a:off x="22707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0-train-input-10-6"/>
          <p:cNvSpPr/>
          <p:nvPr/>
        </p:nvSpPr>
        <p:spPr>
          <a:xfrm>
            <a:off x="24688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0-train-input-10-7"/>
          <p:cNvSpPr/>
          <p:nvPr/>
        </p:nvSpPr>
        <p:spPr>
          <a:xfrm>
            <a:off x="266700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0-train-input-10-8"/>
          <p:cNvSpPr/>
          <p:nvPr/>
        </p:nvSpPr>
        <p:spPr>
          <a:xfrm>
            <a:off x="286512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0-train-input-10-9"/>
          <p:cNvSpPr/>
          <p:nvPr/>
        </p:nvSpPr>
        <p:spPr>
          <a:xfrm>
            <a:off x="306324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0-train-input-10-10"/>
          <p:cNvSpPr/>
          <p:nvPr/>
        </p:nvSpPr>
        <p:spPr>
          <a:xfrm>
            <a:off x="326136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0-train-input-10-11"/>
          <p:cNvSpPr/>
          <p:nvPr/>
        </p:nvSpPr>
        <p:spPr>
          <a:xfrm>
            <a:off x="34594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0-train-input-11-0"/>
          <p:cNvSpPr/>
          <p:nvPr/>
        </p:nvSpPr>
        <p:spPr>
          <a:xfrm>
            <a:off x="12801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0-train-input-11-1"/>
          <p:cNvSpPr/>
          <p:nvPr/>
        </p:nvSpPr>
        <p:spPr>
          <a:xfrm>
            <a:off x="14782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0-train-input-11-2"/>
          <p:cNvSpPr/>
          <p:nvPr/>
        </p:nvSpPr>
        <p:spPr>
          <a:xfrm>
            <a:off x="16764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0-train-input-11-3"/>
          <p:cNvSpPr/>
          <p:nvPr/>
        </p:nvSpPr>
        <p:spPr>
          <a:xfrm>
            <a:off x="187451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0-train-input-11-4"/>
          <p:cNvSpPr/>
          <p:nvPr/>
        </p:nvSpPr>
        <p:spPr>
          <a:xfrm>
            <a:off x="20726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0-train-input-11-5"/>
          <p:cNvSpPr/>
          <p:nvPr/>
        </p:nvSpPr>
        <p:spPr>
          <a:xfrm>
            <a:off x="22707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0-train-input-11-6"/>
          <p:cNvSpPr/>
          <p:nvPr/>
        </p:nvSpPr>
        <p:spPr>
          <a:xfrm>
            <a:off x="24688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0-train-input-11-7"/>
          <p:cNvSpPr/>
          <p:nvPr/>
        </p:nvSpPr>
        <p:spPr>
          <a:xfrm>
            <a:off x="26670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0-train-input-11-8"/>
          <p:cNvSpPr/>
          <p:nvPr/>
        </p:nvSpPr>
        <p:spPr>
          <a:xfrm>
            <a:off x="28651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0-train-input-11-9"/>
          <p:cNvSpPr/>
          <p:nvPr/>
        </p:nvSpPr>
        <p:spPr>
          <a:xfrm>
            <a:off x="30632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0-train-input-11-10"/>
          <p:cNvSpPr/>
          <p:nvPr/>
        </p:nvSpPr>
        <p:spPr>
          <a:xfrm>
            <a:off x="32613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0-train-input-11-11"/>
          <p:cNvSpPr/>
          <p:nvPr/>
        </p:nvSpPr>
        <p:spPr>
          <a:xfrm>
            <a:off x="34594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0-train-output-0-0"/>
          <p:cNvSpPr/>
          <p:nvPr/>
        </p:nvSpPr>
        <p:spPr>
          <a:xfrm>
            <a:off x="53949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0-train-output-0-1"/>
          <p:cNvSpPr/>
          <p:nvPr/>
        </p:nvSpPr>
        <p:spPr>
          <a:xfrm>
            <a:off x="559308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0-train-output-0-2"/>
          <p:cNvSpPr/>
          <p:nvPr/>
        </p:nvSpPr>
        <p:spPr>
          <a:xfrm>
            <a:off x="579120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0-train-output-0-3"/>
          <p:cNvSpPr/>
          <p:nvPr/>
        </p:nvSpPr>
        <p:spPr>
          <a:xfrm>
            <a:off x="598932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0-train-output-0-4"/>
          <p:cNvSpPr/>
          <p:nvPr/>
        </p:nvSpPr>
        <p:spPr>
          <a:xfrm>
            <a:off x="618744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0-train-output-0-5"/>
          <p:cNvSpPr/>
          <p:nvPr/>
        </p:nvSpPr>
        <p:spPr>
          <a:xfrm>
            <a:off x="638556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0-train-output-0-6"/>
          <p:cNvSpPr/>
          <p:nvPr/>
        </p:nvSpPr>
        <p:spPr>
          <a:xfrm>
            <a:off x="65836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0-train-output-0-7"/>
          <p:cNvSpPr/>
          <p:nvPr/>
        </p:nvSpPr>
        <p:spPr>
          <a:xfrm>
            <a:off x="6781800" y="17373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0-train-output-0-8"/>
          <p:cNvSpPr/>
          <p:nvPr/>
        </p:nvSpPr>
        <p:spPr>
          <a:xfrm>
            <a:off x="6979920" y="173736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0-train-output-0-9"/>
          <p:cNvSpPr/>
          <p:nvPr/>
        </p:nvSpPr>
        <p:spPr>
          <a:xfrm>
            <a:off x="7178040" y="173736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0-train-output-0-10"/>
          <p:cNvSpPr/>
          <p:nvPr/>
        </p:nvSpPr>
        <p:spPr>
          <a:xfrm>
            <a:off x="7376160" y="173736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0-train-output-0-11"/>
          <p:cNvSpPr/>
          <p:nvPr/>
        </p:nvSpPr>
        <p:spPr>
          <a:xfrm>
            <a:off x="7574280" y="1737360"/>
            <a:ext cx="198120" cy="19812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0-train-output-1-0"/>
          <p:cNvSpPr/>
          <p:nvPr/>
        </p:nvSpPr>
        <p:spPr>
          <a:xfrm>
            <a:off x="53949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0-train-output-1-1"/>
          <p:cNvSpPr/>
          <p:nvPr/>
        </p:nvSpPr>
        <p:spPr>
          <a:xfrm>
            <a:off x="559308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0-train-output-1-2"/>
          <p:cNvSpPr/>
          <p:nvPr/>
        </p:nvSpPr>
        <p:spPr>
          <a:xfrm>
            <a:off x="5791200" y="193548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0-train-output-1-3"/>
          <p:cNvSpPr/>
          <p:nvPr/>
        </p:nvSpPr>
        <p:spPr>
          <a:xfrm>
            <a:off x="598932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0-train-output-1-4"/>
          <p:cNvSpPr/>
          <p:nvPr/>
        </p:nvSpPr>
        <p:spPr>
          <a:xfrm>
            <a:off x="6187440" y="193548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0-train-output-1-5"/>
          <p:cNvSpPr/>
          <p:nvPr/>
        </p:nvSpPr>
        <p:spPr>
          <a:xfrm>
            <a:off x="638556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0-train-output-1-6"/>
          <p:cNvSpPr/>
          <p:nvPr/>
        </p:nvSpPr>
        <p:spPr>
          <a:xfrm>
            <a:off x="65836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0-train-output-1-7"/>
          <p:cNvSpPr/>
          <p:nvPr/>
        </p:nvSpPr>
        <p:spPr>
          <a:xfrm>
            <a:off x="6781800" y="19354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0-train-output-1-8"/>
          <p:cNvSpPr/>
          <p:nvPr/>
        </p:nvSpPr>
        <p:spPr>
          <a:xfrm>
            <a:off x="6979920" y="193548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0-train-output-1-9"/>
          <p:cNvSpPr/>
          <p:nvPr/>
        </p:nvSpPr>
        <p:spPr>
          <a:xfrm>
            <a:off x="7178040" y="19354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0-train-output-1-10"/>
          <p:cNvSpPr/>
          <p:nvPr/>
        </p:nvSpPr>
        <p:spPr>
          <a:xfrm>
            <a:off x="737616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0-train-output-1-11"/>
          <p:cNvSpPr/>
          <p:nvPr/>
        </p:nvSpPr>
        <p:spPr>
          <a:xfrm>
            <a:off x="7574280" y="19354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0-train-output-2-0"/>
          <p:cNvSpPr/>
          <p:nvPr/>
        </p:nvSpPr>
        <p:spPr>
          <a:xfrm>
            <a:off x="53949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0-train-output-2-1"/>
          <p:cNvSpPr/>
          <p:nvPr/>
        </p:nvSpPr>
        <p:spPr>
          <a:xfrm>
            <a:off x="559308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0-train-output-2-2"/>
          <p:cNvSpPr/>
          <p:nvPr/>
        </p:nvSpPr>
        <p:spPr>
          <a:xfrm>
            <a:off x="579120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0-train-output-2-3"/>
          <p:cNvSpPr/>
          <p:nvPr/>
        </p:nvSpPr>
        <p:spPr>
          <a:xfrm>
            <a:off x="598932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0-train-output-2-4"/>
          <p:cNvSpPr/>
          <p:nvPr/>
        </p:nvSpPr>
        <p:spPr>
          <a:xfrm>
            <a:off x="618744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0-train-output-2-5"/>
          <p:cNvSpPr/>
          <p:nvPr/>
        </p:nvSpPr>
        <p:spPr>
          <a:xfrm>
            <a:off x="638556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0-train-output-2-6"/>
          <p:cNvSpPr/>
          <p:nvPr/>
        </p:nvSpPr>
        <p:spPr>
          <a:xfrm>
            <a:off x="65836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0-train-output-2-7"/>
          <p:cNvSpPr/>
          <p:nvPr/>
        </p:nvSpPr>
        <p:spPr>
          <a:xfrm>
            <a:off x="67818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0-train-output-2-8"/>
          <p:cNvSpPr/>
          <p:nvPr/>
        </p:nvSpPr>
        <p:spPr>
          <a:xfrm>
            <a:off x="69799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0-train-output-2-9"/>
          <p:cNvSpPr/>
          <p:nvPr/>
        </p:nvSpPr>
        <p:spPr>
          <a:xfrm>
            <a:off x="71780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0-train-output-2-10"/>
          <p:cNvSpPr/>
          <p:nvPr/>
        </p:nvSpPr>
        <p:spPr>
          <a:xfrm>
            <a:off x="73761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0-train-output-2-11"/>
          <p:cNvSpPr/>
          <p:nvPr/>
        </p:nvSpPr>
        <p:spPr>
          <a:xfrm>
            <a:off x="75742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0-train-output-3-0"/>
          <p:cNvSpPr/>
          <p:nvPr/>
        </p:nvSpPr>
        <p:spPr>
          <a:xfrm>
            <a:off x="53949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0-train-output-3-1"/>
          <p:cNvSpPr/>
          <p:nvPr/>
        </p:nvSpPr>
        <p:spPr>
          <a:xfrm>
            <a:off x="55930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0-train-output-3-2"/>
          <p:cNvSpPr/>
          <p:nvPr/>
        </p:nvSpPr>
        <p:spPr>
          <a:xfrm>
            <a:off x="57912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0-train-output-3-3"/>
          <p:cNvSpPr/>
          <p:nvPr/>
        </p:nvSpPr>
        <p:spPr>
          <a:xfrm>
            <a:off x="59893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0-train-output-3-4"/>
          <p:cNvSpPr/>
          <p:nvPr/>
        </p:nvSpPr>
        <p:spPr>
          <a:xfrm>
            <a:off x="61874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0-train-output-3-5"/>
          <p:cNvSpPr/>
          <p:nvPr/>
        </p:nvSpPr>
        <p:spPr>
          <a:xfrm>
            <a:off x="63855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0-train-output-3-6"/>
          <p:cNvSpPr/>
          <p:nvPr/>
        </p:nvSpPr>
        <p:spPr>
          <a:xfrm>
            <a:off x="65836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0-train-output-3-7"/>
          <p:cNvSpPr/>
          <p:nvPr/>
        </p:nvSpPr>
        <p:spPr>
          <a:xfrm>
            <a:off x="67818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0-train-output-3-8"/>
          <p:cNvSpPr/>
          <p:nvPr/>
        </p:nvSpPr>
        <p:spPr>
          <a:xfrm>
            <a:off x="69799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0-train-output-3-9"/>
          <p:cNvSpPr/>
          <p:nvPr/>
        </p:nvSpPr>
        <p:spPr>
          <a:xfrm>
            <a:off x="71780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0-train-output-3-10"/>
          <p:cNvSpPr/>
          <p:nvPr/>
        </p:nvSpPr>
        <p:spPr>
          <a:xfrm>
            <a:off x="73761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0-train-output-3-11"/>
          <p:cNvSpPr/>
          <p:nvPr/>
        </p:nvSpPr>
        <p:spPr>
          <a:xfrm>
            <a:off x="75742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0-train-output-4-0"/>
          <p:cNvSpPr/>
          <p:nvPr/>
        </p:nvSpPr>
        <p:spPr>
          <a:xfrm>
            <a:off x="53949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0-train-output-4-1"/>
          <p:cNvSpPr/>
          <p:nvPr/>
        </p:nvSpPr>
        <p:spPr>
          <a:xfrm>
            <a:off x="559308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0-train-output-4-2"/>
          <p:cNvSpPr/>
          <p:nvPr/>
        </p:nvSpPr>
        <p:spPr>
          <a:xfrm>
            <a:off x="579120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0-train-output-4-3"/>
          <p:cNvSpPr/>
          <p:nvPr/>
        </p:nvSpPr>
        <p:spPr>
          <a:xfrm>
            <a:off x="598932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0-train-output-4-4"/>
          <p:cNvSpPr/>
          <p:nvPr/>
        </p:nvSpPr>
        <p:spPr>
          <a:xfrm>
            <a:off x="618744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0-train-output-4-5"/>
          <p:cNvSpPr/>
          <p:nvPr/>
        </p:nvSpPr>
        <p:spPr>
          <a:xfrm>
            <a:off x="63855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0-train-output-4-6"/>
          <p:cNvSpPr/>
          <p:nvPr/>
        </p:nvSpPr>
        <p:spPr>
          <a:xfrm>
            <a:off x="65836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0-train-output-4-7"/>
          <p:cNvSpPr/>
          <p:nvPr/>
        </p:nvSpPr>
        <p:spPr>
          <a:xfrm>
            <a:off x="67818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0-train-output-4-8"/>
          <p:cNvSpPr/>
          <p:nvPr/>
        </p:nvSpPr>
        <p:spPr>
          <a:xfrm>
            <a:off x="69799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0-train-output-4-9"/>
          <p:cNvSpPr/>
          <p:nvPr/>
        </p:nvSpPr>
        <p:spPr>
          <a:xfrm>
            <a:off x="71780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0-train-output-4-10"/>
          <p:cNvSpPr/>
          <p:nvPr/>
        </p:nvSpPr>
        <p:spPr>
          <a:xfrm>
            <a:off x="73761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0-train-output-4-11"/>
          <p:cNvSpPr/>
          <p:nvPr/>
        </p:nvSpPr>
        <p:spPr>
          <a:xfrm>
            <a:off x="75742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0-train-output-5-0"/>
          <p:cNvSpPr/>
          <p:nvPr/>
        </p:nvSpPr>
        <p:spPr>
          <a:xfrm>
            <a:off x="53949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0-train-output-5-1"/>
          <p:cNvSpPr/>
          <p:nvPr/>
        </p:nvSpPr>
        <p:spPr>
          <a:xfrm>
            <a:off x="559308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0-train-output-5-2"/>
          <p:cNvSpPr/>
          <p:nvPr/>
        </p:nvSpPr>
        <p:spPr>
          <a:xfrm>
            <a:off x="579120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0-train-output-5-3"/>
          <p:cNvSpPr/>
          <p:nvPr/>
        </p:nvSpPr>
        <p:spPr>
          <a:xfrm>
            <a:off x="598932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0-train-output-5-4"/>
          <p:cNvSpPr/>
          <p:nvPr/>
        </p:nvSpPr>
        <p:spPr>
          <a:xfrm>
            <a:off x="618744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0-train-output-5-5"/>
          <p:cNvSpPr/>
          <p:nvPr/>
        </p:nvSpPr>
        <p:spPr>
          <a:xfrm>
            <a:off x="63855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0-train-output-5-6"/>
          <p:cNvSpPr/>
          <p:nvPr/>
        </p:nvSpPr>
        <p:spPr>
          <a:xfrm>
            <a:off x="65836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0-train-output-5-7"/>
          <p:cNvSpPr/>
          <p:nvPr/>
        </p:nvSpPr>
        <p:spPr>
          <a:xfrm>
            <a:off x="67818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0-train-output-5-8"/>
          <p:cNvSpPr/>
          <p:nvPr/>
        </p:nvSpPr>
        <p:spPr>
          <a:xfrm>
            <a:off x="69799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0-train-output-5-9"/>
          <p:cNvSpPr/>
          <p:nvPr/>
        </p:nvSpPr>
        <p:spPr>
          <a:xfrm>
            <a:off x="71780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0-train-output-5-10"/>
          <p:cNvSpPr/>
          <p:nvPr/>
        </p:nvSpPr>
        <p:spPr>
          <a:xfrm>
            <a:off x="73761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0-train-output-5-11"/>
          <p:cNvSpPr/>
          <p:nvPr/>
        </p:nvSpPr>
        <p:spPr>
          <a:xfrm>
            <a:off x="75742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0-train-output-6-0"/>
          <p:cNvSpPr/>
          <p:nvPr/>
        </p:nvSpPr>
        <p:spPr>
          <a:xfrm>
            <a:off x="53949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0-train-output-6-1"/>
          <p:cNvSpPr/>
          <p:nvPr/>
        </p:nvSpPr>
        <p:spPr>
          <a:xfrm>
            <a:off x="559308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0-train-output-6-2"/>
          <p:cNvSpPr/>
          <p:nvPr/>
        </p:nvSpPr>
        <p:spPr>
          <a:xfrm>
            <a:off x="579120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0-train-output-6-3"/>
          <p:cNvSpPr/>
          <p:nvPr/>
        </p:nvSpPr>
        <p:spPr>
          <a:xfrm>
            <a:off x="598932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0-train-output-6-4"/>
          <p:cNvSpPr/>
          <p:nvPr/>
        </p:nvSpPr>
        <p:spPr>
          <a:xfrm>
            <a:off x="618744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0-train-output-6-5"/>
          <p:cNvSpPr/>
          <p:nvPr/>
        </p:nvSpPr>
        <p:spPr>
          <a:xfrm>
            <a:off x="63855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0-train-output-6-6"/>
          <p:cNvSpPr/>
          <p:nvPr/>
        </p:nvSpPr>
        <p:spPr>
          <a:xfrm>
            <a:off x="65836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0-train-output-6-7"/>
          <p:cNvSpPr/>
          <p:nvPr/>
        </p:nvSpPr>
        <p:spPr>
          <a:xfrm>
            <a:off x="678180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0-train-output-6-8"/>
          <p:cNvSpPr/>
          <p:nvPr/>
        </p:nvSpPr>
        <p:spPr>
          <a:xfrm>
            <a:off x="697992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0-train-output-6-9"/>
          <p:cNvSpPr/>
          <p:nvPr/>
        </p:nvSpPr>
        <p:spPr>
          <a:xfrm>
            <a:off x="717804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0-train-output-6-10"/>
          <p:cNvSpPr/>
          <p:nvPr/>
        </p:nvSpPr>
        <p:spPr>
          <a:xfrm>
            <a:off x="737616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0-train-output-6-11"/>
          <p:cNvSpPr/>
          <p:nvPr/>
        </p:nvSpPr>
        <p:spPr>
          <a:xfrm>
            <a:off x="75742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0-train-output-7-0"/>
          <p:cNvSpPr/>
          <p:nvPr/>
        </p:nvSpPr>
        <p:spPr>
          <a:xfrm>
            <a:off x="53949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0-train-output-7-1"/>
          <p:cNvSpPr/>
          <p:nvPr/>
        </p:nvSpPr>
        <p:spPr>
          <a:xfrm>
            <a:off x="559308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0-train-output-7-2"/>
          <p:cNvSpPr/>
          <p:nvPr/>
        </p:nvSpPr>
        <p:spPr>
          <a:xfrm>
            <a:off x="579120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0-train-output-7-3"/>
          <p:cNvSpPr/>
          <p:nvPr/>
        </p:nvSpPr>
        <p:spPr>
          <a:xfrm>
            <a:off x="598932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0-train-output-7-4"/>
          <p:cNvSpPr/>
          <p:nvPr/>
        </p:nvSpPr>
        <p:spPr>
          <a:xfrm>
            <a:off x="61874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0-train-output-7-5"/>
          <p:cNvSpPr/>
          <p:nvPr/>
        </p:nvSpPr>
        <p:spPr>
          <a:xfrm>
            <a:off x="63855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0-train-output-7-6"/>
          <p:cNvSpPr/>
          <p:nvPr/>
        </p:nvSpPr>
        <p:spPr>
          <a:xfrm>
            <a:off x="65836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0-train-output-7-7"/>
          <p:cNvSpPr/>
          <p:nvPr/>
        </p:nvSpPr>
        <p:spPr>
          <a:xfrm>
            <a:off x="678180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0-train-output-7-8"/>
          <p:cNvSpPr/>
          <p:nvPr/>
        </p:nvSpPr>
        <p:spPr>
          <a:xfrm>
            <a:off x="69799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0-train-output-7-9"/>
          <p:cNvSpPr/>
          <p:nvPr/>
        </p:nvSpPr>
        <p:spPr>
          <a:xfrm>
            <a:off x="717804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0-train-output-7-10"/>
          <p:cNvSpPr/>
          <p:nvPr/>
        </p:nvSpPr>
        <p:spPr>
          <a:xfrm>
            <a:off x="737616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0-train-output-7-11"/>
          <p:cNvSpPr/>
          <p:nvPr/>
        </p:nvSpPr>
        <p:spPr>
          <a:xfrm>
            <a:off x="75742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0-train-output-8-0"/>
          <p:cNvSpPr/>
          <p:nvPr/>
        </p:nvSpPr>
        <p:spPr>
          <a:xfrm>
            <a:off x="53949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0-train-output-8-1"/>
          <p:cNvSpPr/>
          <p:nvPr/>
        </p:nvSpPr>
        <p:spPr>
          <a:xfrm>
            <a:off x="55930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0-train-output-8-2"/>
          <p:cNvSpPr/>
          <p:nvPr/>
        </p:nvSpPr>
        <p:spPr>
          <a:xfrm>
            <a:off x="579120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0-train-output-8-3"/>
          <p:cNvSpPr/>
          <p:nvPr/>
        </p:nvSpPr>
        <p:spPr>
          <a:xfrm>
            <a:off x="598932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0-train-output-8-4"/>
          <p:cNvSpPr/>
          <p:nvPr/>
        </p:nvSpPr>
        <p:spPr>
          <a:xfrm>
            <a:off x="61874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0-train-output-8-5"/>
          <p:cNvSpPr/>
          <p:nvPr/>
        </p:nvSpPr>
        <p:spPr>
          <a:xfrm>
            <a:off x="63855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0-train-output-8-6"/>
          <p:cNvSpPr/>
          <p:nvPr/>
        </p:nvSpPr>
        <p:spPr>
          <a:xfrm>
            <a:off x="65836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0-train-output-8-7"/>
          <p:cNvSpPr/>
          <p:nvPr/>
        </p:nvSpPr>
        <p:spPr>
          <a:xfrm>
            <a:off x="678180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0-train-output-8-8"/>
          <p:cNvSpPr/>
          <p:nvPr/>
        </p:nvSpPr>
        <p:spPr>
          <a:xfrm>
            <a:off x="69799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0-train-output-8-9"/>
          <p:cNvSpPr/>
          <p:nvPr/>
        </p:nvSpPr>
        <p:spPr>
          <a:xfrm>
            <a:off x="71780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0-train-output-8-10"/>
          <p:cNvSpPr/>
          <p:nvPr/>
        </p:nvSpPr>
        <p:spPr>
          <a:xfrm>
            <a:off x="737616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0-train-output-8-11"/>
          <p:cNvSpPr/>
          <p:nvPr/>
        </p:nvSpPr>
        <p:spPr>
          <a:xfrm>
            <a:off x="75742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0-train-output-9-0"/>
          <p:cNvSpPr/>
          <p:nvPr/>
        </p:nvSpPr>
        <p:spPr>
          <a:xfrm>
            <a:off x="53949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0-train-output-9-1"/>
          <p:cNvSpPr/>
          <p:nvPr/>
        </p:nvSpPr>
        <p:spPr>
          <a:xfrm>
            <a:off x="55930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0-train-output-9-2"/>
          <p:cNvSpPr/>
          <p:nvPr/>
        </p:nvSpPr>
        <p:spPr>
          <a:xfrm>
            <a:off x="57912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0-train-output-9-3"/>
          <p:cNvSpPr/>
          <p:nvPr/>
        </p:nvSpPr>
        <p:spPr>
          <a:xfrm>
            <a:off x="598932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0-train-output-9-4"/>
          <p:cNvSpPr/>
          <p:nvPr/>
        </p:nvSpPr>
        <p:spPr>
          <a:xfrm>
            <a:off x="61874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0-train-output-9-5"/>
          <p:cNvSpPr/>
          <p:nvPr/>
        </p:nvSpPr>
        <p:spPr>
          <a:xfrm>
            <a:off x="63855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0-train-output-9-6"/>
          <p:cNvSpPr/>
          <p:nvPr/>
        </p:nvSpPr>
        <p:spPr>
          <a:xfrm>
            <a:off x="65836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0-train-output-9-7"/>
          <p:cNvSpPr/>
          <p:nvPr/>
        </p:nvSpPr>
        <p:spPr>
          <a:xfrm>
            <a:off x="678180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0-train-output-9-8"/>
          <p:cNvSpPr/>
          <p:nvPr/>
        </p:nvSpPr>
        <p:spPr>
          <a:xfrm>
            <a:off x="697992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0-train-output-9-9"/>
          <p:cNvSpPr/>
          <p:nvPr/>
        </p:nvSpPr>
        <p:spPr>
          <a:xfrm>
            <a:off x="71780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0-train-output-9-10"/>
          <p:cNvSpPr/>
          <p:nvPr/>
        </p:nvSpPr>
        <p:spPr>
          <a:xfrm>
            <a:off x="737616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0-train-output-9-11"/>
          <p:cNvSpPr/>
          <p:nvPr/>
        </p:nvSpPr>
        <p:spPr>
          <a:xfrm>
            <a:off x="75742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0-train-output-10-0"/>
          <p:cNvSpPr/>
          <p:nvPr/>
        </p:nvSpPr>
        <p:spPr>
          <a:xfrm>
            <a:off x="53949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0-train-output-10-1"/>
          <p:cNvSpPr/>
          <p:nvPr/>
        </p:nvSpPr>
        <p:spPr>
          <a:xfrm>
            <a:off x="55930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0-train-output-10-2"/>
          <p:cNvSpPr/>
          <p:nvPr/>
        </p:nvSpPr>
        <p:spPr>
          <a:xfrm>
            <a:off x="57912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0-train-output-10-3"/>
          <p:cNvSpPr/>
          <p:nvPr/>
        </p:nvSpPr>
        <p:spPr>
          <a:xfrm>
            <a:off x="59893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0-train-output-10-4"/>
          <p:cNvSpPr/>
          <p:nvPr/>
        </p:nvSpPr>
        <p:spPr>
          <a:xfrm>
            <a:off x="61874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0-train-output-10-5"/>
          <p:cNvSpPr/>
          <p:nvPr/>
        </p:nvSpPr>
        <p:spPr>
          <a:xfrm>
            <a:off x="63855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0-train-output-10-6"/>
          <p:cNvSpPr/>
          <p:nvPr/>
        </p:nvSpPr>
        <p:spPr>
          <a:xfrm>
            <a:off x="65836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0-train-output-10-7"/>
          <p:cNvSpPr/>
          <p:nvPr/>
        </p:nvSpPr>
        <p:spPr>
          <a:xfrm>
            <a:off x="678180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0-train-output-10-8"/>
          <p:cNvSpPr/>
          <p:nvPr/>
        </p:nvSpPr>
        <p:spPr>
          <a:xfrm>
            <a:off x="697992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0-train-output-10-9"/>
          <p:cNvSpPr/>
          <p:nvPr/>
        </p:nvSpPr>
        <p:spPr>
          <a:xfrm>
            <a:off x="717804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0-train-output-10-10"/>
          <p:cNvSpPr/>
          <p:nvPr/>
        </p:nvSpPr>
        <p:spPr>
          <a:xfrm>
            <a:off x="737616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0-train-output-10-11"/>
          <p:cNvSpPr/>
          <p:nvPr/>
        </p:nvSpPr>
        <p:spPr>
          <a:xfrm>
            <a:off x="7574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0-train-output-11-0"/>
          <p:cNvSpPr/>
          <p:nvPr/>
        </p:nvSpPr>
        <p:spPr>
          <a:xfrm>
            <a:off x="53949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0-train-output-11-1"/>
          <p:cNvSpPr/>
          <p:nvPr/>
        </p:nvSpPr>
        <p:spPr>
          <a:xfrm>
            <a:off x="55930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0-train-output-11-2"/>
          <p:cNvSpPr/>
          <p:nvPr/>
        </p:nvSpPr>
        <p:spPr>
          <a:xfrm>
            <a:off x="57912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0-train-output-11-3"/>
          <p:cNvSpPr/>
          <p:nvPr/>
        </p:nvSpPr>
        <p:spPr>
          <a:xfrm>
            <a:off x="59893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0-train-output-11-4"/>
          <p:cNvSpPr/>
          <p:nvPr/>
        </p:nvSpPr>
        <p:spPr>
          <a:xfrm>
            <a:off x="61874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0-train-output-11-5"/>
          <p:cNvSpPr/>
          <p:nvPr/>
        </p:nvSpPr>
        <p:spPr>
          <a:xfrm>
            <a:off x="63855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0-train-output-11-6"/>
          <p:cNvSpPr/>
          <p:nvPr/>
        </p:nvSpPr>
        <p:spPr>
          <a:xfrm>
            <a:off x="65836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0-train-output-11-7"/>
          <p:cNvSpPr/>
          <p:nvPr/>
        </p:nvSpPr>
        <p:spPr>
          <a:xfrm>
            <a:off x="67818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0-train-output-11-8"/>
          <p:cNvSpPr/>
          <p:nvPr/>
        </p:nvSpPr>
        <p:spPr>
          <a:xfrm>
            <a:off x="69799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0-train-output-11-9"/>
          <p:cNvSpPr/>
          <p:nvPr/>
        </p:nvSpPr>
        <p:spPr>
          <a:xfrm>
            <a:off x="71780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0-train-output-11-10"/>
          <p:cNvSpPr/>
          <p:nvPr/>
        </p:nvSpPr>
        <p:spPr>
          <a:xfrm>
            <a:off x="73761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0-train-output-11-11"/>
          <p:cNvSpPr/>
          <p:nvPr/>
        </p:nvSpPr>
        <p:spPr>
          <a:xfrm>
            <a:off x="75742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提示例は全3組、テスト入力は全1個。ここでは各1番目を表示。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dbff022c.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https://github.com/arcprize/ARC-AGI-2/blob/f3283f7/data/evaluation/dbff022c.json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実例1：凡例で穴を塗る色を決める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0-test-input-0-0"/>
          <p:cNvSpPr/>
          <p:nvPr/>
        </p:nvSpPr>
        <p:spPr>
          <a:xfrm>
            <a:off x="128016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0-test-input-0-1"/>
          <p:cNvSpPr/>
          <p:nvPr/>
        </p:nvSpPr>
        <p:spPr>
          <a:xfrm>
            <a:off x="1463039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0-test-input-0-2"/>
          <p:cNvSpPr/>
          <p:nvPr/>
        </p:nvSpPr>
        <p:spPr>
          <a:xfrm>
            <a:off x="1645919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0-test-input-0-3"/>
          <p:cNvSpPr/>
          <p:nvPr/>
        </p:nvSpPr>
        <p:spPr>
          <a:xfrm>
            <a:off x="182880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0-test-input-0-4"/>
          <p:cNvSpPr/>
          <p:nvPr/>
        </p:nvSpPr>
        <p:spPr>
          <a:xfrm>
            <a:off x="201168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0-test-input-0-5"/>
          <p:cNvSpPr/>
          <p:nvPr/>
        </p:nvSpPr>
        <p:spPr>
          <a:xfrm>
            <a:off x="219456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0-test-input-0-6"/>
          <p:cNvSpPr/>
          <p:nvPr/>
        </p:nvSpPr>
        <p:spPr>
          <a:xfrm>
            <a:off x="237744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0-test-input-0-7"/>
          <p:cNvSpPr/>
          <p:nvPr/>
        </p:nvSpPr>
        <p:spPr>
          <a:xfrm>
            <a:off x="256032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0-test-input-0-8"/>
          <p:cNvSpPr/>
          <p:nvPr/>
        </p:nvSpPr>
        <p:spPr>
          <a:xfrm>
            <a:off x="274320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0-test-input-0-9"/>
          <p:cNvSpPr/>
          <p:nvPr/>
        </p:nvSpPr>
        <p:spPr>
          <a:xfrm>
            <a:off x="292608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0-test-input-0-10"/>
          <p:cNvSpPr/>
          <p:nvPr/>
        </p:nvSpPr>
        <p:spPr>
          <a:xfrm>
            <a:off x="310896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0-test-input-0-11"/>
          <p:cNvSpPr/>
          <p:nvPr/>
        </p:nvSpPr>
        <p:spPr>
          <a:xfrm>
            <a:off x="329184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0-test-input-0-12"/>
          <p:cNvSpPr/>
          <p:nvPr/>
        </p:nvSpPr>
        <p:spPr>
          <a:xfrm>
            <a:off x="347472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0-test-input-1-0"/>
          <p:cNvSpPr/>
          <p:nvPr/>
        </p:nvSpPr>
        <p:spPr>
          <a:xfrm>
            <a:off x="128016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0-test-input-1-1"/>
          <p:cNvSpPr/>
          <p:nvPr/>
        </p:nvSpPr>
        <p:spPr>
          <a:xfrm>
            <a:off x="1463039" y="192024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0-test-input-1-2"/>
          <p:cNvSpPr/>
          <p:nvPr/>
        </p:nvSpPr>
        <p:spPr>
          <a:xfrm>
            <a:off x="1645919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0-test-input-1-3"/>
          <p:cNvSpPr/>
          <p:nvPr/>
        </p:nvSpPr>
        <p:spPr>
          <a:xfrm>
            <a:off x="182880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0-test-input-1-4"/>
          <p:cNvSpPr/>
          <p:nvPr/>
        </p:nvSpPr>
        <p:spPr>
          <a:xfrm>
            <a:off x="201168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0-test-input-1-5"/>
          <p:cNvSpPr/>
          <p:nvPr/>
        </p:nvSpPr>
        <p:spPr>
          <a:xfrm>
            <a:off x="2194560" y="192024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0-test-input-1-6"/>
          <p:cNvSpPr/>
          <p:nvPr/>
        </p:nvSpPr>
        <p:spPr>
          <a:xfrm>
            <a:off x="237744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0-test-input-1-7"/>
          <p:cNvSpPr/>
          <p:nvPr/>
        </p:nvSpPr>
        <p:spPr>
          <a:xfrm>
            <a:off x="256032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0-test-input-1-8"/>
          <p:cNvSpPr/>
          <p:nvPr/>
        </p:nvSpPr>
        <p:spPr>
          <a:xfrm>
            <a:off x="2743200" y="192024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0-test-input-1-9"/>
          <p:cNvSpPr/>
          <p:nvPr/>
        </p:nvSpPr>
        <p:spPr>
          <a:xfrm>
            <a:off x="292608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0-test-input-1-10"/>
          <p:cNvSpPr/>
          <p:nvPr/>
        </p:nvSpPr>
        <p:spPr>
          <a:xfrm>
            <a:off x="310896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0-test-input-1-11"/>
          <p:cNvSpPr/>
          <p:nvPr/>
        </p:nvSpPr>
        <p:spPr>
          <a:xfrm>
            <a:off x="3291840" y="192024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0-test-input-1-12"/>
          <p:cNvSpPr/>
          <p:nvPr/>
        </p:nvSpPr>
        <p:spPr>
          <a:xfrm>
            <a:off x="347472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0-test-input-2-0"/>
          <p:cNvSpPr/>
          <p:nvPr/>
        </p:nvSpPr>
        <p:spPr>
          <a:xfrm>
            <a:off x="128016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0-test-input-2-1"/>
          <p:cNvSpPr/>
          <p:nvPr/>
        </p:nvSpPr>
        <p:spPr>
          <a:xfrm>
            <a:off x="1463039" y="21031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0-test-input-2-2"/>
          <p:cNvSpPr/>
          <p:nvPr/>
        </p:nvSpPr>
        <p:spPr>
          <a:xfrm>
            <a:off x="1645919" y="21031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0-test-input-2-3"/>
          <p:cNvSpPr/>
          <p:nvPr/>
        </p:nvSpPr>
        <p:spPr>
          <a:xfrm>
            <a:off x="182880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0-test-input-2-4"/>
          <p:cNvSpPr/>
          <p:nvPr/>
        </p:nvSpPr>
        <p:spPr>
          <a:xfrm>
            <a:off x="201168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0-test-input-2-5"/>
          <p:cNvSpPr/>
          <p:nvPr/>
        </p:nvSpPr>
        <p:spPr>
          <a:xfrm>
            <a:off x="2194560" y="21031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0-test-input-2-6"/>
          <p:cNvSpPr/>
          <p:nvPr/>
        </p:nvSpPr>
        <p:spPr>
          <a:xfrm>
            <a:off x="237744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0-test-input-2-7"/>
          <p:cNvSpPr/>
          <p:nvPr/>
        </p:nvSpPr>
        <p:spPr>
          <a:xfrm>
            <a:off x="256032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0-test-input-2-8"/>
          <p:cNvSpPr/>
          <p:nvPr/>
        </p:nvSpPr>
        <p:spPr>
          <a:xfrm>
            <a:off x="2743200" y="210312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0-test-input-2-9"/>
          <p:cNvSpPr/>
          <p:nvPr/>
        </p:nvSpPr>
        <p:spPr>
          <a:xfrm>
            <a:off x="292608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0-test-input-2-10"/>
          <p:cNvSpPr/>
          <p:nvPr/>
        </p:nvSpPr>
        <p:spPr>
          <a:xfrm>
            <a:off x="310896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0-test-input-2-11"/>
          <p:cNvSpPr/>
          <p:nvPr/>
        </p:nvSpPr>
        <p:spPr>
          <a:xfrm>
            <a:off x="3291840" y="210312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0-test-input-2-12"/>
          <p:cNvSpPr/>
          <p:nvPr/>
        </p:nvSpPr>
        <p:spPr>
          <a:xfrm>
            <a:off x="347472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0-test-input-3-0"/>
          <p:cNvSpPr/>
          <p:nvPr/>
        </p:nvSpPr>
        <p:spPr>
          <a:xfrm>
            <a:off x="128016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0-test-input-3-1"/>
          <p:cNvSpPr/>
          <p:nvPr/>
        </p:nvSpPr>
        <p:spPr>
          <a:xfrm>
            <a:off x="1463039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0-test-input-3-2"/>
          <p:cNvSpPr/>
          <p:nvPr/>
        </p:nvSpPr>
        <p:spPr>
          <a:xfrm>
            <a:off x="1645919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0-test-input-3-3"/>
          <p:cNvSpPr/>
          <p:nvPr/>
        </p:nvSpPr>
        <p:spPr>
          <a:xfrm>
            <a:off x="1828800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0-test-input-3-4"/>
          <p:cNvSpPr/>
          <p:nvPr/>
        </p:nvSpPr>
        <p:spPr>
          <a:xfrm>
            <a:off x="2011680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0-test-input-3-5"/>
          <p:cNvSpPr/>
          <p:nvPr/>
        </p:nvSpPr>
        <p:spPr>
          <a:xfrm>
            <a:off x="2194560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0-test-input-3-6"/>
          <p:cNvSpPr/>
          <p:nvPr/>
        </p:nvSpPr>
        <p:spPr>
          <a:xfrm>
            <a:off x="237744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0-test-input-3-7"/>
          <p:cNvSpPr/>
          <p:nvPr/>
        </p:nvSpPr>
        <p:spPr>
          <a:xfrm>
            <a:off x="256032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0-test-input-3-8"/>
          <p:cNvSpPr/>
          <p:nvPr/>
        </p:nvSpPr>
        <p:spPr>
          <a:xfrm>
            <a:off x="274320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0-test-input-3-9"/>
          <p:cNvSpPr/>
          <p:nvPr/>
        </p:nvSpPr>
        <p:spPr>
          <a:xfrm>
            <a:off x="292608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0-test-input-3-10"/>
          <p:cNvSpPr/>
          <p:nvPr/>
        </p:nvSpPr>
        <p:spPr>
          <a:xfrm>
            <a:off x="310896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0-test-input-3-11"/>
          <p:cNvSpPr/>
          <p:nvPr/>
        </p:nvSpPr>
        <p:spPr>
          <a:xfrm>
            <a:off x="329184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0-test-input-3-12"/>
          <p:cNvSpPr/>
          <p:nvPr/>
        </p:nvSpPr>
        <p:spPr>
          <a:xfrm>
            <a:off x="347472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0-test-input-4-0"/>
          <p:cNvSpPr/>
          <p:nvPr/>
        </p:nvSpPr>
        <p:spPr>
          <a:xfrm>
            <a:off x="128016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0-test-input-4-1"/>
          <p:cNvSpPr/>
          <p:nvPr/>
        </p:nvSpPr>
        <p:spPr>
          <a:xfrm>
            <a:off x="1463039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0-test-input-4-2"/>
          <p:cNvSpPr/>
          <p:nvPr/>
        </p:nvSpPr>
        <p:spPr>
          <a:xfrm>
            <a:off x="1645919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0-test-input-4-3"/>
          <p:cNvSpPr/>
          <p:nvPr/>
        </p:nvSpPr>
        <p:spPr>
          <a:xfrm>
            <a:off x="182880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0-test-input-4-4"/>
          <p:cNvSpPr/>
          <p:nvPr/>
        </p:nvSpPr>
        <p:spPr>
          <a:xfrm>
            <a:off x="201168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0-test-input-4-5"/>
          <p:cNvSpPr/>
          <p:nvPr/>
        </p:nvSpPr>
        <p:spPr>
          <a:xfrm>
            <a:off x="219456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0-test-input-4-6"/>
          <p:cNvSpPr/>
          <p:nvPr/>
        </p:nvSpPr>
        <p:spPr>
          <a:xfrm>
            <a:off x="237744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0-test-input-4-7"/>
          <p:cNvSpPr/>
          <p:nvPr/>
        </p:nvSpPr>
        <p:spPr>
          <a:xfrm>
            <a:off x="256032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0-test-input-4-8"/>
          <p:cNvSpPr/>
          <p:nvPr/>
        </p:nvSpPr>
        <p:spPr>
          <a:xfrm>
            <a:off x="274320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0-test-input-4-9"/>
          <p:cNvSpPr/>
          <p:nvPr/>
        </p:nvSpPr>
        <p:spPr>
          <a:xfrm>
            <a:off x="292608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0-test-input-4-10"/>
          <p:cNvSpPr/>
          <p:nvPr/>
        </p:nvSpPr>
        <p:spPr>
          <a:xfrm>
            <a:off x="310896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0-test-input-4-11"/>
          <p:cNvSpPr/>
          <p:nvPr/>
        </p:nvSpPr>
        <p:spPr>
          <a:xfrm>
            <a:off x="329184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0-test-input-4-12"/>
          <p:cNvSpPr/>
          <p:nvPr/>
        </p:nvSpPr>
        <p:spPr>
          <a:xfrm>
            <a:off x="347472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0-test-input-5-0"/>
          <p:cNvSpPr/>
          <p:nvPr/>
        </p:nvSpPr>
        <p:spPr>
          <a:xfrm>
            <a:off x="128016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0-test-input-5-1"/>
          <p:cNvSpPr/>
          <p:nvPr/>
        </p:nvSpPr>
        <p:spPr>
          <a:xfrm>
            <a:off x="1463039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0-test-input-5-2"/>
          <p:cNvSpPr/>
          <p:nvPr/>
        </p:nvSpPr>
        <p:spPr>
          <a:xfrm>
            <a:off x="1645919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0-test-input-5-3"/>
          <p:cNvSpPr/>
          <p:nvPr/>
        </p:nvSpPr>
        <p:spPr>
          <a:xfrm>
            <a:off x="182880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0-test-input-5-4"/>
          <p:cNvSpPr/>
          <p:nvPr/>
        </p:nvSpPr>
        <p:spPr>
          <a:xfrm>
            <a:off x="201168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0-test-input-5-5"/>
          <p:cNvSpPr/>
          <p:nvPr/>
        </p:nvSpPr>
        <p:spPr>
          <a:xfrm>
            <a:off x="219456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0-test-input-5-6"/>
          <p:cNvSpPr/>
          <p:nvPr/>
        </p:nvSpPr>
        <p:spPr>
          <a:xfrm>
            <a:off x="237744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0-test-input-5-7"/>
          <p:cNvSpPr/>
          <p:nvPr/>
        </p:nvSpPr>
        <p:spPr>
          <a:xfrm>
            <a:off x="256032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0-test-input-5-8"/>
          <p:cNvSpPr/>
          <p:nvPr/>
        </p:nvSpPr>
        <p:spPr>
          <a:xfrm>
            <a:off x="2743200" y="265176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0-test-input-5-9"/>
          <p:cNvSpPr/>
          <p:nvPr/>
        </p:nvSpPr>
        <p:spPr>
          <a:xfrm>
            <a:off x="2926080" y="265176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0-test-input-5-10"/>
          <p:cNvSpPr/>
          <p:nvPr/>
        </p:nvSpPr>
        <p:spPr>
          <a:xfrm>
            <a:off x="3108960" y="265176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0-test-input-5-11"/>
          <p:cNvSpPr/>
          <p:nvPr/>
        </p:nvSpPr>
        <p:spPr>
          <a:xfrm>
            <a:off x="329184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0-test-input-5-12"/>
          <p:cNvSpPr/>
          <p:nvPr/>
        </p:nvSpPr>
        <p:spPr>
          <a:xfrm>
            <a:off x="347472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0-test-input-6-0"/>
          <p:cNvSpPr/>
          <p:nvPr/>
        </p:nvSpPr>
        <p:spPr>
          <a:xfrm>
            <a:off x="128016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0-test-input-6-1"/>
          <p:cNvSpPr/>
          <p:nvPr/>
        </p:nvSpPr>
        <p:spPr>
          <a:xfrm>
            <a:off x="1463039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0-test-input-6-2"/>
          <p:cNvSpPr/>
          <p:nvPr/>
        </p:nvSpPr>
        <p:spPr>
          <a:xfrm>
            <a:off x="1645919" y="283464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0-test-input-6-3"/>
          <p:cNvSpPr/>
          <p:nvPr/>
        </p:nvSpPr>
        <p:spPr>
          <a:xfrm>
            <a:off x="182880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0-test-input-6-4"/>
          <p:cNvSpPr/>
          <p:nvPr/>
        </p:nvSpPr>
        <p:spPr>
          <a:xfrm>
            <a:off x="201168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0-test-input-6-5"/>
          <p:cNvSpPr/>
          <p:nvPr/>
        </p:nvSpPr>
        <p:spPr>
          <a:xfrm>
            <a:off x="219456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0-test-input-6-6"/>
          <p:cNvSpPr/>
          <p:nvPr/>
        </p:nvSpPr>
        <p:spPr>
          <a:xfrm>
            <a:off x="237744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0-test-input-6-7"/>
          <p:cNvSpPr/>
          <p:nvPr/>
        </p:nvSpPr>
        <p:spPr>
          <a:xfrm>
            <a:off x="2560320" y="283464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0-test-input-6-8"/>
          <p:cNvSpPr/>
          <p:nvPr/>
        </p:nvSpPr>
        <p:spPr>
          <a:xfrm>
            <a:off x="274320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0-test-input-6-9"/>
          <p:cNvSpPr/>
          <p:nvPr/>
        </p:nvSpPr>
        <p:spPr>
          <a:xfrm>
            <a:off x="292608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0-test-input-6-10"/>
          <p:cNvSpPr/>
          <p:nvPr/>
        </p:nvSpPr>
        <p:spPr>
          <a:xfrm>
            <a:off x="310896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0-test-input-6-11"/>
          <p:cNvSpPr/>
          <p:nvPr/>
        </p:nvSpPr>
        <p:spPr>
          <a:xfrm>
            <a:off x="3291840" y="283464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0-test-input-6-12"/>
          <p:cNvSpPr/>
          <p:nvPr/>
        </p:nvSpPr>
        <p:spPr>
          <a:xfrm>
            <a:off x="347472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0-test-input-7-0"/>
          <p:cNvSpPr/>
          <p:nvPr/>
        </p:nvSpPr>
        <p:spPr>
          <a:xfrm>
            <a:off x="128016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0-test-input-7-1"/>
          <p:cNvSpPr/>
          <p:nvPr/>
        </p:nvSpPr>
        <p:spPr>
          <a:xfrm>
            <a:off x="1463039" y="30175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0-test-input-7-2"/>
          <p:cNvSpPr/>
          <p:nvPr/>
        </p:nvSpPr>
        <p:spPr>
          <a:xfrm>
            <a:off x="1645919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0-test-input-7-3"/>
          <p:cNvSpPr/>
          <p:nvPr/>
        </p:nvSpPr>
        <p:spPr>
          <a:xfrm>
            <a:off x="1828800" y="30175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0-test-input-7-4"/>
          <p:cNvSpPr/>
          <p:nvPr/>
        </p:nvSpPr>
        <p:spPr>
          <a:xfrm>
            <a:off x="201168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0-test-input-7-5"/>
          <p:cNvSpPr/>
          <p:nvPr/>
        </p:nvSpPr>
        <p:spPr>
          <a:xfrm>
            <a:off x="219456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0-test-input-7-6"/>
          <p:cNvSpPr/>
          <p:nvPr/>
        </p:nvSpPr>
        <p:spPr>
          <a:xfrm>
            <a:off x="237744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0-test-input-7-7"/>
          <p:cNvSpPr/>
          <p:nvPr/>
        </p:nvSpPr>
        <p:spPr>
          <a:xfrm>
            <a:off x="2560320" y="301752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0-test-input-7-8"/>
          <p:cNvSpPr/>
          <p:nvPr/>
        </p:nvSpPr>
        <p:spPr>
          <a:xfrm>
            <a:off x="274320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0-test-input-7-9"/>
          <p:cNvSpPr/>
          <p:nvPr/>
        </p:nvSpPr>
        <p:spPr>
          <a:xfrm>
            <a:off x="292608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0-test-input-7-10"/>
          <p:cNvSpPr/>
          <p:nvPr/>
        </p:nvSpPr>
        <p:spPr>
          <a:xfrm>
            <a:off x="310896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0-test-input-7-11"/>
          <p:cNvSpPr/>
          <p:nvPr/>
        </p:nvSpPr>
        <p:spPr>
          <a:xfrm>
            <a:off x="329184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0-test-input-7-12"/>
          <p:cNvSpPr/>
          <p:nvPr/>
        </p:nvSpPr>
        <p:spPr>
          <a:xfrm>
            <a:off x="3474720" y="301752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0-test-input-8-0"/>
          <p:cNvSpPr/>
          <p:nvPr/>
        </p:nvSpPr>
        <p:spPr>
          <a:xfrm>
            <a:off x="128016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0-test-input-8-1"/>
          <p:cNvSpPr/>
          <p:nvPr/>
        </p:nvSpPr>
        <p:spPr>
          <a:xfrm>
            <a:off x="1463039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0-test-input-8-2"/>
          <p:cNvSpPr/>
          <p:nvPr/>
        </p:nvSpPr>
        <p:spPr>
          <a:xfrm>
            <a:off x="1645919" y="320040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0-test-input-8-3"/>
          <p:cNvSpPr/>
          <p:nvPr/>
        </p:nvSpPr>
        <p:spPr>
          <a:xfrm>
            <a:off x="182880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0-test-input-8-4"/>
          <p:cNvSpPr/>
          <p:nvPr/>
        </p:nvSpPr>
        <p:spPr>
          <a:xfrm>
            <a:off x="201168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0-test-input-8-5"/>
          <p:cNvSpPr/>
          <p:nvPr/>
        </p:nvSpPr>
        <p:spPr>
          <a:xfrm>
            <a:off x="219456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0-test-input-8-6"/>
          <p:cNvSpPr/>
          <p:nvPr/>
        </p:nvSpPr>
        <p:spPr>
          <a:xfrm>
            <a:off x="237744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0-test-input-8-7"/>
          <p:cNvSpPr/>
          <p:nvPr/>
        </p:nvSpPr>
        <p:spPr>
          <a:xfrm>
            <a:off x="256032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0-test-input-8-8"/>
          <p:cNvSpPr/>
          <p:nvPr/>
        </p:nvSpPr>
        <p:spPr>
          <a:xfrm>
            <a:off x="274320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0-test-input-8-9"/>
          <p:cNvSpPr/>
          <p:nvPr/>
        </p:nvSpPr>
        <p:spPr>
          <a:xfrm>
            <a:off x="292608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0-test-input-8-10"/>
          <p:cNvSpPr/>
          <p:nvPr/>
        </p:nvSpPr>
        <p:spPr>
          <a:xfrm>
            <a:off x="310896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0-test-input-8-11"/>
          <p:cNvSpPr/>
          <p:nvPr/>
        </p:nvSpPr>
        <p:spPr>
          <a:xfrm>
            <a:off x="329184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0-test-input-8-12"/>
          <p:cNvSpPr/>
          <p:nvPr/>
        </p:nvSpPr>
        <p:spPr>
          <a:xfrm>
            <a:off x="347472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0-test-input-9-0"/>
          <p:cNvSpPr/>
          <p:nvPr/>
        </p:nvSpPr>
        <p:spPr>
          <a:xfrm>
            <a:off x="128016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0-test-input-9-1"/>
          <p:cNvSpPr/>
          <p:nvPr/>
        </p:nvSpPr>
        <p:spPr>
          <a:xfrm>
            <a:off x="1463039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0-test-input-9-2"/>
          <p:cNvSpPr/>
          <p:nvPr/>
        </p:nvSpPr>
        <p:spPr>
          <a:xfrm>
            <a:off x="1645919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0-test-input-9-3"/>
          <p:cNvSpPr/>
          <p:nvPr/>
        </p:nvSpPr>
        <p:spPr>
          <a:xfrm>
            <a:off x="182880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0-test-input-9-4"/>
          <p:cNvSpPr/>
          <p:nvPr/>
        </p:nvSpPr>
        <p:spPr>
          <a:xfrm>
            <a:off x="201168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0-test-input-9-5"/>
          <p:cNvSpPr/>
          <p:nvPr/>
        </p:nvSpPr>
        <p:spPr>
          <a:xfrm>
            <a:off x="219456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0-test-input-9-6"/>
          <p:cNvSpPr/>
          <p:nvPr/>
        </p:nvSpPr>
        <p:spPr>
          <a:xfrm>
            <a:off x="237744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0-test-input-9-7"/>
          <p:cNvSpPr/>
          <p:nvPr/>
        </p:nvSpPr>
        <p:spPr>
          <a:xfrm>
            <a:off x="256032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0-test-input-9-8"/>
          <p:cNvSpPr/>
          <p:nvPr/>
        </p:nvSpPr>
        <p:spPr>
          <a:xfrm>
            <a:off x="2743200" y="338328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0-test-input-9-9"/>
          <p:cNvSpPr/>
          <p:nvPr/>
        </p:nvSpPr>
        <p:spPr>
          <a:xfrm>
            <a:off x="292608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0-test-input-9-10"/>
          <p:cNvSpPr/>
          <p:nvPr/>
        </p:nvSpPr>
        <p:spPr>
          <a:xfrm>
            <a:off x="310896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0-test-input-9-11"/>
          <p:cNvSpPr/>
          <p:nvPr/>
        </p:nvSpPr>
        <p:spPr>
          <a:xfrm>
            <a:off x="329184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0-test-input-9-12"/>
          <p:cNvSpPr/>
          <p:nvPr/>
        </p:nvSpPr>
        <p:spPr>
          <a:xfrm>
            <a:off x="347472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0-test-input-10-0"/>
          <p:cNvSpPr/>
          <p:nvPr/>
        </p:nvSpPr>
        <p:spPr>
          <a:xfrm>
            <a:off x="128016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0-test-input-10-1"/>
          <p:cNvSpPr/>
          <p:nvPr/>
        </p:nvSpPr>
        <p:spPr>
          <a:xfrm>
            <a:off x="1463039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0-test-input-10-2"/>
          <p:cNvSpPr/>
          <p:nvPr/>
        </p:nvSpPr>
        <p:spPr>
          <a:xfrm>
            <a:off x="1645919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0-test-input-10-3"/>
          <p:cNvSpPr/>
          <p:nvPr/>
        </p:nvSpPr>
        <p:spPr>
          <a:xfrm>
            <a:off x="182880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0-test-input-10-4"/>
          <p:cNvSpPr/>
          <p:nvPr/>
        </p:nvSpPr>
        <p:spPr>
          <a:xfrm>
            <a:off x="201168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0-test-input-10-5"/>
          <p:cNvSpPr/>
          <p:nvPr/>
        </p:nvSpPr>
        <p:spPr>
          <a:xfrm>
            <a:off x="219456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0-test-input-10-6"/>
          <p:cNvSpPr/>
          <p:nvPr/>
        </p:nvSpPr>
        <p:spPr>
          <a:xfrm>
            <a:off x="237744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0-test-input-10-7"/>
          <p:cNvSpPr/>
          <p:nvPr/>
        </p:nvSpPr>
        <p:spPr>
          <a:xfrm>
            <a:off x="256032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0-test-input-10-8"/>
          <p:cNvSpPr/>
          <p:nvPr/>
        </p:nvSpPr>
        <p:spPr>
          <a:xfrm>
            <a:off x="274320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0-test-input-10-9"/>
          <p:cNvSpPr/>
          <p:nvPr/>
        </p:nvSpPr>
        <p:spPr>
          <a:xfrm>
            <a:off x="292608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0-test-input-10-10"/>
          <p:cNvSpPr/>
          <p:nvPr/>
        </p:nvSpPr>
        <p:spPr>
          <a:xfrm>
            <a:off x="3108960" y="356616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0-test-input-10-11"/>
          <p:cNvSpPr/>
          <p:nvPr/>
        </p:nvSpPr>
        <p:spPr>
          <a:xfrm>
            <a:off x="329184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0-test-input-10-12"/>
          <p:cNvSpPr/>
          <p:nvPr/>
        </p:nvSpPr>
        <p:spPr>
          <a:xfrm>
            <a:off x="347472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0-test-input-11-0"/>
          <p:cNvSpPr/>
          <p:nvPr/>
        </p:nvSpPr>
        <p:spPr>
          <a:xfrm>
            <a:off x="1280160" y="3749039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0-test-input-11-1"/>
          <p:cNvSpPr/>
          <p:nvPr/>
        </p:nvSpPr>
        <p:spPr>
          <a:xfrm>
            <a:off x="1463039" y="3749039"/>
            <a:ext cx="182880" cy="18288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0-test-input-11-2"/>
          <p:cNvSpPr/>
          <p:nvPr/>
        </p:nvSpPr>
        <p:spPr>
          <a:xfrm>
            <a:off x="1645919" y="3749039"/>
            <a:ext cx="182880" cy="18288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0-test-input-11-3"/>
          <p:cNvSpPr/>
          <p:nvPr/>
        </p:nvSpPr>
        <p:spPr>
          <a:xfrm>
            <a:off x="1828800" y="3749039"/>
            <a:ext cx="182880" cy="18288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0-test-input-11-4"/>
          <p:cNvSpPr/>
          <p:nvPr/>
        </p:nvSpPr>
        <p:spPr>
          <a:xfrm>
            <a:off x="2011680" y="3749039"/>
            <a:ext cx="182880" cy="18288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0-test-input-11-5"/>
          <p:cNvSpPr/>
          <p:nvPr/>
        </p:nvSpPr>
        <p:spPr>
          <a:xfrm>
            <a:off x="219456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0-test-input-11-6"/>
          <p:cNvSpPr/>
          <p:nvPr/>
        </p:nvSpPr>
        <p:spPr>
          <a:xfrm>
            <a:off x="237744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0-test-input-11-7"/>
          <p:cNvSpPr/>
          <p:nvPr/>
        </p:nvSpPr>
        <p:spPr>
          <a:xfrm>
            <a:off x="256032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0-test-input-11-8"/>
          <p:cNvSpPr/>
          <p:nvPr/>
        </p:nvSpPr>
        <p:spPr>
          <a:xfrm>
            <a:off x="274320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0-test-input-11-9"/>
          <p:cNvSpPr/>
          <p:nvPr/>
        </p:nvSpPr>
        <p:spPr>
          <a:xfrm>
            <a:off x="2926080" y="3749039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0-test-input-11-10"/>
          <p:cNvSpPr/>
          <p:nvPr/>
        </p:nvSpPr>
        <p:spPr>
          <a:xfrm>
            <a:off x="310896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0-test-input-11-11"/>
          <p:cNvSpPr/>
          <p:nvPr/>
        </p:nvSpPr>
        <p:spPr>
          <a:xfrm>
            <a:off x="3291840" y="3749039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0-test-input-11-12"/>
          <p:cNvSpPr/>
          <p:nvPr/>
        </p:nvSpPr>
        <p:spPr>
          <a:xfrm>
            <a:off x="347472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0-test-input-12-0"/>
          <p:cNvSpPr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0-test-input-12-1"/>
          <p:cNvSpPr/>
          <p:nvPr/>
        </p:nvSpPr>
        <p:spPr>
          <a:xfrm>
            <a:off x="1463039" y="3931920"/>
            <a:ext cx="182880" cy="18288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0-test-input-12-2"/>
          <p:cNvSpPr/>
          <p:nvPr/>
        </p:nvSpPr>
        <p:spPr>
          <a:xfrm>
            <a:off x="1645919" y="393192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0-test-input-12-3"/>
          <p:cNvSpPr/>
          <p:nvPr/>
        </p:nvSpPr>
        <p:spPr>
          <a:xfrm>
            <a:off x="1828800" y="39319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0-test-input-12-4"/>
          <p:cNvSpPr/>
          <p:nvPr/>
        </p:nvSpPr>
        <p:spPr>
          <a:xfrm>
            <a:off x="2011680" y="39319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0-test-input-12-5"/>
          <p:cNvSpPr/>
          <p:nvPr/>
        </p:nvSpPr>
        <p:spPr>
          <a:xfrm>
            <a:off x="219456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0-test-input-12-6"/>
          <p:cNvSpPr/>
          <p:nvPr/>
        </p:nvSpPr>
        <p:spPr>
          <a:xfrm>
            <a:off x="237744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0-test-input-12-7"/>
          <p:cNvSpPr/>
          <p:nvPr/>
        </p:nvSpPr>
        <p:spPr>
          <a:xfrm>
            <a:off x="256032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0-test-input-12-8"/>
          <p:cNvSpPr/>
          <p:nvPr/>
        </p:nvSpPr>
        <p:spPr>
          <a:xfrm>
            <a:off x="274320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0-test-input-12-9"/>
          <p:cNvSpPr/>
          <p:nvPr/>
        </p:nvSpPr>
        <p:spPr>
          <a:xfrm>
            <a:off x="292608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0-test-input-12-10"/>
          <p:cNvSpPr/>
          <p:nvPr/>
        </p:nvSpPr>
        <p:spPr>
          <a:xfrm>
            <a:off x="3108960" y="39319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0-test-input-12-11"/>
          <p:cNvSpPr/>
          <p:nvPr/>
        </p:nvSpPr>
        <p:spPr>
          <a:xfrm>
            <a:off x="329184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0-test-input-12-12"/>
          <p:cNvSpPr/>
          <p:nvPr/>
        </p:nvSpPr>
        <p:spPr>
          <a:xfrm>
            <a:off x="347472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0-test-output-0-0"/>
          <p:cNvSpPr/>
          <p:nvPr/>
        </p:nvSpPr>
        <p:spPr>
          <a:xfrm>
            <a:off x="539496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0-test-output-0-1"/>
          <p:cNvSpPr/>
          <p:nvPr/>
        </p:nvSpPr>
        <p:spPr>
          <a:xfrm>
            <a:off x="557784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0-test-output-0-2"/>
          <p:cNvSpPr/>
          <p:nvPr/>
        </p:nvSpPr>
        <p:spPr>
          <a:xfrm>
            <a:off x="576072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0-test-output-0-3"/>
          <p:cNvSpPr/>
          <p:nvPr/>
        </p:nvSpPr>
        <p:spPr>
          <a:xfrm>
            <a:off x="594360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0-test-output-0-4"/>
          <p:cNvSpPr/>
          <p:nvPr/>
        </p:nvSpPr>
        <p:spPr>
          <a:xfrm>
            <a:off x="612648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0-test-output-0-5"/>
          <p:cNvSpPr/>
          <p:nvPr/>
        </p:nvSpPr>
        <p:spPr>
          <a:xfrm>
            <a:off x="6309360" y="173736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0-test-output-0-6"/>
          <p:cNvSpPr/>
          <p:nvPr/>
        </p:nvSpPr>
        <p:spPr>
          <a:xfrm>
            <a:off x="649224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0-test-output-0-7"/>
          <p:cNvSpPr/>
          <p:nvPr/>
        </p:nvSpPr>
        <p:spPr>
          <a:xfrm>
            <a:off x="667512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0-test-output-0-8"/>
          <p:cNvSpPr/>
          <p:nvPr/>
        </p:nvSpPr>
        <p:spPr>
          <a:xfrm>
            <a:off x="685800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0-test-output-0-9"/>
          <p:cNvSpPr/>
          <p:nvPr/>
        </p:nvSpPr>
        <p:spPr>
          <a:xfrm>
            <a:off x="704088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0-test-output-0-10"/>
          <p:cNvSpPr/>
          <p:nvPr/>
        </p:nvSpPr>
        <p:spPr>
          <a:xfrm>
            <a:off x="722376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0-test-output-0-11"/>
          <p:cNvSpPr/>
          <p:nvPr/>
        </p:nvSpPr>
        <p:spPr>
          <a:xfrm>
            <a:off x="7406640" y="173736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0-test-output-0-12"/>
          <p:cNvSpPr/>
          <p:nvPr/>
        </p:nvSpPr>
        <p:spPr>
          <a:xfrm>
            <a:off x="7589520" y="17373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0-test-output-1-0"/>
          <p:cNvSpPr/>
          <p:nvPr/>
        </p:nvSpPr>
        <p:spPr>
          <a:xfrm>
            <a:off x="539496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0-test-output-1-1"/>
          <p:cNvSpPr/>
          <p:nvPr/>
        </p:nvSpPr>
        <p:spPr>
          <a:xfrm>
            <a:off x="5577840" y="192024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0-test-output-1-2"/>
          <p:cNvSpPr/>
          <p:nvPr/>
        </p:nvSpPr>
        <p:spPr>
          <a:xfrm>
            <a:off x="5760720" y="1920240"/>
            <a:ext cx="182880" cy="18288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0-test-output-1-3"/>
          <p:cNvSpPr/>
          <p:nvPr/>
        </p:nvSpPr>
        <p:spPr>
          <a:xfrm>
            <a:off x="5943600" y="1920240"/>
            <a:ext cx="182880" cy="18288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0-test-output-1-4"/>
          <p:cNvSpPr/>
          <p:nvPr/>
        </p:nvSpPr>
        <p:spPr>
          <a:xfrm>
            <a:off x="6126480" y="1920240"/>
            <a:ext cx="182880" cy="18288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0-test-output-1-5"/>
          <p:cNvSpPr/>
          <p:nvPr/>
        </p:nvSpPr>
        <p:spPr>
          <a:xfrm>
            <a:off x="6309360" y="192024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0-test-output-1-6"/>
          <p:cNvSpPr/>
          <p:nvPr/>
        </p:nvSpPr>
        <p:spPr>
          <a:xfrm>
            <a:off x="649224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0-test-output-1-7"/>
          <p:cNvSpPr/>
          <p:nvPr/>
        </p:nvSpPr>
        <p:spPr>
          <a:xfrm>
            <a:off x="667512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0-test-output-1-8"/>
          <p:cNvSpPr/>
          <p:nvPr/>
        </p:nvSpPr>
        <p:spPr>
          <a:xfrm>
            <a:off x="6858000" y="192024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0-test-output-1-9"/>
          <p:cNvSpPr/>
          <p:nvPr/>
        </p:nvSpPr>
        <p:spPr>
          <a:xfrm>
            <a:off x="7040880" y="1920240"/>
            <a:ext cx="182880" cy="18288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0-test-output-1-10"/>
          <p:cNvSpPr/>
          <p:nvPr/>
        </p:nvSpPr>
        <p:spPr>
          <a:xfrm>
            <a:off x="7223760" y="1920240"/>
            <a:ext cx="182880" cy="18288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0-test-output-1-11"/>
          <p:cNvSpPr/>
          <p:nvPr/>
        </p:nvSpPr>
        <p:spPr>
          <a:xfrm>
            <a:off x="7406640" y="192024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0-test-output-1-12"/>
          <p:cNvSpPr/>
          <p:nvPr/>
        </p:nvSpPr>
        <p:spPr>
          <a:xfrm>
            <a:off x="7589520" y="19202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0-test-output-2-0"/>
          <p:cNvSpPr/>
          <p:nvPr/>
        </p:nvSpPr>
        <p:spPr>
          <a:xfrm>
            <a:off x="539496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0-test-output-2-1"/>
          <p:cNvSpPr/>
          <p:nvPr/>
        </p:nvSpPr>
        <p:spPr>
          <a:xfrm>
            <a:off x="5577840" y="21031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0-test-output-2-2"/>
          <p:cNvSpPr/>
          <p:nvPr/>
        </p:nvSpPr>
        <p:spPr>
          <a:xfrm>
            <a:off x="5760720" y="21031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0-test-output-2-3"/>
          <p:cNvSpPr/>
          <p:nvPr/>
        </p:nvSpPr>
        <p:spPr>
          <a:xfrm>
            <a:off x="5943600" y="2103120"/>
            <a:ext cx="182880" cy="18288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0-test-output-2-4"/>
          <p:cNvSpPr/>
          <p:nvPr/>
        </p:nvSpPr>
        <p:spPr>
          <a:xfrm>
            <a:off x="6126480" y="2103120"/>
            <a:ext cx="182880" cy="18288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0-test-output-2-5"/>
          <p:cNvSpPr/>
          <p:nvPr/>
        </p:nvSpPr>
        <p:spPr>
          <a:xfrm>
            <a:off x="6309360" y="21031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0-test-output-2-6"/>
          <p:cNvSpPr/>
          <p:nvPr/>
        </p:nvSpPr>
        <p:spPr>
          <a:xfrm>
            <a:off x="649224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0-test-output-2-7"/>
          <p:cNvSpPr/>
          <p:nvPr/>
        </p:nvSpPr>
        <p:spPr>
          <a:xfrm>
            <a:off x="667512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0-test-output-2-8"/>
          <p:cNvSpPr/>
          <p:nvPr/>
        </p:nvSpPr>
        <p:spPr>
          <a:xfrm>
            <a:off x="6858000" y="210312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0-test-output-2-9"/>
          <p:cNvSpPr/>
          <p:nvPr/>
        </p:nvSpPr>
        <p:spPr>
          <a:xfrm>
            <a:off x="7040880" y="2103120"/>
            <a:ext cx="182880" cy="18288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0-test-output-2-10"/>
          <p:cNvSpPr/>
          <p:nvPr/>
        </p:nvSpPr>
        <p:spPr>
          <a:xfrm>
            <a:off x="7223760" y="2103120"/>
            <a:ext cx="182880" cy="18288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0-test-output-2-11"/>
          <p:cNvSpPr/>
          <p:nvPr/>
        </p:nvSpPr>
        <p:spPr>
          <a:xfrm>
            <a:off x="7406640" y="210312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0-test-output-2-12"/>
          <p:cNvSpPr/>
          <p:nvPr/>
        </p:nvSpPr>
        <p:spPr>
          <a:xfrm>
            <a:off x="7589520" y="21031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0-test-output-3-0"/>
          <p:cNvSpPr/>
          <p:nvPr/>
        </p:nvSpPr>
        <p:spPr>
          <a:xfrm>
            <a:off x="539496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0-test-output-3-1"/>
          <p:cNvSpPr/>
          <p:nvPr/>
        </p:nvSpPr>
        <p:spPr>
          <a:xfrm>
            <a:off x="557784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0-test-output-3-2"/>
          <p:cNvSpPr/>
          <p:nvPr/>
        </p:nvSpPr>
        <p:spPr>
          <a:xfrm>
            <a:off x="5760720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0-test-output-3-3"/>
          <p:cNvSpPr/>
          <p:nvPr/>
        </p:nvSpPr>
        <p:spPr>
          <a:xfrm>
            <a:off x="5943600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0-test-output-3-4"/>
          <p:cNvSpPr/>
          <p:nvPr/>
        </p:nvSpPr>
        <p:spPr>
          <a:xfrm>
            <a:off x="6126480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0-test-output-3-5"/>
          <p:cNvSpPr/>
          <p:nvPr/>
        </p:nvSpPr>
        <p:spPr>
          <a:xfrm>
            <a:off x="6309360" y="228600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0-test-output-3-6"/>
          <p:cNvSpPr/>
          <p:nvPr/>
        </p:nvSpPr>
        <p:spPr>
          <a:xfrm>
            <a:off x="649224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0-test-output-3-7"/>
          <p:cNvSpPr/>
          <p:nvPr/>
        </p:nvSpPr>
        <p:spPr>
          <a:xfrm>
            <a:off x="667512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0-test-output-3-8"/>
          <p:cNvSpPr/>
          <p:nvPr/>
        </p:nvSpPr>
        <p:spPr>
          <a:xfrm>
            <a:off x="685800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0-test-output-3-9"/>
          <p:cNvSpPr/>
          <p:nvPr/>
        </p:nvSpPr>
        <p:spPr>
          <a:xfrm>
            <a:off x="704088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0-test-output-3-10"/>
          <p:cNvSpPr/>
          <p:nvPr/>
        </p:nvSpPr>
        <p:spPr>
          <a:xfrm>
            <a:off x="722376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0-test-output-3-11"/>
          <p:cNvSpPr/>
          <p:nvPr/>
        </p:nvSpPr>
        <p:spPr>
          <a:xfrm>
            <a:off x="7406640" y="228600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0-test-output-3-12"/>
          <p:cNvSpPr/>
          <p:nvPr/>
        </p:nvSpPr>
        <p:spPr>
          <a:xfrm>
            <a:off x="7589520" y="22860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0-test-output-4-0"/>
          <p:cNvSpPr/>
          <p:nvPr/>
        </p:nvSpPr>
        <p:spPr>
          <a:xfrm>
            <a:off x="539496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0-test-output-4-1"/>
          <p:cNvSpPr/>
          <p:nvPr/>
        </p:nvSpPr>
        <p:spPr>
          <a:xfrm>
            <a:off x="557784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0-test-output-4-2"/>
          <p:cNvSpPr/>
          <p:nvPr/>
        </p:nvSpPr>
        <p:spPr>
          <a:xfrm>
            <a:off x="576072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0-test-output-4-3"/>
          <p:cNvSpPr/>
          <p:nvPr/>
        </p:nvSpPr>
        <p:spPr>
          <a:xfrm>
            <a:off x="594360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0-test-output-4-4"/>
          <p:cNvSpPr/>
          <p:nvPr/>
        </p:nvSpPr>
        <p:spPr>
          <a:xfrm>
            <a:off x="612648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0-test-output-4-5"/>
          <p:cNvSpPr/>
          <p:nvPr/>
        </p:nvSpPr>
        <p:spPr>
          <a:xfrm>
            <a:off x="630936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0-test-output-4-6"/>
          <p:cNvSpPr/>
          <p:nvPr/>
        </p:nvSpPr>
        <p:spPr>
          <a:xfrm>
            <a:off x="649224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0-test-output-4-7"/>
          <p:cNvSpPr/>
          <p:nvPr/>
        </p:nvSpPr>
        <p:spPr>
          <a:xfrm>
            <a:off x="667512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0-test-output-4-8"/>
          <p:cNvSpPr/>
          <p:nvPr/>
        </p:nvSpPr>
        <p:spPr>
          <a:xfrm>
            <a:off x="685800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0-test-output-4-9"/>
          <p:cNvSpPr/>
          <p:nvPr/>
        </p:nvSpPr>
        <p:spPr>
          <a:xfrm>
            <a:off x="704088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0-test-output-4-10"/>
          <p:cNvSpPr/>
          <p:nvPr/>
        </p:nvSpPr>
        <p:spPr>
          <a:xfrm>
            <a:off x="722376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0-test-output-4-11"/>
          <p:cNvSpPr/>
          <p:nvPr/>
        </p:nvSpPr>
        <p:spPr>
          <a:xfrm>
            <a:off x="740664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0-test-output-4-12"/>
          <p:cNvSpPr/>
          <p:nvPr/>
        </p:nvSpPr>
        <p:spPr>
          <a:xfrm>
            <a:off x="7589520" y="24688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0-test-output-5-0"/>
          <p:cNvSpPr/>
          <p:nvPr/>
        </p:nvSpPr>
        <p:spPr>
          <a:xfrm>
            <a:off x="539496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0-test-output-5-1"/>
          <p:cNvSpPr/>
          <p:nvPr/>
        </p:nvSpPr>
        <p:spPr>
          <a:xfrm>
            <a:off x="557784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0-test-output-5-2"/>
          <p:cNvSpPr/>
          <p:nvPr/>
        </p:nvSpPr>
        <p:spPr>
          <a:xfrm>
            <a:off x="576072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0-test-output-5-3"/>
          <p:cNvSpPr/>
          <p:nvPr/>
        </p:nvSpPr>
        <p:spPr>
          <a:xfrm>
            <a:off x="594360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0-test-output-5-4"/>
          <p:cNvSpPr/>
          <p:nvPr/>
        </p:nvSpPr>
        <p:spPr>
          <a:xfrm>
            <a:off x="612648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0-test-output-5-5"/>
          <p:cNvSpPr/>
          <p:nvPr/>
        </p:nvSpPr>
        <p:spPr>
          <a:xfrm>
            <a:off x="630936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0-test-output-5-6"/>
          <p:cNvSpPr/>
          <p:nvPr/>
        </p:nvSpPr>
        <p:spPr>
          <a:xfrm>
            <a:off x="649224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0-test-output-5-7"/>
          <p:cNvSpPr/>
          <p:nvPr/>
        </p:nvSpPr>
        <p:spPr>
          <a:xfrm>
            <a:off x="667512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0-test-output-5-8"/>
          <p:cNvSpPr/>
          <p:nvPr/>
        </p:nvSpPr>
        <p:spPr>
          <a:xfrm>
            <a:off x="6858000" y="265176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0-test-output-5-9"/>
          <p:cNvSpPr/>
          <p:nvPr/>
        </p:nvSpPr>
        <p:spPr>
          <a:xfrm>
            <a:off x="7040880" y="265176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0-test-output-5-10"/>
          <p:cNvSpPr/>
          <p:nvPr/>
        </p:nvSpPr>
        <p:spPr>
          <a:xfrm>
            <a:off x="7223760" y="265176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0-test-output-5-11"/>
          <p:cNvSpPr/>
          <p:nvPr/>
        </p:nvSpPr>
        <p:spPr>
          <a:xfrm>
            <a:off x="740664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0-test-output-5-12"/>
          <p:cNvSpPr/>
          <p:nvPr/>
        </p:nvSpPr>
        <p:spPr>
          <a:xfrm>
            <a:off x="7589520" y="26517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0-test-output-6-0"/>
          <p:cNvSpPr/>
          <p:nvPr/>
        </p:nvSpPr>
        <p:spPr>
          <a:xfrm>
            <a:off x="539496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0-test-output-6-1"/>
          <p:cNvSpPr/>
          <p:nvPr/>
        </p:nvSpPr>
        <p:spPr>
          <a:xfrm>
            <a:off x="557784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0-test-output-6-2"/>
          <p:cNvSpPr/>
          <p:nvPr/>
        </p:nvSpPr>
        <p:spPr>
          <a:xfrm>
            <a:off x="5760720" y="283464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0-test-output-6-3"/>
          <p:cNvSpPr/>
          <p:nvPr/>
        </p:nvSpPr>
        <p:spPr>
          <a:xfrm>
            <a:off x="594360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0-test-output-6-4"/>
          <p:cNvSpPr/>
          <p:nvPr/>
        </p:nvSpPr>
        <p:spPr>
          <a:xfrm>
            <a:off x="612648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0-test-output-6-5"/>
          <p:cNvSpPr/>
          <p:nvPr/>
        </p:nvSpPr>
        <p:spPr>
          <a:xfrm>
            <a:off x="630936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0-test-output-6-6"/>
          <p:cNvSpPr/>
          <p:nvPr/>
        </p:nvSpPr>
        <p:spPr>
          <a:xfrm>
            <a:off x="649224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0-test-output-6-7"/>
          <p:cNvSpPr/>
          <p:nvPr/>
        </p:nvSpPr>
        <p:spPr>
          <a:xfrm>
            <a:off x="6675120" y="283464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0-test-output-6-8"/>
          <p:cNvSpPr/>
          <p:nvPr/>
        </p:nvSpPr>
        <p:spPr>
          <a:xfrm>
            <a:off x="685800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0-test-output-6-9"/>
          <p:cNvSpPr/>
          <p:nvPr/>
        </p:nvSpPr>
        <p:spPr>
          <a:xfrm>
            <a:off x="704088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0-test-output-6-10"/>
          <p:cNvSpPr/>
          <p:nvPr/>
        </p:nvSpPr>
        <p:spPr>
          <a:xfrm>
            <a:off x="722376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0-test-output-6-11"/>
          <p:cNvSpPr/>
          <p:nvPr/>
        </p:nvSpPr>
        <p:spPr>
          <a:xfrm>
            <a:off x="7406640" y="283464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0-test-output-6-12"/>
          <p:cNvSpPr/>
          <p:nvPr/>
        </p:nvSpPr>
        <p:spPr>
          <a:xfrm>
            <a:off x="7589520" y="283464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0-test-output-7-0"/>
          <p:cNvSpPr/>
          <p:nvPr/>
        </p:nvSpPr>
        <p:spPr>
          <a:xfrm>
            <a:off x="539496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0-test-output-7-1"/>
          <p:cNvSpPr/>
          <p:nvPr/>
        </p:nvSpPr>
        <p:spPr>
          <a:xfrm>
            <a:off x="5577840" y="30175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0-test-output-7-2"/>
          <p:cNvSpPr/>
          <p:nvPr/>
        </p:nvSpPr>
        <p:spPr>
          <a:xfrm>
            <a:off x="5760720" y="3017520"/>
            <a:ext cx="182880" cy="18288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0-test-output-7-3"/>
          <p:cNvSpPr/>
          <p:nvPr/>
        </p:nvSpPr>
        <p:spPr>
          <a:xfrm>
            <a:off x="5943600" y="30175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0-test-output-7-4"/>
          <p:cNvSpPr/>
          <p:nvPr/>
        </p:nvSpPr>
        <p:spPr>
          <a:xfrm>
            <a:off x="612648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0-test-output-7-5"/>
          <p:cNvSpPr/>
          <p:nvPr/>
        </p:nvSpPr>
        <p:spPr>
          <a:xfrm>
            <a:off x="630936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0-test-output-7-6"/>
          <p:cNvSpPr/>
          <p:nvPr/>
        </p:nvSpPr>
        <p:spPr>
          <a:xfrm>
            <a:off x="649224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0-test-output-7-7"/>
          <p:cNvSpPr/>
          <p:nvPr/>
        </p:nvSpPr>
        <p:spPr>
          <a:xfrm>
            <a:off x="6675120" y="301752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0-test-output-7-8"/>
          <p:cNvSpPr/>
          <p:nvPr/>
        </p:nvSpPr>
        <p:spPr>
          <a:xfrm>
            <a:off x="685800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0-test-output-7-9"/>
          <p:cNvSpPr/>
          <p:nvPr/>
        </p:nvSpPr>
        <p:spPr>
          <a:xfrm>
            <a:off x="704088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0-test-output-7-10"/>
          <p:cNvSpPr/>
          <p:nvPr/>
        </p:nvSpPr>
        <p:spPr>
          <a:xfrm>
            <a:off x="722376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0-test-output-7-11"/>
          <p:cNvSpPr/>
          <p:nvPr/>
        </p:nvSpPr>
        <p:spPr>
          <a:xfrm>
            <a:off x="7406640" y="30175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0-test-output-7-12"/>
          <p:cNvSpPr/>
          <p:nvPr/>
        </p:nvSpPr>
        <p:spPr>
          <a:xfrm>
            <a:off x="7589520" y="301752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0-test-output-8-0"/>
          <p:cNvSpPr/>
          <p:nvPr/>
        </p:nvSpPr>
        <p:spPr>
          <a:xfrm>
            <a:off x="539496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0-test-output-8-1"/>
          <p:cNvSpPr/>
          <p:nvPr/>
        </p:nvSpPr>
        <p:spPr>
          <a:xfrm>
            <a:off x="557784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0-test-output-8-2"/>
          <p:cNvSpPr/>
          <p:nvPr/>
        </p:nvSpPr>
        <p:spPr>
          <a:xfrm>
            <a:off x="5760720" y="320040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0-test-output-8-3"/>
          <p:cNvSpPr/>
          <p:nvPr/>
        </p:nvSpPr>
        <p:spPr>
          <a:xfrm>
            <a:off x="594360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0-test-output-8-4"/>
          <p:cNvSpPr/>
          <p:nvPr/>
        </p:nvSpPr>
        <p:spPr>
          <a:xfrm>
            <a:off x="612648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0-test-output-8-5"/>
          <p:cNvSpPr/>
          <p:nvPr/>
        </p:nvSpPr>
        <p:spPr>
          <a:xfrm>
            <a:off x="630936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0-test-output-8-6"/>
          <p:cNvSpPr/>
          <p:nvPr/>
        </p:nvSpPr>
        <p:spPr>
          <a:xfrm>
            <a:off x="649224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0-test-output-8-7"/>
          <p:cNvSpPr/>
          <p:nvPr/>
        </p:nvSpPr>
        <p:spPr>
          <a:xfrm>
            <a:off x="6675120" y="320040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0-test-output-8-8"/>
          <p:cNvSpPr/>
          <p:nvPr/>
        </p:nvSpPr>
        <p:spPr>
          <a:xfrm>
            <a:off x="685800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0-test-output-8-9"/>
          <p:cNvSpPr/>
          <p:nvPr/>
        </p:nvSpPr>
        <p:spPr>
          <a:xfrm>
            <a:off x="704088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0-test-output-8-10"/>
          <p:cNvSpPr/>
          <p:nvPr/>
        </p:nvSpPr>
        <p:spPr>
          <a:xfrm>
            <a:off x="722376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0-test-output-8-11"/>
          <p:cNvSpPr/>
          <p:nvPr/>
        </p:nvSpPr>
        <p:spPr>
          <a:xfrm>
            <a:off x="740664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0-test-output-8-12"/>
          <p:cNvSpPr/>
          <p:nvPr/>
        </p:nvSpPr>
        <p:spPr>
          <a:xfrm>
            <a:off x="7589520" y="320040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0-test-output-9-0"/>
          <p:cNvSpPr/>
          <p:nvPr/>
        </p:nvSpPr>
        <p:spPr>
          <a:xfrm>
            <a:off x="539496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0-test-output-9-1"/>
          <p:cNvSpPr/>
          <p:nvPr/>
        </p:nvSpPr>
        <p:spPr>
          <a:xfrm>
            <a:off x="557784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0-test-output-9-2"/>
          <p:cNvSpPr/>
          <p:nvPr/>
        </p:nvSpPr>
        <p:spPr>
          <a:xfrm>
            <a:off x="576072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0-test-output-9-3"/>
          <p:cNvSpPr/>
          <p:nvPr/>
        </p:nvSpPr>
        <p:spPr>
          <a:xfrm>
            <a:off x="594360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0-test-output-9-4"/>
          <p:cNvSpPr/>
          <p:nvPr/>
        </p:nvSpPr>
        <p:spPr>
          <a:xfrm>
            <a:off x="612648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0-test-output-9-5"/>
          <p:cNvSpPr/>
          <p:nvPr/>
        </p:nvSpPr>
        <p:spPr>
          <a:xfrm>
            <a:off x="630936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0-test-output-9-6"/>
          <p:cNvSpPr/>
          <p:nvPr/>
        </p:nvSpPr>
        <p:spPr>
          <a:xfrm>
            <a:off x="649224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0-test-output-9-7"/>
          <p:cNvSpPr/>
          <p:nvPr/>
        </p:nvSpPr>
        <p:spPr>
          <a:xfrm>
            <a:off x="667512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0-test-output-9-8"/>
          <p:cNvSpPr/>
          <p:nvPr/>
        </p:nvSpPr>
        <p:spPr>
          <a:xfrm>
            <a:off x="6858000" y="3383280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0-test-output-9-9"/>
          <p:cNvSpPr/>
          <p:nvPr/>
        </p:nvSpPr>
        <p:spPr>
          <a:xfrm>
            <a:off x="704088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0-test-output-9-10"/>
          <p:cNvSpPr/>
          <p:nvPr/>
        </p:nvSpPr>
        <p:spPr>
          <a:xfrm>
            <a:off x="722376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0-test-output-9-11"/>
          <p:cNvSpPr/>
          <p:nvPr/>
        </p:nvSpPr>
        <p:spPr>
          <a:xfrm>
            <a:off x="740664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0-test-output-9-12"/>
          <p:cNvSpPr/>
          <p:nvPr/>
        </p:nvSpPr>
        <p:spPr>
          <a:xfrm>
            <a:off x="7589520" y="338328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0-test-output-10-0"/>
          <p:cNvSpPr/>
          <p:nvPr/>
        </p:nvSpPr>
        <p:spPr>
          <a:xfrm>
            <a:off x="539496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0-test-output-10-1"/>
          <p:cNvSpPr/>
          <p:nvPr/>
        </p:nvSpPr>
        <p:spPr>
          <a:xfrm>
            <a:off x="557784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0-test-output-10-2"/>
          <p:cNvSpPr/>
          <p:nvPr/>
        </p:nvSpPr>
        <p:spPr>
          <a:xfrm>
            <a:off x="576072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0-test-output-10-3"/>
          <p:cNvSpPr/>
          <p:nvPr/>
        </p:nvSpPr>
        <p:spPr>
          <a:xfrm>
            <a:off x="594360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0-test-output-10-4"/>
          <p:cNvSpPr/>
          <p:nvPr/>
        </p:nvSpPr>
        <p:spPr>
          <a:xfrm>
            <a:off x="612648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0-test-output-10-5"/>
          <p:cNvSpPr/>
          <p:nvPr/>
        </p:nvSpPr>
        <p:spPr>
          <a:xfrm>
            <a:off x="630936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0-test-output-10-6"/>
          <p:cNvSpPr/>
          <p:nvPr/>
        </p:nvSpPr>
        <p:spPr>
          <a:xfrm>
            <a:off x="649224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0-test-output-10-7"/>
          <p:cNvSpPr/>
          <p:nvPr/>
        </p:nvSpPr>
        <p:spPr>
          <a:xfrm>
            <a:off x="667512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0-test-output-10-8"/>
          <p:cNvSpPr/>
          <p:nvPr/>
        </p:nvSpPr>
        <p:spPr>
          <a:xfrm>
            <a:off x="685800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0-test-output-10-9"/>
          <p:cNvSpPr/>
          <p:nvPr/>
        </p:nvSpPr>
        <p:spPr>
          <a:xfrm>
            <a:off x="704088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0-test-output-10-10"/>
          <p:cNvSpPr/>
          <p:nvPr/>
        </p:nvSpPr>
        <p:spPr>
          <a:xfrm>
            <a:off x="7223760" y="356616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0-test-output-10-11"/>
          <p:cNvSpPr/>
          <p:nvPr/>
        </p:nvSpPr>
        <p:spPr>
          <a:xfrm>
            <a:off x="740664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0-test-output-10-12"/>
          <p:cNvSpPr/>
          <p:nvPr/>
        </p:nvSpPr>
        <p:spPr>
          <a:xfrm>
            <a:off x="7589520" y="356616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0-test-output-11-0"/>
          <p:cNvSpPr/>
          <p:nvPr/>
        </p:nvSpPr>
        <p:spPr>
          <a:xfrm>
            <a:off x="5394960" y="3749039"/>
            <a:ext cx="182880" cy="18288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0-test-output-11-1"/>
          <p:cNvSpPr/>
          <p:nvPr/>
        </p:nvSpPr>
        <p:spPr>
          <a:xfrm>
            <a:off x="5577840" y="3749039"/>
            <a:ext cx="182880" cy="18288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0-test-output-11-2"/>
          <p:cNvSpPr/>
          <p:nvPr/>
        </p:nvSpPr>
        <p:spPr>
          <a:xfrm>
            <a:off x="5760720" y="3749039"/>
            <a:ext cx="182880" cy="18288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0-test-output-11-3"/>
          <p:cNvSpPr/>
          <p:nvPr/>
        </p:nvSpPr>
        <p:spPr>
          <a:xfrm>
            <a:off x="5943600" y="3749039"/>
            <a:ext cx="182880" cy="18288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0-test-output-11-4"/>
          <p:cNvSpPr/>
          <p:nvPr/>
        </p:nvSpPr>
        <p:spPr>
          <a:xfrm>
            <a:off x="6126480" y="3749039"/>
            <a:ext cx="182880" cy="18288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0-test-output-11-5"/>
          <p:cNvSpPr/>
          <p:nvPr/>
        </p:nvSpPr>
        <p:spPr>
          <a:xfrm>
            <a:off x="630936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0-test-output-11-6"/>
          <p:cNvSpPr/>
          <p:nvPr/>
        </p:nvSpPr>
        <p:spPr>
          <a:xfrm>
            <a:off x="649224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0-test-output-11-7"/>
          <p:cNvSpPr/>
          <p:nvPr/>
        </p:nvSpPr>
        <p:spPr>
          <a:xfrm>
            <a:off x="667512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0-test-output-11-8"/>
          <p:cNvSpPr/>
          <p:nvPr/>
        </p:nvSpPr>
        <p:spPr>
          <a:xfrm>
            <a:off x="685800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0-test-output-11-9"/>
          <p:cNvSpPr/>
          <p:nvPr/>
        </p:nvSpPr>
        <p:spPr>
          <a:xfrm>
            <a:off x="7040880" y="3749039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0-test-output-11-10"/>
          <p:cNvSpPr/>
          <p:nvPr/>
        </p:nvSpPr>
        <p:spPr>
          <a:xfrm>
            <a:off x="7223760" y="3749039"/>
            <a:ext cx="182880" cy="18288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0-test-output-11-11"/>
          <p:cNvSpPr/>
          <p:nvPr/>
        </p:nvSpPr>
        <p:spPr>
          <a:xfrm>
            <a:off x="7406640" y="3749039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0-test-output-11-12"/>
          <p:cNvSpPr/>
          <p:nvPr/>
        </p:nvSpPr>
        <p:spPr>
          <a:xfrm>
            <a:off x="7589520" y="3749039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0-test-output-12-0"/>
          <p:cNvSpPr/>
          <p:nvPr/>
        </p:nvSpPr>
        <p:spPr>
          <a:xfrm>
            <a:off x="5394960" y="3931920"/>
            <a:ext cx="182880" cy="18288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0-test-output-12-1"/>
          <p:cNvSpPr/>
          <p:nvPr/>
        </p:nvSpPr>
        <p:spPr>
          <a:xfrm>
            <a:off x="5577840" y="3931920"/>
            <a:ext cx="182880" cy="18288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0-test-output-12-2"/>
          <p:cNvSpPr/>
          <p:nvPr/>
        </p:nvSpPr>
        <p:spPr>
          <a:xfrm>
            <a:off x="5760720" y="3931920"/>
            <a:ext cx="182880" cy="18288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0-test-output-12-3"/>
          <p:cNvSpPr/>
          <p:nvPr/>
        </p:nvSpPr>
        <p:spPr>
          <a:xfrm>
            <a:off x="5943600" y="3931920"/>
            <a:ext cx="182880" cy="18288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0-test-output-12-4"/>
          <p:cNvSpPr/>
          <p:nvPr/>
        </p:nvSpPr>
        <p:spPr>
          <a:xfrm>
            <a:off x="6126480" y="39319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0-test-output-12-5"/>
          <p:cNvSpPr/>
          <p:nvPr/>
        </p:nvSpPr>
        <p:spPr>
          <a:xfrm>
            <a:off x="630936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0-test-output-12-6"/>
          <p:cNvSpPr/>
          <p:nvPr/>
        </p:nvSpPr>
        <p:spPr>
          <a:xfrm>
            <a:off x="649224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0-test-output-12-7"/>
          <p:cNvSpPr/>
          <p:nvPr/>
        </p:nvSpPr>
        <p:spPr>
          <a:xfrm>
            <a:off x="667512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0-test-output-12-8"/>
          <p:cNvSpPr/>
          <p:nvPr/>
        </p:nvSpPr>
        <p:spPr>
          <a:xfrm>
            <a:off x="685800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0-test-output-12-9"/>
          <p:cNvSpPr/>
          <p:nvPr/>
        </p:nvSpPr>
        <p:spPr>
          <a:xfrm>
            <a:off x="704088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0-test-output-12-10"/>
          <p:cNvSpPr/>
          <p:nvPr/>
        </p:nvSpPr>
        <p:spPr>
          <a:xfrm>
            <a:off x="7223760" y="3931920"/>
            <a:ext cx="182880" cy="18288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0-test-output-12-11"/>
          <p:cNvSpPr/>
          <p:nvPr/>
        </p:nvSpPr>
        <p:spPr>
          <a:xfrm>
            <a:off x="740664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0-test-output-12-12"/>
          <p:cNvSpPr/>
          <p:nvPr/>
        </p:nvSpPr>
        <p:spPr>
          <a:xfrm>
            <a:off x="7589520" y="3931920"/>
            <a:ext cx="182880" cy="18288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小さな凡例の色の対応を読み、各物体の内側を対応する色で埋める。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dbff022c.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https://github.com/arcprize/ARC-AGI-2/blob/f3283f7/data/evaluation/dbff022c.json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実例2：切り取り・拡大・配置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1-train-input-0-0"/>
          <p:cNvSpPr/>
          <p:nvPr/>
        </p:nvSpPr>
        <p:spPr>
          <a:xfrm>
            <a:off x="1577339" y="173736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-train-input-0-1"/>
          <p:cNvSpPr/>
          <p:nvPr/>
        </p:nvSpPr>
        <p:spPr>
          <a:xfrm>
            <a:off x="1696211" y="173736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-train-input-0-2"/>
          <p:cNvSpPr/>
          <p:nvPr/>
        </p:nvSpPr>
        <p:spPr>
          <a:xfrm>
            <a:off x="1815083" y="173736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-train-input-0-3"/>
          <p:cNvSpPr/>
          <p:nvPr/>
        </p:nvSpPr>
        <p:spPr>
          <a:xfrm>
            <a:off x="1933955" y="173736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-train-input-0-4"/>
          <p:cNvSpPr/>
          <p:nvPr/>
        </p:nvSpPr>
        <p:spPr>
          <a:xfrm>
            <a:off x="2052827" y="173736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-train-input-0-5"/>
          <p:cNvSpPr/>
          <p:nvPr/>
        </p:nvSpPr>
        <p:spPr>
          <a:xfrm>
            <a:off x="2171699" y="173736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-train-input-0-6"/>
          <p:cNvSpPr/>
          <p:nvPr/>
        </p:nvSpPr>
        <p:spPr>
          <a:xfrm>
            <a:off x="2290572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-train-input-0-7"/>
          <p:cNvSpPr/>
          <p:nvPr/>
        </p:nvSpPr>
        <p:spPr>
          <a:xfrm>
            <a:off x="2409444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-train-input-0-8"/>
          <p:cNvSpPr/>
          <p:nvPr/>
        </p:nvSpPr>
        <p:spPr>
          <a:xfrm>
            <a:off x="2528315" y="1737360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-train-input-0-9"/>
          <p:cNvSpPr/>
          <p:nvPr/>
        </p:nvSpPr>
        <p:spPr>
          <a:xfrm>
            <a:off x="2647187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-train-input-0-10"/>
          <p:cNvSpPr/>
          <p:nvPr/>
        </p:nvSpPr>
        <p:spPr>
          <a:xfrm>
            <a:off x="2766059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-train-input-0-11"/>
          <p:cNvSpPr/>
          <p:nvPr/>
        </p:nvSpPr>
        <p:spPr>
          <a:xfrm>
            <a:off x="2884932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-train-input-0-12"/>
          <p:cNvSpPr/>
          <p:nvPr/>
        </p:nvSpPr>
        <p:spPr>
          <a:xfrm>
            <a:off x="3003803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-train-input-0-13"/>
          <p:cNvSpPr/>
          <p:nvPr/>
        </p:nvSpPr>
        <p:spPr>
          <a:xfrm>
            <a:off x="3122675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-train-input-0-14"/>
          <p:cNvSpPr/>
          <p:nvPr/>
        </p:nvSpPr>
        <p:spPr>
          <a:xfrm>
            <a:off x="3241548" y="173736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-train-input-1-0"/>
          <p:cNvSpPr/>
          <p:nvPr/>
        </p:nvSpPr>
        <p:spPr>
          <a:xfrm>
            <a:off x="1577339" y="1856231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-train-input-1-1"/>
          <p:cNvSpPr/>
          <p:nvPr/>
        </p:nvSpPr>
        <p:spPr>
          <a:xfrm>
            <a:off x="1696211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-train-input-1-2"/>
          <p:cNvSpPr/>
          <p:nvPr/>
        </p:nvSpPr>
        <p:spPr>
          <a:xfrm>
            <a:off x="1815083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-train-input-1-3"/>
          <p:cNvSpPr/>
          <p:nvPr/>
        </p:nvSpPr>
        <p:spPr>
          <a:xfrm>
            <a:off x="1933955" y="1856231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-train-input-1-4"/>
          <p:cNvSpPr/>
          <p:nvPr/>
        </p:nvSpPr>
        <p:spPr>
          <a:xfrm>
            <a:off x="2052827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-train-input-1-5"/>
          <p:cNvSpPr/>
          <p:nvPr/>
        </p:nvSpPr>
        <p:spPr>
          <a:xfrm>
            <a:off x="2171699" y="1856231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-train-input-1-6"/>
          <p:cNvSpPr/>
          <p:nvPr/>
        </p:nvSpPr>
        <p:spPr>
          <a:xfrm>
            <a:off x="2290572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-train-input-1-7"/>
          <p:cNvSpPr/>
          <p:nvPr/>
        </p:nvSpPr>
        <p:spPr>
          <a:xfrm>
            <a:off x="2409444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-train-input-1-8"/>
          <p:cNvSpPr/>
          <p:nvPr/>
        </p:nvSpPr>
        <p:spPr>
          <a:xfrm>
            <a:off x="2528315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-train-input-1-9"/>
          <p:cNvSpPr/>
          <p:nvPr/>
        </p:nvSpPr>
        <p:spPr>
          <a:xfrm>
            <a:off x="2647187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-train-input-1-10"/>
          <p:cNvSpPr/>
          <p:nvPr/>
        </p:nvSpPr>
        <p:spPr>
          <a:xfrm>
            <a:off x="2766059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-train-input-1-11"/>
          <p:cNvSpPr/>
          <p:nvPr/>
        </p:nvSpPr>
        <p:spPr>
          <a:xfrm>
            <a:off x="2884932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-train-input-1-12"/>
          <p:cNvSpPr/>
          <p:nvPr/>
        </p:nvSpPr>
        <p:spPr>
          <a:xfrm>
            <a:off x="3003803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-train-input-1-13"/>
          <p:cNvSpPr/>
          <p:nvPr/>
        </p:nvSpPr>
        <p:spPr>
          <a:xfrm>
            <a:off x="3122675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-train-input-1-14"/>
          <p:cNvSpPr/>
          <p:nvPr/>
        </p:nvSpPr>
        <p:spPr>
          <a:xfrm>
            <a:off x="3241548" y="185623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-train-input-2-0"/>
          <p:cNvSpPr/>
          <p:nvPr/>
        </p:nvSpPr>
        <p:spPr>
          <a:xfrm>
            <a:off x="1577339" y="1975104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-train-input-2-1"/>
          <p:cNvSpPr/>
          <p:nvPr/>
        </p:nvSpPr>
        <p:spPr>
          <a:xfrm>
            <a:off x="1696211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-train-input-2-2"/>
          <p:cNvSpPr/>
          <p:nvPr/>
        </p:nvSpPr>
        <p:spPr>
          <a:xfrm>
            <a:off x="1815083" y="1975104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-train-input-2-3"/>
          <p:cNvSpPr/>
          <p:nvPr/>
        </p:nvSpPr>
        <p:spPr>
          <a:xfrm>
            <a:off x="1933955" y="1975104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-train-input-2-4"/>
          <p:cNvSpPr/>
          <p:nvPr/>
        </p:nvSpPr>
        <p:spPr>
          <a:xfrm>
            <a:off x="2052827" y="1975104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-train-input-2-5"/>
          <p:cNvSpPr/>
          <p:nvPr/>
        </p:nvSpPr>
        <p:spPr>
          <a:xfrm>
            <a:off x="2171699" y="1975104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-train-input-2-6"/>
          <p:cNvSpPr/>
          <p:nvPr/>
        </p:nvSpPr>
        <p:spPr>
          <a:xfrm>
            <a:off x="2290572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-train-input-2-7"/>
          <p:cNvSpPr/>
          <p:nvPr/>
        </p:nvSpPr>
        <p:spPr>
          <a:xfrm>
            <a:off x="2409444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-train-input-2-8"/>
          <p:cNvSpPr/>
          <p:nvPr/>
        </p:nvSpPr>
        <p:spPr>
          <a:xfrm>
            <a:off x="2528315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-train-input-2-9"/>
          <p:cNvSpPr/>
          <p:nvPr/>
        </p:nvSpPr>
        <p:spPr>
          <a:xfrm>
            <a:off x="2647187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-train-input-2-10"/>
          <p:cNvSpPr/>
          <p:nvPr/>
        </p:nvSpPr>
        <p:spPr>
          <a:xfrm>
            <a:off x="2766059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-train-input-2-11"/>
          <p:cNvSpPr/>
          <p:nvPr/>
        </p:nvSpPr>
        <p:spPr>
          <a:xfrm>
            <a:off x="2884932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-train-input-2-12"/>
          <p:cNvSpPr/>
          <p:nvPr/>
        </p:nvSpPr>
        <p:spPr>
          <a:xfrm>
            <a:off x="3003803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-train-input-2-13"/>
          <p:cNvSpPr/>
          <p:nvPr/>
        </p:nvSpPr>
        <p:spPr>
          <a:xfrm>
            <a:off x="3122675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-train-input-2-14"/>
          <p:cNvSpPr/>
          <p:nvPr/>
        </p:nvSpPr>
        <p:spPr>
          <a:xfrm>
            <a:off x="3241548" y="197510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-train-input-3-0"/>
          <p:cNvSpPr/>
          <p:nvPr/>
        </p:nvSpPr>
        <p:spPr>
          <a:xfrm>
            <a:off x="1577339" y="2093976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-train-input-3-1"/>
          <p:cNvSpPr/>
          <p:nvPr/>
        </p:nvSpPr>
        <p:spPr>
          <a:xfrm>
            <a:off x="1696211" y="2093976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-train-input-3-2"/>
          <p:cNvSpPr/>
          <p:nvPr/>
        </p:nvSpPr>
        <p:spPr>
          <a:xfrm>
            <a:off x="1815083" y="2093976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-train-input-3-3"/>
          <p:cNvSpPr/>
          <p:nvPr/>
        </p:nvSpPr>
        <p:spPr>
          <a:xfrm>
            <a:off x="1933955" y="2093976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-train-input-3-4"/>
          <p:cNvSpPr/>
          <p:nvPr/>
        </p:nvSpPr>
        <p:spPr>
          <a:xfrm>
            <a:off x="2052827" y="209397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-train-input-3-5"/>
          <p:cNvSpPr/>
          <p:nvPr/>
        </p:nvSpPr>
        <p:spPr>
          <a:xfrm>
            <a:off x="2171699" y="2093976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-train-input-3-6"/>
          <p:cNvSpPr/>
          <p:nvPr/>
        </p:nvSpPr>
        <p:spPr>
          <a:xfrm>
            <a:off x="2290572" y="209397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-train-input-3-7"/>
          <p:cNvSpPr/>
          <p:nvPr/>
        </p:nvSpPr>
        <p:spPr>
          <a:xfrm>
            <a:off x="2409444" y="209397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-train-input-3-8"/>
          <p:cNvSpPr/>
          <p:nvPr/>
        </p:nvSpPr>
        <p:spPr>
          <a:xfrm>
            <a:off x="2528315" y="209397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-train-input-3-9"/>
          <p:cNvSpPr/>
          <p:nvPr/>
        </p:nvSpPr>
        <p:spPr>
          <a:xfrm>
            <a:off x="2647187" y="2093976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-train-input-3-10"/>
          <p:cNvSpPr/>
          <p:nvPr/>
        </p:nvSpPr>
        <p:spPr>
          <a:xfrm>
            <a:off x="2766059" y="2093976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-train-input-3-11"/>
          <p:cNvSpPr/>
          <p:nvPr/>
        </p:nvSpPr>
        <p:spPr>
          <a:xfrm>
            <a:off x="2884932" y="209397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-train-input-3-12"/>
          <p:cNvSpPr/>
          <p:nvPr/>
        </p:nvSpPr>
        <p:spPr>
          <a:xfrm>
            <a:off x="3003803" y="209397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-train-input-3-13"/>
          <p:cNvSpPr/>
          <p:nvPr/>
        </p:nvSpPr>
        <p:spPr>
          <a:xfrm>
            <a:off x="3122675" y="2093976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-train-input-3-14"/>
          <p:cNvSpPr/>
          <p:nvPr/>
        </p:nvSpPr>
        <p:spPr>
          <a:xfrm>
            <a:off x="3241548" y="209397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-train-input-4-0"/>
          <p:cNvSpPr/>
          <p:nvPr/>
        </p:nvSpPr>
        <p:spPr>
          <a:xfrm>
            <a:off x="1577339" y="2212848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-train-input-4-1"/>
          <p:cNvSpPr/>
          <p:nvPr/>
        </p:nvSpPr>
        <p:spPr>
          <a:xfrm>
            <a:off x="1696211" y="2212848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-train-input-4-2"/>
          <p:cNvSpPr/>
          <p:nvPr/>
        </p:nvSpPr>
        <p:spPr>
          <a:xfrm>
            <a:off x="1815083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-train-input-4-3"/>
          <p:cNvSpPr/>
          <p:nvPr/>
        </p:nvSpPr>
        <p:spPr>
          <a:xfrm>
            <a:off x="1933955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-train-input-4-4"/>
          <p:cNvSpPr/>
          <p:nvPr/>
        </p:nvSpPr>
        <p:spPr>
          <a:xfrm>
            <a:off x="2052827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-train-input-4-5"/>
          <p:cNvSpPr/>
          <p:nvPr/>
        </p:nvSpPr>
        <p:spPr>
          <a:xfrm>
            <a:off x="2171699" y="2212848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-train-input-4-6"/>
          <p:cNvSpPr/>
          <p:nvPr/>
        </p:nvSpPr>
        <p:spPr>
          <a:xfrm>
            <a:off x="2290572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-train-input-4-7"/>
          <p:cNvSpPr/>
          <p:nvPr/>
        </p:nvSpPr>
        <p:spPr>
          <a:xfrm>
            <a:off x="2409444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-train-input-4-8"/>
          <p:cNvSpPr/>
          <p:nvPr/>
        </p:nvSpPr>
        <p:spPr>
          <a:xfrm>
            <a:off x="2528315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-train-input-4-9"/>
          <p:cNvSpPr/>
          <p:nvPr/>
        </p:nvSpPr>
        <p:spPr>
          <a:xfrm>
            <a:off x="2647187" y="2212848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-train-input-4-10"/>
          <p:cNvSpPr/>
          <p:nvPr/>
        </p:nvSpPr>
        <p:spPr>
          <a:xfrm>
            <a:off x="2766059" y="2212848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-train-input-4-11"/>
          <p:cNvSpPr/>
          <p:nvPr/>
        </p:nvSpPr>
        <p:spPr>
          <a:xfrm>
            <a:off x="2884932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-train-input-4-12"/>
          <p:cNvSpPr/>
          <p:nvPr/>
        </p:nvSpPr>
        <p:spPr>
          <a:xfrm>
            <a:off x="3003803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-train-input-4-13"/>
          <p:cNvSpPr/>
          <p:nvPr/>
        </p:nvSpPr>
        <p:spPr>
          <a:xfrm>
            <a:off x="3122675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-train-input-4-14"/>
          <p:cNvSpPr/>
          <p:nvPr/>
        </p:nvSpPr>
        <p:spPr>
          <a:xfrm>
            <a:off x="3241548" y="221284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-train-input-5-0"/>
          <p:cNvSpPr/>
          <p:nvPr/>
        </p:nvSpPr>
        <p:spPr>
          <a:xfrm>
            <a:off x="1577339" y="233172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-train-input-5-1"/>
          <p:cNvSpPr/>
          <p:nvPr/>
        </p:nvSpPr>
        <p:spPr>
          <a:xfrm>
            <a:off x="1696211" y="233172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-train-input-5-2"/>
          <p:cNvSpPr/>
          <p:nvPr/>
        </p:nvSpPr>
        <p:spPr>
          <a:xfrm>
            <a:off x="1815083" y="233172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-train-input-5-3"/>
          <p:cNvSpPr/>
          <p:nvPr/>
        </p:nvSpPr>
        <p:spPr>
          <a:xfrm>
            <a:off x="1933955" y="233172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-train-input-5-4"/>
          <p:cNvSpPr/>
          <p:nvPr/>
        </p:nvSpPr>
        <p:spPr>
          <a:xfrm>
            <a:off x="2052827" y="233172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-train-input-5-5"/>
          <p:cNvSpPr/>
          <p:nvPr/>
        </p:nvSpPr>
        <p:spPr>
          <a:xfrm>
            <a:off x="2171699" y="2331720"/>
            <a:ext cx="118872" cy="11887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-train-input-5-6"/>
          <p:cNvSpPr/>
          <p:nvPr/>
        </p:nvSpPr>
        <p:spPr>
          <a:xfrm>
            <a:off x="2290572" y="233172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-train-input-5-7"/>
          <p:cNvSpPr/>
          <p:nvPr/>
        </p:nvSpPr>
        <p:spPr>
          <a:xfrm>
            <a:off x="2409444" y="2331720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-train-input-5-8"/>
          <p:cNvSpPr/>
          <p:nvPr/>
        </p:nvSpPr>
        <p:spPr>
          <a:xfrm>
            <a:off x="2528315" y="2331720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-train-input-5-9"/>
          <p:cNvSpPr/>
          <p:nvPr/>
        </p:nvSpPr>
        <p:spPr>
          <a:xfrm>
            <a:off x="2647187" y="2331720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-train-input-5-10"/>
          <p:cNvSpPr/>
          <p:nvPr/>
        </p:nvSpPr>
        <p:spPr>
          <a:xfrm>
            <a:off x="2766059" y="2331720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-train-input-5-11"/>
          <p:cNvSpPr/>
          <p:nvPr/>
        </p:nvSpPr>
        <p:spPr>
          <a:xfrm>
            <a:off x="2884932" y="233172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-train-input-5-12"/>
          <p:cNvSpPr/>
          <p:nvPr/>
        </p:nvSpPr>
        <p:spPr>
          <a:xfrm>
            <a:off x="3003803" y="233172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-train-input-5-13"/>
          <p:cNvSpPr/>
          <p:nvPr/>
        </p:nvSpPr>
        <p:spPr>
          <a:xfrm>
            <a:off x="3122675" y="233172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-train-input-5-14"/>
          <p:cNvSpPr/>
          <p:nvPr/>
        </p:nvSpPr>
        <p:spPr>
          <a:xfrm>
            <a:off x="3241548" y="233172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-train-input-6-0"/>
          <p:cNvSpPr/>
          <p:nvPr/>
        </p:nvSpPr>
        <p:spPr>
          <a:xfrm>
            <a:off x="1577339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-train-input-6-1"/>
          <p:cNvSpPr/>
          <p:nvPr/>
        </p:nvSpPr>
        <p:spPr>
          <a:xfrm>
            <a:off x="1696211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-train-input-6-2"/>
          <p:cNvSpPr/>
          <p:nvPr/>
        </p:nvSpPr>
        <p:spPr>
          <a:xfrm>
            <a:off x="1815083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-train-input-6-3"/>
          <p:cNvSpPr/>
          <p:nvPr/>
        </p:nvSpPr>
        <p:spPr>
          <a:xfrm>
            <a:off x="1933955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-train-input-6-4"/>
          <p:cNvSpPr/>
          <p:nvPr/>
        </p:nvSpPr>
        <p:spPr>
          <a:xfrm>
            <a:off x="2052827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-train-input-6-5"/>
          <p:cNvSpPr/>
          <p:nvPr/>
        </p:nvSpPr>
        <p:spPr>
          <a:xfrm>
            <a:off x="2171699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-train-input-6-6"/>
          <p:cNvSpPr/>
          <p:nvPr/>
        </p:nvSpPr>
        <p:spPr>
          <a:xfrm>
            <a:off x="2290572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-train-input-6-7"/>
          <p:cNvSpPr/>
          <p:nvPr/>
        </p:nvSpPr>
        <p:spPr>
          <a:xfrm>
            <a:off x="2409444" y="2450591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-train-input-6-8"/>
          <p:cNvSpPr/>
          <p:nvPr/>
        </p:nvSpPr>
        <p:spPr>
          <a:xfrm>
            <a:off x="2528315" y="2450591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-train-input-6-9"/>
          <p:cNvSpPr/>
          <p:nvPr/>
        </p:nvSpPr>
        <p:spPr>
          <a:xfrm>
            <a:off x="2647187" y="2450591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-train-input-6-10"/>
          <p:cNvSpPr/>
          <p:nvPr/>
        </p:nvSpPr>
        <p:spPr>
          <a:xfrm>
            <a:off x="2766059" y="2450591"/>
            <a:ext cx="118872" cy="11887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-train-input-6-11"/>
          <p:cNvSpPr/>
          <p:nvPr/>
        </p:nvSpPr>
        <p:spPr>
          <a:xfrm>
            <a:off x="2884932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-train-input-6-12"/>
          <p:cNvSpPr/>
          <p:nvPr/>
        </p:nvSpPr>
        <p:spPr>
          <a:xfrm>
            <a:off x="3003803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-train-input-6-13"/>
          <p:cNvSpPr/>
          <p:nvPr/>
        </p:nvSpPr>
        <p:spPr>
          <a:xfrm>
            <a:off x="3122675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-train-input-6-14"/>
          <p:cNvSpPr/>
          <p:nvPr/>
        </p:nvSpPr>
        <p:spPr>
          <a:xfrm>
            <a:off x="3241548" y="2450591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-train-input-7-0"/>
          <p:cNvSpPr/>
          <p:nvPr/>
        </p:nvSpPr>
        <p:spPr>
          <a:xfrm>
            <a:off x="1577339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-train-input-7-1"/>
          <p:cNvSpPr/>
          <p:nvPr/>
        </p:nvSpPr>
        <p:spPr>
          <a:xfrm>
            <a:off x="1696211" y="2569464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-train-input-7-2"/>
          <p:cNvSpPr/>
          <p:nvPr/>
        </p:nvSpPr>
        <p:spPr>
          <a:xfrm>
            <a:off x="1815083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-train-input-7-3"/>
          <p:cNvSpPr/>
          <p:nvPr/>
        </p:nvSpPr>
        <p:spPr>
          <a:xfrm>
            <a:off x="1933955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-train-input-7-4"/>
          <p:cNvSpPr/>
          <p:nvPr/>
        </p:nvSpPr>
        <p:spPr>
          <a:xfrm>
            <a:off x="2052827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-train-input-7-5"/>
          <p:cNvSpPr/>
          <p:nvPr/>
        </p:nvSpPr>
        <p:spPr>
          <a:xfrm>
            <a:off x="2171699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-train-input-7-6"/>
          <p:cNvSpPr/>
          <p:nvPr/>
        </p:nvSpPr>
        <p:spPr>
          <a:xfrm>
            <a:off x="2290572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-train-input-7-7"/>
          <p:cNvSpPr/>
          <p:nvPr/>
        </p:nvSpPr>
        <p:spPr>
          <a:xfrm>
            <a:off x="2409444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-train-input-7-8"/>
          <p:cNvSpPr/>
          <p:nvPr/>
        </p:nvSpPr>
        <p:spPr>
          <a:xfrm>
            <a:off x="2528315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-train-input-7-9"/>
          <p:cNvSpPr/>
          <p:nvPr/>
        </p:nvSpPr>
        <p:spPr>
          <a:xfrm>
            <a:off x="2647187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-train-input-7-10"/>
          <p:cNvSpPr/>
          <p:nvPr/>
        </p:nvSpPr>
        <p:spPr>
          <a:xfrm>
            <a:off x="2766059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-train-input-7-11"/>
          <p:cNvSpPr/>
          <p:nvPr/>
        </p:nvSpPr>
        <p:spPr>
          <a:xfrm>
            <a:off x="2884932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-train-input-7-12"/>
          <p:cNvSpPr/>
          <p:nvPr/>
        </p:nvSpPr>
        <p:spPr>
          <a:xfrm>
            <a:off x="3003803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-train-input-7-13"/>
          <p:cNvSpPr/>
          <p:nvPr/>
        </p:nvSpPr>
        <p:spPr>
          <a:xfrm>
            <a:off x="3122675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-train-input-7-14"/>
          <p:cNvSpPr/>
          <p:nvPr/>
        </p:nvSpPr>
        <p:spPr>
          <a:xfrm>
            <a:off x="3241548" y="256946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-train-input-8-0"/>
          <p:cNvSpPr/>
          <p:nvPr/>
        </p:nvSpPr>
        <p:spPr>
          <a:xfrm>
            <a:off x="1577339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-train-input-8-1"/>
          <p:cNvSpPr/>
          <p:nvPr/>
        </p:nvSpPr>
        <p:spPr>
          <a:xfrm>
            <a:off x="1696211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-train-input-8-2"/>
          <p:cNvSpPr/>
          <p:nvPr/>
        </p:nvSpPr>
        <p:spPr>
          <a:xfrm>
            <a:off x="1815083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-train-input-8-3"/>
          <p:cNvSpPr/>
          <p:nvPr/>
        </p:nvSpPr>
        <p:spPr>
          <a:xfrm>
            <a:off x="1933955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-train-input-8-4"/>
          <p:cNvSpPr/>
          <p:nvPr/>
        </p:nvSpPr>
        <p:spPr>
          <a:xfrm>
            <a:off x="2052827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-train-input-8-5"/>
          <p:cNvSpPr/>
          <p:nvPr/>
        </p:nvSpPr>
        <p:spPr>
          <a:xfrm>
            <a:off x="2171699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-train-input-8-6"/>
          <p:cNvSpPr/>
          <p:nvPr/>
        </p:nvSpPr>
        <p:spPr>
          <a:xfrm>
            <a:off x="2290572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-train-input-8-7"/>
          <p:cNvSpPr/>
          <p:nvPr/>
        </p:nvSpPr>
        <p:spPr>
          <a:xfrm>
            <a:off x="2409444" y="2688336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-train-input-8-8"/>
          <p:cNvSpPr/>
          <p:nvPr/>
        </p:nvSpPr>
        <p:spPr>
          <a:xfrm>
            <a:off x="2528315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-train-input-8-9"/>
          <p:cNvSpPr/>
          <p:nvPr/>
        </p:nvSpPr>
        <p:spPr>
          <a:xfrm>
            <a:off x="2647187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-train-input-8-10"/>
          <p:cNvSpPr/>
          <p:nvPr/>
        </p:nvSpPr>
        <p:spPr>
          <a:xfrm>
            <a:off x="2766059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-train-input-8-11"/>
          <p:cNvSpPr/>
          <p:nvPr/>
        </p:nvSpPr>
        <p:spPr>
          <a:xfrm>
            <a:off x="2884932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-train-input-8-12"/>
          <p:cNvSpPr/>
          <p:nvPr/>
        </p:nvSpPr>
        <p:spPr>
          <a:xfrm>
            <a:off x="3003803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-train-input-8-13"/>
          <p:cNvSpPr/>
          <p:nvPr/>
        </p:nvSpPr>
        <p:spPr>
          <a:xfrm>
            <a:off x="3122675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-train-input-8-14"/>
          <p:cNvSpPr/>
          <p:nvPr/>
        </p:nvSpPr>
        <p:spPr>
          <a:xfrm>
            <a:off x="3241548" y="268833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-train-input-9-0"/>
          <p:cNvSpPr/>
          <p:nvPr/>
        </p:nvSpPr>
        <p:spPr>
          <a:xfrm>
            <a:off x="1577339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-train-input-9-1"/>
          <p:cNvSpPr/>
          <p:nvPr/>
        </p:nvSpPr>
        <p:spPr>
          <a:xfrm>
            <a:off x="1696211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-train-input-9-2"/>
          <p:cNvSpPr/>
          <p:nvPr/>
        </p:nvSpPr>
        <p:spPr>
          <a:xfrm>
            <a:off x="1815083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-train-input-9-3"/>
          <p:cNvSpPr/>
          <p:nvPr/>
        </p:nvSpPr>
        <p:spPr>
          <a:xfrm>
            <a:off x="1933955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-train-input-9-4"/>
          <p:cNvSpPr/>
          <p:nvPr/>
        </p:nvSpPr>
        <p:spPr>
          <a:xfrm>
            <a:off x="2052827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-train-input-9-5"/>
          <p:cNvSpPr/>
          <p:nvPr/>
        </p:nvSpPr>
        <p:spPr>
          <a:xfrm>
            <a:off x="2171699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-train-input-9-6"/>
          <p:cNvSpPr/>
          <p:nvPr/>
        </p:nvSpPr>
        <p:spPr>
          <a:xfrm>
            <a:off x="2290572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-train-input-9-7"/>
          <p:cNvSpPr/>
          <p:nvPr/>
        </p:nvSpPr>
        <p:spPr>
          <a:xfrm>
            <a:off x="2409444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-train-input-9-8"/>
          <p:cNvSpPr/>
          <p:nvPr/>
        </p:nvSpPr>
        <p:spPr>
          <a:xfrm>
            <a:off x="2528315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-train-input-9-9"/>
          <p:cNvSpPr/>
          <p:nvPr/>
        </p:nvSpPr>
        <p:spPr>
          <a:xfrm>
            <a:off x="2647187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-train-input-9-10"/>
          <p:cNvSpPr/>
          <p:nvPr/>
        </p:nvSpPr>
        <p:spPr>
          <a:xfrm>
            <a:off x="2766059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-train-input-9-11"/>
          <p:cNvSpPr/>
          <p:nvPr/>
        </p:nvSpPr>
        <p:spPr>
          <a:xfrm>
            <a:off x="2884932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-train-input-9-12"/>
          <p:cNvSpPr/>
          <p:nvPr/>
        </p:nvSpPr>
        <p:spPr>
          <a:xfrm>
            <a:off x="3003803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-train-input-9-13"/>
          <p:cNvSpPr/>
          <p:nvPr/>
        </p:nvSpPr>
        <p:spPr>
          <a:xfrm>
            <a:off x="3122675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-train-input-9-14"/>
          <p:cNvSpPr/>
          <p:nvPr/>
        </p:nvSpPr>
        <p:spPr>
          <a:xfrm>
            <a:off x="3241548" y="280720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-train-input-10-0"/>
          <p:cNvSpPr/>
          <p:nvPr/>
        </p:nvSpPr>
        <p:spPr>
          <a:xfrm>
            <a:off x="1577339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-train-input-10-1"/>
          <p:cNvSpPr/>
          <p:nvPr/>
        </p:nvSpPr>
        <p:spPr>
          <a:xfrm>
            <a:off x="1696211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-train-input-10-2"/>
          <p:cNvSpPr/>
          <p:nvPr/>
        </p:nvSpPr>
        <p:spPr>
          <a:xfrm>
            <a:off x="1815083" y="2926080"/>
            <a:ext cx="118872" cy="11887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-train-input-10-3"/>
          <p:cNvSpPr/>
          <p:nvPr/>
        </p:nvSpPr>
        <p:spPr>
          <a:xfrm>
            <a:off x="1933955" y="2926080"/>
            <a:ext cx="118872" cy="11887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-train-input-10-4"/>
          <p:cNvSpPr/>
          <p:nvPr/>
        </p:nvSpPr>
        <p:spPr>
          <a:xfrm>
            <a:off x="2052827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-train-input-10-5"/>
          <p:cNvSpPr/>
          <p:nvPr/>
        </p:nvSpPr>
        <p:spPr>
          <a:xfrm>
            <a:off x="2171699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-train-input-10-6"/>
          <p:cNvSpPr/>
          <p:nvPr/>
        </p:nvSpPr>
        <p:spPr>
          <a:xfrm>
            <a:off x="2290572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-train-input-10-7"/>
          <p:cNvSpPr/>
          <p:nvPr/>
        </p:nvSpPr>
        <p:spPr>
          <a:xfrm>
            <a:off x="2409444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-train-input-10-8"/>
          <p:cNvSpPr/>
          <p:nvPr/>
        </p:nvSpPr>
        <p:spPr>
          <a:xfrm>
            <a:off x="2528315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-train-input-10-9"/>
          <p:cNvSpPr/>
          <p:nvPr/>
        </p:nvSpPr>
        <p:spPr>
          <a:xfrm>
            <a:off x="2647187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-train-input-10-10"/>
          <p:cNvSpPr/>
          <p:nvPr/>
        </p:nvSpPr>
        <p:spPr>
          <a:xfrm>
            <a:off x="2766059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-train-input-10-11"/>
          <p:cNvSpPr/>
          <p:nvPr/>
        </p:nvSpPr>
        <p:spPr>
          <a:xfrm>
            <a:off x="2884932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-train-input-10-12"/>
          <p:cNvSpPr/>
          <p:nvPr/>
        </p:nvSpPr>
        <p:spPr>
          <a:xfrm>
            <a:off x="3003803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-train-input-10-13"/>
          <p:cNvSpPr/>
          <p:nvPr/>
        </p:nvSpPr>
        <p:spPr>
          <a:xfrm>
            <a:off x="3122675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-train-input-10-14"/>
          <p:cNvSpPr/>
          <p:nvPr/>
        </p:nvSpPr>
        <p:spPr>
          <a:xfrm>
            <a:off x="3241548" y="292608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-train-input-11-0"/>
          <p:cNvSpPr/>
          <p:nvPr/>
        </p:nvSpPr>
        <p:spPr>
          <a:xfrm>
            <a:off x="1577339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-train-input-11-1"/>
          <p:cNvSpPr/>
          <p:nvPr/>
        </p:nvSpPr>
        <p:spPr>
          <a:xfrm>
            <a:off x="1696211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-train-input-11-2"/>
          <p:cNvSpPr/>
          <p:nvPr/>
        </p:nvSpPr>
        <p:spPr>
          <a:xfrm>
            <a:off x="1815083" y="3044952"/>
            <a:ext cx="118872" cy="11887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-train-input-11-3"/>
          <p:cNvSpPr/>
          <p:nvPr/>
        </p:nvSpPr>
        <p:spPr>
          <a:xfrm>
            <a:off x="1933955" y="3044952"/>
            <a:ext cx="118872" cy="11887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-train-input-11-4"/>
          <p:cNvSpPr/>
          <p:nvPr/>
        </p:nvSpPr>
        <p:spPr>
          <a:xfrm>
            <a:off x="2052827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-train-input-11-5"/>
          <p:cNvSpPr/>
          <p:nvPr/>
        </p:nvSpPr>
        <p:spPr>
          <a:xfrm>
            <a:off x="2171699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-train-input-11-6"/>
          <p:cNvSpPr/>
          <p:nvPr/>
        </p:nvSpPr>
        <p:spPr>
          <a:xfrm>
            <a:off x="2290572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-train-input-11-7"/>
          <p:cNvSpPr/>
          <p:nvPr/>
        </p:nvSpPr>
        <p:spPr>
          <a:xfrm>
            <a:off x="2409444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-train-input-11-8"/>
          <p:cNvSpPr/>
          <p:nvPr/>
        </p:nvSpPr>
        <p:spPr>
          <a:xfrm>
            <a:off x="2528315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-train-input-11-9"/>
          <p:cNvSpPr/>
          <p:nvPr/>
        </p:nvSpPr>
        <p:spPr>
          <a:xfrm>
            <a:off x="2647187" y="3044952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-train-input-11-10"/>
          <p:cNvSpPr/>
          <p:nvPr/>
        </p:nvSpPr>
        <p:spPr>
          <a:xfrm>
            <a:off x="2766059" y="3044952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-train-input-11-11"/>
          <p:cNvSpPr/>
          <p:nvPr/>
        </p:nvSpPr>
        <p:spPr>
          <a:xfrm>
            <a:off x="2884932" y="3044952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-train-input-11-12"/>
          <p:cNvSpPr/>
          <p:nvPr/>
        </p:nvSpPr>
        <p:spPr>
          <a:xfrm>
            <a:off x="3003803" y="3044952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-train-input-11-13"/>
          <p:cNvSpPr/>
          <p:nvPr/>
        </p:nvSpPr>
        <p:spPr>
          <a:xfrm>
            <a:off x="3122675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-train-input-11-14"/>
          <p:cNvSpPr/>
          <p:nvPr/>
        </p:nvSpPr>
        <p:spPr>
          <a:xfrm>
            <a:off x="3241548" y="304495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-train-input-12-0"/>
          <p:cNvSpPr/>
          <p:nvPr/>
        </p:nvSpPr>
        <p:spPr>
          <a:xfrm>
            <a:off x="1577339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-train-input-12-1"/>
          <p:cNvSpPr/>
          <p:nvPr/>
        </p:nvSpPr>
        <p:spPr>
          <a:xfrm>
            <a:off x="1696211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-train-input-12-2"/>
          <p:cNvSpPr/>
          <p:nvPr/>
        </p:nvSpPr>
        <p:spPr>
          <a:xfrm>
            <a:off x="1815083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-train-input-12-3"/>
          <p:cNvSpPr/>
          <p:nvPr/>
        </p:nvSpPr>
        <p:spPr>
          <a:xfrm>
            <a:off x="1933955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-train-input-12-4"/>
          <p:cNvSpPr/>
          <p:nvPr/>
        </p:nvSpPr>
        <p:spPr>
          <a:xfrm>
            <a:off x="2052827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-train-input-12-5"/>
          <p:cNvSpPr/>
          <p:nvPr/>
        </p:nvSpPr>
        <p:spPr>
          <a:xfrm>
            <a:off x="2171699" y="3163824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-train-input-12-6"/>
          <p:cNvSpPr/>
          <p:nvPr/>
        </p:nvSpPr>
        <p:spPr>
          <a:xfrm>
            <a:off x="2290572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-train-input-12-7"/>
          <p:cNvSpPr/>
          <p:nvPr/>
        </p:nvSpPr>
        <p:spPr>
          <a:xfrm>
            <a:off x="2409444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-train-input-12-8"/>
          <p:cNvSpPr/>
          <p:nvPr/>
        </p:nvSpPr>
        <p:spPr>
          <a:xfrm>
            <a:off x="2528315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-train-input-12-9"/>
          <p:cNvSpPr/>
          <p:nvPr/>
        </p:nvSpPr>
        <p:spPr>
          <a:xfrm>
            <a:off x="2647187" y="3163824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-train-input-12-10"/>
          <p:cNvSpPr/>
          <p:nvPr/>
        </p:nvSpPr>
        <p:spPr>
          <a:xfrm>
            <a:off x="2766059" y="3163824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-train-input-12-11"/>
          <p:cNvSpPr/>
          <p:nvPr/>
        </p:nvSpPr>
        <p:spPr>
          <a:xfrm>
            <a:off x="2884932" y="3163824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-train-input-12-12"/>
          <p:cNvSpPr/>
          <p:nvPr/>
        </p:nvSpPr>
        <p:spPr>
          <a:xfrm>
            <a:off x="3003803" y="3163824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-train-input-12-13"/>
          <p:cNvSpPr/>
          <p:nvPr/>
        </p:nvSpPr>
        <p:spPr>
          <a:xfrm>
            <a:off x="3122675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-train-input-12-14"/>
          <p:cNvSpPr/>
          <p:nvPr/>
        </p:nvSpPr>
        <p:spPr>
          <a:xfrm>
            <a:off x="3241548" y="3163824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-train-input-13-0"/>
          <p:cNvSpPr/>
          <p:nvPr/>
        </p:nvSpPr>
        <p:spPr>
          <a:xfrm>
            <a:off x="1577339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-train-input-13-1"/>
          <p:cNvSpPr/>
          <p:nvPr/>
        </p:nvSpPr>
        <p:spPr>
          <a:xfrm>
            <a:off x="1696211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-train-input-13-2"/>
          <p:cNvSpPr/>
          <p:nvPr/>
        </p:nvSpPr>
        <p:spPr>
          <a:xfrm>
            <a:off x="1815083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-train-input-13-3"/>
          <p:cNvSpPr/>
          <p:nvPr/>
        </p:nvSpPr>
        <p:spPr>
          <a:xfrm>
            <a:off x="1933955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-train-input-13-4"/>
          <p:cNvSpPr/>
          <p:nvPr/>
        </p:nvSpPr>
        <p:spPr>
          <a:xfrm>
            <a:off x="2052827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-train-input-13-5"/>
          <p:cNvSpPr/>
          <p:nvPr/>
        </p:nvSpPr>
        <p:spPr>
          <a:xfrm>
            <a:off x="2171699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-train-input-13-6"/>
          <p:cNvSpPr/>
          <p:nvPr/>
        </p:nvSpPr>
        <p:spPr>
          <a:xfrm>
            <a:off x="2290572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-train-input-13-7"/>
          <p:cNvSpPr/>
          <p:nvPr/>
        </p:nvSpPr>
        <p:spPr>
          <a:xfrm>
            <a:off x="2409444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-train-input-13-8"/>
          <p:cNvSpPr/>
          <p:nvPr/>
        </p:nvSpPr>
        <p:spPr>
          <a:xfrm>
            <a:off x="2528315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-train-input-13-9"/>
          <p:cNvSpPr/>
          <p:nvPr/>
        </p:nvSpPr>
        <p:spPr>
          <a:xfrm>
            <a:off x="2647187" y="3282696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-train-input-13-10"/>
          <p:cNvSpPr/>
          <p:nvPr/>
        </p:nvSpPr>
        <p:spPr>
          <a:xfrm>
            <a:off x="2766059" y="3282696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-train-input-13-11"/>
          <p:cNvSpPr/>
          <p:nvPr/>
        </p:nvSpPr>
        <p:spPr>
          <a:xfrm>
            <a:off x="2884932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-train-input-13-12"/>
          <p:cNvSpPr/>
          <p:nvPr/>
        </p:nvSpPr>
        <p:spPr>
          <a:xfrm>
            <a:off x="3003803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-train-input-13-13"/>
          <p:cNvSpPr/>
          <p:nvPr/>
        </p:nvSpPr>
        <p:spPr>
          <a:xfrm>
            <a:off x="3122675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-train-input-13-14"/>
          <p:cNvSpPr/>
          <p:nvPr/>
        </p:nvSpPr>
        <p:spPr>
          <a:xfrm>
            <a:off x="3241548" y="328269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-train-input-14-0"/>
          <p:cNvSpPr/>
          <p:nvPr/>
        </p:nvSpPr>
        <p:spPr>
          <a:xfrm>
            <a:off x="1577339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-train-input-14-1"/>
          <p:cNvSpPr/>
          <p:nvPr/>
        </p:nvSpPr>
        <p:spPr>
          <a:xfrm>
            <a:off x="1696211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-train-input-14-2"/>
          <p:cNvSpPr/>
          <p:nvPr/>
        </p:nvSpPr>
        <p:spPr>
          <a:xfrm>
            <a:off x="1815083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-train-input-14-3"/>
          <p:cNvSpPr/>
          <p:nvPr/>
        </p:nvSpPr>
        <p:spPr>
          <a:xfrm>
            <a:off x="1933955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-train-input-14-4"/>
          <p:cNvSpPr/>
          <p:nvPr/>
        </p:nvSpPr>
        <p:spPr>
          <a:xfrm>
            <a:off x="2052827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-train-input-14-5"/>
          <p:cNvSpPr/>
          <p:nvPr/>
        </p:nvSpPr>
        <p:spPr>
          <a:xfrm>
            <a:off x="2171699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1-train-input-14-6"/>
          <p:cNvSpPr/>
          <p:nvPr/>
        </p:nvSpPr>
        <p:spPr>
          <a:xfrm>
            <a:off x="2290572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1-train-input-14-7"/>
          <p:cNvSpPr/>
          <p:nvPr/>
        </p:nvSpPr>
        <p:spPr>
          <a:xfrm>
            <a:off x="2409444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1-train-input-14-8"/>
          <p:cNvSpPr/>
          <p:nvPr/>
        </p:nvSpPr>
        <p:spPr>
          <a:xfrm>
            <a:off x="2528315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1-train-input-14-9"/>
          <p:cNvSpPr/>
          <p:nvPr/>
        </p:nvSpPr>
        <p:spPr>
          <a:xfrm>
            <a:off x="2647187" y="3401568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1-train-input-14-10"/>
          <p:cNvSpPr/>
          <p:nvPr/>
        </p:nvSpPr>
        <p:spPr>
          <a:xfrm>
            <a:off x="2766059" y="3401568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1-train-input-14-11"/>
          <p:cNvSpPr/>
          <p:nvPr/>
        </p:nvSpPr>
        <p:spPr>
          <a:xfrm>
            <a:off x="2884932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1-train-input-14-12"/>
          <p:cNvSpPr/>
          <p:nvPr/>
        </p:nvSpPr>
        <p:spPr>
          <a:xfrm>
            <a:off x="3003803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1-train-input-14-13"/>
          <p:cNvSpPr/>
          <p:nvPr/>
        </p:nvSpPr>
        <p:spPr>
          <a:xfrm>
            <a:off x="3122675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1-train-input-14-14"/>
          <p:cNvSpPr/>
          <p:nvPr/>
        </p:nvSpPr>
        <p:spPr>
          <a:xfrm>
            <a:off x="3241548" y="340156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1-train-input-15-0"/>
          <p:cNvSpPr/>
          <p:nvPr/>
        </p:nvSpPr>
        <p:spPr>
          <a:xfrm>
            <a:off x="1577339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1-train-input-15-1"/>
          <p:cNvSpPr/>
          <p:nvPr/>
        </p:nvSpPr>
        <p:spPr>
          <a:xfrm>
            <a:off x="1696211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1-train-input-15-2"/>
          <p:cNvSpPr/>
          <p:nvPr/>
        </p:nvSpPr>
        <p:spPr>
          <a:xfrm>
            <a:off x="1815083" y="3520440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1-train-input-15-3"/>
          <p:cNvSpPr/>
          <p:nvPr/>
        </p:nvSpPr>
        <p:spPr>
          <a:xfrm>
            <a:off x="1933955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1-train-input-15-4"/>
          <p:cNvSpPr/>
          <p:nvPr/>
        </p:nvSpPr>
        <p:spPr>
          <a:xfrm>
            <a:off x="2052827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1-train-input-15-5"/>
          <p:cNvSpPr/>
          <p:nvPr/>
        </p:nvSpPr>
        <p:spPr>
          <a:xfrm>
            <a:off x="2171699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1-train-input-15-6"/>
          <p:cNvSpPr/>
          <p:nvPr/>
        </p:nvSpPr>
        <p:spPr>
          <a:xfrm>
            <a:off x="2290572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1-train-input-15-7"/>
          <p:cNvSpPr/>
          <p:nvPr/>
        </p:nvSpPr>
        <p:spPr>
          <a:xfrm>
            <a:off x="2409444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1-train-input-15-8"/>
          <p:cNvSpPr/>
          <p:nvPr/>
        </p:nvSpPr>
        <p:spPr>
          <a:xfrm>
            <a:off x="2528315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1-train-input-15-9"/>
          <p:cNvSpPr/>
          <p:nvPr/>
        </p:nvSpPr>
        <p:spPr>
          <a:xfrm>
            <a:off x="2647187" y="3520440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1-train-input-15-10"/>
          <p:cNvSpPr/>
          <p:nvPr/>
        </p:nvSpPr>
        <p:spPr>
          <a:xfrm>
            <a:off x="2766059" y="3520440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1-train-input-15-11"/>
          <p:cNvSpPr/>
          <p:nvPr/>
        </p:nvSpPr>
        <p:spPr>
          <a:xfrm>
            <a:off x="2884932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1-train-input-15-12"/>
          <p:cNvSpPr/>
          <p:nvPr/>
        </p:nvSpPr>
        <p:spPr>
          <a:xfrm>
            <a:off x="3003803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1-train-input-15-13"/>
          <p:cNvSpPr/>
          <p:nvPr/>
        </p:nvSpPr>
        <p:spPr>
          <a:xfrm>
            <a:off x="3122675" y="3520440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1-train-input-15-14"/>
          <p:cNvSpPr/>
          <p:nvPr/>
        </p:nvSpPr>
        <p:spPr>
          <a:xfrm>
            <a:off x="3241548" y="3520440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1-train-input-16-0"/>
          <p:cNvSpPr/>
          <p:nvPr/>
        </p:nvSpPr>
        <p:spPr>
          <a:xfrm>
            <a:off x="1577339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1-train-input-16-1"/>
          <p:cNvSpPr/>
          <p:nvPr/>
        </p:nvSpPr>
        <p:spPr>
          <a:xfrm>
            <a:off x="1696211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1-train-input-16-2"/>
          <p:cNvSpPr/>
          <p:nvPr/>
        </p:nvSpPr>
        <p:spPr>
          <a:xfrm>
            <a:off x="1815083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1-train-input-16-3"/>
          <p:cNvSpPr/>
          <p:nvPr/>
        </p:nvSpPr>
        <p:spPr>
          <a:xfrm>
            <a:off x="1933955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1-train-input-16-4"/>
          <p:cNvSpPr/>
          <p:nvPr/>
        </p:nvSpPr>
        <p:spPr>
          <a:xfrm>
            <a:off x="2052827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1-train-input-16-5"/>
          <p:cNvSpPr/>
          <p:nvPr/>
        </p:nvSpPr>
        <p:spPr>
          <a:xfrm>
            <a:off x="2171699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1-train-input-16-6"/>
          <p:cNvSpPr/>
          <p:nvPr/>
        </p:nvSpPr>
        <p:spPr>
          <a:xfrm>
            <a:off x="2290572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1-train-input-16-7"/>
          <p:cNvSpPr/>
          <p:nvPr/>
        </p:nvSpPr>
        <p:spPr>
          <a:xfrm>
            <a:off x="2409444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1-train-input-16-8"/>
          <p:cNvSpPr/>
          <p:nvPr/>
        </p:nvSpPr>
        <p:spPr>
          <a:xfrm>
            <a:off x="2528315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1-train-input-16-9"/>
          <p:cNvSpPr/>
          <p:nvPr/>
        </p:nvSpPr>
        <p:spPr>
          <a:xfrm>
            <a:off x="2647187" y="3639312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1-train-input-16-10"/>
          <p:cNvSpPr/>
          <p:nvPr/>
        </p:nvSpPr>
        <p:spPr>
          <a:xfrm>
            <a:off x="2766059" y="3639312"/>
            <a:ext cx="118872" cy="11887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1-train-input-16-11"/>
          <p:cNvSpPr/>
          <p:nvPr/>
        </p:nvSpPr>
        <p:spPr>
          <a:xfrm>
            <a:off x="2884932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1-train-input-16-12"/>
          <p:cNvSpPr/>
          <p:nvPr/>
        </p:nvSpPr>
        <p:spPr>
          <a:xfrm>
            <a:off x="3003803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1-train-input-16-13"/>
          <p:cNvSpPr/>
          <p:nvPr/>
        </p:nvSpPr>
        <p:spPr>
          <a:xfrm>
            <a:off x="3122675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1-train-input-16-14"/>
          <p:cNvSpPr/>
          <p:nvPr/>
        </p:nvSpPr>
        <p:spPr>
          <a:xfrm>
            <a:off x="3241548" y="3639312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1-train-input-17-0"/>
          <p:cNvSpPr/>
          <p:nvPr/>
        </p:nvSpPr>
        <p:spPr>
          <a:xfrm>
            <a:off x="1577339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1-train-input-17-1"/>
          <p:cNvSpPr/>
          <p:nvPr/>
        </p:nvSpPr>
        <p:spPr>
          <a:xfrm>
            <a:off x="1696211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1-train-input-17-2"/>
          <p:cNvSpPr/>
          <p:nvPr/>
        </p:nvSpPr>
        <p:spPr>
          <a:xfrm>
            <a:off x="1815083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1-train-input-17-3"/>
          <p:cNvSpPr/>
          <p:nvPr/>
        </p:nvSpPr>
        <p:spPr>
          <a:xfrm>
            <a:off x="1933955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1-train-input-17-4"/>
          <p:cNvSpPr/>
          <p:nvPr/>
        </p:nvSpPr>
        <p:spPr>
          <a:xfrm>
            <a:off x="2052827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1-train-input-17-5"/>
          <p:cNvSpPr/>
          <p:nvPr/>
        </p:nvSpPr>
        <p:spPr>
          <a:xfrm>
            <a:off x="2171699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1-train-input-17-6"/>
          <p:cNvSpPr/>
          <p:nvPr/>
        </p:nvSpPr>
        <p:spPr>
          <a:xfrm>
            <a:off x="2290572" y="3758183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1-train-input-17-7"/>
          <p:cNvSpPr/>
          <p:nvPr/>
        </p:nvSpPr>
        <p:spPr>
          <a:xfrm>
            <a:off x="2409444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1-train-input-17-8"/>
          <p:cNvSpPr/>
          <p:nvPr/>
        </p:nvSpPr>
        <p:spPr>
          <a:xfrm>
            <a:off x="2528315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1-train-input-17-9"/>
          <p:cNvSpPr/>
          <p:nvPr/>
        </p:nvSpPr>
        <p:spPr>
          <a:xfrm>
            <a:off x="2647187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1-train-input-17-10"/>
          <p:cNvSpPr/>
          <p:nvPr/>
        </p:nvSpPr>
        <p:spPr>
          <a:xfrm>
            <a:off x="2766059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1-train-input-17-11"/>
          <p:cNvSpPr/>
          <p:nvPr/>
        </p:nvSpPr>
        <p:spPr>
          <a:xfrm>
            <a:off x="2884932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1-train-input-17-12"/>
          <p:cNvSpPr/>
          <p:nvPr/>
        </p:nvSpPr>
        <p:spPr>
          <a:xfrm>
            <a:off x="3003803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1-train-input-17-13"/>
          <p:cNvSpPr/>
          <p:nvPr/>
        </p:nvSpPr>
        <p:spPr>
          <a:xfrm>
            <a:off x="3122675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1-train-input-17-14"/>
          <p:cNvSpPr/>
          <p:nvPr/>
        </p:nvSpPr>
        <p:spPr>
          <a:xfrm>
            <a:off x="3241548" y="3758183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1-train-input-18-0"/>
          <p:cNvSpPr/>
          <p:nvPr/>
        </p:nvSpPr>
        <p:spPr>
          <a:xfrm>
            <a:off x="1577339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1-train-input-18-1"/>
          <p:cNvSpPr/>
          <p:nvPr/>
        </p:nvSpPr>
        <p:spPr>
          <a:xfrm>
            <a:off x="1696211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1-train-input-18-2"/>
          <p:cNvSpPr/>
          <p:nvPr/>
        </p:nvSpPr>
        <p:spPr>
          <a:xfrm>
            <a:off x="1815083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1-train-input-18-3"/>
          <p:cNvSpPr/>
          <p:nvPr/>
        </p:nvSpPr>
        <p:spPr>
          <a:xfrm>
            <a:off x="1933955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1-train-input-18-4"/>
          <p:cNvSpPr/>
          <p:nvPr/>
        </p:nvSpPr>
        <p:spPr>
          <a:xfrm>
            <a:off x="2052827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1-train-input-18-5"/>
          <p:cNvSpPr/>
          <p:nvPr/>
        </p:nvSpPr>
        <p:spPr>
          <a:xfrm>
            <a:off x="2171699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1-train-input-18-6"/>
          <p:cNvSpPr/>
          <p:nvPr/>
        </p:nvSpPr>
        <p:spPr>
          <a:xfrm>
            <a:off x="2290572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1-train-input-18-7"/>
          <p:cNvSpPr/>
          <p:nvPr/>
        </p:nvSpPr>
        <p:spPr>
          <a:xfrm>
            <a:off x="2409444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1-train-input-18-8"/>
          <p:cNvSpPr/>
          <p:nvPr/>
        </p:nvSpPr>
        <p:spPr>
          <a:xfrm>
            <a:off x="2528315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1-train-input-18-9"/>
          <p:cNvSpPr/>
          <p:nvPr/>
        </p:nvSpPr>
        <p:spPr>
          <a:xfrm>
            <a:off x="2647187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1-train-input-18-10"/>
          <p:cNvSpPr/>
          <p:nvPr/>
        </p:nvSpPr>
        <p:spPr>
          <a:xfrm>
            <a:off x="2766059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1-train-input-18-11"/>
          <p:cNvSpPr/>
          <p:nvPr/>
        </p:nvSpPr>
        <p:spPr>
          <a:xfrm>
            <a:off x="2884932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1-train-input-18-12"/>
          <p:cNvSpPr/>
          <p:nvPr/>
        </p:nvSpPr>
        <p:spPr>
          <a:xfrm>
            <a:off x="3003803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1-train-input-18-13"/>
          <p:cNvSpPr/>
          <p:nvPr/>
        </p:nvSpPr>
        <p:spPr>
          <a:xfrm>
            <a:off x="3122675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1-train-input-18-14"/>
          <p:cNvSpPr/>
          <p:nvPr/>
        </p:nvSpPr>
        <p:spPr>
          <a:xfrm>
            <a:off x="3241548" y="3877056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1-train-input-19-0"/>
          <p:cNvSpPr/>
          <p:nvPr/>
        </p:nvSpPr>
        <p:spPr>
          <a:xfrm>
            <a:off x="1577339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1-train-input-19-1"/>
          <p:cNvSpPr/>
          <p:nvPr/>
        </p:nvSpPr>
        <p:spPr>
          <a:xfrm>
            <a:off x="1696211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1-train-input-19-2"/>
          <p:cNvSpPr/>
          <p:nvPr/>
        </p:nvSpPr>
        <p:spPr>
          <a:xfrm>
            <a:off x="1815083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1-train-input-19-3"/>
          <p:cNvSpPr/>
          <p:nvPr/>
        </p:nvSpPr>
        <p:spPr>
          <a:xfrm>
            <a:off x="1933955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1-train-input-19-4"/>
          <p:cNvSpPr/>
          <p:nvPr/>
        </p:nvSpPr>
        <p:spPr>
          <a:xfrm>
            <a:off x="2052827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1-train-input-19-5"/>
          <p:cNvSpPr/>
          <p:nvPr/>
        </p:nvSpPr>
        <p:spPr>
          <a:xfrm>
            <a:off x="2171699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1-train-input-19-6"/>
          <p:cNvSpPr/>
          <p:nvPr/>
        </p:nvSpPr>
        <p:spPr>
          <a:xfrm>
            <a:off x="2290572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1-train-input-19-7"/>
          <p:cNvSpPr/>
          <p:nvPr/>
        </p:nvSpPr>
        <p:spPr>
          <a:xfrm>
            <a:off x="2409444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1-train-input-19-8"/>
          <p:cNvSpPr/>
          <p:nvPr/>
        </p:nvSpPr>
        <p:spPr>
          <a:xfrm>
            <a:off x="2528315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1-train-input-19-9"/>
          <p:cNvSpPr/>
          <p:nvPr/>
        </p:nvSpPr>
        <p:spPr>
          <a:xfrm>
            <a:off x="2647187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1-train-input-19-10"/>
          <p:cNvSpPr/>
          <p:nvPr/>
        </p:nvSpPr>
        <p:spPr>
          <a:xfrm>
            <a:off x="2766059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1-train-input-19-11"/>
          <p:cNvSpPr/>
          <p:nvPr/>
        </p:nvSpPr>
        <p:spPr>
          <a:xfrm>
            <a:off x="2884932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1-train-input-19-12"/>
          <p:cNvSpPr/>
          <p:nvPr/>
        </p:nvSpPr>
        <p:spPr>
          <a:xfrm>
            <a:off x="3003803" y="3995928"/>
            <a:ext cx="118872" cy="11887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1-train-input-19-13"/>
          <p:cNvSpPr/>
          <p:nvPr/>
        </p:nvSpPr>
        <p:spPr>
          <a:xfrm>
            <a:off x="3122675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1-train-input-19-14"/>
          <p:cNvSpPr/>
          <p:nvPr/>
        </p:nvSpPr>
        <p:spPr>
          <a:xfrm>
            <a:off x="3241548" y="3995928"/>
            <a:ext cx="118872" cy="11887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1-train-output-0-0"/>
          <p:cNvSpPr/>
          <p:nvPr/>
        </p:nvSpPr>
        <p:spPr>
          <a:xfrm>
            <a:off x="539496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1-train-output-0-1"/>
          <p:cNvSpPr/>
          <p:nvPr/>
        </p:nvSpPr>
        <p:spPr>
          <a:xfrm>
            <a:off x="559308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1-train-output-0-2"/>
          <p:cNvSpPr/>
          <p:nvPr/>
        </p:nvSpPr>
        <p:spPr>
          <a:xfrm>
            <a:off x="579120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1-train-output-0-3"/>
          <p:cNvSpPr/>
          <p:nvPr/>
        </p:nvSpPr>
        <p:spPr>
          <a:xfrm>
            <a:off x="598932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1-train-output-0-4"/>
          <p:cNvSpPr/>
          <p:nvPr/>
        </p:nvSpPr>
        <p:spPr>
          <a:xfrm>
            <a:off x="618744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1-train-output-0-5"/>
          <p:cNvSpPr/>
          <p:nvPr/>
        </p:nvSpPr>
        <p:spPr>
          <a:xfrm>
            <a:off x="638556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1-train-output-0-6"/>
          <p:cNvSpPr/>
          <p:nvPr/>
        </p:nvSpPr>
        <p:spPr>
          <a:xfrm>
            <a:off x="658368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1-train-output-0-7"/>
          <p:cNvSpPr/>
          <p:nvPr/>
        </p:nvSpPr>
        <p:spPr>
          <a:xfrm>
            <a:off x="678180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1-train-output-0-8"/>
          <p:cNvSpPr/>
          <p:nvPr/>
        </p:nvSpPr>
        <p:spPr>
          <a:xfrm>
            <a:off x="697992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1-train-output-0-9"/>
          <p:cNvSpPr/>
          <p:nvPr/>
        </p:nvSpPr>
        <p:spPr>
          <a:xfrm>
            <a:off x="717804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1-train-output-0-10"/>
          <p:cNvSpPr/>
          <p:nvPr/>
        </p:nvSpPr>
        <p:spPr>
          <a:xfrm>
            <a:off x="737616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1-train-output-0-11"/>
          <p:cNvSpPr/>
          <p:nvPr/>
        </p:nvSpPr>
        <p:spPr>
          <a:xfrm>
            <a:off x="7574280" y="17373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1-train-output-1-0"/>
          <p:cNvSpPr/>
          <p:nvPr/>
        </p:nvSpPr>
        <p:spPr>
          <a:xfrm>
            <a:off x="539496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1-train-output-1-1"/>
          <p:cNvSpPr/>
          <p:nvPr/>
        </p:nvSpPr>
        <p:spPr>
          <a:xfrm>
            <a:off x="559308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1-train-output-1-2"/>
          <p:cNvSpPr/>
          <p:nvPr/>
        </p:nvSpPr>
        <p:spPr>
          <a:xfrm>
            <a:off x="579120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1-train-output-1-3"/>
          <p:cNvSpPr/>
          <p:nvPr/>
        </p:nvSpPr>
        <p:spPr>
          <a:xfrm>
            <a:off x="598932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1-train-output-1-4"/>
          <p:cNvSpPr/>
          <p:nvPr/>
        </p:nvSpPr>
        <p:spPr>
          <a:xfrm>
            <a:off x="618744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1-train-output-1-5"/>
          <p:cNvSpPr/>
          <p:nvPr/>
        </p:nvSpPr>
        <p:spPr>
          <a:xfrm>
            <a:off x="638556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1-train-output-1-6"/>
          <p:cNvSpPr/>
          <p:nvPr/>
        </p:nvSpPr>
        <p:spPr>
          <a:xfrm>
            <a:off x="658368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1-train-output-1-7"/>
          <p:cNvSpPr/>
          <p:nvPr/>
        </p:nvSpPr>
        <p:spPr>
          <a:xfrm>
            <a:off x="678180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1-train-output-1-8"/>
          <p:cNvSpPr/>
          <p:nvPr/>
        </p:nvSpPr>
        <p:spPr>
          <a:xfrm>
            <a:off x="697992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1-train-output-1-9"/>
          <p:cNvSpPr/>
          <p:nvPr/>
        </p:nvSpPr>
        <p:spPr>
          <a:xfrm>
            <a:off x="717804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1-train-output-1-10"/>
          <p:cNvSpPr/>
          <p:nvPr/>
        </p:nvSpPr>
        <p:spPr>
          <a:xfrm>
            <a:off x="737616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1-train-output-1-11"/>
          <p:cNvSpPr/>
          <p:nvPr/>
        </p:nvSpPr>
        <p:spPr>
          <a:xfrm>
            <a:off x="7574280" y="19354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1-train-output-2-0"/>
          <p:cNvSpPr/>
          <p:nvPr/>
        </p:nvSpPr>
        <p:spPr>
          <a:xfrm>
            <a:off x="539496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1-train-output-2-1"/>
          <p:cNvSpPr/>
          <p:nvPr/>
        </p:nvSpPr>
        <p:spPr>
          <a:xfrm>
            <a:off x="559308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1-train-output-2-2"/>
          <p:cNvSpPr/>
          <p:nvPr/>
        </p:nvSpPr>
        <p:spPr>
          <a:xfrm>
            <a:off x="5791200" y="2133599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1-train-output-2-3"/>
          <p:cNvSpPr/>
          <p:nvPr/>
        </p:nvSpPr>
        <p:spPr>
          <a:xfrm>
            <a:off x="5989320" y="2133599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1-train-output-2-4"/>
          <p:cNvSpPr/>
          <p:nvPr/>
        </p:nvSpPr>
        <p:spPr>
          <a:xfrm>
            <a:off x="6187440" y="2133599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1-train-output-2-5"/>
          <p:cNvSpPr/>
          <p:nvPr/>
        </p:nvSpPr>
        <p:spPr>
          <a:xfrm>
            <a:off x="6385560" y="2133599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1-train-output-2-6"/>
          <p:cNvSpPr/>
          <p:nvPr/>
        </p:nvSpPr>
        <p:spPr>
          <a:xfrm>
            <a:off x="658368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1-train-output-2-7"/>
          <p:cNvSpPr/>
          <p:nvPr/>
        </p:nvSpPr>
        <p:spPr>
          <a:xfrm>
            <a:off x="678180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1-train-output-2-8"/>
          <p:cNvSpPr/>
          <p:nvPr/>
        </p:nvSpPr>
        <p:spPr>
          <a:xfrm>
            <a:off x="6979920" y="2133599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1-train-output-2-9"/>
          <p:cNvSpPr/>
          <p:nvPr/>
        </p:nvSpPr>
        <p:spPr>
          <a:xfrm>
            <a:off x="7178040" y="2133599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1-train-output-2-10"/>
          <p:cNvSpPr/>
          <p:nvPr/>
        </p:nvSpPr>
        <p:spPr>
          <a:xfrm>
            <a:off x="737616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1-train-output-2-11"/>
          <p:cNvSpPr/>
          <p:nvPr/>
        </p:nvSpPr>
        <p:spPr>
          <a:xfrm>
            <a:off x="757428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1-train-output-3-0"/>
          <p:cNvSpPr/>
          <p:nvPr/>
        </p:nvSpPr>
        <p:spPr>
          <a:xfrm>
            <a:off x="539496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1-train-output-3-1"/>
          <p:cNvSpPr/>
          <p:nvPr/>
        </p:nvSpPr>
        <p:spPr>
          <a:xfrm>
            <a:off x="559308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1-train-output-3-2"/>
          <p:cNvSpPr/>
          <p:nvPr/>
        </p:nvSpPr>
        <p:spPr>
          <a:xfrm>
            <a:off x="5791200" y="233172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1-train-output-3-3"/>
          <p:cNvSpPr/>
          <p:nvPr/>
        </p:nvSpPr>
        <p:spPr>
          <a:xfrm>
            <a:off x="5989320" y="233172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1-train-output-3-4"/>
          <p:cNvSpPr/>
          <p:nvPr/>
        </p:nvSpPr>
        <p:spPr>
          <a:xfrm>
            <a:off x="6187440" y="233172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1-train-output-3-5"/>
          <p:cNvSpPr/>
          <p:nvPr/>
        </p:nvSpPr>
        <p:spPr>
          <a:xfrm>
            <a:off x="6385560" y="233172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1-train-output-3-6"/>
          <p:cNvSpPr/>
          <p:nvPr/>
        </p:nvSpPr>
        <p:spPr>
          <a:xfrm>
            <a:off x="658368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1-train-output-3-7"/>
          <p:cNvSpPr/>
          <p:nvPr/>
        </p:nvSpPr>
        <p:spPr>
          <a:xfrm>
            <a:off x="678180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1-train-output-3-8"/>
          <p:cNvSpPr/>
          <p:nvPr/>
        </p:nvSpPr>
        <p:spPr>
          <a:xfrm>
            <a:off x="6979920" y="233172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1-train-output-3-9"/>
          <p:cNvSpPr/>
          <p:nvPr/>
        </p:nvSpPr>
        <p:spPr>
          <a:xfrm>
            <a:off x="7178040" y="233172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1-train-output-3-10"/>
          <p:cNvSpPr/>
          <p:nvPr/>
        </p:nvSpPr>
        <p:spPr>
          <a:xfrm>
            <a:off x="737616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1-train-output-3-11"/>
          <p:cNvSpPr/>
          <p:nvPr/>
        </p:nvSpPr>
        <p:spPr>
          <a:xfrm>
            <a:off x="757428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1-train-output-4-0"/>
          <p:cNvSpPr/>
          <p:nvPr/>
        </p:nvSpPr>
        <p:spPr>
          <a:xfrm>
            <a:off x="539496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1-train-output-4-1"/>
          <p:cNvSpPr/>
          <p:nvPr/>
        </p:nvSpPr>
        <p:spPr>
          <a:xfrm>
            <a:off x="559308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1-train-output-4-2"/>
          <p:cNvSpPr/>
          <p:nvPr/>
        </p:nvSpPr>
        <p:spPr>
          <a:xfrm>
            <a:off x="5791200" y="252984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1-train-output-4-3"/>
          <p:cNvSpPr/>
          <p:nvPr/>
        </p:nvSpPr>
        <p:spPr>
          <a:xfrm>
            <a:off x="5989320" y="252984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1-train-output-4-4"/>
          <p:cNvSpPr/>
          <p:nvPr/>
        </p:nvSpPr>
        <p:spPr>
          <a:xfrm>
            <a:off x="618744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1-train-output-4-5"/>
          <p:cNvSpPr/>
          <p:nvPr/>
        </p:nvSpPr>
        <p:spPr>
          <a:xfrm>
            <a:off x="638556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1-train-output-4-6"/>
          <p:cNvSpPr/>
          <p:nvPr/>
        </p:nvSpPr>
        <p:spPr>
          <a:xfrm>
            <a:off x="658368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1-train-output-4-7"/>
          <p:cNvSpPr/>
          <p:nvPr/>
        </p:nvSpPr>
        <p:spPr>
          <a:xfrm>
            <a:off x="678180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1-train-output-4-8"/>
          <p:cNvSpPr/>
          <p:nvPr/>
        </p:nvSpPr>
        <p:spPr>
          <a:xfrm>
            <a:off x="697992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1-train-output-4-9"/>
          <p:cNvSpPr/>
          <p:nvPr/>
        </p:nvSpPr>
        <p:spPr>
          <a:xfrm>
            <a:off x="717804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1-train-output-4-10"/>
          <p:cNvSpPr/>
          <p:nvPr/>
        </p:nvSpPr>
        <p:spPr>
          <a:xfrm>
            <a:off x="737616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1-train-output-4-11"/>
          <p:cNvSpPr/>
          <p:nvPr/>
        </p:nvSpPr>
        <p:spPr>
          <a:xfrm>
            <a:off x="757428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1-train-output-5-0"/>
          <p:cNvSpPr/>
          <p:nvPr/>
        </p:nvSpPr>
        <p:spPr>
          <a:xfrm>
            <a:off x="539496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1-train-output-5-1"/>
          <p:cNvSpPr/>
          <p:nvPr/>
        </p:nvSpPr>
        <p:spPr>
          <a:xfrm>
            <a:off x="559308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1-train-output-5-2"/>
          <p:cNvSpPr/>
          <p:nvPr/>
        </p:nvSpPr>
        <p:spPr>
          <a:xfrm>
            <a:off x="5791200" y="272796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1-train-output-5-3"/>
          <p:cNvSpPr/>
          <p:nvPr/>
        </p:nvSpPr>
        <p:spPr>
          <a:xfrm>
            <a:off x="5989320" y="272796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1-train-output-5-4"/>
          <p:cNvSpPr/>
          <p:nvPr/>
        </p:nvSpPr>
        <p:spPr>
          <a:xfrm>
            <a:off x="618744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1-train-output-5-5"/>
          <p:cNvSpPr/>
          <p:nvPr/>
        </p:nvSpPr>
        <p:spPr>
          <a:xfrm>
            <a:off x="638556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1-train-output-5-6"/>
          <p:cNvSpPr/>
          <p:nvPr/>
        </p:nvSpPr>
        <p:spPr>
          <a:xfrm>
            <a:off x="658368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1-train-output-5-7"/>
          <p:cNvSpPr/>
          <p:nvPr/>
        </p:nvSpPr>
        <p:spPr>
          <a:xfrm>
            <a:off x="678180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1-train-output-5-8"/>
          <p:cNvSpPr/>
          <p:nvPr/>
        </p:nvSpPr>
        <p:spPr>
          <a:xfrm>
            <a:off x="697992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1-train-output-5-9"/>
          <p:cNvSpPr/>
          <p:nvPr/>
        </p:nvSpPr>
        <p:spPr>
          <a:xfrm>
            <a:off x="717804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1-train-output-5-10"/>
          <p:cNvSpPr/>
          <p:nvPr/>
        </p:nvSpPr>
        <p:spPr>
          <a:xfrm>
            <a:off x="737616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1-train-output-5-11"/>
          <p:cNvSpPr/>
          <p:nvPr/>
        </p:nvSpPr>
        <p:spPr>
          <a:xfrm>
            <a:off x="7574280" y="27279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1-train-output-6-0"/>
          <p:cNvSpPr/>
          <p:nvPr/>
        </p:nvSpPr>
        <p:spPr>
          <a:xfrm>
            <a:off x="539496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1-train-output-6-1"/>
          <p:cNvSpPr/>
          <p:nvPr/>
        </p:nvSpPr>
        <p:spPr>
          <a:xfrm>
            <a:off x="559308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1-train-output-6-2"/>
          <p:cNvSpPr/>
          <p:nvPr/>
        </p:nvSpPr>
        <p:spPr>
          <a:xfrm>
            <a:off x="579120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1-train-output-6-3"/>
          <p:cNvSpPr/>
          <p:nvPr/>
        </p:nvSpPr>
        <p:spPr>
          <a:xfrm>
            <a:off x="598932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1-train-output-6-4"/>
          <p:cNvSpPr/>
          <p:nvPr/>
        </p:nvSpPr>
        <p:spPr>
          <a:xfrm>
            <a:off x="618744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1-train-output-6-5"/>
          <p:cNvSpPr/>
          <p:nvPr/>
        </p:nvSpPr>
        <p:spPr>
          <a:xfrm>
            <a:off x="638556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1-train-output-6-6"/>
          <p:cNvSpPr/>
          <p:nvPr/>
        </p:nvSpPr>
        <p:spPr>
          <a:xfrm>
            <a:off x="658368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1-train-output-6-7"/>
          <p:cNvSpPr/>
          <p:nvPr/>
        </p:nvSpPr>
        <p:spPr>
          <a:xfrm>
            <a:off x="678180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1-train-output-6-8"/>
          <p:cNvSpPr/>
          <p:nvPr/>
        </p:nvSpPr>
        <p:spPr>
          <a:xfrm>
            <a:off x="697992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1-train-output-6-9"/>
          <p:cNvSpPr/>
          <p:nvPr/>
        </p:nvSpPr>
        <p:spPr>
          <a:xfrm>
            <a:off x="717804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1-train-output-6-10"/>
          <p:cNvSpPr/>
          <p:nvPr/>
        </p:nvSpPr>
        <p:spPr>
          <a:xfrm>
            <a:off x="737616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1-train-output-6-11"/>
          <p:cNvSpPr/>
          <p:nvPr/>
        </p:nvSpPr>
        <p:spPr>
          <a:xfrm>
            <a:off x="7574280" y="29260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1-train-output-7-0"/>
          <p:cNvSpPr/>
          <p:nvPr/>
        </p:nvSpPr>
        <p:spPr>
          <a:xfrm>
            <a:off x="539496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1-train-output-7-1"/>
          <p:cNvSpPr/>
          <p:nvPr/>
        </p:nvSpPr>
        <p:spPr>
          <a:xfrm>
            <a:off x="559308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1-train-output-7-2"/>
          <p:cNvSpPr/>
          <p:nvPr/>
        </p:nvSpPr>
        <p:spPr>
          <a:xfrm>
            <a:off x="579120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1-train-output-7-3"/>
          <p:cNvSpPr/>
          <p:nvPr/>
        </p:nvSpPr>
        <p:spPr>
          <a:xfrm>
            <a:off x="598932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1-train-output-7-4"/>
          <p:cNvSpPr/>
          <p:nvPr/>
        </p:nvSpPr>
        <p:spPr>
          <a:xfrm>
            <a:off x="618744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1-train-output-7-5"/>
          <p:cNvSpPr/>
          <p:nvPr/>
        </p:nvSpPr>
        <p:spPr>
          <a:xfrm>
            <a:off x="638556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1-train-output-7-6"/>
          <p:cNvSpPr/>
          <p:nvPr/>
        </p:nvSpPr>
        <p:spPr>
          <a:xfrm>
            <a:off x="658368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1-train-output-7-7"/>
          <p:cNvSpPr/>
          <p:nvPr/>
        </p:nvSpPr>
        <p:spPr>
          <a:xfrm>
            <a:off x="678180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1-train-output-7-8"/>
          <p:cNvSpPr/>
          <p:nvPr/>
        </p:nvSpPr>
        <p:spPr>
          <a:xfrm>
            <a:off x="697992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1-train-output-7-9"/>
          <p:cNvSpPr/>
          <p:nvPr/>
        </p:nvSpPr>
        <p:spPr>
          <a:xfrm>
            <a:off x="71780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1-train-output-7-10"/>
          <p:cNvSpPr/>
          <p:nvPr/>
        </p:nvSpPr>
        <p:spPr>
          <a:xfrm>
            <a:off x="737616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1-train-output-7-11"/>
          <p:cNvSpPr/>
          <p:nvPr/>
        </p:nvSpPr>
        <p:spPr>
          <a:xfrm>
            <a:off x="7574280" y="312420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1-train-output-8-0"/>
          <p:cNvSpPr/>
          <p:nvPr/>
        </p:nvSpPr>
        <p:spPr>
          <a:xfrm>
            <a:off x="539496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1-train-output-8-1"/>
          <p:cNvSpPr/>
          <p:nvPr/>
        </p:nvSpPr>
        <p:spPr>
          <a:xfrm>
            <a:off x="559308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1-train-output-8-2"/>
          <p:cNvSpPr/>
          <p:nvPr/>
        </p:nvSpPr>
        <p:spPr>
          <a:xfrm>
            <a:off x="579120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1-train-output-8-3"/>
          <p:cNvSpPr/>
          <p:nvPr/>
        </p:nvSpPr>
        <p:spPr>
          <a:xfrm>
            <a:off x="598932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1-train-output-8-4"/>
          <p:cNvSpPr/>
          <p:nvPr/>
        </p:nvSpPr>
        <p:spPr>
          <a:xfrm>
            <a:off x="61874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1-train-output-8-5"/>
          <p:cNvSpPr/>
          <p:nvPr/>
        </p:nvSpPr>
        <p:spPr>
          <a:xfrm>
            <a:off x="638556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1-train-output-8-6"/>
          <p:cNvSpPr/>
          <p:nvPr/>
        </p:nvSpPr>
        <p:spPr>
          <a:xfrm>
            <a:off x="658368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1-train-output-8-7"/>
          <p:cNvSpPr/>
          <p:nvPr/>
        </p:nvSpPr>
        <p:spPr>
          <a:xfrm>
            <a:off x="678180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1-train-output-8-8"/>
          <p:cNvSpPr/>
          <p:nvPr/>
        </p:nvSpPr>
        <p:spPr>
          <a:xfrm>
            <a:off x="697992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1-train-output-8-9"/>
          <p:cNvSpPr/>
          <p:nvPr/>
        </p:nvSpPr>
        <p:spPr>
          <a:xfrm>
            <a:off x="71780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1-train-output-8-10"/>
          <p:cNvSpPr/>
          <p:nvPr/>
        </p:nvSpPr>
        <p:spPr>
          <a:xfrm>
            <a:off x="737616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1-train-output-8-11"/>
          <p:cNvSpPr/>
          <p:nvPr/>
        </p:nvSpPr>
        <p:spPr>
          <a:xfrm>
            <a:off x="757428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1-train-output-9-0"/>
          <p:cNvSpPr/>
          <p:nvPr/>
        </p:nvSpPr>
        <p:spPr>
          <a:xfrm>
            <a:off x="539496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1-train-output-9-1"/>
          <p:cNvSpPr/>
          <p:nvPr/>
        </p:nvSpPr>
        <p:spPr>
          <a:xfrm>
            <a:off x="559308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1-train-output-9-2"/>
          <p:cNvSpPr/>
          <p:nvPr/>
        </p:nvSpPr>
        <p:spPr>
          <a:xfrm>
            <a:off x="579120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1-train-output-9-3"/>
          <p:cNvSpPr/>
          <p:nvPr/>
        </p:nvSpPr>
        <p:spPr>
          <a:xfrm>
            <a:off x="598932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1-train-output-9-4"/>
          <p:cNvSpPr/>
          <p:nvPr/>
        </p:nvSpPr>
        <p:spPr>
          <a:xfrm>
            <a:off x="618744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1-train-output-9-5"/>
          <p:cNvSpPr/>
          <p:nvPr/>
        </p:nvSpPr>
        <p:spPr>
          <a:xfrm>
            <a:off x="638556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1-train-output-9-6"/>
          <p:cNvSpPr/>
          <p:nvPr/>
        </p:nvSpPr>
        <p:spPr>
          <a:xfrm>
            <a:off x="658368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1-train-output-9-7"/>
          <p:cNvSpPr/>
          <p:nvPr/>
        </p:nvSpPr>
        <p:spPr>
          <a:xfrm>
            <a:off x="678180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1-train-output-9-8"/>
          <p:cNvSpPr/>
          <p:nvPr/>
        </p:nvSpPr>
        <p:spPr>
          <a:xfrm>
            <a:off x="697992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1-train-output-9-9"/>
          <p:cNvSpPr/>
          <p:nvPr/>
        </p:nvSpPr>
        <p:spPr>
          <a:xfrm>
            <a:off x="717804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1-train-output-9-10"/>
          <p:cNvSpPr/>
          <p:nvPr/>
        </p:nvSpPr>
        <p:spPr>
          <a:xfrm>
            <a:off x="737616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1-train-output-9-11"/>
          <p:cNvSpPr/>
          <p:nvPr/>
        </p:nvSpPr>
        <p:spPr>
          <a:xfrm>
            <a:off x="757428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1-train-output-10-0"/>
          <p:cNvSpPr/>
          <p:nvPr/>
        </p:nvSpPr>
        <p:spPr>
          <a:xfrm>
            <a:off x="539496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1-train-output-10-1"/>
          <p:cNvSpPr/>
          <p:nvPr/>
        </p:nvSpPr>
        <p:spPr>
          <a:xfrm>
            <a:off x="559308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1-train-output-10-2"/>
          <p:cNvSpPr/>
          <p:nvPr/>
        </p:nvSpPr>
        <p:spPr>
          <a:xfrm>
            <a:off x="579120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1-train-output-10-3"/>
          <p:cNvSpPr/>
          <p:nvPr/>
        </p:nvSpPr>
        <p:spPr>
          <a:xfrm>
            <a:off x="598932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1-train-output-10-4"/>
          <p:cNvSpPr/>
          <p:nvPr/>
        </p:nvSpPr>
        <p:spPr>
          <a:xfrm>
            <a:off x="618744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1-train-output-10-5"/>
          <p:cNvSpPr/>
          <p:nvPr/>
        </p:nvSpPr>
        <p:spPr>
          <a:xfrm>
            <a:off x="638556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1-train-output-10-6"/>
          <p:cNvSpPr/>
          <p:nvPr/>
        </p:nvSpPr>
        <p:spPr>
          <a:xfrm>
            <a:off x="658368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1-train-output-10-7"/>
          <p:cNvSpPr/>
          <p:nvPr/>
        </p:nvSpPr>
        <p:spPr>
          <a:xfrm>
            <a:off x="678180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1-train-output-10-8"/>
          <p:cNvSpPr/>
          <p:nvPr/>
        </p:nvSpPr>
        <p:spPr>
          <a:xfrm>
            <a:off x="697992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1-train-output-10-9"/>
          <p:cNvSpPr/>
          <p:nvPr/>
        </p:nvSpPr>
        <p:spPr>
          <a:xfrm>
            <a:off x="717804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1-train-output-10-10"/>
          <p:cNvSpPr/>
          <p:nvPr/>
        </p:nvSpPr>
        <p:spPr>
          <a:xfrm>
            <a:off x="737616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1-train-output-10-11"/>
          <p:cNvSpPr/>
          <p:nvPr/>
        </p:nvSpPr>
        <p:spPr>
          <a:xfrm>
            <a:off x="757428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1-train-output-11-0"/>
          <p:cNvSpPr/>
          <p:nvPr/>
        </p:nvSpPr>
        <p:spPr>
          <a:xfrm>
            <a:off x="539496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1-train-output-11-1"/>
          <p:cNvSpPr/>
          <p:nvPr/>
        </p:nvSpPr>
        <p:spPr>
          <a:xfrm>
            <a:off x="559308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1-train-output-11-2"/>
          <p:cNvSpPr/>
          <p:nvPr/>
        </p:nvSpPr>
        <p:spPr>
          <a:xfrm>
            <a:off x="579120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1-train-output-11-3"/>
          <p:cNvSpPr/>
          <p:nvPr/>
        </p:nvSpPr>
        <p:spPr>
          <a:xfrm>
            <a:off x="598932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1-train-output-11-4"/>
          <p:cNvSpPr/>
          <p:nvPr/>
        </p:nvSpPr>
        <p:spPr>
          <a:xfrm>
            <a:off x="618744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1-train-output-11-5"/>
          <p:cNvSpPr/>
          <p:nvPr/>
        </p:nvSpPr>
        <p:spPr>
          <a:xfrm>
            <a:off x="638556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1-train-output-11-6"/>
          <p:cNvSpPr/>
          <p:nvPr/>
        </p:nvSpPr>
        <p:spPr>
          <a:xfrm>
            <a:off x="658368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1-train-output-11-7"/>
          <p:cNvSpPr/>
          <p:nvPr/>
        </p:nvSpPr>
        <p:spPr>
          <a:xfrm>
            <a:off x="678180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1-train-output-11-8"/>
          <p:cNvSpPr/>
          <p:nvPr/>
        </p:nvSpPr>
        <p:spPr>
          <a:xfrm>
            <a:off x="697992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1-train-output-11-9"/>
          <p:cNvSpPr/>
          <p:nvPr/>
        </p:nvSpPr>
        <p:spPr>
          <a:xfrm>
            <a:off x="717804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1-train-output-11-10"/>
          <p:cNvSpPr/>
          <p:nvPr/>
        </p:nvSpPr>
        <p:spPr>
          <a:xfrm>
            <a:off x="737616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1-train-output-11-11"/>
          <p:cNvSpPr/>
          <p:nvPr/>
        </p:nvSpPr>
        <p:spPr>
          <a:xfrm>
            <a:off x="7574280" y="391668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提示例は全2組、テスト入力は全1個。ここでは各1番目を表示。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898e7135.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https://github.com/arcprize/ARC-AGI-2/blob/f3283f7/data/evaluation/898e7135.json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実例2：切り取り・拡大・配置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1-test-input-0-0"/>
          <p:cNvSpPr/>
          <p:nvPr/>
        </p:nvSpPr>
        <p:spPr>
          <a:xfrm>
            <a:off x="12801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-test-input-0-1"/>
          <p:cNvSpPr/>
          <p:nvPr/>
        </p:nvSpPr>
        <p:spPr>
          <a:xfrm>
            <a:off x="1359408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-test-input-0-2"/>
          <p:cNvSpPr/>
          <p:nvPr/>
        </p:nvSpPr>
        <p:spPr>
          <a:xfrm>
            <a:off x="1438656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-test-input-0-3"/>
          <p:cNvSpPr/>
          <p:nvPr/>
        </p:nvSpPr>
        <p:spPr>
          <a:xfrm>
            <a:off x="1517904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-test-input-0-4"/>
          <p:cNvSpPr/>
          <p:nvPr/>
        </p:nvSpPr>
        <p:spPr>
          <a:xfrm>
            <a:off x="1597152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-test-input-0-5"/>
          <p:cNvSpPr/>
          <p:nvPr/>
        </p:nvSpPr>
        <p:spPr>
          <a:xfrm>
            <a:off x="1676400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-test-input-0-6"/>
          <p:cNvSpPr/>
          <p:nvPr/>
        </p:nvSpPr>
        <p:spPr>
          <a:xfrm>
            <a:off x="1755648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-test-input-0-7"/>
          <p:cNvSpPr/>
          <p:nvPr/>
        </p:nvSpPr>
        <p:spPr>
          <a:xfrm>
            <a:off x="1834896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-test-input-0-8"/>
          <p:cNvSpPr/>
          <p:nvPr/>
        </p:nvSpPr>
        <p:spPr>
          <a:xfrm>
            <a:off x="1914144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-test-input-0-9"/>
          <p:cNvSpPr/>
          <p:nvPr/>
        </p:nvSpPr>
        <p:spPr>
          <a:xfrm>
            <a:off x="1993391" y="173736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-test-input-0-10"/>
          <p:cNvSpPr/>
          <p:nvPr/>
        </p:nvSpPr>
        <p:spPr>
          <a:xfrm>
            <a:off x="207264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-test-input-0-11"/>
          <p:cNvSpPr/>
          <p:nvPr/>
        </p:nvSpPr>
        <p:spPr>
          <a:xfrm>
            <a:off x="215188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-test-input-0-12"/>
          <p:cNvSpPr/>
          <p:nvPr/>
        </p:nvSpPr>
        <p:spPr>
          <a:xfrm>
            <a:off x="223113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-test-input-0-13"/>
          <p:cNvSpPr/>
          <p:nvPr/>
        </p:nvSpPr>
        <p:spPr>
          <a:xfrm>
            <a:off x="2310383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-test-input-0-14"/>
          <p:cNvSpPr/>
          <p:nvPr/>
        </p:nvSpPr>
        <p:spPr>
          <a:xfrm>
            <a:off x="238963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-test-input-0-15"/>
          <p:cNvSpPr/>
          <p:nvPr/>
        </p:nvSpPr>
        <p:spPr>
          <a:xfrm>
            <a:off x="246888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-test-input-0-16"/>
          <p:cNvSpPr/>
          <p:nvPr/>
        </p:nvSpPr>
        <p:spPr>
          <a:xfrm>
            <a:off x="254812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-test-input-0-17"/>
          <p:cNvSpPr/>
          <p:nvPr/>
        </p:nvSpPr>
        <p:spPr>
          <a:xfrm>
            <a:off x="2627375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-test-input-0-18"/>
          <p:cNvSpPr/>
          <p:nvPr/>
        </p:nvSpPr>
        <p:spPr>
          <a:xfrm>
            <a:off x="270662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-test-input-0-19"/>
          <p:cNvSpPr/>
          <p:nvPr/>
        </p:nvSpPr>
        <p:spPr>
          <a:xfrm>
            <a:off x="278587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-test-input-0-20"/>
          <p:cNvSpPr/>
          <p:nvPr/>
        </p:nvSpPr>
        <p:spPr>
          <a:xfrm>
            <a:off x="286512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-test-input-0-21"/>
          <p:cNvSpPr/>
          <p:nvPr/>
        </p:nvSpPr>
        <p:spPr>
          <a:xfrm>
            <a:off x="294436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-test-input-0-22"/>
          <p:cNvSpPr/>
          <p:nvPr/>
        </p:nvSpPr>
        <p:spPr>
          <a:xfrm>
            <a:off x="302361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-test-input-0-23"/>
          <p:cNvSpPr/>
          <p:nvPr/>
        </p:nvSpPr>
        <p:spPr>
          <a:xfrm>
            <a:off x="310286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-test-input-0-24"/>
          <p:cNvSpPr/>
          <p:nvPr/>
        </p:nvSpPr>
        <p:spPr>
          <a:xfrm>
            <a:off x="318211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-test-input-0-25"/>
          <p:cNvSpPr/>
          <p:nvPr/>
        </p:nvSpPr>
        <p:spPr>
          <a:xfrm>
            <a:off x="32613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-test-input-0-26"/>
          <p:cNvSpPr/>
          <p:nvPr/>
        </p:nvSpPr>
        <p:spPr>
          <a:xfrm>
            <a:off x="33406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-test-input-0-27"/>
          <p:cNvSpPr/>
          <p:nvPr/>
        </p:nvSpPr>
        <p:spPr>
          <a:xfrm>
            <a:off x="34198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-test-input-0-28"/>
          <p:cNvSpPr/>
          <p:nvPr/>
        </p:nvSpPr>
        <p:spPr>
          <a:xfrm>
            <a:off x="3499104" y="1737360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-test-input-0-29"/>
          <p:cNvSpPr/>
          <p:nvPr/>
        </p:nvSpPr>
        <p:spPr>
          <a:xfrm>
            <a:off x="35783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-test-input-1-0"/>
          <p:cNvSpPr/>
          <p:nvPr/>
        </p:nvSpPr>
        <p:spPr>
          <a:xfrm>
            <a:off x="12801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-test-input-1-1"/>
          <p:cNvSpPr/>
          <p:nvPr/>
        </p:nvSpPr>
        <p:spPr>
          <a:xfrm>
            <a:off x="1359408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-test-input-1-2"/>
          <p:cNvSpPr/>
          <p:nvPr/>
        </p:nvSpPr>
        <p:spPr>
          <a:xfrm>
            <a:off x="1438656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-test-input-1-3"/>
          <p:cNvSpPr/>
          <p:nvPr/>
        </p:nvSpPr>
        <p:spPr>
          <a:xfrm>
            <a:off x="1517904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-test-input-1-4"/>
          <p:cNvSpPr/>
          <p:nvPr/>
        </p:nvSpPr>
        <p:spPr>
          <a:xfrm>
            <a:off x="1597152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-test-input-1-5"/>
          <p:cNvSpPr/>
          <p:nvPr/>
        </p:nvSpPr>
        <p:spPr>
          <a:xfrm>
            <a:off x="1676400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-test-input-1-6"/>
          <p:cNvSpPr/>
          <p:nvPr/>
        </p:nvSpPr>
        <p:spPr>
          <a:xfrm>
            <a:off x="1755648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-test-input-1-7"/>
          <p:cNvSpPr/>
          <p:nvPr/>
        </p:nvSpPr>
        <p:spPr>
          <a:xfrm>
            <a:off x="1834896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-test-input-1-8"/>
          <p:cNvSpPr/>
          <p:nvPr/>
        </p:nvSpPr>
        <p:spPr>
          <a:xfrm>
            <a:off x="1914144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-test-input-1-9"/>
          <p:cNvSpPr/>
          <p:nvPr/>
        </p:nvSpPr>
        <p:spPr>
          <a:xfrm>
            <a:off x="1993391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-test-input-1-10"/>
          <p:cNvSpPr/>
          <p:nvPr/>
        </p:nvSpPr>
        <p:spPr>
          <a:xfrm>
            <a:off x="207264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-test-input-1-11"/>
          <p:cNvSpPr/>
          <p:nvPr/>
        </p:nvSpPr>
        <p:spPr>
          <a:xfrm>
            <a:off x="215188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-test-input-1-12"/>
          <p:cNvSpPr/>
          <p:nvPr/>
        </p:nvSpPr>
        <p:spPr>
          <a:xfrm>
            <a:off x="223113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-test-input-1-13"/>
          <p:cNvSpPr/>
          <p:nvPr/>
        </p:nvSpPr>
        <p:spPr>
          <a:xfrm>
            <a:off x="2310383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-test-input-1-14"/>
          <p:cNvSpPr/>
          <p:nvPr/>
        </p:nvSpPr>
        <p:spPr>
          <a:xfrm>
            <a:off x="238963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-test-input-1-15"/>
          <p:cNvSpPr/>
          <p:nvPr/>
        </p:nvSpPr>
        <p:spPr>
          <a:xfrm>
            <a:off x="246888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-test-input-1-16"/>
          <p:cNvSpPr/>
          <p:nvPr/>
        </p:nvSpPr>
        <p:spPr>
          <a:xfrm>
            <a:off x="2548128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-test-input-1-17"/>
          <p:cNvSpPr/>
          <p:nvPr/>
        </p:nvSpPr>
        <p:spPr>
          <a:xfrm>
            <a:off x="2627375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-test-input-1-18"/>
          <p:cNvSpPr/>
          <p:nvPr/>
        </p:nvSpPr>
        <p:spPr>
          <a:xfrm>
            <a:off x="270662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-test-input-1-19"/>
          <p:cNvSpPr/>
          <p:nvPr/>
        </p:nvSpPr>
        <p:spPr>
          <a:xfrm>
            <a:off x="278587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-test-input-1-20"/>
          <p:cNvSpPr/>
          <p:nvPr/>
        </p:nvSpPr>
        <p:spPr>
          <a:xfrm>
            <a:off x="286512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-test-input-1-21"/>
          <p:cNvSpPr/>
          <p:nvPr/>
        </p:nvSpPr>
        <p:spPr>
          <a:xfrm>
            <a:off x="294436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-test-input-1-22"/>
          <p:cNvSpPr/>
          <p:nvPr/>
        </p:nvSpPr>
        <p:spPr>
          <a:xfrm>
            <a:off x="302361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-test-input-1-23"/>
          <p:cNvSpPr/>
          <p:nvPr/>
        </p:nvSpPr>
        <p:spPr>
          <a:xfrm>
            <a:off x="310286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-test-input-1-24"/>
          <p:cNvSpPr/>
          <p:nvPr/>
        </p:nvSpPr>
        <p:spPr>
          <a:xfrm>
            <a:off x="318211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-test-input-1-25"/>
          <p:cNvSpPr/>
          <p:nvPr/>
        </p:nvSpPr>
        <p:spPr>
          <a:xfrm>
            <a:off x="32613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-test-input-1-26"/>
          <p:cNvSpPr/>
          <p:nvPr/>
        </p:nvSpPr>
        <p:spPr>
          <a:xfrm>
            <a:off x="334060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-test-input-1-27"/>
          <p:cNvSpPr/>
          <p:nvPr/>
        </p:nvSpPr>
        <p:spPr>
          <a:xfrm>
            <a:off x="341985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-test-input-1-28"/>
          <p:cNvSpPr/>
          <p:nvPr/>
        </p:nvSpPr>
        <p:spPr>
          <a:xfrm>
            <a:off x="349910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-test-input-1-29"/>
          <p:cNvSpPr/>
          <p:nvPr/>
        </p:nvSpPr>
        <p:spPr>
          <a:xfrm>
            <a:off x="35783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-test-input-2-0"/>
          <p:cNvSpPr/>
          <p:nvPr/>
        </p:nvSpPr>
        <p:spPr>
          <a:xfrm>
            <a:off x="12801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-test-input-2-1"/>
          <p:cNvSpPr/>
          <p:nvPr/>
        </p:nvSpPr>
        <p:spPr>
          <a:xfrm>
            <a:off x="1359408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-test-input-2-2"/>
          <p:cNvSpPr/>
          <p:nvPr/>
        </p:nvSpPr>
        <p:spPr>
          <a:xfrm>
            <a:off x="1438656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-test-input-2-3"/>
          <p:cNvSpPr/>
          <p:nvPr/>
        </p:nvSpPr>
        <p:spPr>
          <a:xfrm>
            <a:off x="1517904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-test-input-2-4"/>
          <p:cNvSpPr/>
          <p:nvPr/>
        </p:nvSpPr>
        <p:spPr>
          <a:xfrm>
            <a:off x="1597152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-test-input-2-5"/>
          <p:cNvSpPr/>
          <p:nvPr/>
        </p:nvSpPr>
        <p:spPr>
          <a:xfrm>
            <a:off x="1676400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-test-input-2-6"/>
          <p:cNvSpPr/>
          <p:nvPr/>
        </p:nvSpPr>
        <p:spPr>
          <a:xfrm>
            <a:off x="1755648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-test-input-2-7"/>
          <p:cNvSpPr/>
          <p:nvPr/>
        </p:nvSpPr>
        <p:spPr>
          <a:xfrm>
            <a:off x="1834896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-test-input-2-8"/>
          <p:cNvSpPr/>
          <p:nvPr/>
        </p:nvSpPr>
        <p:spPr>
          <a:xfrm>
            <a:off x="1914144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-test-input-2-9"/>
          <p:cNvSpPr/>
          <p:nvPr/>
        </p:nvSpPr>
        <p:spPr>
          <a:xfrm>
            <a:off x="1993391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-test-input-2-10"/>
          <p:cNvSpPr/>
          <p:nvPr/>
        </p:nvSpPr>
        <p:spPr>
          <a:xfrm>
            <a:off x="207264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-test-input-2-11"/>
          <p:cNvSpPr/>
          <p:nvPr/>
        </p:nvSpPr>
        <p:spPr>
          <a:xfrm>
            <a:off x="215188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-test-input-2-12"/>
          <p:cNvSpPr/>
          <p:nvPr/>
        </p:nvSpPr>
        <p:spPr>
          <a:xfrm>
            <a:off x="223113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-test-input-2-13"/>
          <p:cNvSpPr/>
          <p:nvPr/>
        </p:nvSpPr>
        <p:spPr>
          <a:xfrm>
            <a:off x="2310383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-test-input-2-14"/>
          <p:cNvSpPr/>
          <p:nvPr/>
        </p:nvSpPr>
        <p:spPr>
          <a:xfrm>
            <a:off x="238963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-test-input-2-15"/>
          <p:cNvSpPr/>
          <p:nvPr/>
        </p:nvSpPr>
        <p:spPr>
          <a:xfrm>
            <a:off x="246888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-test-input-2-16"/>
          <p:cNvSpPr/>
          <p:nvPr/>
        </p:nvSpPr>
        <p:spPr>
          <a:xfrm>
            <a:off x="254812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-test-input-2-17"/>
          <p:cNvSpPr/>
          <p:nvPr/>
        </p:nvSpPr>
        <p:spPr>
          <a:xfrm>
            <a:off x="2627375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-test-input-2-18"/>
          <p:cNvSpPr/>
          <p:nvPr/>
        </p:nvSpPr>
        <p:spPr>
          <a:xfrm>
            <a:off x="270662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-test-input-2-19"/>
          <p:cNvSpPr/>
          <p:nvPr/>
        </p:nvSpPr>
        <p:spPr>
          <a:xfrm>
            <a:off x="278587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-test-input-2-20"/>
          <p:cNvSpPr/>
          <p:nvPr/>
        </p:nvSpPr>
        <p:spPr>
          <a:xfrm>
            <a:off x="286512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-test-input-2-21"/>
          <p:cNvSpPr/>
          <p:nvPr/>
        </p:nvSpPr>
        <p:spPr>
          <a:xfrm>
            <a:off x="294436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-test-input-2-22"/>
          <p:cNvSpPr/>
          <p:nvPr/>
        </p:nvSpPr>
        <p:spPr>
          <a:xfrm>
            <a:off x="302361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-test-input-2-23"/>
          <p:cNvSpPr/>
          <p:nvPr/>
        </p:nvSpPr>
        <p:spPr>
          <a:xfrm>
            <a:off x="3102864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-test-input-2-24"/>
          <p:cNvSpPr/>
          <p:nvPr/>
        </p:nvSpPr>
        <p:spPr>
          <a:xfrm>
            <a:off x="318211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-test-input-2-25"/>
          <p:cNvSpPr/>
          <p:nvPr/>
        </p:nvSpPr>
        <p:spPr>
          <a:xfrm>
            <a:off x="32613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-test-input-2-26"/>
          <p:cNvSpPr/>
          <p:nvPr/>
        </p:nvSpPr>
        <p:spPr>
          <a:xfrm>
            <a:off x="334060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-test-input-2-27"/>
          <p:cNvSpPr/>
          <p:nvPr/>
        </p:nvSpPr>
        <p:spPr>
          <a:xfrm>
            <a:off x="341985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-test-input-2-28"/>
          <p:cNvSpPr/>
          <p:nvPr/>
        </p:nvSpPr>
        <p:spPr>
          <a:xfrm>
            <a:off x="349910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-test-input-2-29"/>
          <p:cNvSpPr/>
          <p:nvPr/>
        </p:nvSpPr>
        <p:spPr>
          <a:xfrm>
            <a:off x="357835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-test-input-3-0"/>
          <p:cNvSpPr/>
          <p:nvPr/>
        </p:nvSpPr>
        <p:spPr>
          <a:xfrm>
            <a:off x="12801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-test-input-3-1"/>
          <p:cNvSpPr/>
          <p:nvPr/>
        </p:nvSpPr>
        <p:spPr>
          <a:xfrm>
            <a:off x="135940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-test-input-3-2"/>
          <p:cNvSpPr/>
          <p:nvPr/>
        </p:nvSpPr>
        <p:spPr>
          <a:xfrm>
            <a:off x="143865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-test-input-3-3"/>
          <p:cNvSpPr/>
          <p:nvPr/>
        </p:nvSpPr>
        <p:spPr>
          <a:xfrm>
            <a:off x="151790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-test-input-3-4"/>
          <p:cNvSpPr/>
          <p:nvPr/>
        </p:nvSpPr>
        <p:spPr>
          <a:xfrm>
            <a:off x="1597152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-test-input-3-5"/>
          <p:cNvSpPr/>
          <p:nvPr/>
        </p:nvSpPr>
        <p:spPr>
          <a:xfrm>
            <a:off x="1676400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-test-input-3-6"/>
          <p:cNvSpPr/>
          <p:nvPr/>
        </p:nvSpPr>
        <p:spPr>
          <a:xfrm>
            <a:off x="1755648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-test-input-3-7"/>
          <p:cNvSpPr/>
          <p:nvPr/>
        </p:nvSpPr>
        <p:spPr>
          <a:xfrm>
            <a:off x="183489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-test-input-3-8"/>
          <p:cNvSpPr/>
          <p:nvPr/>
        </p:nvSpPr>
        <p:spPr>
          <a:xfrm>
            <a:off x="191414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-test-input-3-9"/>
          <p:cNvSpPr/>
          <p:nvPr/>
        </p:nvSpPr>
        <p:spPr>
          <a:xfrm>
            <a:off x="1993391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-test-input-3-10"/>
          <p:cNvSpPr/>
          <p:nvPr/>
        </p:nvSpPr>
        <p:spPr>
          <a:xfrm>
            <a:off x="207264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-test-input-3-11"/>
          <p:cNvSpPr/>
          <p:nvPr/>
        </p:nvSpPr>
        <p:spPr>
          <a:xfrm>
            <a:off x="215188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-test-input-3-12"/>
          <p:cNvSpPr/>
          <p:nvPr/>
        </p:nvSpPr>
        <p:spPr>
          <a:xfrm>
            <a:off x="223113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-test-input-3-13"/>
          <p:cNvSpPr/>
          <p:nvPr/>
        </p:nvSpPr>
        <p:spPr>
          <a:xfrm>
            <a:off x="2310383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-test-input-3-14"/>
          <p:cNvSpPr/>
          <p:nvPr/>
        </p:nvSpPr>
        <p:spPr>
          <a:xfrm>
            <a:off x="238963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-test-input-3-15"/>
          <p:cNvSpPr/>
          <p:nvPr/>
        </p:nvSpPr>
        <p:spPr>
          <a:xfrm>
            <a:off x="246888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-test-input-3-16"/>
          <p:cNvSpPr/>
          <p:nvPr/>
        </p:nvSpPr>
        <p:spPr>
          <a:xfrm>
            <a:off x="254812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-test-input-3-17"/>
          <p:cNvSpPr/>
          <p:nvPr/>
        </p:nvSpPr>
        <p:spPr>
          <a:xfrm>
            <a:off x="2627375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-test-input-3-18"/>
          <p:cNvSpPr/>
          <p:nvPr/>
        </p:nvSpPr>
        <p:spPr>
          <a:xfrm>
            <a:off x="270662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-test-input-3-19"/>
          <p:cNvSpPr/>
          <p:nvPr/>
        </p:nvSpPr>
        <p:spPr>
          <a:xfrm>
            <a:off x="278587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-test-input-3-20"/>
          <p:cNvSpPr/>
          <p:nvPr/>
        </p:nvSpPr>
        <p:spPr>
          <a:xfrm>
            <a:off x="286512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-test-input-3-21"/>
          <p:cNvSpPr/>
          <p:nvPr/>
        </p:nvSpPr>
        <p:spPr>
          <a:xfrm>
            <a:off x="294436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-test-input-3-22"/>
          <p:cNvSpPr/>
          <p:nvPr/>
        </p:nvSpPr>
        <p:spPr>
          <a:xfrm>
            <a:off x="302361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-test-input-3-23"/>
          <p:cNvSpPr/>
          <p:nvPr/>
        </p:nvSpPr>
        <p:spPr>
          <a:xfrm>
            <a:off x="310286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-test-input-3-24"/>
          <p:cNvSpPr/>
          <p:nvPr/>
        </p:nvSpPr>
        <p:spPr>
          <a:xfrm>
            <a:off x="318211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-test-input-3-25"/>
          <p:cNvSpPr/>
          <p:nvPr/>
        </p:nvSpPr>
        <p:spPr>
          <a:xfrm>
            <a:off x="32613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-test-input-3-26"/>
          <p:cNvSpPr/>
          <p:nvPr/>
        </p:nvSpPr>
        <p:spPr>
          <a:xfrm>
            <a:off x="3340608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-test-input-3-27"/>
          <p:cNvSpPr/>
          <p:nvPr/>
        </p:nvSpPr>
        <p:spPr>
          <a:xfrm>
            <a:off x="341985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-test-input-3-28"/>
          <p:cNvSpPr/>
          <p:nvPr/>
        </p:nvSpPr>
        <p:spPr>
          <a:xfrm>
            <a:off x="349910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-test-input-3-29"/>
          <p:cNvSpPr/>
          <p:nvPr/>
        </p:nvSpPr>
        <p:spPr>
          <a:xfrm>
            <a:off x="357835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-test-input-4-0"/>
          <p:cNvSpPr/>
          <p:nvPr/>
        </p:nvSpPr>
        <p:spPr>
          <a:xfrm>
            <a:off x="12801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-test-input-4-1"/>
          <p:cNvSpPr/>
          <p:nvPr/>
        </p:nvSpPr>
        <p:spPr>
          <a:xfrm>
            <a:off x="135940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-test-input-4-2"/>
          <p:cNvSpPr/>
          <p:nvPr/>
        </p:nvSpPr>
        <p:spPr>
          <a:xfrm>
            <a:off x="14386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-test-input-4-3"/>
          <p:cNvSpPr/>
          <p:nvPr/>
        </p:nvSpPr>
        <p:spPr>
          <a:xfrm>
            <a:off x="15179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-test-input-4-4"/>
          <p:cNvSpPr/>
          <p:nvPr/>
        </p:nvSpPr>
        <p:spPr>
          <a:xfrm>
            <a:off x="1597152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-test-input-4-5"/>
          <p:cNvSpPr/>
          <p:nvPr/>
        </p:nvSpPr>
        <p:spPr>
          <a:xfrm>
            <a:off x="1676400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-test-input-4-6"/>
          <p:cNvSpPr/>
          <p:nvPr/>
        </p:nvSpPr>
        <p:spPr>
          <a:xfrm>
            <a:off x="1755648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-test-input-4-7"/>
          <p:cNvSpPr/>
          <p:nvPr/>
        </p:nvSpPr>
        <p:spPr>
          <a:xfrm>
            <a:off x="183489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-test-input-4-8"/>
          <p:cNvSpPr/>
          <p:nvPr/>
        </p:nvSpPr>
        <p:spPr>
          <a:xfrm>
            <a:off x="191414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-test-input-4-9"/>
          <p:cNvSpPr/>
          <p:nvPr/>
        </p:nvSpPr>
        <p:spPr>
          <a:xfrm>
            <a:off x="1993391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-test-input-4-10"/>
          <p:cNvSpPr/>
          <p:nvPr/>
        </p:nvSpPr>
        <p:spPr>
          <a:xfrm>
            <a:off x="207264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-test-input-4-11"/>
          <p:cNvSpPr/>
          <p:nvPr/>
        </p:nvSpPr>
        <p:spPr>
          <a:xfrm>
            <a:off x="215188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-test-input-4-12"/>
          <p:cNvSpPr/>
          <p:nvPr/>
        </p:nvSpPr>
        <p:spPr>
          <a:xfrm>
            <a:off x="223113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-test-input-4-13"/>
          <p:cNvSpPr/>
          <p:nvPr/>
        </p:nvSpPr>
        <p:spPr>
          <a:xfrm>
            <a:off x="2310383" y="205435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-test-input-4-14"/>
          <p:cNvSpPr/>
          <p:nvPr/>
        </p:nvSpPr>
        <p:spPr>
          <a:xfrm>
            <a:off x="238963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-test-input-4-15"/>
          <p:cNvSpPr/>
          <p:nvPr/>
        </p:nvSpPr>
        <p:spPr>
          <a:xfrm>
            <a:off x="246888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-test-input-4-16"/>
          <p:cNvSpPr/>
          <p:nvPr/>
        </p:nvSpPr>
        <p:spPr>
          <a:xfrm>
            <a:off x="254812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-test-input-4-17"/>
          <p:cNvSpPr/>
          <p:nvPr/>
        </p:nvSpPr>
        <p:spPr>
          <a:xfrm>
            <a:off x="2627375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-test-input-4-18"/>
          <p:cNvSpPr/>
          <p:nvPr/>
        </p:nvSpPr>
        <p:spPr>
          <a:xfrm>
            <a:off x="270662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-test-input-4-19"/>
          <p:cNvSpPr/>
          <p:nvPr/>
        </p:nvSpPr>
        <p:spPr>
          <a:xfrm>
            <a:off x="2785872" y="205435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-test-input-4-20"/>
          <p:cNvSpPr/>
          <p:nvPr/>
        </p:nvSpPr>
        <p:spPr>
          <a:xfrm>
            <a:off x="286512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-test-input-4-21"/>
          <p:cNvSpPr/>
          <p:nvPr/>
        </p:nvSpPr>
        <p:spPr>
          <a:xfrm>
            <a:off x="294436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-test-input-4-22"/>
          <p:cNvSpPr/>
          <p:nvPr/>
        </p:nvSpPr>
        <p:spPr>
          <a:xfrm>
            <a:off x="302361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-test-input-4-23"/>
          <p:cNvSpPr/>
          <p:nvPr/>
        </p:nvSpPr>
        <p:spPr>
          <a:xfrm>
            <a:off x="310286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-test-input-4-24"/>
          <p:cNvSpPr/>
          <p:nvPr/>
        </p:nvSpPr>
        <p:spPr>
          <a:xfrm>
            <a:off x="318211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-test-input-4-25"/>
          <p:cNvSpPr/>
          <p:nvPr/>
        </p:nvSpPr>
        <p:spPr>
          <a:xfrm>
            <a:off x="32613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-test-input-4-26"/>
          <p:cNvSpPr/>
          <p:nvPr/>
        </p:nvSpPr>
        <p:spPr>
          <a:xfrm>
            <a:off x="3340608" y="205435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-test-input-4-27"/>
          <p:cNvSpPr/>
          <p:nvPr/>
        </p:nvSpPr>
        <p:spPr>
          <a:xfrm>
            <a:off x="3419856" y="205435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-test-input-4-28"/>
          <p:cNvSpPr/>
          <p:nvPr/>
        </p:nvSpPr>
        <p:spPr>
          <a:xfrm>
            <a:off x="34991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-test-input-4-29"/>
          <p:cNvSpPr/>
          <p:nvPr/>
        </p:nvSpPr>
        <p:spPr>
          <a:xfrm>
            <a:off x="357835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-test-input-5-0"/>
          <p:cNvSpPr/>
          <p:nvPr/>
        </p:nvSpPr>
        <p:spPr>
          <a:xfrm>
            <a:off x="128016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-test-input-5-1"/>
          <p:cNvSpPr/>
          <p:nvPr/>
        </p:nvSpPr>
        <p:spPr>
          <a:xfrm>
            <a:off x="135940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-test-input-5-2"/>
          <p:cNvSpPr/>
          <p:nvPr/>
        </p:nvSpPr>
        <p:spPr>
          <a:xfrm>
            <a:off x="143865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-test-input-5-3"/>
          <p:cNvSpPr/>
          <p:nvPr/>
        </p:nvSpPr>
        <p:spPr>
          <a:xfrm>
            <a:off x="151790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-test-input-5-4"/>
          <p:cNvSpPr/>
          <p:nvPr/>
        </p:nvSpPr>
        <p:spPr>
          <a:xfrm>
            <a:off x="1597152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-test-input-5-5"/>
          <p:cNvSpPr/>
          <p:nvPr/>
        </p:nvSpPr>
        <p:spPr>
          <a:xfrm>
            <a:off x="1676400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-test-input-5-6"/>
          <p:cNvSpPr/>
          <p:nvPr/>
        </p:nvSpPr>
        <p:spPr>
          <a:xfrm>
            <a:off x="1755648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-test-input-5-7"/>
          <p:cNvSpPr/>
          <p:nvPr/>
        </p:nvSpPr>
        <p:spPr>
          <a:xfrm>
            <a:off x="183489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-test-input-5-8"/>
          <p:cNvSpPr/>
          <p:nvPr/>
        </p:nvSpPr>
        <p:spPr>
          <a:xfrm>
            <a:off x="191414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-test-input-5-9"/>
          <p:cNvSpPr/>
          <p:nvPr/>
        </p:nvSpPr>
        <p:spPr>
          <a:xfrm>
            <a:off x="1993391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-test-input-5-10"/>
          <p:cNvSpPr/>
          <p:nvPr/>
        </p:nvSpPr>
        <p:spPr>
          <a:xfrm>
            <a:off x="207264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-test-input-5-11"/>
          <p:cNvSpPr/>
          <p:nvPr/>
        </p:nvSpPr>
        <p:spPr>
          <a:xfrm>
            <a:off x="215188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-test-input-5-12"/>
          <p:cNvSpPr/>
          <p:nvPr/>
        </p:nvSpPr>
        <p:spPr>
          <a:xfrm>
            <a:off x="223113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-test-input-5-13"/>
          <p:cNvSpPr/>
          <p:nvPr/>
        </p:nvSpPr>
        <p:spPr>
          <a:xfrm>
            <a:off x="2310383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-test-input-5-14"/>
          <p:cNvSpPr/>
          <p:nvPr/>
        </p:nvSpPr>
        <p:spPr>
          <a:xfrm>
            <a:off x="238963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-test-input-5-15"/>
          <p:cNvSpPr/>
          <p:nvPr/>
        </p:nvSpPr>
        <p:spPr>
          <a:xfrm>
            <a:off x="246888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-test-input-5-16"/>
          <p:cNvSpPr/>
          <p:nvPr/>
        </p:nvSpPr>
        <p:spPr>
          <a:xfrm>
            <a:off x="254812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-test-input-5-17"/>
          <p:cNvSpPr/>
          <p:nvPr/>
        </p:nvSpPr>
        <p:spPr>
          <a:xfrm>
            <a:off x="2627375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-test-input-5-18"/>
          <p:cNvSpPr/>
          <p:nvPr/>
        </p:nvSpPr>
        <p:spPr>
          <a:xfrm>
            <a:off x="270662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-test-input-5-19"/>
          <p:cNvSpPr/>
          <p:nvPr/>
        </p:nvSpPr>
        <p:spPr>
          <a:xfrm>
            <a:off x="278587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-test-input-5-20"/>
          <p:cNvSpPr/>
          <p:nvPr/>
        </p:nvSpPr>
        <p:spPr>
          <a:xfrm>
            <a:off x="286512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-test-input-5-21"/>
          <p:cNvSpPr/>
          <p:nvPr/>
        </p:nvSpPr>
        <p:spPr>
          <a:xfrm>
            <a:off x="294436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-test-input-5-22"/>
          <p:cNvSpPr/>
          <p:nvPr/>
        </p:nvSpPr>
        <p:spPr>
          <a:xfrm>
            <a:off x="302361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-test-input-5-23"/>
          <p:cNvSpPr/>
          <p:nvPr/>
        </p:nvSpPr>
        <p:spPr>
          <a:xfrm>
            <a:off x="310286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-test-input-5-24"/>
          <p:cNvSpPr/>
          <p:nvPr/>
        </p:nvSpPr>
        <p:spPr>
          <a:xfrm>
            <a:off x="318211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-test-input-5-25"/>
          <p:cNvSpPr/>
          <p:nvPr/>
        </p:nvSpPr>
        <p:spPr>
          <a:xfrm>
            <a:off x="326136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-test-input-5-26"/>
          <p:cNvSpPr/>
          <p:nvPr/>
        </p:nvSpPr>
        <p:spPr>
          <a:xfrm>
            <a:off x="334060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-test-input-5-27"/>
          <p:cNvSpPr/>
          <p:nvPr/>
        </p:nvSpPr>
        <p:spPr>
          <a:xfrm>
            <a:off x="341985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-test-input-5-28"/>
          <p:cNvSpPr/>
          <p:nvPr/>
        </p:nvSpPr>
        <p:spPr>
          <a:xfrm>
            <a:off x="349910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-test-input-5-29"/>
          <p:cNvSpPr/>
          <p:nvPr/>
        </p:nvSpPr>
        <p:spPr>
          <a:xfrm>
            <a:off x="357835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-test-input-6-0"/>
          <p:cNvSpPr/>
          <p:nvPr/>
        </p:nvSpPr>
        <p:spPr>
          <a:xfrm>
            <a:off x="12801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-test-input-6-1"/>
          <p:cNvSpPr/>
          <p:nvPr/>
        </p:nvSpPr>
        <p:spPr>
          <a:xfrm>
            <a:off x="1359408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-test-input-6-2"/>
          <p:cNvSpPr/>
          <p:nvPr/>
        </p:nvSpPr>
        <p:spPr>
          <a:xfrm>
            <a:off x="1438656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-test-input-6-3"/>
          <p:cNvSpPr/>
          <p:nvPr/>
        </p:nvSpPr>
        <p:spPr>
          <a:xfrm>
            <a:off x="1517904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-test-input-6-4"/>
          <p:cNvSpPr/>
          <p:nvPr/>
        </p:nvSpPr>
        <p:spPr>
          <a:xfrm>
            <a:off x="1597152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-test-input-6-5"/>
          <p:cNvSpPr/>
          <p:nvPr/>
        </p:nvSpPr>
        <p:spPr>
          <a:xfrm>
            <a:off x="1676400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-test-input-6-6"/>
          <p:cNvSpPr/>
          <p:nvPr/>
        </p:nvSpPr>
        <p:spPr>
          <a:xfrm>
            <a:off x="1755648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-test-input-6-7"/>
          <p:cNvSpPr/>
          <p:nvPr/>
        </p:nvSpPr>
        <p:spPr>
          <a:xfrm>
            <a:off x="1834896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-test-input-6-8"/>
          <p:cNvSpPr/>
          <p:nvPr/>
        </p:nvSpPr>
        <p:spPr>
          <a:xfrm>
            <a:off x="1914144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-test-input-6-9"/>
          <p:cNvSpPr/>
          <p:nvPr/>
        </p:nvSpPr>
        <p:spPr>
          <a:xfrm>
            <a:off x="1993391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-test-input-6-10"/>
          <p:cNvSpPr/>
          <p:nvPr/>
        </p:nvSpPr>
        <p:spPr>
          <a:xfrm>
            <a:off x="207264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-test-input-6-11"/>
          <p:cNvSpPr/>
          <p:nvPr/>
        </p:nvSpPr>
        <p:spPr>
          <a:xfrm>
            <a:off x="215188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-test-input-6-12"/>
          <p:cNvSpPr/>
          <p:nvPr/>
        </p:nvSpPr>
        <p:spPr>
          <a:xfrm>
            <a:off x="223113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-test-input-6-13"/>
          <p:cNvSpPr/>
          <p:nvPr/>
        </p:nvSpPr>
        <p:spPr>
          <a:xfrm>
            <a:off x="2310383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-test-input-6-14"/>
          <p:cNvSpPr/>
          <p:nvPr/>
        </p:nvSpPr>
        <p:spPr>
          <a:xfrm>
            <a:off x="238963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-test-input-6-15"/>
          <p:cNvSpPr/>
          <p:nvPr/>
        </p:nvSpPr>
        <p:spPr>
          <a:xfrm>
            <a:off x="246888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-test-input-6-16"/>
          <p:cNvSpPr/>
          <p:nvPr/>
        </p:nvSpPr>
        <p:spPr>
          <a:xfrm>
            <a:off x="254812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-test-input-6-17"/>
          <p:cNvSpPr/>
          <p:nvPr/>
        </p:nvSpPr>
        <p:spPr>
          <a:xfrm>
            <a:off x="2627375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-test-input-6-18"/>
          <p:cNvSpPr/>
          <p:nvPr/>
        </p:nvSpPr>
        <p:spPr>
          <a:xfrm>
            <a:off x="270662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-test-input-6-19"/>
          <p:cNvSpPr/>
          <p:nvPr/>
        </p:nvSpPr>
        <p:spPr>
          <a:xfrm>
            <a:off x="278587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-test-input-6-20"/>
          <p:cNvSpPr/>
          <p:nvPr/>
        </p:nvSpPr>
        <p:spPr>
          <a:xfrm>
            <a:off x="286512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-test-input-6-21"/>
          <p:cNvSpPr/>
          <p:nvPr/>
        </p:nvSpPr>
        <p:spPr>
          <a:xfrm>
            <a:off x="294436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-test-input-6-22"/>
          <p:cNvSpPr/>
          <p:nvPr/>
        </p:nvSpPr>
        <p:spPr>
          <a:xfrm>
            <a:off x="302361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-test-input-6-23"/>
          <p:cNvSpPr/>
          <p:nvPr/>
        </p:nvSpPr>
        <p:spPr>
          <a:xfrm>
            <a:off x="3102864" y="221284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-test-input-6-24"/>
          <p:cNvSpPr/>
          <p:nvPr/>
        </p:nvSpPr>
        <p:spPr>
          <a:xfrm>
            <a:off x="318211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-test-input-6-25"/>
          <p:cNvSpPr/>
          <p:nvPr/>
        </p:nvSpPr>
        <p:spPr>
          <a:xfrm>
            <a:off x="32613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-test-input-6-26"/>
          <p:cNvSpPr/>
          <p:nvPr/>
        </p:nvSpPr>
        <p:spPr>
          <a:xfrm>
            <a:off x="33406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-test-input-6-27"/>
          <p:cNvSpPr/>
          <p:nvPr/>
        </p:nvSpPr>
        <p:spPr>
          <a:xfrm>
            <a:off x="341985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-test-input-6-28"/>
          <p:cNvSpPr/>
          <p:nvPr/>
        </p:nvSpPr>
        <p:spPr>
          <a:xfrm>
            <a:off x="349910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-test-input-6-29"/>
          <p:cNvSpPr/>
          <p:nvPr/>
        </p:nvSpPr>
        <p:spPr>
          <a:xfrm>
            <a:off x="357835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-test-input-7-0"/>
          <p:cNvSpPr/>
          <p:nvPr/>
        </p:nvSpPr>
        <p:spPr>
          <a:xfrm>
            <a:off x="12801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-test-input-7-1"/>
          <p:cNvSpPr/>
          <p:nvPr/>
        </p:nvSpPr>
        <p:spPr>
          <a:xfrm>
            <a:off x="1359408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-test-input-7-2"/>
          <p:cNvSpPr/>
          <p:nvPr/>
        </p:nvSpPr>
        <p:spPr>
          <a:xfrm>
            <a:off x="1438656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-test-input-7-3"/>
          <p:cNvSpPr/>
          <p:nvPr/>
        </p:nvSpPr>
        <p:spPr>
          <a:xfrm>
            <a:off x="1517904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-test-input-7-4"/>
          <p:cNvSpPr/>
          <p:nvPr/>
        </p:nvSpPr>
        <p:spPr>
          <a:xfrm>
            <a:off x="1597152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-test-input-7-5"/>
          <p:cNvSpPr/>
          <p:nvPr/>
        </p:nvSpPr>
        <p:spPr>
          <a:xfrm>
            <a:off x="1676400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1-test-input-7-6"/>
          <p:cNvSpPr/>
          <p:nvPr/>
        </p:nvSpPr>
        <p:spPr>
          <a:xfrm>
            <a:off x="1755648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1-test-input-7-7"/>
          <p:cNvSpPr/>
          <p:nvPr/>
        </p:nvSpPr>
        <p:spPr>
          <a:xfrm>
            <a:off x="1834896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1-test-input-7-8"/>
          <p:cNvSpPr/>
          <p:nvPr/>
        </p:nvSpPr>
        <p:spPr>
          <a:xfrm>
            <a:off x="1914144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1-test-input-7-9"/>
          <p:cNvSpPr/>
          <p:nvPr/>
        </p:nvSpPr>
        <p:spPr>
          <a:xfrm>
            <a:off x="1993391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1-test-input-7-10"/>
          <p:cNvSpPr/>
          <p:nvPr/>
        </p:nvSpPr>
        <p:spPr>
          <a:xfrm>
            <a:off x="207264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1-test-input-7-11"/>
          <p:cNvSpPr/>
          <p:nvPr/>
        </p:nvSpPr>
        <p:spPr>
          <a:xfrm>
            <a:off x="215188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1-test-input-7-12"/>
          <p:cNvSpPr/>
          <p:nvPr/>
        </p:nvSpPr>
        <p:spPr>
          <a:xfrm>
            <a:off x="223113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1-test-input-7-13"/>
          <p:cNvSpPr/>
          <p:nvPr/>
        </p:nvSpPr>
        <p:spPr>
          <a:xfrm>
            <a:off x="2310383" y="229209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1-test-input-7-14"/>
          <p:cNvSpPr/>
          <p:nvPr/>
        </p:nvSpPr>
        <p:spPr>
          <a:xfrm>
            <a:off x="2389632" y="229209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1-test-input-7-15"/>
          <p:cNvSpPr/>
          <p:nvPr/>
        </p:nvSpPr>
        <p:spPr>
          <a:xfrm>
            <a:off x="2468880" y="229209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1-test-input-7-16"/>
          <p:cNvSpPr/>
          <p:nvPr/>
        </p:nvSpPr>
        <p:spPr>
          <a:xfrm>
            <a:off x="254812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1-test-input-7-17"/>
          <p:cNvSpPr/>
          <p:nvPr/>
        </p:nvSpPr>
        <p:spPr>
          <a:xfrm>
            <a:off x="2627375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1-test-input-7-18"/>
          <p:cNvSpPr/>
          <p:nvPr/>
        </p:nvSpPr>
        <p:spPr>
          <a:xfrm>
            <a:off x="270662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1-test-input-7-19"/>
          <p:cNvSpPr/>
          <p:nvPr/>
        </p:nvSpPr>
        <p:spPr>
          <a:xfrm>
            <a:off x="278587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1-test-input-7-20"/>
          <p:cNvSpPr/>
          <p:nvPr/>
        </p:nvSpPr>
        <p:spPr>
          <a:xfrm>
            <a:off x="286512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1-test-input-7-21"/>
          <p:cNvSpPr/>
          <p:nvPr/>
        </p:nvSpPr>
        <p:spPr>
          <a:xfrm>
            <a:off x="294436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1-test-input-7-22"/>
          <p:cNvSpPr/>
          <p:nvPr/>
        </p:nvSpPr>
        <p:spPr>
          <a:xfrm>
            <a:off x="302361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1-test-input-7-23"/>
          <p:cNvSpPr/>
          <p:nvPr/>
        </p:nvSpPr>
        <p:spPr>
          <a:xfrm>
            <a:off x="310286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1-test-input-7-24"/>
          <p:cNvSpPr/>
          <p:nvPr/>
        </p:nvSpPr>
        <p:spPr>
          <a:xfrm>
            <a:off x="318211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1-test-input-7-25"/>
          <p:cNvSpPr/>
          <p:nvPr/>
        </p:nvSpPr>
        <p:spPr>
          <a:xfrm>
            <a:off x="32613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1-test-input-7-26"/>
          <p:cNvSpPr/>
          <p:nvPr/>
        </p:nvSpPr>
        <p:spPr>
          <a:xfrm>
            <a:off x="334060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1-test-input-7-27"/>
          <p:cNvSpPr/>
          <p:nvPr/>
        </p:nvSpPr>
        <p:spPr>
          <a:xfrm>
            <a:off x="341985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1-test-input-7-28"/>
          <p:cNvSpPr/>
          <p:nvPr/>
        </p:nvSpPr>
        <p:spPr>
          <a:xfrm>
            <a:off x="349910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1-test-input-7-29"/>
          <p:cNvSpPr/>
          <p:nvPr/>
        </p:nvSpPr>
        <p:spPr>
          <a:xfrm>
            <a:off x="357835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1-test-input-8-0"/>
          <p:cNvSpPr/>
          <p:nvPr/>
        </p:nvSpPr>
        <p:spPr>
          <a:xfrm>
            <a:off x="12801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1-test-input-8-1"/>
          <p:cNvSpPr/>
          <p:nvPr/>
        </p:nvSpPr>
        <p:spPr>
          <a:xfrm>
            <a:off x="1359408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1-test-input-8-2"/>
          <p:cNvSpPr/>
          <p:nvPr/>
        </p:nvSpPr>
        <p:spPr>
          <a:xfrm>
            <a:off x="1438656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1-test-input-8-3"/>
          <p:cNvSpPr/>
          <p:nvPr/>
        </p:nvSpPr>
        <p:spPr>
          <a:xfrm>
            <a:off x="1517904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1-test-input-8-4"/>
          <p:cNvSpPr/>
          <p:nvPr/>
        </p:nvSpPr>
        <p:spPr>
          <a:xfrm>
            <a:off x="1597152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1-test-input-8-5"/>
          <p:cNvSpPr/>
          <p:nvPr/>
        </p:nvSpPr>
        <p:spPr>
          <a:xfrm>
            <a:off x="1676400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1-test-input-8-6"/>
          <p:cNvSpPr/>
          <p:nvPr/>
        </p:nvSpPr>
        <p:spPr>
          <a:xfrm>
            <a:off x="1755648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1-test-input-8-7"/>
          <p:cNvSpPr/>
          <p:nvPr/>
        </p:nvSpPr>
        <p:spPr>
          <a:xfrm>
            <a:off x="1834896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1-test-input-8-8"/>
          <p:cNvSpPr/>
          <p:nvPr/>
        </p:nvSpPr>
        <p:spPr>
          <a:xfrm>
            <a:off x="1914144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1-test-input-8-9"/>
          <p:cNvSpPr/>
          <p:nvPr/>
        </p:nvSpPr>
        <p:spPr>
          <a:xfrm>
            <a:off x="1993391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1-test-input-8-10"/>
          <p:cNvSpPr/>
          <p:nvPr/>
        </p:nvSpPr>
        <p:spPr>
          <a:xfrm>
            <a:off x="207264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1-test-input-8-11"/>
          <p:cNvSpPr/>
          <p:nvPr/>
        </p:nvSpPr>
        <p:spPr>
          <a:xfrm>
            <a:off x="215188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1-test-input-8-12"/>
          <p:cNvSpPr/>
          <p:nvPr/>
        </p:nvSpPr>
        <p:spPr>
          <a:xfrm>
            <a:off x="223113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1-test-input-8-13"/>
          <p:cNvSpPr/>
          <p:nvPr/>
        </p:nvSpPr>
        <p:spPr>
          <a:xfrm>
            <a:off x="2310383" y="237134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1-test-input-8-14"/>
          <p:cNvSpPr/>
          <p:nvPr/>
        </p:nvSpPr>
        <p:spPr>
          <a:xfrm>
            <a:off x="2389632" y="237134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1-test-input-8-15"/>
          <p:cNvSpPr/>
          <p:nvPr/>
        </p:nvSpPr>
        <p:spPr>
          <a:xfrm>
            <a:off x="2468880" y="237134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1-test-input-8-16"/>
          <p:cNvSpPr/>
          <p:nvPr/>
        </p:nvSpPr>
        <p:spPr>
          <a:xfrm>
            <a:off x="254812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1-test-input-8-17"/>
          <p:cNvSpPr/>
          <p:nvPr/>
        </p:nvSpPr>
        <p:spPr>
          <a:xfrm>
            <a:off x="2627375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1-test-input-8-18"/>
          <p:cNvSpPr/>
          <p:nvPr/>
        </p:nvSpPr>
        <p:spPr>
          <a:xfrm>
            <a:off x="270662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1-test-input-8-19"/>
          <p:cNvSpPr/>
          <p:nvPr/>
        </p:nvSpPr>
        <p:spPr>
          <a:xfrm>
            <a:off x="278587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1-test-input-8-20"/>
          <p:cNvSpPr/>
          <p:nvPr/>
        </p:nvSpPr>
        <p:spPr>
          <a:xfrm>
            <a:off x="286512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1-test-input-8-21"/>
          <p:cNvSpPr/>
          <p:nvPr/>
        </p:nvSpPr>
        <p:spPr>
          <a:xfrm>
            <a:off x="294436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1-test-input-8-22"/>
          <p:cNvSpPr/>
          <p:nvPr/>
        </p:nvSpPr>
        <p:spPr>
          <a:xfrm>
            <a:off x="302361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1-test-input-8-23"/>
          <p:cNvSpPr/>
          <p:nvPr/>
        </p:nvSpPr>
        <p:spPr>
          <a:xfrm>
            <a:off x="310286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1-test-input-8-24"/>
          <p:cNvSpPr/>
          <p:nvPr/>
        </p:nvSpPr>
        <p:spPr>
          <a:xfrm>
            <a:off x="318211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1-test-input-8-25"/>
          <p:cNvSpPr/>
          <p:nvPr/>
        </p:nvSpPr>
        <p:spPr>
          <a:xfrm>
            <a:off x="32613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1-test-input-8-26"/>
          <p:cNvSpPr/>
          <p:nvPr/>
        </p:nvSpPr>
        <p:spPr>
          <a:xfrm>
            <a:off x="334060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1-test-input-8-27"/>
          <p:cNvSpPr/>
          <p:nvPr/>
        </p:nvSpPr>
        <p:spPr>
          <a:xfrm>
            <a:off x="34198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1-test-input-8-28"/>
          <p:cNvSpPr/>
          <p:nvPr/>
        </p:nvSpPr>
        <p:spPr>
          <a:xfrm>
            <a:off x="349910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1-test-input-8-29"/>
          <p:cNvSpPr/>
          <p:nvPr/>
        </p:nvSpPr>
        <p:spPr>
          <a:xfrm>
            <a:off x="35783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1-test-input-9-0"/>
          <p:cNvSpPr/>
          <p:nvPr/>
        </p:nvSpPr>
        <p:spPr>
          <a:xfrm>
            <a:off x="12801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1-test-input-9-1"/>
          <p:cNvSpPr/>
          <p:nvPr/>
        </p:nvSpPr>
        <p:spPr>
          <a:xfrm>
            <a:off x="135940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1-test-input-9-2"/>
          <p:cNvSpPr/>
          <p:nvPr/>
        </p:nvSpPr>
        <p:spPr>
          <a:xfrm>
            <a:off x="14386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1-test-input-9-3"/>
          <p:cNvSpPr/>
          <p:nvPr/>
        </p:nvSpPr>
        <p:spPr>
          <a:xfrm>
            <a:off x="151790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1-test-input-9-4"/>
          <p:cNvSpPr/>
          <p:nvPr/>
        </p:nvSpPr>
        <p:spPr>
          <a:xfrm>
            <a:off x="15971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1-test-input-9-5"/>
          <p:cNvSpPr/>
          <p:nvPr/>
        </p:nvSpPr>
        <p:spPr>
          <a:xfrm>
            <a:off x="167640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1-test-input-9-6"/>
          <p:cNvSpPr/>
          <p:nvPr/>
        </p:nvSpPr>
        <p:spPr>
          <a:xfrm>
            <a:off x="175564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1-test-input-9-7"/>
          <p:cNvSpPr/>
          <p:nvPr/>
        </p:nvSpPr>
        <p:spPr>
          <a:xfrm>
            <a:off x="183489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1-test-input-9-8"/>
          <p:cNvSpPr/>
          <p:nvPr/>
        </p:nvSpPr>
        <p:spPr>
          <a:xfrm>
            <a:off x="191414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1-test-input-9-9"/>
          <p:cNvSpPr/>
          <p:nvPr/>
        </p:nvSpPr>
        <p:spPr>
          <a:xfrm>
            <a:off x="1993391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1-test-input-9-10"/>
          <p:cNvSpPr/>
          <p:nvPr/>
        </p:nvSpPr>
        <p:spPr>
          <a:xfrm>
            <a:off x="207264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1-test-input-9-11"/>
          <p:cNvSpPr/>
          <p:nvPr/>
        </p:nvSpPr>
        <p:spPr>
          <a:xfrm>
            <a:off x="215188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1-test-input-9-12"/>
          <p:cNvSpPr/>
          <p:nvPr/>
        </p:nvSpPr>
        <p:spPr>
          <a:xfrm>
            <a:off x="223113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1-test-input-9-13"/>
          <p:cNvSpPr/>
          <p:nvPr/>
        </p:nvSpPr>
        <p:spPr>
          <a:xfrm>
            <a:off x="2310383" y="2450591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1-test-input-9-14"/>
          <p:cNvSpPr/>
          <p:nvPr/>
        </p:nvSpPr>
        <p:spPr>
          <a:xfrm>
            <a:off x="2389632" y="2450591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1-test-input-9-15"/>
          <p:cNvSpPr/>
          <p:nvPr/>
        </p:nvSpPr>
        <p:spPr>
          <a:xfrm>
            <a:off x="2468880" y="2450591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1-test-input-9-16"/>
          <p:cNvSpPr/>
          <p:nvPr/>
        </p:nvSpPr>
        <p:spPr>
          <a:xfrm>
            <a:off x="254812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1-test-input-9-17"/>
          <p:cNvSpPr/>
          <p:nvPr/>
        </p:nvSpPr>
        <p:spPr>
          <a:xfrm>
            <a:off x="2627375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1-test-input-9-18"/>
          <p:cNvSpPr/>
          <p:nvPr/>
        </p:nvSpPr>
        <p:spPr>
          <a:xfrm>
            <a:off x="2706624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1-test-input-9-19"/>
          <p:cNvSpPr/>
          <p:nvPr/>
        </p:nvSpPr>
        <p:spPr>
          <a:xfrm>
            <a:off x="2785872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1-test-input-9-20"/>
          <p:cNvSpPr/>
          <p:nvPr/>
        </p:nvSpPr>
        <p:spPr>
          <a:xfrm>
            <a:off x="286512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1-test-input-9-21"/>
          <p:cNvSpPr/>
          <p:nvPr/>
        </p:nvSpPr>
        <p:spPr>
          <a:xfrm>
            <a:off x="294436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1-test-input-9-22"/>
          <p:cNvSpPr/>
          <p:nvPr/>
        </p:nvSpPr>
        <p:spPr>
          <a:xfrm>
            <a:off x="302361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1-test-input-9-23"/>
          <p:cNvSpPr/>
          <p:nvPr/>
        </p:nvSpPr>
        <p:spPr>
          <a:xfrm>
            <a:off x="310286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1-test-input-9-24"/>
          <p:cNvSpPr/>
          <p:nvPr/>
        </p:nvSpPr>
        <p:spPr>
          <a:xfrm>
            <a:off x="3182112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1-test-input-9-25"/>
          <p:cNvSpPr/>
          <p:nvPr/>
        </p:nvSpPr>
        <p:spPr>
          <a:xfrm>
            <a:off x="326136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1-test-input-9-26"/>
          <p:cNvSpPr/>
          <p:nvPr/>
        </p:nvSpPr>
        <p:spPr>
          <a:xfrm>
            <a:off x="3340608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1-test-input-9-27"/>
          <p:cNvSpPr/>
          <p:nvPr/>
        </p:nvSpPr>
        <p:spPr>
          <a:xfrm>
            <a:off x="34198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1-test-input-9-28"/>
          <p:cNvSpPr/>
          <p:nvPr/>
        </p:nvSpPr>
        <p:spPr>
          <a:xfrm>
            <a:off x="349910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1-test-input-9-29"/>
          <p:cNvSpPr/>
          <p:nvPr/>
        </p:nvSpPr>
        <p:spPr>
          <a:xfrm>
            <a:off x="35783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1-test-input-10-0"/>
          <p:cNvSpPr/>
          <p:nvPr/>
        </p:nvSpPr>
        <p:spPr>
          <a:xfrm>
            <a:off x="1280160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1-test-input-10-1"/>
          <p:cNvSpPr/>
          <p:nvPr/>
        </p:nvSpPr>
        <p:spPr>
          <a:xfrm>
            <a:off x="1359408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1-test-input-10-2"/>
          <p:cNvSpPr/>
          <p:nvPr/>
        </p:nvSpPr>
        <p:spPr>
          <a:xfrm>
            <a:off x="143865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1-test-input-10-3"/>
          <p:cNvSpPr/>
          <p:nvPr/>
        </p:nvSpPr>
        <p:spPr>
          <a:xfrm>
            <a:off x="151790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1-test-input-10-4"/>
          <p:cNvSpPr/>
          <p:nvPr/>
        </p:nvSpPr>
        <p:spPr>
          <a:xfrm>
            <a:off x="1597152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1-test-input-10-5"/>
          <p:cNvSpPr/>
          <p:nvPr/>
        </p:nvSpPr>
        <p:spPr>
          <a:xfrm>
            <a:off x="1676400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1-test-input-10-6"/>
          <p:cNvSpPr/>
          <p:nvPr/>
        </p:nvSpPr>
        <p:spPr>
          <a:xfrm>
            <a:off x="1755648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1-test-input-10-7"/>
          <p:cNvSpPr/>
          <p:nvPr/>
        </p:nvSpPr>
        <p:spPr>
          <a:xfrm>
            <a:off x="183489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1-test-input-10-8"/>
          <p:cNvSpPr/>
          <p:nvPr/>
        </p:nvSpPr>
        <p:spPr>
          <a:xfrm>
            <a:off x="191414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1-test-input-10-9"/>
          <p:cNvSpPr/>
          <p:nvPr/>
        </p:nvSpPr>
        <p:spPr>
          <a:xfrm>
            <a:off x="1993391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1-test-input-10-10"/>
          <p:cNvSpPr/>
          <p:nvPr/>
        </p:nvSpPr>
        <p:spPr>
          <a:xfrm>
            <a:off x="207264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1-test-input-10-11"/>
          <p:cNvSpPr/>
          <p:nvPr/>
        </p:nvSpPr>
        <p:spPr>
          <a:xfrm>
            <a:off x="215188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1-test-input-10-12"/>
          <p:cNvSpPr/>
          <p:nvPr/>
        </p:nvSpPr>
        <p:spPr>
          <a:xfrm>
            <a:off x="223113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1-test-input-10-13"/>
          <p:cNvSpPr/>
          <p:nvPr/>
        </p:nvSpPr>
        <p:spPr>
          <a:xfrm>
            <a:off x="2310383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1-test-input-10-14"/>
          <p:cNvSpPr/>
          <p:nvPr/>
        </p:nvSpPr>
        <p:spPr>
          <a:xfrm>
            <a:off x="238963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1-test-input-10-15"/>
          <p:cNvSpPr/>
          <p:nvPr/>
        </p:nvSpPr>
        <p:spPr>
          <a:xfrm>
            <a:off x="246888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1-test-input-10-16"/>
          <p:cNvSpPr/>
          <p:nvPr/>
        </p:nvSpPr>
        <p:spPr>
          <a:xfrm>
            <a:off x="254812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1-test-input-10-17"/>
          <p:cNvSpPr/>
          <p:nvPr/>
        </p:nvSpPr>
        <p:spPr>
          <a:xfrm>
            <a:off x="2627375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1-test-input-10-18"/>
          <p:cNvSpPr/>
          <p:nvPr/>
        </p:nvSpPr>
        <p:spPr>
          <a:xfrm>
            <a:off x="2706624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1-test-input-10-19"/>
          <p:cNvSpPr/>
          <p:nvPr/>
        </p:nvSpPr>
        <p:spPr>
          <a:xfrm>
            <a:off x="2785872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1-test-input-10-20"/>
          <p:cNvSpPr/>
          <p:nvPr/>
        </p:nvSpPr>
        <p:spPr>
          <a:xfrm>
            <a:off x="286512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1-test-input-10-21"/>
          <p:cNvSpPr/>
          <p:nvPr/>
        </p:nvSpPr>
        <p:spPr>
          <a:xfrm>
            <a:off x="294436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1-test-input-10-22"/>
          <p:cNvSpPr/>
          <p:nvPr/>
        </p:nvSpPr>
        <p:spPr>
          <a:xfrm>
            <a:off x="302361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1-test-input-10-23"/>
          <p:cNvSpPr/>
          <p:nvPr/>
        </p:nvSpPr>
        <p:spPr>
          <a:xfrm>
            <a:off x="310286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1-test-input-10-24"/>
          <p:cNvSpPr/>
          <p:nvPr/>
        </p:nvSpPr>
        <p:spPr>
          <a:xfrm>
            <a:off x="3182112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1-test-input-10-25"/>
          <p:cNvSpPr/>
          <p:nvPr/>
        </p:nvSpPr>
        <p:spPr>
          <a:xfrm>
            <a:off x="326136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1-test-input-10-26"/>
          <p:cNvSpPr/>
          <p:nvPr/>
        </p:nvSpPr>
        <p:spPr>
          <a:xfrm>
            <a:off x="334060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1-test-input-10-27"/>
          <p:cNvSpPr/>
          <p:nvPr/>
        </p:nvSpPr>
        <p:spPr>
          <a:xfrm>
            <a:off x="341985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1-test-input-10-28"/>
          <p:cNvSpPr/>
          <p:nvPr/>
        </p:nvSpPr>
        <p:spPr>
          <a:xfrm>
            <a:off x="349910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1-test-input-10-29"/>
          <p:cNvSpPr/>
          <p:nvPr/>
        </p:nvSpPr>
        <p:spPr>
          <a:xfrm>
            <a:off x="35783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1-test-input-11-0"/>
          <p:cNvSpPr/>
          <p:nvPr/>
        </p:nvSpPr>
        <p:spPr>
          <a:xfrm>
            <a:off x="1280160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1-test-input-11-1"/>
          <p:cNvSpPr/>
          <p:nvPr/>
        </p:nvSpPr>
        <p:spPr>
          <a:xfrm>
            <a:off x="135940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1-test-input-11-2"/>
          <p:cNvSpPr/>
          <p:nvPr/>
        </p:nvSpPr>
        <p:spPr>
          <a:xfrm>
            <a:off x="143865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1-test-input-11-3"/>
          <p:cNvSpPr/>
          <p:nvPr/>
        </p:nvSpPr>
        <p:spPr>
          <a:xfrm>
            <a:off x="151790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1-test-input-11-4"/>
          <p:cNvSpPr/>
          <p:nvPr/>
        </p:nvSpPr>
        <p:spPr>
          <a:xfrm>
            <a:off x="1597152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1-test-input-11-5"/>
          <p:cNvSpPr/>
          <p:nvPr/>
        </p:nvSpPr>
        <p:spPr>
          <a:xfrm>
            <a:off x="1676400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1-test-input-11-6"/>
          <p:cNvSpPr/>
          <p:nvPr/>
        </p:nvSpPr>
        <p:spPr>
          <a:xfrm>
            <a:off x="175564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1-test-input-11-7"/>
          <p:cNvSpPr/>
          <p:nvPr/>
        </p:nvSpPr>
        <p:spPr>
          <a:xfrm>
            <a:off x="183489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1-test-input-11-8"/>
          <p:cNvSpPr/>
          <p:nvPr/>
        </p:nvSpPr>
        <p:spPr>
          <a:xfrm>
            <a:off x="191414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1-test-input-11-9"/>
          <p:cNvSpPr/>
          <p:nvPr/>
        </p:nvSpPr>
        <p:spPr>
          <a:xfrm>
            <a:off x="1993391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1-test-input-11-10"/>
          <p:cNvSpPr/>
          <p:nvPr/>
        </p:nvSpPr>
        <p:spPr>
          <a:xfrm>
            <a:off x="207264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1-test-input-11-11"/>
          <p:cNvSpPr/>
          <p:nvPr/>
        </p:nvSpPr>
        <p:spPr>
          <a:xfrm>
            <a:off x="215188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1-test-input-11-12"/>
          <p:cNvSpPr/>
          <p:nvPr/>
        </p:nvSpPr>
        <p:spPr>
          <a:xfrm>
            <a:off x="223113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1-test-input-11-13"/>
          <p:cNvSpPr/>
          <p:nvPr/>
        </p:nvSpPr>
        <p:spPr>
          <a:xfrm>
            <a:off x="2310383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1-test-input-11-14"/>
          <p:cNvSpPr/>
          <p:nvPr/>
        </p:nvSpPr>
        <p:spPr>
          <a:xfrm>
            <a:off x="238963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1-test-input-11-15"/>
          <p:cNvSpPr/>
          <p:nvPr/>
        </p:nvSpPr>
        <p:spPr>
          <a:xfrm>
            <a:off x="246888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1-test-input-11-16"/>
          <p:cNvSpPr/>
          <p:nvPr/>
        </p:nvSpPr>
        <p:spPr>
          <a:xfrm>
            <a:off x="254812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1-test-input-11-17"/>
          <p:cNvSpPr/>
          <p:nvPr/>
        </p:nvSpPr>
        <p:spPr>
          <a:xfrm>
            <a:off x="2627375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1-test-input-11-18"/>
          <p:cNvSpPr/>
          <p:nvPr/>
        </p:nvSpPr>
        <p:spPr>
          <a:xfrm>
            <a:off x="2706624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1-test-input-11-19"/>
          <p:cNvSpPr/>
          <p:nvPr/>
        </p:nvSpPr>
        <p:spPr>
          <a:xfrm>
            <a:off x="2785872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1-test-input-11-20"/>
          <p:cNvSpPr/>
          <p:nvPr/>
        </p:nvSpPr>
        <p:spPr>
          <a:xfrm>
            <a:off x="286512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1-test-input-11-21"/>
          <p:cNvSpPr/>
          <p:nvPr/>
        </p:nvSpPr>
        <p:spPr>
          <a:xfrm>
            <a:off x="294436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1-test-input-11-22"/>
          <p:cNvSpPr/>
          <p:nvPr/>
        </p:nvSpPr>
        <p:spPr>
          <a:xfrm>
            <a:off x="302361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1-test-input-11-23"/>
          <p:cNvSpPr/>
          <p:nvPr/>
        </p:nvSpPr>
        <p:spPr>
          <a:xfrm>
            <a:off x="310286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1-test-input-11-24"/>
          <p:cNvSpPr/>
          <p:nvPr/>
        </p:nvSpPr>
        <p:spPr>
          <a:xfrm>
            <a:off x="3182112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1-test-input-11-25"/>
          <p:cNvSpPr/>
          <p:nvPr/>
        </p:nvSpPr>
        <p:spPr>
          <a:xfrm>
            <a:off x="326136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1-test-input-11-26"/>
          <p:cNvSpPr/>
          <p:nvPr/>
        </p:nvSpPr>
        <p:spPr>
          <a:xfrm>
            <a:off x="3340608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1-test-input-11-27"/>
          <p:cNvSpPr/>
          <p:nvPr/>
        </p:nvSpPr>
        <p:spPr>
          <a:xfrm>
            <a:off x="341985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1-test-input-11-28"/>
          <p:cNvSpPr/>
          <p:nvPr/>
        </p:nvSpPr>
        <p:spPr>
          <a:xfrm>
            <a:off x="349910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1-test-input-11-29"/>
          <p:cNvSpPr/>
          <p:nvPr/>
        </p:nvSpPr>
        <p:spPr>
          <a:xfrm>
            <a:off x="35783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1-test-input-12-0"/>
          <p:cNvSpPr/>
          <p:nvPr/>
        </p:nvSpPr>
        <p:spPr>
          <a:xfrm>
            <a:off x="1280160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1-test-input-12-1"/>
          <p:cNvSpPr/>
          <p:nvPr/>
        </p:nvSpPr>
        <p:spPr>
          <a:xfrm>
            <a:off x="135940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1-test-input-12-2"/>
          <p:cNvSpPr/>
          <p:nvPr/>
        </p:nvSpPr>
        <p:spPr>
          <a:xfrm>
            <a:off x="14386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1-test-input-12-3"/>
          <p:cNvSpPr/>
          <p:nvPr/>
        </p:nvSpPr>
        <p:spPr>
          <a:xfrm>
            <a:off x="151790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1-test-input-12-4"/>
          <p:cNvSpPr/>
          <p:nvPr/>
        </p:nvSpPr>
        <p:spPr>
          <a:xfrm>
            <a:off x="1597152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1-test-input-12-5"/>
          <p:cNvSpPr/>
          <p:nvPr/>
        </p:nvSpPr>
        <p:spPr>
          <a:xfrm>
            <a:off x="1676400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1-test-input-12-6"/>
          <p:cNvSpPr/>
          <p:nvPr/>
        </p:nvSpPr>
        <p:spPr>
          <a:xfrm>
            <a:off x="175564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1-test-input-12-7"/>
          <p:cNvSpPr/>
          <p:nvPr/>
        </p:nvSpPr>
        <p:spPr>
          <a:xfrm>
            <a:off x="183489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1-test-input-12-8"/>
          <p:cNvSpPr/>
          <p:nvPr/>
        </p:nvSpPr>
        <p:spPr>
          <a:xfrm>
            <a:off x="191414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1-test-input-12-9"/>
          <p:cNvSpPr/>
          <p:nvPr/>
        </p:nvSpPr>
        <p:spPr>
          <a:xfrm>
            <a:off x="1993391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1-test-input-12-10"/>
          <p:cNvSpPr/>
          <p:nvPr/>
        </p:nvSpPr>
        <p:spPr>
          <a:xfrm>
            <a:off x="207264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1-test-input-12-11"/>
          <p:cNvSpPr/>
          <p:nvPr/>
        </p:nvSpPr>
        <p:spPr>
          <a:xfrm>
            <a:off x="215188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1-test-input-12-12"/>
          <p:cNvSpPr/>
          <p:nvPr/>
        </p:nvSpPr>
        <p:spPr>
          <a:xfrm>
            <a:off x="223113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1-test-input-12-13"/>
          <p:cNvSpPr/>
          <p:nvPr/>
        </p:nvSpPr>
        <p:spPr>
          <a:xfrm>
            <a:off x="2310383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1-test-input-12-14"/>
          <p:cNvSpPr/>
          <p:nvPr/>
        </p:nvSpPr>
        <p:spPr>
          <a:xfrm>
            <a:off x="238963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1-test-input-12-15"/>
          <p:cNvSpPr/>
          <p:nvPr/>
        </p:nvSpPr>
        <p:spPr>
          <a:xfrm>
            <a:off x="246888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1-test-input-12-16"/>
          <p:cNvSpPr/>
          <p:nvPr/>
        </p:nvSpPr>
        <p:spPr>
          <a:xfrm>
            <a:off x="254812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1-test-input-12-17"/>
          <p:cNvSpPr/>
          <p:nvPr/>
        </p:nvSpPr>
        <p:spPr>
          <a:xfrm>
            <a:off x="2627375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1-test-input-12-18"/>
          <p:cNvSpPr/>
          <p:nvPr/>
        </p:nvSpPr>
        <p:spPr>
          <a:xfrm>
            <a:off x="2706624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1-test-input-12-19"/>
          <p:cNvSpPr/>
          <p:nvPr/>
        </p:nvSpPr>
        <p:spPr>
          <a:xfrm>
            <a:off x="2785872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1-test-input-12-20"/>
          <p:cNvSpPr/>
          <p:nvPr/>
        </p:nvSpPr>
        <p:spPr>
          <a:xfrm>
            <a:off x="286512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1-test-input-12-21"/>
          <p:cNvSpPr/>
          <p:nvPr/>
        </p:nvSpPr>
        <p:spPr>
          <a:xfrm>
            <a:off x="2944368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1-test-input-12-22"/>
          <p:cNvSpPr/>
          <p:nvPr/>
        </p:nvSpPr>
        <p:spPr>
          <a:xfrm>
            <a:off x="3023616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1-test-input-12-23"/>
          <p:cNvSpPr/>
          <p:nvPr/>
        </p:nvSpPr>
        <p:spPr>
          <a:xfrm>
            <a:off x="3102864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1-test-input-12-24"/>
          <p:cNvSpPr/>
          <p:nvPr/>
        </p:nvSpPr>
        <p:spPr>
          <a:xfrm>
            <a:off x="3182112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1-test-input-12-25"/>
          <p:cNvSpPr/>
          <p:nvPr/>
        </p:nvSpPr>
        <p:spPr>
          <a:xfrm>
            <a:off x="326136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1-test-input-12-26"/>
          <p:cNvSpPr/>
          <p:nvPr/>
        </p:nvSpPr>
        <p:spPr>
          <a:xfrm>
            <a:off x="3340608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1-test-input-12-27"/>
          <p:cNvSpPr/>
          <p:nvPr/>
        </p:nvSpPr>
        <p:spPr>
          <a:xfrm>
            <a:off x="34198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1-test-input-12-28"/>
          <p:cNvSpPr/>
          <p:nvPr/>
        </p:nvSpPr>
        <p:spPr>
          <a:xfrm>
            <a:off x="349910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1-test-input-12-29"/>
          <p:cNvSpPr/>
          <p:nvPr/>
        </p:nvSpPr>
        <p:spPr>
          <a:xfrm>
            <a:off x="357835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1-test-input-13-0"/>
          <p:cNvSpPr/>
          <p:nvPr/>
        </p:nvSpPr>
        <p:spPr>
          <a:xfrm>
            <a:off x="1280160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1-test-input-13-1"/>
          <p:cNvSpPr/>
          <p:nvPr/>
        </p:nvSpPr>
        <p:spPr>
          <a:xfrm>
            <a:off x="135940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1-test-input-13-2"/>
          <p:cNvSpPr/>
          <p:nvPr/>
        </p:nvSpPr>
        <p:spPr>
          <a:xfrm>
            <a:off x="143865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1-test-input-13-3"/>
          <p:cNvSpPr/>
          <p:nvPr/>
        </p:nvSpPr>
        <p:spPr>
          <a:xfrm>
            <a:off x="15179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1-test-input-13-4"/>
          <p:cNvSpPr/>
          <p:nvPr/>
        </p:nvSpPr>
        <p:spPr>
          <a:xfrm>
            <a:off x="1597152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1-test-input-13-5"/>
          <p:cNvSpPr/>
          <p:nvPr/>
        </p:nvSpPr>
        <p:spPr>
          <a:xfrm>
            <a:off x="1676400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1-test-input-13-6"/>
          <p:cNvSpPr/>
          <p:nvPr/>
        </p:nvSpPr>
        <p:spPr>
          <a:xfrm>
            <a:off x="1755648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1-test-input-13-7"/>
          <p:cNvSpPr/>
          <p:nvPr/>
        </p:nvSpPr>
        <p:spPr>
          <a:xfrm>
            <a:off x="183489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1-test-input-13-8"/>
          <p:cNvSpPr/>
          <p:nvPr/>
        </p:nvSpPr>
        <p:spPr>
          <a:xfrm>
            <a:off x="191414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1-test-input-13-9"/>
          <p:cNvSpPr/>
          <p:nvPr/>
        </p:nvSpPr>
        <p:spPr>
          <a:xfrm>
            <a:off x="1993391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1-test-input-13-10"/>
          <p:cNvSpPr/>
          <p:nvPr/>
        </p:nvSpPr>
        <p:spPr>
          <a:xfrm>
            <a:off x="207264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1-test-input-13-11"/>
          <p:cNvSpPr/>
          <p:nvPr/>
        </p:nvSpPr>
        <p:spPr>
          <a:xfrm>
            <a:off x="215188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1-test-input-13-12"/>
          <p:cNvSpPr/>
          <p:nvPr/>
        </p:nvSpPr>
        <p:spPr>
          <a:xfrm>
            <a:off x="223113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1-test-input-13-13"/>
          <p:cNvSpPr/>
          <p:nvPr/>
        </p:nvSpPr>
        <p:spPr>
          <a:xfrm>
            <a:off x="2310383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1-test-input-13-14"/>
          <p:cNvSpPr/>
          <p:nvPr/>
        </p:nvSpPr>
        <p:spPr>
          <a:xfrm>
            <a:off x="2389632" y="2767583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1-test-input-13-15"/>
          <p:cNvSpPr/>
          <p:nvPr/>
        </p:nvSpPr>
        <p:spPr>
          <a:xfrm>
            <a:off x="246888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1-test-input-13-16"/>
          <p:cNvSpPr/>
          <p:nvPr/>
        </p:nvSpPr>
        <p:spPr>
          <a:xfrm>
            <a:off x="254812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1-test-input-13-17"/>
          <p:cNvSpPr/>
          <p:nvPr/>
        </p:nvSpPr>
        <p:spPr>
          <a:xfrm>
            <a:off x="2627375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1-test-input-13-18"/>
          <p:cNvSpPr/>
          <p:nvPr/>
        </p:nvSpPr>
        <p:spPr>
          <a:xfrm>
            <a:off x="2706624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1-test-input-13-19"/>
          <p:cNvSpPr/>
          <p:nvPr/>
        </p:nvSpPr>
        <p:spPr>
          <a:xfrm>
            <a:off x="2785872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1-test-input-13-20"/>
          <p:cNvSpPr/>
          <p:nvPr/>
        </p:nvSpPr>
        <p:spPr>
          <a:xfrm>
            <a:off x="2865120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1-test-input-13-21"/>
          <p:cNvSpPr/>
          <p:nvPr/>
        </p:nvSpPr>
        <p:spPr>
          <a:xfrm>
            <a:off x="2944368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1-test-input-13-22"/>
          <p:cNvSpPr/>
          <p:nvPr/>
        </p:nvSpPr>
        <p:spPr>
          <a:xfrm>
            <a:off x="3023616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1-test-input-13-23"/>
          <p:cNvSpPr/>
          <p:nvPr/>
        </p:nvSpPr>
        <p:spPr>
          <a:xfrm>
            <a:off x="3102864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1-test-input-13-24"/>
          <p:cNvSpPr/>
          <p:nvPr/>
        </p:nvSpPr>
        <p:spPr>
          <a:xfrm>
            <a:off x="3182112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1-test-input-13-25"/>
          <p:cNvSpPr/>
          <p:nvPr/>
        </p:nvSpPr>
        <p:spPr>
          <a:xfrm>
            <a:off x="3261360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1-test-input-13-26"/>
          <p:cNvSpPr/>
          <p:nvPr/>
        </p:nvSpPr>
        <p:spPr>
          <a:xfrm>
            <a:off x="3340608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1-test-input-13-27"/>
          <p:cNvSpPr/>
          <p:nvPr/>
        </p:nvSpPr>
        <p:spPr>
          <a:xfrm>
            <a:off x="341985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1-test-input-13-28"/>
          <p:cNvSpPr/>
          <p:nvPr/>
        </p:nvSpPr>
        <p:spPr>
          <a:xfrm>
            <a:off x="34991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1-test-input-13-29"/>
          <p:cNvSpPr/>
          <p:nvPr/>
        </p:nvSpPr>
        <p:spPr>
          <a:xfrm>
            <a:off x="357835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1-test-input-14-0"/>
          <p:cNvSpPr/>
          <p:nvPr/>
        </p:nvSpPr>
        <p:spPr>
          <a:xfrm>
            <a:off x="1280160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1-test-input-14-1"/>
          <p:cNvSpPr/>
          <p:nvPr/>
        </p:nvSpPr>
        <p:spPr>
          <a:xfrm>
            <a:off x="135940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1-test-input-14-2"/>
          <p:cNvSpPr/>
          <p:nvPr/>
        </p:nvSpPr>
        <p:spPr>
          <a:xfrm>
            <a:off x="143865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1-test-input-14-3"/>
          <p:cNvSpPr/>
          <p:nvPr/>
        </p:nvSpPr>
        <p:spPr>
          <a:xfrm>
            <a:off x="151790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1-test-input-14-4"/>
          <p:cNvSpPr/>
          <p:nvPr/>
        </p:nvSpPr>
        <p:spPr>
          <a:xfrm>
            <a:off x="159715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1-test-input-14-5"/>
          <p:cNvSpPr/>
          <p:nvPr/>
        </p:nvSpPr>
        <p:spPr>
          <a:xfrm>
            <a:off x="167640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1-test-input-14-6"/>
          <p:cNvSpPr/>
          <p:nvPr/>
        </p:nvSpPr>
        <p:spPr>
          <a:xfrm>
            <a:off x="175564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1-test-input-14-7"/>
          <p:cNvSpPr/>
          <p:nvPr/>
        </p:nvSpPr>
        <p:spPr>
          <a:xfrm>
            <a:off x="183489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1-test-input-14-8"/>
          <p:cNvSpPr/>
          <p:nvPr/>
        </p:nvSpPr>
        <p:spPr>
          <a:xfrm>
            <a:off x="191414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1-test-input-14-9"/>
          <p:cNvSpPr/>
          <p:nvPr/>
        </p:nvSpPr>
        <p:spPr>
          <a:xfrm>
            <a:off x="1993391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1-test-input-14-10"/>
          <p:cNvSpPr/>
          <p:nvPr/>
        </p:nvSpPr>
        <p:spPr>
          <a:xfrm>
            <a:off x="207264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1-test-input-14-11"/>
          <p:cNvSpPr/>
          <p:nvPr/>
        </p:nvSpPr>
        <p:spPr>
          <a:xfrm>
            <a:off x="215188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1-test-input-14-12"/>
          <p:cNvSpPr/>
          <p:nvPr/>
        </p:nvSpPr>
        <p:spPr>
          <a:xfrm>
            <a:off x="223113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1-test-input-14-13"/>
          <p:cNvSpPr/>
          <p:nvPr/>
        </p:nvSpPr>
        <p:spPr>
          <a:xfrm>
            <a:off x="2310383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1-test-input-14-14"/>
          <p:cNvSpPr/>
          <p:nvPr/>
        </p:nvSpPr>
        <p:spPr>
          <a:xfrm>
            <a:off x="238963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1-test-input-14-15"/>
          <p:cNvSpPr/>
          <p:nvPr/>
        </p:nvSpPr>
        <p:spPr>
          <a:xfrm>
            <a:off x="246888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1-test-input-14-16"/>
          <p:cNvSpPr/>
          <p:nvPr/>
        </p:nvSpPr>
        <p:spPr>
          <a:xfrm>
            <a:off x="254812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1-test-input-14-17"/>
          <p:cNvSpPr/>
          <p:nvPr/>
        </p:nvSpPr>
        <p:spPr>
          <a:xfrm>
            <a:off x="2627375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1-test-input-14-18"/>
          <p:cNvSpPr/>
          <p:nvPr/>
        </p:nvSpPr>
        <p:spPr>
          <a:xfrm>
            <a:off x="2706624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1-test-input-14-19"/>
          <p:cNvSpPr/>
          <p:nvPr/>
        </p:nvSpPr>
        <p:spPr>
          <a:xfrm>
            <a:off x="2785872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1-test-input-14-20"/>
          <p:cNvSpPr/>
          <p:nvPr/>
        </p:nvSpPr>
        <p:spPr>
          <a:xfrm>
            <a:off x="2865120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1-test-input-14-21"/>
          <p:cNvSpPr/>
          <p:nvPr/>
        </p:nvSpPr>
        <p:spPr>
          <a:xfrm>
            <a:off x="2944368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1-test-input-14-22"/>
          <p:cNvSpPr/>
          <p:nvPr/>
        </p:nvSpPr>
        <p:spPr>
          <a:xfrm>
            <a:off x="3023616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1-test-input-14-23"/>
          <p:cNvSpPr/>
          <p:nvPr/>
        </p:nvSpPr>
        <p:spPr>
          <a:xfrm>
            <a:off x="3102864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1-test-input-14-24"/>
          <p:cNvSpPr/>
          <p:nvPr/>
        </p:nvSpPr>
        <p:spPr>
          <a:xfrm>
            <a:off x="3182112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1-test-input-14-25"/>
          <p:cNvSpPr/>
          <p:nvPr/>
        </p:nvSpPr>
        <p:spPr>
          <a:xfrm>
            <a:off x="3261360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1-test-input-14-26"/>
          <p:cNvSpPr/>
          <p:nvPr/>
        </p:nvSpPr>
        <p:spPr>
          <a:xfrm>
            <a:off x="3340608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1-test-input-14-27"/>
          <p:cNvSpPr/>
          <p:nvPr/>
        </p:nvSpPr>
        <p:spPr>
          <a:xfrm>
            <a:off x="34198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1-test-input-14-28"/>
          <p:cNvSpPr/>
          <p:nvPr/>
        </p:nvSpPr>
        <p:spPr>
          <a:xfrm>
            <a:off x="349910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1-test-input-14-29"/>
          <p:cNvSpPr/>
          <p:nvPr/>
        </p:nvSpPr>
        <p:spPr>
          <a:xfrm>
            <a:off x="357835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1-test-input-15-0"/>
          <p:cNvSpPr/>
          <p:nvPr/>
        </p:nvSpPr>
        <p:spPr>
          <a:xfrm>
            <a:off x="128016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1-test-input-15-1"/>
          <p:cNvSpPr/>
          <p:nvPr/>
        </p:nvSpPr>
        <p:spPr>
          <a:xfrm>
            <a:off x="135940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1-test-input-15-2"/>
          <p:cNvSpPr/>
          <p:nvPr/>
        </p:nvSpPr>
        <p:spPr>
          <a:xfrm>
            <a:off x="143865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1-test-input-15-3"/>
          <p:cNvSpPr/>
          <p:nvPr/>
        </p:nvSpPr>
        <p:spPr>
          <a:xfrm>
            <a:off x="151790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1-test-input-15-4"/>
          <p:cNvSpPr/>
          <p:nvPr/>
        </p:nvSpPr>
        <p:spPr>
          <a:xfrm>
            <a:off x="159715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1-test-input-15-5"/>
          <p:cNvSpPr/>
          <p:nvPr/>
        </p:nvSpPr>
        <p:spPr>
          <a:xfrm>
            <a:off x="167640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1-test-input-15-6"/>
          <p:cNvSpPr/>
          <p:nvPr/>
        </p:nvSpPr>
        <p:spPr>
          <a:xfrm>
            <a:off x="175564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1-test-input-15-7"/>
          <p:cNvSpPr/>
          <p:nvPr/>
        </p:nvSpPr>
        <p:spPr>
          <a:xfrm>
            <a:off x="183489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1-test-input-15-8"/>
          <p:cNvSpPr/>
          <p:nvPr/>
        </p:nvSpPr>
        <p:spPr>
          <a:xfrm>
            <a:off x="191414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1-test-input-15-9"/>
          <p:cNvSpPr/>
          <p:nvPr/>
        </p:nvSpPr>
        <p:spPr>
          <a:xfrm>
            <a:off x="1993391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1-test-input-15-10"/>
          <p:cNvSpPr/>
          <p:nvPr/>
        </p:nvSpPr>
        <p:spPr>
          <a:xfrm>
            <a:off x="207264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1-test-input-15-11"/>
          <p:cNvSpPr/>
          <p:nvPr/>
        </p:nvSpPr>
        <p:spPr>
          <a:xfrm>
            <a:off x="215188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1-test-input-15-12"/>
          <p:cNvSpPr/>
          <p:nvPr/>
        </p:nvSpPr>
        <p:spPr>
          <a:xfrm>
            <a:off x="223113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1-test-input-15-13"/>
          <p:cNvSpPr/>
          <p:nvPr/>
        </p:nvSpPr>
        <p:spPr>
          <a:xfrm>
            <a:off x="2310383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1-test-input-15-14"/>
          <p:cNvSpPr/>
          <p:nvPr/>
        </p:nvSpPr>
        <p:spPr>
          <a:xfrm>
            <a:off x="238963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1-test-input-15-15"/>
          <p:cNvSpPr/>
          <p:nvPr/>
        </p:nvSpPr>
        <p:spPr>
          <a:xfrm>
            <a:off x="246888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1-test-input-15-16"/>
          <p:cNvSpPr/>
          <p:nvPr/>
        </p:nvSpPr>
        <p:spPr>
          <a:xfrm>
            <a:off x="254812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1-test-input-15-17"/>
          <p:cNvSpPr/>
          <p:nvPr/>
        </p:nvSpPr>
        <p:spPr>
          <a:xfrm>
            <a:off x="2627375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1-test-input-15-18"/>
          <p:cNvSpPr/>
          <p:nvPr/>
        </p:nvSpPr>
        <p:spPr>
          <a:xfrm>
            <a:off x="270662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1-test-input-15-19"/>
          <p:cNvSpPr/>
          <p:nvPr/>
        </p:nvSpPr>
        <p:spPr>
          <a:xfrm>
            <a:off x="278587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1-test-input-15-20"/>
          <p:cNvSpPr/>
          <p:nvPr/>
        </p:nvSpPr>
        <p:spPr>
          <a:xfrm>
            <a:off x="286512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1-test-input-15-21"/>
          <p:cNvSpPr/>
          <p:nvPr/>
        </p:nvSpPr>
        <p:spPr>
          <a:xfrm>
            <a:off x="294436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1-test-input-15-22"/>
          <p:cNvSpPr/>
          <p:nvPr/>
        </p:nvSpPr>
        <p:spPr>
          <a:xfrm>
            <a:off x="302361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1-test-input-15-23"/>
          <p:cNvSpPr/>
          <p:nvPr/>
        </p:nvSpPr>
        <p:spPr>
          <a:xfrm>
            <a:off x="310286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1-test-input-15-24"/>
          <p:cNvSpPr/>
          <p:nvPr/>
        </p:nvSpPr>
        <p:spPr>
          <a:xfrm>
            <a:off x="3182112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1-test-input-15-25"/>
          <p:cNvSpPr/>
          <p:nvPr/>
        </p:nvSpPr>
        <p:spPr>
          <a:xfrm>
            <a:off x="3261360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1-test-input-15-26"/>
          <p:cNvSpPr/>
          <p:nvPr/>
        </p:nvSpPr>
        <p:spPr>
          <a:xfrm>
            <a:off x="3340608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1-test-input-15-27"/>
          <p:cNvSpPr/>
          <p:nvPr/>
        </p:nvSpPr>
        <p:spPr>
          <a:xfrm>
            <a:off x="341985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1-test-input-15-28"/>
          <p:cNvSpPr/>
          <p:nvPr/>
        </p:nvSpPr>
        <p:spPr>
          <a:xfrm>
            <a:off x="349910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1-test-input-15-29"/>
          <p:cNvSpPr/>
          <p:nvPr/>
        </p:nvSpPr>
        <p:spPr>
          <a:xfrm>
            <a:off x="35783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1-test-input-16-0"/>
          <p:cNvSpPr/>
          <p:nvPr/>
        </p:nvSpPr>
        <p:spPr>
          <a:xfrm>
            <a:off x="1280160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1-test-input-16-1"/>
          <p:cNvSpPr/>
          <p:nvPr/>
        </p:nvSpPr>
        <p:spPr>
          <a:xfrm>
            <a:off x="13594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1-test-input-16-2"/>
          <p:cNvSpPr/>
          <p:nvPr/>
        </p:nvSpPr>
        <p:spPr>
          <a:xfrm>
            <a:off x="14386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1-test-input-16-3"/>
          <p:cNvSpPr/>
          <p:nvPr/>
        </p:nvSpPr>
        <p:spPr>
          <a:xfrm>
            <a:off x="15179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1-test-input-16-4"/>
          <p:cNvSpPr/>
          <p:nvPr/>
        </p:nvSpPr>
        <p:spPr>
          <a:xfrm>
            <a:off x="1597152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1-test-input-16-5"/>
          <p:cNvSpPr/>
          <p:nvPr/>
        </p:nvSpPr>
        <p:spPr>
          <a:xfrm>
            <a:off x="167640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1-test-input-16-6"/>
          <p:cNvSpPr/>
          <p:nvPr/>
        </p:nvSpPr>
        <p:spPr>
          <a:xfrm>
            <a:off x="175564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1-test-input-16-7"/>
          <p:cNvSpPr/>
          <p:nvPr/>
        </p:nvSpPr>
        <p:spPr>
          <a:xfrm>
            <a:off x="183489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1-test-input-16-8"/>
          <p:cNvSpPr/>
          <p:nvPr/>
        </p:nvSpPr>
        <p:spPr>
          <a:xfrm>
            <a:off x="1914144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1-test-input-16-9"/>
          <p:cNvSpPr/>
          <p:nvPr/>
        </p:nvSpPr>
        <p:spPr>
          <a:xfrm>
            <a:off x="1993391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1-test-input-16-10"/>
          <p:cNvSpPr/>
          <p:nvPr/>
        </p:nvSpPr>
        <p:spPr>
          <a:xfrm>
            <a:off x="207264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1-test-input-16-11"/>
          <p:cNvSpPr/>
          <p:nvPr/>
        </p:nvSpPr>
        <p:spPr>
          <a:xfrm>
            <a:off x="215188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1-test-input-16-12"/>
          <p:cNvSpPr/>
          <p:nvPr/>
        </p:nvSpPr>
        <p:spPr>
          <a:xfrm>
            <a:off x="223113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1-test-input-16-13"/>
          <p:cNvSpPr/>
          <p:nvPr/>
        </p:nvSpPr>
        <p:spPr>
          <a:xfrm>
            <a:off x="2310383" y="300532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1-test-input-16-14"/>
          <p:cNvSpPr/>
          <p:nvPr/>
        </p:nvSpPr>
        <p:spPr>
          <a:xfrm>
            <a:off x="238963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1-test-input-16-15"/>
          <p:cNvSpPr/>
          <p:nvPr/>
        </p:nvSpPr>
        <p:spPr>
          <a:xfrm>
            <a:off x="246888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1-test-input-16-16"/>
          <p:cNvSpPr/>
          <p:nvPr/>
        </p:nvSpPr>
        <p:spPr>
          <a:xfrm>
            <a:off x="254812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1-test-input-16-17"/>
          <p:cNvSpPr/>
          <p:nvPr/>
        </p:nvSpPr>
        <p:spPr>
          <a:xfrm>
            <a:off x="2627375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1-test-input-16-18"/>
          <p:cNvSpPr/>
          <p:nvPr/>
        </p:nvSpPr>
        <p:spPr>
          <a:xfrm>
            <a:off x="270662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1-test-input-16-19"/>
          <p:cNvSpPr/>
          <p:nvPr/>
        </p:nvSpPr>
        <p:spPr>
          <a:xfrm>
            <a:off x="278587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1-test-input-16-20"/>
          <p:cNvSpPr/>
          <p:nvPr/>
        </p:nvSpPr>
        <p:spPr>
          <a:xfrm>
            <a:off x="286512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1-test-input-16-21"/>
          <p:cNvSpPr/>
          <p:nvPr/>
        </p:nvSpPr>
        <p:spPr>
          <a:xfrm>
            <a:off x="294436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1-test-input-16-22"/>
          <p:cNvSpPr/>
          <p:nvPr/>
        </p:nvSpPr>
        <p:spPr>
          <a:xfrm>
            <a:off x="302361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1-test-input-16-23"/>
          <p:cNvSpPr/>
          <p:nvPr/>
        </p:nvSpPr>
        <p:spPr>
          <a:xfrm>
            <a:off x="310286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1-test-input-16-24"/>
          <p:cNvSpPr/>
          <p:nvPr/>
        </p:nvSpPr>
        <p:spPr>
          <a:xfrm>
            <a:off x="3182112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1-test-input-16-25"/>
          <p:cNvSpPr/>
          <p:nvPr/>
        </p:nvSpPr>
        <p:spPr>
          <a:xfrm>
            <a:off x="3261360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1-test-input-16-26"/>
          <p:cNvSpPr/>
          <p:nvPr/>
        </p:nvSpPr>
        <p:spPr>
          <a:xfrm>
            <a:off x="3340608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1-test-input-16-27"/>
          <p:cNvSpPr/>
          <p:nvPr/>
        </p:nvSpPr>
        <p:spPr>
          <a:xfrm>
            <a:off x="34198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grid-1-test-input-16-28"/>
          <p:cNvSpPr/>
          <p:nvPr/>
        </p:nvSpPr>
        <p:spPr>
          <a:xfrm>
            <a:off x="34991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grid-1-test-input-16-29"/>
          <p:cNvSpPr/>
          <p:nvPr/>
        </p:nvSpPr>
        <p:spPr>
          <a:xfrm>
            <a:off x="35783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grid-1-test-input-17-0"/>
          <p:cNvSpPr/>
          <p:nvPr/>
        </p:nvSpPr>
        <p:spPr>
          <a:xfrm>
            <a:off x="1280160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grid-1-test-input-17-1"/>
          <p:cNvSpPr/>
          <p:nvPr/>
        </p:nvSpPr>
        <p:spPr>
          <a:xfrm>
            <a:off x="135940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grid-1-test-input-17-2"/>
          <p:cNvSpPr/>
          <p:nvPr/>
        </p:nvSpPr>
        <p:spPr>
          <a:xfrm>
            <a:off x="143865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grid-1-test-input-17-3"/>
          <p:cNvSpPr/>
          <p:nvPr/>
        </p:nvSpPr>
        <p:spPr>
          <a:xfrm>
            <a:off x="151790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grid-1-test-input-17-4"/>
          <p:cNvSpPr/>
          <p:nvPr/>
        </p:nvSpPr>
        <p:spPr>
          <a:xfrm>
            <a:off x="1597152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grid-1-test-input-17-5"/>
          <p:cNvSpPr/>
          <p:nvPr/>
        </p:nvSpPr>
        <p:spPr>
          <a:xfrm>
            <a:off x="167640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grid-1-test-input-17-6"/>
          <p:cNvSpPr/>
          <p:nvPr/>
        </p:nvSpPr>
        <p:spPr>
          <a:xfrm>
            <a:off x="175564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grid-1-test-input-17-7"/>
          <p:cNvSpPr/>
          <p:nvPr/>
        </p:nvSpPr>
        <p:spPr>
          <a:xfrm>
            <a:off x="183489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grid-1-test-input-17-8"/>
          <p:cNvSpPr/>
          <p:nvPr/>
        </p:nvSpPr>
        <p:spPr>
          <a:xfrm>
            <a:off x="191414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grid-1-test-input-17-9"/>
          <p:cNvSpPr/>
          <p:nvPr/>
        </p:nvSpPr>
        <p:spPr>
          <a:xfrm>
            <a:off x="1993391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grid-1-test-input-17-10"/>
          <p:cNvSpPr/>
          <p:nvPr/>
        </p:nvSpPr>
        <p:spPr>
          <a:xfrm>
            <a:off x="207264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grid-1-test-input-17-11"/>
          <p:cNvSpPr/>
          <p:nvPr/>
        </p:nvSpPr>
        <p:spPr>
          <a:xfrm>
            <a:off x="215188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grid-1-test-input-17-12"/>
          <p:cNvSpPr/>
          <p:nvPr/>
        </p:nvSpPr>
        <p:spPr>
          <a:xfrm>
            <a:off x="223113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grid-1-test-input-17-13"/>
          <p:cNvSpPr/>
          <p:nvPr/>
        </p:nvSpPr>
        <p:spPr>
          <a:xfrm>
            <a:off x="2310383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grid-1-test-input-17-14"/>
          <p:cNvSpPr/>
          <p:nvPr/>
        </p:nvSpPr>
        <p:spPr>
          <a:xfrm>
            <a:off x="238963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grid-1-test-input-17-15"/>
          <p:cNvSpPr/>
          <p:nvPr/>
        </p:nvSpPr>
        <p:spPr>
          <a:xfrm>
            <a:off x="2468880" y="3084575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grid-1-test-input-17-16"/>
          <p:cNvSpPr/>
          <p:nvPr/>
        </p:nvSpPr>
        <p:spPr>
          <a:xfrm>
            <a:off x="254812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grid-1-test-input-17-17"/>
          <p:cNvSpPr/>
          <p:nvPr/>
        </p:nvSpPr>
        <p:spPr>
          <a:xfrm>
            <a:off x="2627375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grid-1-test-input-17-18"/>
          <p:cNvSpPr/>
          <p:nvPr/>
        </p:nvSpPr>
        <p:spPr>
          <a:xfrm>
            <a:off x="270662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grid-1-test-input-17-19"/>
          <p:cNvSpPr/>
          <p:nvPr/>
        </p:nvSpPr>
        <p:spPr>
          <a:xfrm>
            <a:off x="278587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grid-1-test-input-17-20"/>
          <p:cNvSpPr/>
          <p:nvPr/>
        </p:nvSpPr>
        <p:spPr>
          <a:xfrm>
            <a:off x="286512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grid-1-test-input-17-21"/>
          <p:cNvSpPr/>
          <p:nvPr/>
        </p:nvSpPr>
        <p:spPr>
          <a:xfrm>
            <a:off x="294436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grid-1-test-input-17-22"/>
          <p:cNvSpPr/>
          <p:nvPr/>
        </p:nvSpPr>
        <p:spPr>
          <a:xfrm>
            <a:off x="302361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grid-1-test-input-17-23"/>
          <p:cNvSpPr/>
          <p:nvPr/>
        </p:nvSpPr>
        <p:spPr>
          <a:xfrm>
            <a:off x="310286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grid-1-test-input-17-24"/>
          <p:cNvSpPr/>
          <p:nvPr/>
        </p:nvSpPr>
        <p:spPr>
          <a:xfrm>
            <a:off x="3182112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grid-1-test-input-17-25"/>
          <p:cNvSpPr/>
          <p:nvPr/>
        </p:nvSpPr>
        <p:spPr>
          <a:xfrm>
            <a:off x="3261360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grid-1-test-input-17-26"/>
          <p:cNvSpPr/>
          <p:nvPr/>
        </p:nvSpPr>
        <p:spPr>
          <a:xfrm>
            <a:off x="3340608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grid-1-test-input-17-27"/>
          <p:cNvSpPr/>
          <p:nvPr/>
        </p:nvSpPr>
        <p:spPr>
          <a:xfrm>
            <a:off x="341985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grid-1-test-input-17-28"/>
          <p:cNvSpPr/>
          <p:nvPr/>
        </p:nvSpPr>
        <p:spPr>
          <a:xfrm>
            <a:off x="349910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grid-1-test-input-17-29"/>
          <p:cNvSpPr/>
          <p:nvPr/>
        </p:nvSpPr>
        <p:spPr>
          <a:xfrm>
            <a:off x="357835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grid-1-test-input-18-0"/>
          <p:cNvSpPr/>
          <p:nvPr/>
        </p:nvSpPr>
        <p:spPr>
          <a:xfrm>
            <a:off x="1280160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grid-1-test-input-18-1"/>
          <p:cNvSpPr/>
          <p:nvPr/>
        </p:nvSpPr>
        <p:spPr>
          <a:xfrm>
            <a:off x="1359408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grid-1-test-input-18-2"/>
          <p:cNvSpPr/>
          <p:nvPr/>
        </p:nvSpPr>
        <p:spPr>
          <a:xfrm>
            <a:off x="14386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grid-1-test-input-18-3"/>
          <p:cNvSpPr/>
          <p:nvPr/>
        </p:nvSpPr>
        <p:spPr>
          <a:xfrm>
            <a:off x="1517904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grid-1-test-input-18-4"/>
          <p:cNvSpPr/>
          <p:nvPr/>
        </p:nvSpPr>
        <p:spPr>
          <a:xfrm>
            <a:off x="1597152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grid-1-test-input-18-5"/>
          <p:cNvSpPr/>
          <p:nvPr/>
        </p:nvSpPr>
        <p:spPr>
          <a:xfrm>
            <a:off x="167640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grid-1-test-input-18-6"/>
          <p:cNvSpPr/>
          <p:nvPr/>
        </p:nvSpPr>
        <p:spPr>
          <a:xfrm>
            <a:off x="1755648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grid-1-test-input-18-7"/>
          <p:cNvSpPr/>
          <p:nvPr/>
        </p:nvSpPr>
        <p:spPr>
          <a:xfrm>
            <a:off x="1834896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grid-1-test-input-18-8"/>
          <p:cNvSpPr/>
          <p:nvPr/>
        </p:nvSpPr>
        <p:spPr>
          <a:xfrm>
            <a:off x="191414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grid-1-test-input-18-9"/>
          <p:cNvSpPr/>
          <p:nvPr/>
        </p:nvSpPr>
        <p:spPr>
          <a:xfrm>
            <a:off x="1993391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grid-1-test-input-18-10"/>
          <p:cNvSpPr/>
          <p:nvPr/>
        </p:nvSpPr>
        <p:spPr>
          <a:xfrm>
            <a:off x="207264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grid-1-test-input-18-11"/>
          <p:cNvSpPr/>
          <p:nvPr/>
        </p:nvSpPr>
        <p:spPr>
          <a:xfrm>
            <a:off x="215188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grid-1-test-input-18-12"/>
          <p:cNvSpPr/>
          <p:nvPr/>
        </p:nvSpPr>
        <p:spPr>
          <a:xfrm>
            <a:off x="223113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grid-1-test-input-18-13"/>
          <p:cNvSpPr/>
          <p:nvPr/>
        </p:nvSpPr>
        <p:spPr>
          <a:xfrm>
            <a:off x="2310383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grid-1-test-input-18-14"/>
          <p:cNvSpPr/>
          <p:nvPr/>
        </p:nvSpPr>
        <p:spPr>
          <a:xfrm>
            <a:off x="238963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grid-1-test-input-18-15"/>
          <p:cNvSpPr/>
          <p:nvPr/>
        </p:nvSpPr>
        <p:spPr>
          <a:xfrm>
            <a:off x="246888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grid-1-test-input-18-16"/>
          <p:cNvSpPr/>
          <p:nvPr/>
        </p:nvSpPr>
        <p:spPr>
          <a:xfrm>
            <a:off x="254812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grid-1-test-input-18-17"/>
          <p:cNvSpPr/>
          <p:nvPr/>
        </p:nvSpPr>
        <p:spPr>
          <a:xfrm>
            <a:off x="2627375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grid-1-test-input-18-18"/>
          <p:cNvSpPr/>
          <p:nvPr/>
        </p:nvSpPr>
        <p:spPr>
          <a:xfrm>
            <a:off x="270662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grid-1-test-input-18-19"/>
          <p:cNvSpPr/>
          <p:nvPr/>
        </p:nvSpPr>
        <p:spPr>
          <a:xfrm>
            <a:off x="278587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grid-1-test-input-18-20"/>
          <p:cNvSpPr/>
          <p:nvPr/>
        </p:nvSpPr>
        <p:spPr>
          <a:xfrm>
            <a:off x="286512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grid-1-test-input-18-21"/>
          <p:cNvSpPr/>
          <p:nvPr/>
        </p:nvSpPr>
        <p:spPr>
          <a:xfrm>
            <a:off x="294436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grid-1-test-input-18-22"/>
          <p:cNvSpPr/>
          <p:nvPr/>
        </p:nvSpPr>
        <p:spPr>
          <a:xfrm>
            <a:off x="302361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grid-1-test-input-18-23"/>
          <p:cNvSpPr/>
          <p:nvPr/>
        </p:nvSpPr>
        <p:spPr>
          <a:xfrm>
            <a:off x="310286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grid-1-test-input-18-24"/>
          <p:cNvSpPr/>
          <p:nvPr/>
        </p:nvSpPr>
        <p:spPr>
          <a:xfrm>
            <a:off x="318211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grid-1-test-input-18-25"/>
          <p:cNvSpPr/>
          <p:nvPr/>
        </p:nvSpPr>
        <p:spPr>
          <a:xfrm>
            <a:off x="32613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grid-1-test-input-18-26"/>
          <p:cNvSpPr/>
          <p:nvPr/>
        </p:nvSpPr>
        <p:spPr>
          <a:xfrm>
            <a:off x="334060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grid-1-test-input-18-27"/>
          <p:cNvSpPr/>
          <p:nvPr/>
        </p:nvSpPr>
        <p:spPr>
          <a:xfrm>
            <a:off x="34198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grid-1-test-input-18-28"/>
          <p:cNvSpPr/>
          <p:nvPr/>
        </p:nvSpPr>
        <p:spPr>
          <a:xfrm>
            <a:off x="349910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grid-1-test-input-18-29"/>
          <p:cNvSpPr/>
          <p:nvPr/>
        </p:nvSpPr>
        <p:spPr>
          <a:xfrm>
            <a:off x="35783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grid-1-test-input-19-0"/>
          <p:cNvSpPr/>
          <p:nvPr/>
        </p:nvSpPr>
        <p:spPr>
          <a:xfrm>
            <a:off x="1280160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grid-1-test-input-19-1"/>
          <p:cNvSpPr/>
          <p:nvPr/>
        </p:nvSpPr>
        <p:spPr>
          <a:xfrm>
            <a:off x="135940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grid-1-test-input-19-2"/>
          <p:cNvSpPr/>
          <p:nvPr/>
        </p:nvSpPr>
        <p:spPr>
          <a:xfrm>
            <a:off x="143865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grid-1-test-input-19-3"/>
          <p:cNvSpPr/>
          <p:nvPr/>
        </p:nvSpPr>
        <p:spPr>
          <a:xfrm>
            <a:off x="1517904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grid-1-test-input-19-4"/>
          <p:cNvSpPr/>
          <p:nvPr/>
        </p:nvSpPr>
        <p:spPr>
          <a:xfrm>
            <a:off x="1597152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grid-1-test-input-19-5"/>
          <p:cNvSpPr/>
          <p:nvPr/>
        </p:nvSpPr>
        <p:spPr>
          <a:xfrm>
            <a:off x="1676400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grid-1-test-input-19-6"/>
          <p:cNvSpPr/>
          <p:nvPr/>
        </p:nvSpPr>
        <p:spPr>
          <a:xfrm>
            <a:off x="175564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grid-1-test-input-19-7"/>
          <p:cNvSpPr/>
          <p:nvPr/>
        </p:nvSpPr>
        <p:spPr>
          <a:xfrm>
            <a:off x="183489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grid-1-test-input-19-8"/>
          <p:cNvSpPr/>
          <p:nvPr/>
        </p:nvSpPr>
        <p:spPr>
          <a:xfrm>
            <a:off x="1914144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grid-1-test-input-19-9"/>
          <p:cNvSpPr/>
          <p:nvPr/>
        </p:nvSpPr>
        <p:spPr>
          <a:xfrm>
            <a:off x="1993391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grid-1-test-input-19-10"/>
          <p:cNvSpPr/>
          <p:nvPr/>
        </p:nvSpPr>
        <p:spPr>
          <a:xfrm>
            <a:off x="207264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grid-1-test-input-19-11"/>
          <p:cNvSpPr/>
          <p:nvPr/>
        </p:nvSpPr>
        <p:spPr>
          <a:xfrm>
            <a:off x="215188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grid-1-test-input-19-12"/>
          <p:cNvSpPr/>
          <p:nvPr/>
        </p:nvSpPr>
        <p:spPr>
          <a:xfrm>
            <a:off x="223113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grid-1-test-input-19-13"/>
          <p:cNvSpPr/>
          <p:nvPr/>
        </p:nvSpPr>
        <p:spPr>
          <a:xfrm>
            <a:off x="2310383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grid-1-test-input-19-14"/>
          <p:cNvSpPr/>
          <p:nvPr/>
        </p:nvSpPr>
        <p:spPr>
          <a:xfrm>
            <a:off x="238963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grid-1-test-input-19-15"/>
          <p:cNvSpPr/>
          <p:nvPr/>
        </p:nvSpPr>
        <p:spPr>
          <a:xfrm>
            <a:off x="246888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grid-1-test-input-19-16"/>
          <p:cNvSpPr/>
          <p:nvPr/>
        </p:nvSpPr>
        <p:spPr>
          <a:xfrm>
            <a:off x="254812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id-1-test-input-19-17"/>
          <p:cNvSpPr/>
          <p:nvPr/>
        </p:nvSpPr>
        <p:spPr>
          <a:xfrm>
            <a:off x="2627375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grid-1-test-input-19-18"/>
          <p:cNvSpPr/>
          <p:nvPr/>
        </p:nvSpPr>
        <p:spPr>
          <a:xfrm>
            <a:off x="270662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id-1-test-input-19-19"/>
          <p:cNvSpPr/>
          <p:nvPr/>
        </p:nvSpPr>
        <p:spPr>
          <a:xfrm>
            <a:off x="278587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grid-1-test-input-19-20"/>
          <p:cNvSpPr/>
          <p:nvPr/>
        </p:nvSpPr>
        <p:spPr>
          <a:xfrm>
            <a:off x="286512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grid-1-test-input-19-21"/>
          <p:cNvSpPr/>
          <p:nvPr/>
        </p:nvSpPr>
        <p:spPr>
          <a:xfrm>
            <a:off x="294436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grid-1-test-input-19-22"/>
          <p:cNvSpPr/>
          <p:nvPr/>
        </p:nvSpPr>
        <p:spPr>
          <a:xfrm>
            <a:off x="302361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id-1-test-input-19-23"/>
          <p:cNvSpPr/>
          <p:nvPr/>
        </p:nvSpPr>
        <p:spPr>
          <a:xfrm>
            <a:off x="310286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grid-1-test-input-19-24"/>
          <p:cNvSpPr/>
          <p:nvPr/>
        </p:nvSpPr>
        <p:spPr>
          <a:xfrm>
            <a:off x="318211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grid-1-test-input-19-25"/>
          <p:cNvSpPr/>
          <p:nvPr/>
        </p:nvSpPr>
        <p:spPr>
          <a:xfrm>
            <a:off x="326136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grid-1-test-input-19-26"/>
          <p:cNvSpPr/>
          <p:nvPr/>
        </p:nvSpPr>
        <p:spPr>
          <a:xfrm>
            <a:off x="334060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id-1-test-input-19-27"/>
          <p:cNvSpPr/>
          <p:nvPr/>
        </p:nvSpPr>
        <p:spPr>
          <a:xfrm>
            <a:off x="341985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grid-1-test-input-19-28"/>
          <p:cNvSpPr/>
          <p:nvPr/>
        </p:nvSpPr>
        <p:spPr>
          <a:xfrm>
            <a:off x="349910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grid-1-test-input-19-29"/>
          <p:cNvSpPr/>
          <p:nvPr/>
        </p:nvSpPr>
        <p:spPr>
          <a:xfrm>
            <a:off x="357835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grid-1-test-input-20-0"/>
          <p:cNvSpPr/>
          <p:nvPr/>
        </p:nvSpPr>
        <p:spPr>
          <a:xfrm>
            <a:off x="12801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id-1-test-input-20-1"/>
          <p:cNvSpPr/>
          <p:nvPr/>
        </p:nvSpPr>
        <p:spPr>
          <a:xfrm>
            <a:off x="135940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grid-1-test-input-20-2"/>
          <p:cNvSpPr/>
          <p:nvPr/>
        </p:nvSpPr>
        <p:spPr>
          <a:xfrm>
            <a:off x="143865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grid-1-test-input-20-3"/>
          <p:cNvSpPr/>
          <p:nvPr/>
        </p:nvSpPr>
        <p:spPr>
          <a:xfrm>
            <a:off x="151790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grid-1-test-input-20-4"/>
          <p:cNvSpPr/>
          <p:nvPr/>
        </p:nvSpPr>
        <p:spPr>
          <a:xfrm>
            <a:off x="159715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id-1-test-input-20-5"/>
          <p:cNvSpPr/>
          <p:nvPr/>
        </p:nvSpPr>
        <p:spPr>
          <a:xfrm>
            <a:off x="167640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grid-1-test-input-20-6"/>
          <p:cNvSpPr/>
          <p:nvPr/>
        </p:nvSpPr>
        <p:spPr>
          <a:xfrm>
            <a:off x="175564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grid-1-test-input-20-7"/>
          <p:cNvSpPr/>
          <p:nvPr/>
        </p:nvSpPr>
        <p:spPr>
          <a:xfrm>
            <a:off x="183489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grid-1-test-input-20-8"/>
          <p:cNvSpPr/>
          <p:nvPr/>
        </p:nvSpPr>
        <p:spPr>
          <a:xfrm>
            <a:off x="191414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grid-1-test-input-20-9"/>
          <p:cNvSpPr/>
          <p:nvPr/>
        </p:nvSpPr>
        <p:spPr>
          <a:xfrm>
            <a:off x="1993391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grid-1-test-input-20-10"/>
          <p:cNvSpPr/>
          <p:nvPr/>
        </p:nvSpPr>
        <p:spPr>
          <a:xfrm>
            <a:off x="207264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grid-1-test-input-20-11"/>
          <p:cNvSpPr/>
          <p:nvPr/>
        </p:nvSpPr>
        <p:spPr>
          <a:xfrm>
            <a:off x="215188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grid-1-test-input-20-12"/>
          <p:cNvSpPr/>
          <p:nvPr/>
        </p:nvSpPr>
        <p:spPr>
          <a:xfrm>
            <a:off x="223113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grid-1-test-input-20-13"/>
          <p:cNvSpPr/>
          <p:nvPr/>
        </p:nvSpPr>
        <p:spPr>
          <a:xfrm>
            <a:off x="2310383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grid-1-test-input-20-14"/>
          <p:cNvSpPr/>
          <p:nvPr/>
        </p:nvSpPr>
        <p:spPr>
          <a:xfrm>
            <a:off x="238963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grid-1-test-input-20-15"/>
          <p:cNvSpPr/>
          <p:nvPr/>
        </p:nvSpPr>
        <p:spPr>
          <a:xfrm>
            <a:off x="246888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grid-1-test-input-20-16"/>
          <p:cNvSpPr/>
          <p:nvPr/>
        </p:nvSpPr>
        <p:spPr>
          <a:xfrm>
            <a:off x="254812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grid-1-test-input-20-17"/>
          <p:cNvSpPr/>
          <p:nvPr/>
        </p:nvSpPr>
        <p:spPr>
          <a:xfrm>
            <a:off x="2627375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grid-1-test-input-20-18"/>
          <p:cNvSpPr/>
          <p:nvPr/>
        </p:nvSpPr>
        <p:spPr>
          <a:xfrm>
            <a:off x="2706624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grid-1-test-input-20-19"/>
          <p:cNvSpPr/>
          <p:nvPr/>
        </p:nvSpPr>
        <p:spPr>
          <a:xfrm>
            <a:off x="2785872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grid-1-test-input-20-20"/>
          <p:cNvSpPr/>
          <p:nvPr/>
        </p:nvSpPr>
        <p:spPr>
          <a:xfrm>
            <a:off x="2865120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grid-1-test-input-20-21"/>
          <p:cNvSpPr/>
          <p:nvPr/>
        </p:nvSpPr>
        <p:spPr>
          <a:xfrm>
            <a:off x="294436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grid-1-test-input-20-22"/>
          <p:cNvSpPr/>
          <p:nvPr/>
        </p:nvSpPr>
        <p:spPr>
          <a:xfrm>
            <a:off x="302361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grid-1-test-input-20-23"/>
          <p:cNvSpPr/>
          <p:nvPr/>
        </p:nvSpPr>
        <p:spPr>
          <a:xfrm>
            <a:off x="310286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grid-1-test-input-20-24"/>
          <p:cNvSpPr/>
          <p:nvPr/>
        </p:nvSpPr>
        <p:spPr>
          <a:xfrm>
            <a:off x="318211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grid-1-test-input-20-25"/>
          <p:cNvSpPr/>
          <p:nvPr/>
        </p:nvSpPr>
        <p:spPr>
          <a:xfrm>
            <a:off x="32613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grid-1-test-input-20-26"/>
          <p:cNvSpPr/>
          <p:nvPr/>
        </p:nvSpPr>
        <p:spPr>
          <a:xfrm>
            <a:off x="334060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grid-1-test-input-20-27"/>
          <p:cNvSpPr/>
          <p:nvPr/>
        </p:nvSpPr>
        <p:spPr>
          <a:xfrm>
            <a:off x="341985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grid-1-test-input-20-28"/>
          <p:cNvSpPr/>
          <p:nvPr/>
        </p:nvSpPr>
        <p:spPr>
          <a:xfrm>
            <a:off x="349910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grid-1-test-input-20-29"/>
          <p:cNvSpPr/>
          <p:nvPr/>
        </p:nvSpPr>
        <p:spPr>
          <a:xfrm>
            <a:off x="357835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grid-1-test-input-21-0"/>
          <p:cNvSpPr/>
          <p:nvPr/>
        </p:nvSpPr>
        <p:spPr>
          <a:xfrm>
            <a:off x="12801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grid-1-test-input-21-1"/>
          <p:cNvSpPr/>
          <p:nvPr/>
        </p:nvSpPr>
        <p:spPr>
          <a:xfrm>
            <a:off x="1359408" y="340156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grid-1-test-input-21-2"/>
          <p:cNvSpPr/>
          <p:nvPr/>
        </p:nvSpPr>
        <p:spPr>
          <a:xfrm>
            <a:off x="1438656" y="340156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grid-1-test-input-21-3"/>
          <p:cNvSpPr/>
          <p:nvPr/>
        </p:nvSpPr>
        <p:spPr>
          <a:xfrm>
            <a:off x="1517904" y="340156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grid-1-test-input-21-4"/>
          <p:cNvSpPr/>
          <p:nvPr/>
        </p:nvSpPr>
        <p:spPr>
          <a:xfrm>
            <a:off x="15971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grid-1-test-input-21-5"/>
          <p:cNvSpPr/>
          <p:nvPr/>
        </p:nvSpPr>
        <p:spPr>
          <a:xfrm>
            <a:off x="167640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grid-1-test-input-21-6"/>
          <p:cNvSpPr/>
          <p:nvPr/>
        </p:nvSpPr>
        <p:spPr>
          <a:xfrm>
            <a:off x="175564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grid-1-test-input-21-7"/>
          <p:cNvSpPr/>
          <p:nvPr/>
        </p:nvSpPr>
        <p:spPr>
          <a:xfrm>
            <a:off x="1834896" y="340156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grid-1-test-input-21-8"/>
          <p:cNvSpPr/>
          <p:nvPr/>
        </p:nvSpPr>
        <p:spPr>
          <a:xfrm>
            <a:off x="1914144" y="340156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grid-1-test-input-21-9"/>
          <p:cNvSpPr/>
          <p:nvPr/>
        </p:nvSpPr>
        <p:spPr>
          <a:xfrm>
            <a:off x="1993391" y="340156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grid-1-test-input-21-10"/>
          <p:cNvSpPr/>
          <p:nvPr/>
        </p:nvSpPr>
        <p:spPr>
          <a:xfrm>
            <a:off x="207264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grid-1-test-input-21-11"/>
          <p:cNvSpPr/>
          <p:nvPr/>
        </p:nvSpPr>
        <p:spPr>
          <a:xfrm>
            <a:off x="215188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grid-1-test-input-21-12"/>
          <p:cNvSpPr/>
          <p:nvPr/>
        </p:nvSpPr>
        <p:spPr>
          <a:xfrm>
            <a:off x="223113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grid-1-test-input-21-13"/>
          <p:cNvSpPr/>
          <p:nvPr/>
        </p:nvSpPr>
        <p:spPr>
          <a:xfrm>
            <a:off x="2310383" y="340156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grid-1-test-input-21-14"/>
          <p:cNvSpPr/>
          <p:nvPr/>
        </p:nvSpPr>
        <p:spPr>
          <a:xfrm>
            <a:off x="238963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grid-1-test-input-21-15"/>
          <p:cNvSpPr/>
          <p:nvPr/>
        </p:nvSpPr>
        <p:spPr>
          <a:xfrm>
            <a:off x="246888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grid-1-test-input-21-16"/>
          <p:cNvSpPr/>
          <p:nvPr/>
        </p:nvSpPr>
        <p:spPr>
          <a:xfrm>
            <a:off x="254812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grid-1-test-input-21-17"/>
          <p:cNvSpPr/>
          <p:nvPr/>
        </p:nvSpPr>
        <p:spPr>
          <a:xfrm>
            <a:off x="2627375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grid-1-test-input-21-18"/>
          <p:cNvSpPr/>
          <p:nvPr/>
        </p:nvSpPr>
        <p:spPr>
          <a:xfrm>
            <a:off x="2706624" y="340156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grid-1-test-input-21-19"/>
          <p:cNvSpPr/>
          <p:nvPr/>
        </p:nvSpPr>
        <p:spPr>
          <a:xfrm>
            <a:off x="2785872" y="340156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grid-1-test-input-21-20"/>
          <p:cNvSpPr/>
          <p:nvPr/>
        </p:nvSpPr>
        <p:spPr>
          <a:xfrm>
            <a:off x="2865120" y="340156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grid-1-test-input-21-21"/>
          <p:cNvSpPr/>
          <p:nvPr/>
        </p:nvSpPr>
        <p:spPr>
          <a:xfrm>
            <a:off x="294436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grid-1-test-input-21-22"/>
          <p:cNvSpPr/>
          <p:nvPr/>
        </p:nvSpPr>
        <p:spPr>
          <a:xfrm>
            <a:off x="302361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grid-1-test-input-21-23"/>
          <p:cNvSpPr/>
          <p:nvPr/>
        </p:nvSpPr>
        <p:spPr>
          <a:xfrm>
            <a:off x="310286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grid-1-test-input-21-24"/>
          <p:cNvSpPr/>
          <p:nvPr/>
        </p:nvSpPr>
        <p:spPr>
          <a:xfrm>
            <a:off x="3182112" y="340156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grid-1-test-input-21-25"/>
          <p:cNvSpPr/>
          <p:nvPr/>
        </p:nvSpPr>
        <p:spPr>
          <a:xfrm>
            <a:off x="32613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grid-1-test-input-21-26"/>
          <p:cNvSpPr/>
          <p:nvPr/>
        </p:nvSpPr>
        <p:spPr>
          <a:xfrm>
            <a:off x="334060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grid-1-test-input-21-27"/>
          <p:cNvSpPr/>
          <p:nvPr/>
        </p:nvSpPr>
        <p:spPr>
          <a:xfrm>
            <a:off x="341985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grid-1-test-input-21-28"/>
          <p:cNvSpPr/>
          <p:nvPr/>
        </p:nvSpPr>
        <p:spPr>
          <a:xfrm>
            <a:off x="349910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grid-1-test-input-21-29"/>
          <p:cNvSpPr/>
          <p:nvPr/>
        </p:nvSpPr>
        <p:spPr>
          <a:xfrm>
            <a:off x="35783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grid-1-test-input-22-0"/>
          <p:cNvSpPr/>
          <p:nvPr/>
        </p:nvSpPr>
        <p:spPr>
          <a:xfrm>
            <a:off x="12801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grid-1-test-input-22-1"/>
          <p:cNvSpPr/>
          <p:nvPr/>
        </p:nvSpPr>
        <p:spPr>
          <a:xfrm>
            <a:off x="1359408" y="348081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grid-1-test-input-22-2"/>
          <p:cNvSpPr/>
          <p:nvPr/>
        </p:nvSpPr>
        <p:spPr>
          <a:xfrm>
            <a:off x="1438656" y="348081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grid-1-test-input-22-3"/>
          <p:cNvSpPr/>
          <p:nvPr/>
        </p:nvSpPr>
        <p:spPr>
          <a:xfrm>
            <a:off x="1517904" y="348081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grid-1-test-input-22-4"/>
          <p:cNvSpPr/>
          <p:nvPr/>
        </p:nvSpPr>
        <p:spPr>
          <a:xfrm>
            <a:off x="15971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grid-1-test-input-22-5"/>
          <p:cNvSpPr/>
          <p:nvPr/>
        </p:nvSpPr>
        <p:spPr>
          <a:xfrm>
            <a:off x="167640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grid-1-test-input-22-6"/>
          <p:cNvSpPr/>
          <p:nvPr/>
        </p:nvSpPr>
        <p:spPr>
          <a:xfrm>
            <a:off x="175564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grid-1-test-input-22-7"/>
          <p:cNvSpPr/>
          <p:nvPr/>
        </p:nvSpPr>
        <p:spPr>
          <a:xfrm>
            <a:off x="1834896" y="348081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grid-1-test-input-22-8"/>
          <p:cNvSpPr/>
          <p:nvPr/>
        </p:nvSpPr>
        <p:spPr>
          <a:xfrm>
            <a:off x="1914144" y="348081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grid-1-test-input-22-9"/>
          <p:cNvSpPr/>
          <p:nvPr/>
        </p:nvSpPr>
        <p:spPr>
          <a:xfrm>
            <a:off x="1993391" y="348081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grid-1-test-input-22-10"/>
          <p:cNvSpPr/>
          <p:nvPr/>
        </p:nvSpPr>
        <p:spPr>
          <a:xfrm>
            <a:off x="207264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grid-1-test-input-22-11"/>
          <p:cNvSpPr/>
          <p:nvPr/>
        </p:nvSpPr>
        <p:spPr>
          <a:xfrm>
            <a:off x="215188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grid-1-test-input-22-12"/>
          <p:cNvSpPr/>
          <p:nvPr/>
        </p:nvSpPr>
        <p:spPr>
          <a:xfrm>
            <a:off x="223113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grid-1-test-input-22-13"/>
          <p:cNvSpPr/>
          <p:nvPr/>
        </p:nvSpPr>
        <p:spPr>
          <a:xfrm>
            <a:off x="2310383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grid-1-test-input-22-14"/>
          <p:cNvSpPr/>
          <p:nvPr/>
        </p:nvSpPr>
        <p:spPr>
          <a:xfrm>
            <a:off x="238963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grid-1-test-input-22-15"/>
          <p:cNvSpPr/>
          <p:nvPr/>
        </p:nvSpPr>
        <p:spPr>
          <a:xfrm>
            <a:off x="246888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grid-1-test-input-22-16"/>
          <p:cNvSpPr/>
          <p:nvPr/>
        </p:nvSpPr>
        <p:spPr>
          <a:xfrm>
            <a:off x="254812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grid-1-test-input-22-17"/>
          <p:cNvSpPr/>
          <p:nvPr/>
        </p:nvSpPr>
        <p:spPr>
          <a:xfrm>
            <a:off x="2627375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grid-1-test-input-22-18"/>
          <p:cNvSpPr/>
          <p:nvPr/>
        </p:nvSpPr>
        <p:spPr>
          <a:xfrm>
            <a:off x="2706624" y="348081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grid-1-test-input-22-19"/>
          <p:cNvSpPr/>
          <p:nvPr/>
        </p:nvSpPr>
        <p:spPr>
          <a:xfrm>
            <a:off x="2785872" y="348081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grid-1-test-input-22-20"/>
          <p:cNvSpPr/>
          <p:nvPr/>
        </p:nvSpPr>
        <p:spPr>
          <a:xfrm>
            <a:off x="2865120" y="348081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grid-1-test-input-22-21"/>
          <p:cNvSpPr/>
          <p:nvPr/>
        </p:nvSpPr>
        <p:spPr>
          <a:xfrm>
            <a:off x="294436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grid-1-test-input-22-22"/>
          <p:cNvSpPr/>
          <p:nvPr/>
        </p:nvSpPr>
        <p:spPr>
          <a:xfrm>
            <a:off x="302361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grid-1-test-input-22-23"/>
          <p:cNvSpPr/>
          <p:nvPr/>
        </p:nvSpPr>
        <p:spPr>
          <a:xfrm>
            <a:off x="310286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grid-1-test-input-22-24"/>
          <p:cNvSpPr/>
          <p:nvPr/>
        </p:nvSpPr>
        <p:spPr>
          <a:xfrm>
            <a:off x="318211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grid-1-test-input-22-25"/>
          <p:cNvSpPr/>
          <p:nvPr/>
        </p:nvSpPr>
        <p:spPr>
          <a:xfrm>
            <a:off x="32613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grid-1-test-input-22-26"/>
          <p:cNvSpPr/>
          <p:nvPr/>
        </p:nvSpPr>
        <p:spPr>
          <a:xfrm>
            <a:off x="3340608" y="348081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grid-1-test-input-22-27"/>
          <p:cNvSpPr/>
          <p:nvPr/>
        </p:nvSpPr>
        <p:spPr>
          <a:xfrm>
            <a:off x="341985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grid-1-test-input-22-28"/>
          <p:cNvSpPr/>
          <p:nvPr/>
        </p:nvSpPr>
        <p:spPr>
          <a:xfrm>
            <a:off x="349910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grid-1-test-input-22-29"/>
          <p:cNvSpPr/>
          <p:nvPr/>
        </p:nvSpPr>
        <p:spPr>
          <a:xfrm>
            <a:off x="35783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grid-1-test-input-23-0"/>
          <p:cNvSpPr/>
          <p:nvPr/>
        </p:nvSpPr>
        <p:spPr>
          <a:xfrm>
            <a:off x="12801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grid-1-test-input-23-1"/>
          <p:cNvSpPr/>
          <p:nvPr/>
        </p:nvSpPr>
        <p:spPr>
          <a:xfrm>
            <a:off x="1359408" y="356006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grid-1-test-input-23-2"/>
          <p:cNvSpPr/>
          <p:nvPr/>
        </p:nvSpPr>
        <p:spPr>
          <a:xfrm>
            <a:off x="1438656" y="356006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grid-1-test-input-23-3"/>
          <p:cNvSpPr/>
          <p:nvPr/>
        </p:nvSpPr>
        <p:spPr>
          <a:xfrm>
            <a:off x="1517904" y="356006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grid-1-test-input-23-4"/>
          <p:cNvSpPr/>
          <p:nvPr/>
        </p:nvSpPr>
        <p:spPr>
          <a:xfrm>
            <a:off x="15971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grid-1-test-input-23-5"/>
          <p:cNvSpPr/>
          <p:nvPr/>
        </p:nvSpPr>
        <p:spPr>
          <a:xfrm>
            <a:off x="167640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grid-1-test-input-23-6"/>
          <p:cNvSpPr/>
          <p:nvPr/>
        </p:nvSpPr>
        <p:spPr>
          <a:xfrm>
            <a:off x="175564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grid-1-test-input-23-7"/>
          <p:cNvSpPr/>
          <p:nvPr/>
        </p:nvSpPr>
        <p:spPr>
          <a:xfrm>
            <a:off x="1834896" y="356006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grid-1-test-input-23-8"/>
          <p:cNvSpPr/>
          <p:nvPr/>
        </p:nvSpPr>
        <p:spPr>
          <a:xfrm>
            <a:off x="1914144" y="356006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grid-1-test-input-23-9"/>
          <p:cNvSpPr/>
          <p:nvPr/>
        </p:nvSpPr>
        <p:spPr>
          <a:xfrm>
            <a:off x="1993391" y="356006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grid-1-test-input-23-10"/>
          <p:cNvSpPr/>
          <p:nvPr/>
        </p:nvSpPr>
        <p:spPr>
          <a:xfrm>
            <a:off x="207264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grid-1-test-input-23-11"/>
          <p:cNvSpPr/>
          <p:nvPr/>
        </p:nvSpPr>
        <p:spPr>
          <a:xfrm>
            <a:off x="215188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grid-1-test-input-23-12"/>
          <p:cNvSpPr/>
          <p:nvPr/>
        </p:nvSpPr>
        <p:spPr>
          <a:xfrm>
            <a:off x="223113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grid-1-test-input-23-13"/>
          <p:cNvSpPr/>
          <p:nvPr/>
        </p:nvSpPr>
        <p:spPr>
          <a:xfrm>
            <a:off x="2310383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grid-1-test-input-23-14"/>
          <p:cNvSpPr/>
          <p:nvPr/>
        </p:nvSpPr>
        <p:spPr>
          <a:xfrm>
            <a:off x="238963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grid-1-test-input-23-15"/>
          <p:cNvSpPr/>
          <p:nvPr/>
        </p:nvSpPr>
        <p:spPr>
          <a:xfrm>
            <a:off x="246888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grid-1-test-input-23-16"/>
          <p:cNvSpPr/>
          <p:nvPr/>
        </p:nvSpPr>
        <p:spPr>
          <a:xfrm>
            <a:off x="254812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grid-1-test-input-23-17"/>
          <p:cNvSpPr/>
          <p:nvPr/>
        </p:nvSpPr>
        <p:spPr>
          <a:xfrm>
            <a:off x="2627375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grid-1-test-input-23-18"/>
          <p:cNvSpPr/>
          <p:nvPr/>
        </p:nvSpPr>
        <p:spPr>
          <a:xfrm>
            <a:off x="2706624" y="356006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grid-1-test-input-23-19"/>
          <p:cNvSpPr/>
          <p:nvPr/>
        </p:nvSpPr>
        <p:spPr>
          <a:xfrm>
            <a:off x="2785872" y="356006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grid-1-test-input-23-20"/>
          <p:cNvSpPr/>
          <p:nvPr/>
        </p:nvSpPr>
        <p:spPr>
          <a:xfrm>
            <a:off x="2865120" y="356006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grid-1-test-input-23-21"/>
          <p:cNvSpPr/>
          <p:nvPr/>
        </p:nvSpPr>
        <p:spPr>
          <a:xfrm>
            <a:off x="294436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grid-1-test-input-23-22"/>
          <p:cNvSpPr/>
          <p:nvPr/>
        </p:nvSpPr>
        <p:spPr>
          <a:xfrm>
            <a:off x="302361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grid-1-test-input-23-23"/>
          <p:cNvSpPr/>
          <p:nvPr/>
        </p:nvSpPr>
        <p:spPr>
          <a:xfrm>
            <a:off x="310286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grid-1-test-input-23-24"/>
          <p:cNvSpPr/>
          <p:nvPr/>
        </p:nvSpPr>
        <p:spPr>
          <a:xfrm>
            <a:off x="318211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grid-1-test-input-23-25"/>
          <p:cNvSpPr/>
          <p:nvPr/>
        </p:nvSpPr>
        <p:spPr>
          <a:xfrm>
            <a:off x="32613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grid-1-test-input-23-26"/>
          <p:cNvSpPr/>
          <p:nvPr/>
        </p:nvSpPr>
        <p:spPr>
          <a:xfrm>
            <a:off x="3340608" y="356006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grid-1-test-input-23-27"/>
          <p:cNvSpPr/>
          <p:nvPr/>
        </p:nvSpPr>
        <p:spPr>
          <a:xfrm>
            <a:off x="341985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grid-1-test-input-23-28"/>
          <p:cNvSpPr/>
          <p:nvPr/>
        </p:nvSpPr>
        <p:spPr>
          <a:xfrm>
            <a:off x="349910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grid-1-test-input-23-29"/>
          <p:cNvSpPr/>
          <p:nvPr/>
        </p:nvSpPr>
        <p:spPr>
          <a:xfrm>
            <a:off x="35783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grid-1-test-input-24-0"/>
          <p:cNvSpPr/>
          <p:nvPr/>
        </p:nvSpPr>
        <p:spPr>
          <a:xfrm>
            <a:off x="12801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grid-1-test-input-24-1"/>
          <p:cNvSpPr/>
          <p:nvPr/>
        </p:nvSpPr>
        <p:spPr>
          <a:xfrm>
            <a:off x="135940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grid-1-test-input-24-2"/>
          <p:cNvSpPr/>
          <p:nvPr/>
        </p:nvSpPr>
        <p:spPr>
          <a:xfrm>
            <a:off x="14386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grid-1-test-input-24-3"/>
          <p:cNvSpPr/>
          <p:nvPr/>
        </p:nvSpPr>
        <p:spPr>
          <a:xfrm>
            <a:off x="151790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grid-1-test-input-24-4"/>
          <p:cNvSpPr/>
          <p:nvPr/>
        </p:nvSpPr>
        <p:spPr>
          <a:xfrm>
            <a:off x="15971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grid-1-test-input-24-5"/>
          <p:cNvSpPr/>
          <p:nvPr/>
        </p:nvSpPr>
        <p:spPr>
          <a:xfrm>
            <a:off x="167640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grid-1-test-input-24-6"/>
          <p:cNvSpPr/>
          <p:nvPr/>
        </p:nvSpPr>
        <p:spPr>
          <a:xfrm>
            <a:off x="175564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grid-1-test-input-24-7"/>
          <p:cNvSpPr/>
          <p:nvPr/>
        </p:nvSpPr>
        <p:spPr>
          <a:xfrm>
            <a:off x="1834896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grid-1-test-input-24-8"/>
          <p:cNvSpPr/>
          <p:nvPr/>
        </p:nvSpPr>
        <p:spPr>
          <a:xfrm>
            <a:off x="1914144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grid-1-test-input-24-9"/>
          <p:cNvSpPr/>
          <p:nvPr/>
        </p:nvSpPr>
        <p:spPr>
          <a:xfrm>
            <a:off x="1993391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grid-1-test-input-24-10"/>
          <p:cNvSpPr/>
          <p:nvPr/>
        </p:nvSpPr>
        <p:spPr>
          <a:xfrm>
            <a:off x="2072640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grid-1-test-input-24-11"/>
          <p:cNvSpPr/>
          <p:nvPr/>
        </p:nvSpPr>
        <p:spPr>
          <a:xfrm>
            <a:off x="2151888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grid-1-test-input-24-12"/>
          <p:cNvSpPr/>
          <p:nvPr/>
        </p:nvSpPr>
        <p:spPr>
          <a:xfrm>
            <a:off x="2231136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grid-1-test-input-24-13"/>
          <p:cNvSpPr/>
          <p:nvPr/>
        </p:nvSpPr>
        <p:spPr>
          <a:xfrm>
            <a:off x="2310383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grid-1-test-input-24-14"/>
          <p:cNvSpPr/>
          <p:nvPr/>
        </p:nvSpPr>
        <p:spPr>
          <a:xfrm>
            <a:off x="2389632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grid-1-test-input-24-15"/>
          <p:cNvSpPr/>
          <p:nvPr/>
        </p:nvSpPr>
        <p:spPr>
          <a:xfrm>
            <a:off x="2468880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grid-1-test-input-24-16"/>
          <p:cNvSpPr/>
          <p:nvPr/>
        </p:nvSpPr>
        <p:spPr>
          <a:xfrm>
            <a:off x="254812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grid-1-test-input-24-17"/>
          <p:cNvSpPr/>
          <p:nvPr/>
        </p:nvSpPr>
        <p:spPr>
          <a:xfrm>
            <a:off x="2627375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grid-1-test-input-24-18"/>
          <p:cNvSpPr/>
          <p:nvPr/>
        </p:nvSpPr>
        <p:spPr>
          <a:xfrm>
            <a:off x="2706624" y="363931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grid-1-test-input-24-19"/>
          <p:cNvSpPr/>
          <p:nvPr/>
        </p:nvSpPr>
        <p:spPr>
          <a:xfrm>
            <a:off x="2785872" y="363931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grid-1-test-input-24-20"/>
          <p:cNvSpPr/>
          <p:nvPr/>
        </p:nvSpPr>
        <p:spPr>
          <a:xfrm>
            <a:off x="2865120" y="363931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grid-1-test-input-24-21"/>
          <p:cNvSpPr/>
          <p:nvPr/>
        </p:nvSpPr>
        <p:spPr>
          <a:xfrm>
            <a:off x="294436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grid-1-test-input-24-22"/>
          <p:cNvSpPr/>
          <p:nvPr/>
        </p:nvSpPr>
        <p:spPr>
          <a:xfrm>
            <a:off x="302361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grid-1-test-input-24-23"/>
          <p:cNvSpPr/>
          <p:nvPr/>
        </p:nvSpPr>
        <p:spPr>
          <a:xfrm>
            <a:off x="310286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grid-1-test-input-24-24"/>
          <p:cNvSpPr/>
          <p:nvPr/>
        </p:nvSpPr>
        <p:spPr>
          <a:xfrm>
            <a:off x="318211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grid-1-test-input-24-25"/>
          <p:cNvSpPr/>
          <p:nvPr/>
        </p:nvSpPr>
        <p:spPr>
          <a:xfrm>
            <a:off x="32613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grid-1-test-input-24-26"/>
          <p:cNvSpPr/>
          <p:nvPr/>
        </p:nvSpPr>
        <p:spPr>
          <a:xfrm>
            <a:off x="334060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grid-1-test-input-24-27"/>
          <p:cNvSpPr/>
          <p:nvPr/>
        </p:nvSpPr>
        <p:spPr>
          <a:xfrm>
            <a:off x="34198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grid-1-test-input-24-28"/>
          <p:cNvSpPr/>
          <p:nvPr/>
        </p:nvSpPr>
        <p:spPr>
          <a:xfrm>
            <a:off x="349910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grid-1-test-input-24-29"/>
          <p:cNvSpPr/>
          <p:nvPr/>
        </p:nvSpPr>
        <p:spPr>
          <a:xfrm>
            <a:off x="35783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grid-1-test-input-25-0"/>
          <p:cNvSpPr/>
          <p:nvPr/>
        </p:nvSpPr>
        <p:spPr>
          <a:xfrm>
            <a:off x="12801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grid-1-test-input-25-1"/>
          <p:cNvSpPr/>
          <p:nvPr/>
        </p:nvSpPr>
        <p:spPr>
          <a:xfrm>
            <a:off x="135940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grid-1-test-input-25-2"/>
          <p:cNvSpPr/>
          <p:nvPr/>
        </p:nvSpPr>
        <p:spPr>
          <a:xfrm>
            <a:off x="143865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grid-1-test-input-25-3"/>
          <p:cNvSpPr/>
          <p:nvPr/>
        </p:nvSpPr>
        <p:spPr>
          <a:xfrm>
            <a:off x="151790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grid-1-test-input-25-4"/>
          <p:cNvSpPr/>
          <p:nvPr/>
        </p:nvSpPr>
        <p:spPr>
          <a:xfrm>
            <a:off x="15971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grid-1-test-input-25-5"/>
          <p:cNvSpPr/>
          <p:nvPr/>
        </p:nvSpPr>
        <p:spPr>
          <a:xfrm>
            <a:off x="167640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grid-1-test-input-25-6"/>
          <p:cNvSpPr/>
          <p:nvPr/>
        </p:nvSpPr>
        <p:spPr>
          <a:xfrm>
            <a:off x="175564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grid-1-test-input-25-7"/>
          <p:cNvSpPr/>
          <p:nvPr/>
        </p:nvSpPr>
        <p:spPr>
          <a:xfrm>
            <a:off x="1834896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grid-1-test-input-25-8"/>
          <p:cNvSpPr/>
          <p:nvPr/>
        </p:nvSpPr>
        <p:spPr>
          <a:xfrm>
            <a:off x="1914144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grid-1-test-input-25-9"/>
          <p:cNvSpPr/>
          <p:nvPr/>
        </p:nvSpPr>
        <p:spPr>
          <a:xfrm>
            <a:off x="1993391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grid-1-test-input-25-10"/>
          <p:cNvSpPr/>
          <p:nvPr/>
        </p:nvSpPr>
        <p:spPr>
          <a:xfrm>
            <a:off x="2072640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grid-1-test-input-25-11"/>
          <p:cNvSpPr/>
          <p:nvPr/>
        </p:nvSpPr>
        <p:spPr>
          <a:xfrm>
            <a:off x="2151888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grid-1-test-input-25-12"/>
          <p:cNvSpPr/>
          <p:nvPr/>
        </p:nvSpPr>
        <p:spPr>
          <a:xfrm>
            <a:off x="2231136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grid-1-test-input-25-13"/>
          <p:cNvSpPr/>
          <p:nvPr/>
        </p:nvSpPr>
        <p:spPr>
          <a:xfrm>
            <a:off x="2310383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grid-1-test-input-25-14"/>
          <p:cNvSpPr/>
          <p:nvPr/>
        </p:nvSpPr>
        <p:spPr>
          <a:xfrm>
            <a:off x="2389632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grid-1-test-input-25-15"/>
          <p:cNvSpPr/>
          <p:nvPr/>
        </p:nvSpPr>
        <p:spPr>
          <a:xfrm>
            <a:off x="2468880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grid-1-test-input-25-16"/>
          <p:cNvSpPr/>
          <p:nvPr/>
        </p:nvSpPr>
        <p:spPr>
          <a:xfrm>
            <a:off x="254812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grid-1-test-input-25-17"/>
          <p:cNvSpPr/>
          <p:nvPr/>
        </p:nvSpPr>
        <p:spPr>
          <a:xfrm>
            <a:off x="2627375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grid-1-test-input-25-18"/>
          <p:cNvSpPr/>
          <p:nvPr/>
        </p:nvSpPr>
        <p:spPr>
          <a:xfrm>
            <a:off x="2706624" y="371856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grid-1-test-input-25-19"/>
          <p:cNvSpPr/>
          <p:nvPr/>
        </p:nvSpPr>
        <p:spPr>
          <a:xfrm>
            <a:off x="2785872" y="371856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grid-1-test-input-25-20"/>
          <p:cNvSpPr/>
          <p:nvPr/>
        </p:nvSpPr>
        <p:spPr>
          <a:xfrm>
            <a:off x="2865120" y="371856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grid-1-test-input-25-21"/>
          <p:cNvSpPr/>
          <p:nvPr/>
        </p:nvSpPr>
        <p:spPr>
          <a:xfrm>
            <a:off x="294436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grid-1-test-input-25-22"/>
          <p:cNvSpPr/>
          <p:nvPr/>
        </p:nvSpPr>
        <p:spPr>
          <a:xfrm>
            <a:off x="302361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grid-1-test-input-25-23"/>
          <p:cNvSpPr/>
          <p:nvPr/>
        </p:nvSpPr>
        <p:spPr>
          <a:xfrm>
            <a:off x="310286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grid-1-test-input-25-24"/>
          <p:cNvSpPr/>
          <p:nvPr/>
        </p:nvSpPr>
        <p:spPr>
          <a:xfrm>
            <a:off x="318211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grid-1-test-input-25-25"/>
          <p:cNvSpPr/>
          <p:nvPr/>
        </p:nvSpPr>
        <p:spPr>
          <a:xfrm>
            <a:off x="32613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grid-1-test-input-25-26"/>
          <p:cNvSpPr/>
          <p:nvPr/>
        </p:nvSpPr>
        <p:spPr>
          <a:xfrm>
            <a:off x="334060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grid-1-test-input-25-27"/>
          <p:cNvSpPr/>
          <p:nvPr/>
        </p:nvSpPr>
        <p:spPr>
          <a:xfrm>
            <a:off x="341985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grid-1-test-input-25-28"/>
          <p:cNvSpPr/>
          <p:nvPr/>
        </p:nvSpPr>
        <p:spPr>
          <a:xfrm>
            <a:off x="349910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grid-1-test-input-25-29"/>
          <p:cNvSpPr/>
          <p:nvPr/>
        </p:nvSpPr>
        <p:spPr>
          <a:xfrm>
            <a:off x="35783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grid-1-test-input-26-0"/>
          <p:cNvSpPr/>
          <p:nvPr/>
        </p:nvSpPr>
        <p:spPr>
          <a:xfrm>
            <a:off x="12801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grid-1-test-input-26-1"/>
          <p:cNvSpPr/>
          <p:nvPr/>
        </p:nvSpPr>
        <p:spPr>
          <a:xfrm>
            <a:off x="135940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grid-1-test-input-26-2"/>
          <p:cNvSpPr/>
          <p:nvPr/>
        </p:nvSpPr>
        <p:spPr>
          <a:xfrm>
            <a:off x="14386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grid-1-test-input-26-3"/>
          <p:cNvSpPr/>
          <p:nvPr/>
        </p:nvSpPr>
        <p:spPr>
          <a:xfrm>
            <a:off x="151790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grid-1-test-input-26-4"/>
          <p:cNvSpPr/>
          <p:nvPr/>
        </p:nvSpPr>
        <p:spPr>
          <a:xfrm>
            <a:off x="15971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grid-1-test-input-26-5"/>
          <p:cNvSpPr/>
          <p:nvPr/>
        </p:nvSpPr>
        <p:spPr>
          <a:xfrm>
            <a:off x="167640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grid-1-test-input-26-6"/>
          <p:cNvSpPr/>
          <p:nvPr/>
        </p:nvSpPr>
        <p:spPr>
          <a:xfrm>
            <a:off x="175564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grid-1-test-input-26-7"/>
          <p:cNvSpPr/>
          <p:nvPr/>
        </p:nvSpPr>
        <p:spPr>
          <a:xfrm>
            <a:off x="1834896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grid-1-test-input-26-8"/>
          <p:cNvSpPr/>
          <p:nvPr/>
        </p:nvSpPr>
        <p:spPr>
          <a:xfrm>
            <a:off x="1914144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grid-1-test-input-26-9"/>
          <p:cNvSpPr/>
          <p:nvPr/>
        </p:nvSpPr>
        <p:spPr>
          <a:xfrm>
            <a:off x="1993391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grid-1-test-input-26-10"/>
          <p:cNvSpPr/>
          <p:nvPr/>
        </p:nvSpPr>
        <p:spPr>
          <a:xfrm>
            <a:off x="2072640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grid-1-test-input-26-11"/>
          <p:cNvSpPr/>
          <p:nvPr/>
        </p:nvSpPr>
        <p:spPr>
          <a:xfrm>
            <a:off x="2151888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grid-1-test-input-26-12"/>
          <p:cNvSpPr/>
          <p:nvPr/>
        </p:nvSpPr>
        <p:spPr>
          <a:xfrm>
            <a:off x="2231136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grid-1-test-input-26-13"/>
          <p:cNvSpPr/>
          <p:nvPr/>
        </p:nvSpPr>
        <p:spPr>
          <a:xfrm>
            <a:off x="2310383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grid-1-test-input-26-14"/>
          <p:cNvSpPr/>
          <p:nvPr/>
        </p:nvSpPr>
        <p:spPr>
          <a:xfrm>
            <a:off x="2389632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grid-1-test-input-26-15"/>
          <p:cNvSpPr/>
          <p:nvPr/>
        </p:nvSpPr>
        <p:spPr>
          <a:xfrm>
            <a:off x="2468880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grid-1-test-input-26-16"/>
          <p:cNvSpPr/>
          <p:nvPr/>
        </p:nvSpPr>
        <p:spPr>
          <a:xfrm>
            <a:off x="254812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grid-1-test-input-26-17"/>
          <p:cNvSpPr/>
          <p:nvPr/>
        </p:nvSpPr>
        <p:spPr>
          <a:xfrm>
            <a:off x="2627375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grid-1-test-input-26-18"/>
          <p:cNvSpPr/>
          <p:nvPr/>
        </p:nvSpPr>
        <p:spPr>
          <a:xfrm>
            <a:off x="2706624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grid-1-test-input-26-19"/>
          <p:cNvSpPr/>
          <p:nvPr/>
        </p:nvSpPr>
        <p:spPr>
          <a:xfrm>
            <a:off x="2785872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grid-1-test-input-26-20"/>
          <p:cNvSpPr/>
          <p:nvPr/>
        </p:nvSpPr>
        <p:spPr>
          <a:xfrm>
            <a:off x="2865120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grid-1-test-input-26-21"/>
          <p:cNvSpPr/>
          <p:nvPr/>
        </p:nvSpPr>
        <p:spPr>
          <a:xfrm>
            <a:off x="2944368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grid-1-test-input-26-22"/>
          <p:cNvSpPr/>
          <p:nvPr/>
        </p:nvSpPr>
        <p:spPr>
          <a:xfrm>
            <a:off x="3023616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grid-1-test-input-26-23"/>
          <p:cNvSpPr/>
          <p:nvPr/>
        </p:nvSpPr>
        <p:spPr>
          <a:xfrm>
            <a:off x="3102864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grid-1-test-input-26-24"/>
          <p:cNvSpPr/>
          <p:nvPr/>
        </p:nvSpPr>
        <p:spPr>
          <a:xfrm>
            <a:off x="3182112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grid-1-test-input-26-25"/>
          <p:cNvSpPr/>
          <p:nvPr/>
        </p:nvSpPr>
        <p:spPr>
          <a:xfrm>
            <a:off x="3261360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grid-1-test-input-26-26"/>
          <p:cNvSpPr/>
          <p:nvPr/>
        </p:nvSpPr>
        <p:spPr>
          <a:xfrm>
            <a:off x="3340608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grid-1-test-input-26-27"/>
          <p:cNvSpPr/>
          <p:nvPr/>
        </p:nvSpPr>
        <p:spPr>
          <a:xfrm>
            <a:off x="34198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grid-1-test-input-26-28"/>
          <p:cNvSpPr/>
          <p:nvPr/>
        </p:nvSpPr>
        <p:spPr>
          <a:xfrm>
            <a:off x="349910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grid-1-test-input-26-29"/>
          <p:cNvSpPr/>
          <p:nvPr/>
        </p:nvSpPr>
        <p:spPr>
          <a:xfrm>
            <a:off x="35783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grid-1-test-input-27-0"/>
          <p:cNvSpPr/>
          <p:nvPr/>
        </p:nvSpPr>
        <p:spPr>
          <a:xfrm>
            <a:off x="12801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grid-1-test-input-27-1"/>
          <p:cNvSpPr/>
          <p:nvPr/>
        </p:nvSpPr>
        <p:spPr>
          <a:xfrm>
            <a:off x="1359408" y="38770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grid-1-test-input-27-2"/>
          <p:cNvSpPr/>
          <p:nvPr/>
        </p:nvSpPr>
        <p:spPr>
          <a:xfrm>
            <a:off x="143865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grid-1-test-input-27-3"/>
          <p:cNvSpPr/>
          <p:nvPr/>
        </p:nvSpPr>
        <p:spPr>
          <a:xfrm>
            <a:off x="1517904" y="38770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grid-1-test-input-27-4"/>
          <p:cNvSpPr/>
          <p:nvPr/>
        </p:nvSpPr>
        <p:spPr>
          <a:xfrm>
            <a:off x="15971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grid-1-test-input-27-5"/>
          <p:cNvSpPr/>
          <p:nvPr/>
        </p:nvSpPr>
        <p:spPr>
          <a:xfrm>
            <a:off x="167640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grid-1-test-input-27-6"/>
          <p:cNvSpPr/>
          <p:nvPr/>
        </p:nvSpPr>
        <p:spPr>
          <a:xfrm>
            <a:off x="175564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grid-1-test-input-27-7"/>
          <p:cNvSpPr/>
          <p:nvPr/>
        </p:nvSpPr>
        <p:spPr>
          <a:xfrm>
            <a:off x="1834896" y="387705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grid-1-test-input-27-8"/>
          <p:cNvSpPr/>
          <p:nvPr/>
        </p:nvSpPr>
        <p:spPr>
          <a:xfrm>
            <a:off x="1914144" y="387705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grid-1-test-input-27-9"/>
          <p:cNvSpPr/>
          <p:nvPr/>
        </p:nvSpPr>
        <p:spPr>
          <a:xfrm>
            <a:off x="1993391" y="387705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grid-1-test-input-27-10"/>
          <p:cNvSpPr/>
          <p:nvPr/>
        </p:nvSpPr>
        <p:spPr>
          <a:xfrm>
            <a:off x="207264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grid-1-test-input-27-11"/>
          <p:cNvSpPr/>
          <p:nvPr/>
        </p:nvSpPr>
        <p:spPr>
          <a:xfrm>
            <a:off x="215188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grid-1-test-input-27-12"/>
          <p:cNvSpPr/>
          <p:nvPr/>
        </p:nvSpPr>
        <p:spPr>
          <a:xfrm>
            <a:off x="223113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grid-1-test-input-27-13"/>
          <p:cNvSpPr/>
          <p:nvPr/>
        </p:nvSpPr>
        <p:spPr>
          <a:xfrm>
            <a:off x="2310383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grid-1-test-input-27-14"/>
          <p:cNvSpPr/>
          <p:nvPr/>
        </p:nvSpPr>
        <p:spPr>
          <a:xfrm>
            <a:off x="238963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grid-1-test-input-27-15"/>
          <p:cNvSpPr/>
          <p:nvPr/>
        </p:nvSpPr>
        <p:spPr>
          <a:xfrm>
            <a:off x="246888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grid-1-test-input-27-16"/>
          <p:cNvSpPr/>
          <p:nvPr/>
        </p:nvSpPr>
        <p:spPr>
          <a:xfrm>
            <a:off x="254812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grid-1-test-input-27-17"/>
          <p:cNvSpPr/>
          <p:nvPr/>
        </p:nvSpPr>
        <p:spPr>
          <a:xfrm>
            <a:off x="2627375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grid-1-test-input-27-18"/>
          <p:cNvSpPr/>
          <p:nvPr/>
        </p:nvSpPr>
        <p:spPr>
          <a:xfrm>
            <a:off x="2706624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grid-1-test-input-27-19"/>
          <p:cNvSpPr/>
          <p:nvPr/>
        </p:nvSpPr>
        <p:spPr>
          <a:xfrm>
            <a:off x="2785872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grid-1-test-input-27-20"/>
          <p:cNvSpPr/>
          <p:nvPr/>
        </p:nvSpPr>
        <p:spPr>
          <a:xfrm>
            <a:off x="2865120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grid-1-test-input-27-21"/>
          <p:cNvSpPr/>
          <p:nvPr/>
        </p:nvSpPr>
        <p:spPr>
          <a:xfrm>
            <a:off x="2944368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grid-1-test-input-27-22"/>
          <p:cNvSpPr/>
          <p:nvPr/>
        </p:nvSpPr>
        <p:spPr>
          <a:xfrm>
            <a:off x="3023616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grid-1-test-input-27-23"/>
          <p:cNvSpPr/>
          <p:nvPr/>
        </p:nvSpPr>
        <p:spPr>
          <a:xfrm>
            <a:off x="3102864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grid-1-test-input-27-24"/>
          <p:cNvSpPr/>
          <p:nvPr/>
        </p:nvSpPr>
        <p:spPr>
          <a:xfrm>
            <a:off x="3182112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grid-1-test-input-27-25"/>
          <p:cNvSpPr/>
          <p:nvPr/>
        </p:nvSpPr>
        <p:spPr>
          <a:xfrm>
            <a:off x="3261360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grid-1-test-input-27-26"/>
          <p:cNvSpPr/>
          <p:nvPr/>
        </p:nvSpPr>
        <p:spPr>
          <a:xfrm>
            <a:off x="3340608" y="387705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grid-1-test-input-27-27"/>
          <p:cNvSpPr/>
          <p:nvPr/>
        </p:nvSpPr>
        <p:spPr>
          <a:xfrm>
            <a:off x="341985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grid-1-test-input-27-28"/>
          <p:cNvSpPr/>
          <p:nvPr/>
        </p:nvSpPr>
        <p:spPr>
          <a:xfrm>
            <a:off x="349910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grid-1-test-input-27-29"/>
          <p:cNvSpPr/>
          <p:nvPr/>
        </p:nvSpPr>
        <p:spPr>
          <a:xfrm>
            <a:off x="35783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grid-1-test-input-28-0"/>
          <p:cNvSpPr/>
          <p:nvPr/>
        </p:nvSpPr>
        <p:spPr>
          <a:xfrm>
            <a:off x="12801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grid-1-test-input-28-1"/>
          <p:cNvSpPr/>
          <p:nvPr/>
        </p:nvSpPr>
        <p:spPr>
          <a:xfrm>
            <a:off x="13594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grid-1-test-input-28-2"/>
          <p:cNvSpPr/>
          <p:nvPr/>
        </p:nvSpPr>
        <p:spPr>
          <a:xfrm>
            <a:off x="14386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grid-1-test-input-28-3"/>
          <p:cNvSpPr/>
          <p:nvPr/>
        </p:nvSpPr>
        <p:spPr>
          <a:xfrm>
            <a:off x="15179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grid-1-test-input-28-4"/>
          <p:cNvSpPr/>
          <p:nvPr/>
        </p:nvSpPr>
        <p:spPr>
          <a:xfrm>
            <a:off x="15971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grid-1-test-input-28-5"/>
          <p:cNvSpPr/>
          <p:nvPr/>
        </p:nvSpPr>
        <p:spPr>
          <a:xfrm>
            <a:off x="167640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grid-1-test-input-28-6"/>
          <p:cNvSpPr/>
          <p:nvPr/>
        </p:nvSpPr>
        <p:spPr>
          <a:xfrm>
            <a:off x="175564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grid-1-test-input-28-7"/>
          <p:cNvSpPr/>
          <p:nvPr/>
        </p:nvSpPr>
        <p:spPr>
          <a:xfrm>
            <a:off x="1834896" y="395630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grid-1-test-input-28-8"/>
          <p:cNvSpPr/>
          <p:nvPr/>
        </p:nvSpPr>
        <p:spPr>
          <a:xfrm>
            <a:off x="1914144" y="395630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grid-1-test-input-28-9"/>
          <p:cNvSpPr/>
          <p:nvPr/>
        </p:nvSpPr>
        <p:spPr>
          <a:xfrm>
            <a:off x="1993391" y="395630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grid-1-test-input-28-10"/>
          <p:cNvSpPr/>
          <p:nvPr/>
        </p:nvSpPr>
        <p:spPr>
          <a:xfrm>
            <a:off x="207264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grid-1-test-input-28-11"/>
          <p:cNvSpPr/>
          <p:nvPr/>
        </p:nvSpPr>
        <p:spPr>
          <a:xfrm>
            <a:off x="215188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grid-1-test-input-28-12"/>
          <p:cNvSpPr/>
          <p:nvPr/>
        </p:nvSpPr>
        <p:spPr>
          <a:xfrm>
            <a:off x="223113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grid-1-test-input-28-13"/>
          <p:cNvSpPr/>
          <p:nvPr/>
        </p:nvSpPr>
        <p:spPr>
          <a:xfrm>
            <a:off x="2310383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grid-1-test-input-28-14"/>
          <p:cNvSpPr/>
          <p:nvPr/>
        </p:nvSpPr>
        <p:spPr>
          <a:xfrm>
            <a:off x="238963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grid-1-test-input-28-15"/>
          <p:cNvSpPr/>
          <p:nvPr/>
        </p:nvSpPr>
        <p:spPr>
          <a:xfrm>
            <a:off x="246888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grid-1-test-input-28-16"/>
          <p:cNvSpPr/>
          <p:nvPr/>
        </p:nvSpPr>
        <p:spPr>
          <a:xfrm>
            <a:off x="254812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grid-1-test-input-28-17"/>
          <p:cNvSpPr/>
          <p:nvPr/>
        </p:nvSpPr>
        <p:spPr>
          <a:xfrm>
            <a:off x="2627375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grid-1-test-input-28-18"/>
          <p:cNvSpPr/>
          <p:nvPr/>
        </p:nvSpPr>
        <p:spPr>
          <a:xfrm>
            <a:off x="2706624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grid-1-test-input-28-19"/>
          <p:cNvSpPr/>
          <p:nvPr/>
        </p:nvSpPr>
        <p:spPr>
          <a:xfrm>
            <a:off x="2785872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grid-1-test-input-28-20"/>
          <p:cNvSpPr/>
          <p:nvPr/>
        </p:nvSpPr>
        <p:spPr>
          <a:xfrm>
            <a:off x="2865120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grid-1-test-input-28-21"/>
          <p:cNvSpPr/>
          <p:nvPr/>
        </p:nvSpPr>
        <p:spPr>
          <a:xfrm>
            <a:off x="2944368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grid-1-test-input-28-22"/>
          <p:cNvSpPr/>
          <p:nvPr/>
        </p:nvSpPr>
        <p:spPr>
          <a:xfrm>
            <a:off x="3023616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grid-1-test-input-28-23"/>
          <p:cNvSpPr/>
          <p:nvPr/>
        </p:nvSpPr>
        <p:spPr>
          <a:xfrm>
            <a:off x="3102864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grid-1-test-input-28-24"/>
          <p:cNvSpPr/>
          <p:nvPr/>
        </p:nvSpPr>
        <p:spPr>
          <a:xfrm>
            <a:off x="3182112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grid-1-test-input-28-25"/>
          <p:cNvSpPr/>
          <p:nvPr/>
        </p:nvSpPr>
        <p:spPr>
          <a:xfrm>
            <a:off x="3261360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grid-1-test-input-28-26"/>
          <p:cNvSpPr/>
          <p:nvPr/>
        </p:nvSpPr>
        <p:spPr>
          <a:xfrm>
            <a:off x="3340608" y="3956303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grid-1-test-input-28-27"/>
          <p:cNvSpPr/>
          <p:nvPr/>
        </p:nvSpPr>
        <p:spPr>
          <a:xfrm>
            <a:off x="34198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grid-1-test-input-28-28"/>
          <p:cNvSpPr/>
          <p:nvPr/>
        </p:nvSpPr>
        <p:spPr>
          <a:xfrm>
            <a:off x="34991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grid-1-test-input-28-29"/>
          <p:cNvSpPr/>
          <p:nvPr/>
        </p:nvSpPr>
        <p:spPr>
          <a:xfrm>
            <a:off x="35783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id-1-test-input-29-0"/>
          <p:cNvSpPr/>
          <p:nvPr/>
        </p:nvSpPr>
        <p:spPr>
          <a:xfrm>
            <a:off x="12801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grid-1-test-input-29-1"/>
          <p:cNvSpPr/>
          <p:nvPr/>
        </p:nvSpPr>
        <p:spPr>
          <a:xfrm>
            <a:off x="13594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grid-1-test-input-29-2"/>
          <p:cNvSpPr/>
          <p:nvPr/>
        </p:nvSpPr>
        <p:spPr>
          <a:xfrm>
            <a:off x="14386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grid-1-test-input-29-3"/>
          <p:cNvSpPr/>
          <p:nvPr/>
        </p:nvSpPr>
        <p:spPr>
          <a:xfrm>
            <a:off x="15179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grid-1-test-input-29-4"/>
          <p:cNvSpPr/>
          <p:nvPr/>
        </p:nvSpPr>
        <p:spPr>
          <a:xfrm>
            <a:off x="15971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grid-1-test-input-29-5"/>
          <p:cNvSpPr/>
          <p:nvPr/>
        </p:nvSpPr>
        <p:spPr>
          <a:xfrm>
            <a:off x="167640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grid-1-test-input-29-6"/>
          <p:cNvSpPr/>
          <p:nvPr/>
        </p:nvSpPr>
        <p:spPr>
          <a:xfrm>
            <a:off x="175564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grid-1-test-input-29-7"/>
          <p:cNvSpPr/>
          <p:nvPr/>
        </p:nvSpPr>
        <p:spPr>
          <a:xfrm>
            <a:off x="1834896" y="403555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grid-1-test-input-29-8"/>
          <p:cNvSpPr/>
          <p:nvPr/>
        </p:nvSpPr>
        <p:spPr>
          <a:xfrm>
            <a:off x="1914144" y="403555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grid-1-test-input-29-9"/>
          <p:cNvSpPr/>
          <p:nvPr/>
        </p:nvSpPr>
        <p:spPr>
          <a:xfrm>
            <a:off x="1993391" y="403555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grid-1-test-input-29-10"/>
          <p:cNvSpPr/>
          <p:nvPr/>
        </p:nvSpPr>
        <p:spPr>
          <a:xfrm>
            <a:off x="207264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grid-1-test-input-29-11"/>
          <p:cNvSpPr/>
          <p:nvPr/>
        </p:nvSpPr>
        <p:spPr>
          <a:xfrm>
            <a:off x="215188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grid-1-test-input-29-12"/>
          <p:cNvSpPr/>
          <p:nvPr/>
        </p:nvSpPr>
        <p:spPr>
          <a:xfrm>
            <a:off x="223113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grid-1-test-input-29-13"/>
          <p:cNvSpPr/>
          <p:nvPr/>
        </p:nvSpPr>
        <p:spPr>
          <a:xfrm>
            <a:off x="2310383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grid-1-test-input-29-14"/>
          <p:cNvSpPr/>
          <p:nvPr/>
        </p:nvSpPr>
        <p:spPr>
          <a:xfrm>
            <a:off x="238963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grid-1-test-input-29-15"/>
          <p:cNvSpPr/>
          <p:nvPr/>
        </p:nvSpPr>
        <p:spPr>
          <a:xfrm>
            <a:off x="246888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grid-1-test-input-29-16"/>
          <p:cNvSpPr/>
          <p:nvPr/>
        </p:nvSpPr>
        <p:spPr>
          <a:xfrm>
            <a:off x="254812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grid-1-test-input-29-17"/>
          <p:cNvSpPr/>
          <p:nvPr/>
        </p:nvSpPr>
        <p:spPr>
          <a:xfrm>
            <a:off x="2627375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grid-1-test-input-29-18"/>
          <p:cNvSpPr/>
          <p:nvPr/>
        </p:nvSpPr>
        <p:spPr>
          <a:xfrm>
            <a:off x="270662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grid-1-test-input-29-19"/>
          <p:cNvSpPr/>
          <p:nvPr/>
        </p:nvSpPr>
        <p:spPr>
          <a:xfrm>
            <a:off x="278587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grid-1-test-input-29-20"/>
          <p:cNvSpPr/>
          <p:nvPr/>
        </p:nvSpPr>
        <p:spPr>
          <a:xfrm>
            <a:off x="286512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grid-1-test-input-29-21"/>
          <p:cNvSpPr/>
          <p:nvPr/>
        </p:nvSpPr>
        <p:spPr>
          <a:xfrm>
            <a:off x="294436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grid-1-test-input-29-22"/>
          <p:cNvSpPr/>
          <p:nvPr/>
        </p:nvSpPr>
        <p:spPr>
          <a:xfrm>
            <a:off x="302361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grid-1-test-input-29-23"/>
          <p:cNvSpPr/>
          <p:nvPr/>
        </p:nvSpPr>
        <p:spPr>
          <a:xfrm>
            <a:off x="310286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grid-1-test-input-29-24"/>
          <p:cNvSpPr/>
          <p:nvPr/>
        </p:nvSpPr>
        <p:spPr>
          <a:xfrm>
            <a:off x="318211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grid-1-test-input-29-25"/>
          <p:cNvSpPr/>
          <p:nvPr/>
        </p:nvSpPr>
        <p:spPr>
          <a:xfrm>
            <a:off x="32613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grid-1-test-input-29-26"/>
          <p:cNvSpPr/>
          <p:nvPr/>
        </p:nvSpPr>
        <p:spPr>
          <a:xfrm>
            <a:off x="33406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grid-1-test-input-29-27"/>
          <p:cNvSpPr/>
          <p:nvPr/>
        </p:nvSpPr>
        <p:spPr>
          <a:xfrm>
            <a:off x="34198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grid-1-test-input-29-28"/>
          <p:cNvSpPr/>
          <p:nvPr/>
        </p:nvSpPr>
        <p:spPr>
          <a:xfrm>
            <a:off x="34991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grid-1-test-input-29-29"/>
          <p:cNvSpPr/>
          <p:nvPr/>
        </p:nvSpPr>
        <p:spPr>
          <a:xfrm>
            <a:off x="35783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grid-1-test-output-0-0"/>
          <p:cNvSpPr/>
          <p:nvPr/>
        </p:nvSpPr>
        <p:spPr>
          <a:xfrm>
            <a:off x="5394960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grid-1-test-output-0-1"/>
          <p:cNvSpPr/>
          <p:nvPr/>
        </p:nvSpPr>
        <p:spPr>
          <a:xfrm>
            <a:off x="5474208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grid-1-test-output-0-2"/>
          <p:cNvSpPr/>
          <p:nvPr/>
        </p:nvSpPr>
        <p:spPr>
          <a:xfrm>
            <a:off x="5553456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grid-1-test-output-0-3"/>
          <p:cNvSpPr/>
          <p:nvPr/>
        </p:nvSpPr>
        <p:spPr>
          <a:xfrm>
            <a:off x="5632704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grid-1-test-output-0-4"/>
          <p:cNvSpPr/>
          <p:nvPr/>
        </p:nvSpPr>
        <p:spPr>
          <a:xfrm>
            <a:off x="5711952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grid-1-test-output-0-5"/>
          <p:cNvSpPr/>
          <p:nvPr/>
        </p:nvSpPr>
        <p:spPr>
          <a:xfrm>
            <a:off x="5791200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grid-1-test-output-0-6"/>
          <p:cNvSpPr/>
          <p:nvPr/>
        </p:nvSpPr>
        <p:spPr>
          <a:xfrm>
            <a:off x="5870448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grid-1-test-output-0-7"/>
          <p:cNvSpPr/>
          <p:nvPr/>
        </p:nvSpPr>
        <p:spPr>
          <a:xfrm>
            <a:off x="5949696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grid-1-test-output-0-8"/>
          <p:cNvSpPr/>
          <p:nvPr/>
        </p:nvSpPr>
        <p:spPr>
          <a:xfrm>
            <a:off x="6028944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grid-1-test-output-0-9"/>
          <p:cNvSpPr/>
          <p:nvPr/>
        </p:nvSpPr>
        <p:spPr>
          <a:xfrm>
            <a:off x="6108192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grid-1-test-output-0-10"/>
          <p:cNvSpPr/>
          <p:nvPr/>
        </p:nvSpPr>
        <p:spPr>
          <a:xfrm>
            <a:off x="6187440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grid-1-test-output-0-11"/>
          <p:cNvSpPr/>
          <p:nvPr/>
        </p:nvSpPr>
        <p:spPr>
          <a:xfrm>
            <a:off x="6266688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grid-1-test-output-0-12"/>
          <p:cNvSpPr/>
          <p:nvPr/>
        </p:nvSpPr>
        <p:spPr>
          <a:xfrm>
            <a:off x="6345936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grid-1-test-output-0-13"/>
          <p:cNvSpPr/>
          <p:nvPr/>
        </p:nvSpPr>
        <p:spPr>
          <a:xfrm>
            <a:off x="6425184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grid-1-test-output-0-14"/>
          <p:cNvSpPr/>
          <p:nvPr/>
        </p:nvSpPr>
        <p:spPr>
          <a:xfrm>
            <a:off x="6504432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grid-1-test-output-0-15"/>
          <p:cNvSpPr/>
          <p:nvPr/>
        </p:nvSpPr>
        <p:spPr>
          <a:xfrm>
            <a:off x="6583680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grid-1-test-output-0-16"/>
          <p:cNvSpPr/>
          <p:nvPr/>
        </p:nvSpPr>
        <p:spPr>
          <a:xfrm>
            <a:off x="6662928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grid-1-test-output-0-17"/>
          <p:cNvSpPr/>
          <p:nvPr/>
        </p:nvSpPr>
        <p:spPr>
          <a:xfrm>
            <a:off x="6742176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grid-1-test-output-0-18"/>
          <p:cNvSpPr/>
          <p:nvPr/>
        </p:nvSpPr>
        <p:spPr>
          <a:xfrm>
            <a:off x="6821424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grid-1-test-output-0-19"/>
          <p:cNvSpPr/>
          <p:nvPr/>
        </p:nvSpPr>
        <p:spPr>
          <a:xfrm>
            <a:off x="6900672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grid-1-test-output-0-20"/>
          <p:cNvSpPr/>
          <p:nvPr/>
        </p:nvSpPr>
        <p:spPr>
          <a:xfrm>
            <a:off x="6979920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grid-1-test-output-0-21"/>
          <p:cNvSpPr/>
          <p:nvPr/>
        </p:nvSpPr>
        <p:spPr>
          <a:xfrm>
            <a:off x="7059168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grid-1-test-output-0-22"/>
          <p:cNvSpPr/>
          <p:nvPr/>
        </p:nvSpPr>
        <p:spPr>
          <a:xfrm>
            <a:off x="7138416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grid-1-test-output-0-23"/>
          <p:cNvSpPr/>
          <p:nvPr/>
        </p:nvSpPr>
        <p:spPr>
          <a:xfrm>
            <a:off x="7217664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grid-1-test-output-0-24"/>
          <p:cNvSpPr/>
          <p:nvPr/>
        </p:nvSpPr>
        <p:spPr>
          <a:xfrm>
            <a:off x="7296912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grid-1-test-output-0-25"/>
          <p:cNvSpPr/>
          <p:nvPr/>
        </p:nvSpPr>
        <p:spPr>
          <a:xfrm>
            <a:off x="7376160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grid-1-test-output-0-26"/>
          <p:cNvSpPr/>
          <p:nvPr/>
        </p:nvSpPr>
        <p:spPr>
          <a:xfrm>
            <a:off x="7455408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grid-1-test-output-0-27"/>
          <p:cNvSpPr/>
          <p:nvPr/>
        </p:nvSpPr>
        <p:spPr>
          <a:xfrm>
            <a:off x="7534656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grid-1-test-output-0-28"/>
          <p:cNvSpPr/>
          <p:nvPr/>
        </p:nvSpPr>
        <p:spPr>
          <a:xfrm>
            <a:off x="7613904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grid-1-test-output-0-29"/>
          <p:cNvSpPr/>
          <p:nvPr/>
        </p:nvSpPr>
        <p:spPr>
          <a:xfrm>
            <a:off x="7693152" y="17373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grid-1-test-output-1-0"/>
          <p:cNvSpPr/>
          <p:nvPr/>
        </p:nvSpPr>
        <p:spPr>
          <a:xfrm>
            <a:off x="5394960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grid-1-test-output-1-1"/>
          <p:cNvSpPr/>
          <p:nvPr/>
        </p:nvSpPr>
        <p:spPr>
          <a:xfrm>
            <a:off x="547420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grid-1-test-output-1-2"/>
          <p:cNvSpPr/>
          <p:nvPr/>
        </p:nvSpPr>
        <p:spPr>
          <a:xfrm>
            <a:off x="555345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grid-1-test-output-1-3"/>
          <p:cNvSpPr/>
          <p:nvPr/>
        </p:nvSpPr>
        <p:spPr>
          <a:xfrm>
            <a:off x="563270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grid-1-test-output-1-4"/>
          <p:cNvSpPr/>
          <p:nvPr/>
        </p:nvSpPr>
        <p:spPr>
          <a:xfrm>
            <a:off x="5711952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grid-1-test-output-1-5"/>
          <p:cNvSpPr/>
          <p:nvPr/>
        </p:nvSpPr>
        <p:spPr>
          <a:xfrm>
            <a:off x="5791200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grid-1-test-output-1-6"/>
          <p:cNvSpPr/>
          <p:nvPr/>
        </p:nvSpPr>
        <p:spPr>
          <a:xfrm>
            <a:off x="587044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grid-1-test-output-1-7"/>
          <p:cNvSpPr/>
          <p:nvPr/>
        </p:nvSpPr>
        <p:spPr>
          <a:xfrm>
            <a:off x="594969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grid-1-test-output-1-8"/>
          <p:cNvSpPr/>
          <p:nvPr/>
        </p:nvSpPr>
        <p:spPr>
          <a:xfrm>
            <a:off x="602894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grid-1-test-output-1-9"/>
          <p:cNvSpPr/>
          <p:nvPr/>
        </p:nvSpPr>
        <p:spPr>
          <a:xfrm>
            <a:off x="6108192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grid-1-test-output-1-10"/>
          <p:cNvSpPr/>
          <p:nvPr/>
        </p:nvSpPr>
        <p:spPr>
          <a:xfrm>
            <a:off x="6187440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grid-1-test-output-1-11"/>
          <p:cNvSpPr/>
          <p:nvPr/>
        </p:nvSpPr>
        <p:spPr>
          <a:xfrm>
            <a:off x="626668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grid-1-test-output-1-12"/>
          <p:cNvSpPr/>
          <p:nvPr/>
        </p:nvSpPr>
        <p:spPr>
          <a:xfrm>
            <a:off x="634593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grid-1-test-output-1-13"/>
          <p:cNvSpPr/>
          <p:nvPr/>
        </p:nvSpPr>
        <p:spPr>
          <a:xfrm>
            <a:off x="642518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grid-1-test-output-1-14"/>
          <p:cNvSpPr/>
          <p:nvPr/>
        </p:nvSpPr>
        <p:spPr>
          <a:xfrm>
            <a:off x="6504432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grid-1-test-output-1-15"/>
          <p:cNvSpPr/>
          <p:nvPr/>
        </p:nvSpPr>
        <p:spPr>
          <a:xfrm>
            <a:off x="6583680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grid-1-test-output-1-16"/>
          <p:cNvSpPr/>
          <p:nvPr/>
        </p:nvSpPr>
        <p:spPr>
          <a:xfrm>
            <a:off x="666292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grid-1-test-output-1-17"/>
          <p:cNvSpPr/>
          <p:nvPr/>
        </p:nvSpPr>
        <p:spPr>
          <a:xfrm>
            <a:off x="674217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grid-1-test-output-1-18"/>
          <p:cNvSpPr/>
          <p:nvPr/>
        </p:nvSpPr>
        <p:spPr>
          <a:xfrm>
            <a:off x="682142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grid-1-test-output-1-19"/>
          <p:cNvSpPr/>
          <p:nvPr/>
        </p:nvSpPr>
        <p:spPr>
          <a:xfrm>
            <a:off x="6900672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grid-1-test-output-1-20"/>
          <p:cNvSpPr/>
          <p:nvPr/>
        </p:nvSpPr>
        <p:spPr>
          <a:xfrm>
            <a:off x="6979920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grid-1-test-output-1-21"/>
          <p:cNvSpPr/>
          <p:nvPr/>
        </p:nvSpPr>
        <p:spPr>
          <a:xfrm>
            <a:off x="705916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grid-1-test-output-1-22"/>
          <p:cNvSpPr/>
          <p:nvPr/>
        </p:nvSpPr>
        <p:spPr>
          <a:xfrm>
            <a:off x="713841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grid-1-test-output-1-23"/>
          <p:cNvSpPr/>
          <p:nvPr/>
        </p:nvSpPr>
        <p:spPr>
          <a:xfrm>
            <a:off x="721766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grid-1-test-output-1-24"/>
          <p:cNvSpPr/>
          <p:nvPr/>
        </p:nvSpPr>
        <p:spPr>
          <a:xfrm>
            <a:off x="7296912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grid-1-test-output-1-25"/>
          <p:cNvSpPr/>
          <p:nvPr/>
        </p:nvSpPr>
        <p:spPr>
          <a:xfrm>
            <a:off x="7376160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grid-1-test-output-1-26"/>
          <p:cNvSpPr/>
          <p:nvPr/>
        </p:nvSpPr>
        <p:spPr>
          <a:xfrm>
            <a:off x="745540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grid-1-test-output-1-27"/>
          <p:cNvSpPr/>
          <p:nvPr/>
        </p:nvSpPr>
        <p:spPr>
          <a:xfrm>
            <a:off x="753465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grid-1-test-output-1-28"/>
          <p:cNvSpPr/>
          <p:nvPr/>
        </p:nvSpPr>
        <p:spPr>
          <a:xfrm>
            <a:off x="761390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grid-1-test-output-1-29"/>
          <p:cNvSpPr/>
          <p:nvPr/>
        </p:nvSpPr>
        <p:spPr>
          <a:xfrm>
            <a:off x="7693152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grid-1-test-output-2-0"/>
          <p:cNvSpPr/>
          <p:nvPr/>
        </p:nvSpPr>
        <p:spPr>
          <a:xfrm>
            <a:off x="5394960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grid-1-test-output-2-1"/>
          <p:cNvSpPr/>
          <p:nvPr/>
        </p:nvSpPr>
        <p:spPr>
          <a:xfrm>
            <a:off x="547420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grid-1-test-output-2-2"/>
          <p:cNvSpPr/>
          <p:nvPr/>
        </p:nvSpPr>
        <p:spPr>
          <a:xfrm>
            <a:off x="555345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grid-1-test-output-2-3"/>
          <p:cNvSpPr/>
          <p:nvPr/>
        </p:nvSpPr>
        <p:spPr>
          <a:xfrm>
            <a:off x="563270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grid-1-test-output-2-4"/>
          <p:cNvSpPr/>
          <p:nvPr/>
        </p:nvSpPr>
        <p:spPr>
          <a:xfrm>
            <a:off x="5711952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grid-1-test-output-2-5"/>
          <p:cNvSpPr/>
          <p:nvPr/>
        </p:nvSpPr>
        <p:spPr>
          <a:xfrm>
            <a:off x="5791200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grid-1-test-output-2-6"/>
          <p:cNvSpPr/>
          <p:nvPr/>
        </p:nvSpPr>
        <p:spPr>
          <a:xfrm>
            <a:off x="587044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grid-1-test-output-2-7"/>
          <p:cNvSpPr/>
          <p:nvPr/>
        </p:nvSpPr>
        <p:spPr>
          <a:xfrm>
            <a:off x="594969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grid-1-test-output-2-8"/>
          <p:cNvSpPr/>
          <p:nvPr/>
        </p:nvSpPr>
        <p:spPr>
          <a:xfrm>
            <a:off x="602894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grid-1-test-output-2-9"/>
          <p:cNvSpPr/>
          <p:nvPr/>
        </p:nvSpPr>
        <p:spPr>
          <a:xfrm>
            <a:off x="6108192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grid-1-test-output-2-10"/>
          <p:cNvSpPr/>
          <p:nvPr/>
        </p:nvSpPr>
        <p:spPr>
          <a:xfrm>
            <a:off x="6187440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grid-1-test-output-2-11"/>
          <p:cNvSpPr/>
          <p:nvPr/>
        </p:nvSpPr>
        <p:spPr>
          <a:xfrm>
            <a:off x="626668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grid-1-test-output-2-12"/>
          <p:cNvSpPr/>
          <p:nvPr/>
        </p:nvSpPr>
        <p:spPr>
          <a:xfrm>
            <a:off x="634593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grid-1-test-output-2-13"/>
          <p:cNvSpPr/>
          <p:nvPr/>
        </p:nvSpPr>
        <p:spPr>
          <a:xfrm>
            <a:off x="642518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grid-1-test-output-2-14"/>
          <p:cNvSpPr/>
          <p:nvPr/>
        </p:nvSpPr>
        <p:spPr>
          <a:xfrm>
            <a:off x="6504432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grid-1-test-output-2-15"/>
          <p:cNvSpPr/>
          <p:nvPr/>
        </p:nvSpPr>
        <p:spPr>
          <a:xfrm>
            <a:off x="6583680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grid-1-test-output-2-16"/>
          <p:cNvSpPr/>
          <p:nvPr/>
        </p:nvSpPr>
        <p:spPr>
          <a:xfrm>
            <a:off x="666292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grid-1-test-output-2-17"/>
          <p:cNvSpPr/>
          <p:nvPr/>
        </p:nvSpPr>
        <p:spPr>
          <a:xfrm>
            <a:off x="674217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grid-1-test-output-2-18"/>
          <p:cNvSpPr/>
          <p:nvPr/>
        </p:nvSpPr>
        <p:spPr>
          <a:xfrm>
            <a:off x="682142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grid-1-test-output-2-19"/>
          <p:cNvSpPr/>
          <p:nvPr/>
        </p:nvSpPr>
        <p:spPr>
          <a:xfrm>
            <a:off x="6900672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grid-1-test-output-2-20"/>
          <p:cNvSpPr/>
          <p:nvPr/>
        </p:nvSpPr>
        <p:spPr>
          <a:xfrm>
            <a:off x="6979920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grid-1-test-output-2-21"/>
          <p:cNvSpPr/>
          <p:nvPr/>
        </p:nvSpPr>
        <p:spPr>
          <a:xfrm>
            <a:off x="705916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grid-1-test-output-2-22"/>
          <p:cNvSpPr/>
          <p:nvPr/>
        </p:nvSpPr>
        <p:spPr>
          <a:xfrm>
            <a:off x="713841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grid-1-test-output-2-23"/>
          <p:cNvSpPr/>
          <p:nvPr/>
        </p:nvSpPr>
        <p:spPr>
          <a:xfrm>
            <a:off x="721766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grid-1-test-output-2-24"/>
          <p:cNvSpPr/>
          <p:nvPr/>
        </p:nvSpPr>
        <p:spPr>
          <a:xfrm>
            <a:off x="7296912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grid-1-test-output-2-25"/>
          <p:cNvSpPr/>
          <p:nvPr/>
        </p:nvSpPr>
        <p:spPr>
          <a:xfrm>
            <a:off x="7376160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grid-1-test-output-2-26"/>
          <p:cNvSpPr/>
          <p:nvPr/>
        </p:nvSpPr>
        <p:spPr>
          <a:xfrm>
            <a:off x="745540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grid-1-test-output-2-27"/>
          <p:cNvSpPr/>
          <p:nvPr/>
        </p:nvSpPr>
        <p:spPr>
          <a:xfrm>
            <a:off x="753465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grid-1-test-output-2-28"/>
          <p:cNvSpPr/>
          <p:nvPr/>
        </p:nvSpPr>
        <p:spPr>
          <a:xfrm>
            <a:off x="761390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grid-1-test-output-2-29"/>
          <p:cNvSpPr/>
          <p:nvPr/>
        </p:nvSpPr>
        <p:spPr>
          <a:xfrm>
            <a:off x="7693152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grid-1-test-output-3-0"/>
          <p:cNvSpPr/>
          <p:nvPr/>
        </p:nvSpPr>
        <p:spPr>
          <a:xfrm>
            <a:off x="5394960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grid-1-test-output-3-1"/>
          <p:cNvSpPr/>
          <p:nvPr/>
        </p:nvSpPr>
        <p:spPr>
          <a:xfrm>
            <a:off x="5474208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grid-1-test-output-3-2"/>
          <p:cNvSpPr/>
          <p:nvPr/>
        </p:nvSpPr>
        <p:spPr>
          <a:xfrm>
            <a:off x="555345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grid-1-test-output-3-3"/>
          <p:cNvSpPr/>
          <p:nvPr/>
        </p:nvSpPr>
        <p:spPr>
          <a:xfrm>
            <a:off x="5632704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grid-1-test-output-3-4"/>
          <p:cNvSpPr/>
          <p:nvPr/>
        </p:nvSpPr>
        <p:spPr>
          <a:xfrm>
            <a:off x="5711952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grid-1-test-output-3-5"/>
          <p:cNvSpPr/>
          <p:nvPr/>
        </p:nvSpPr>
        <p:spPr>
          <a:xfrm>
            <a:off x="5791200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grid-1-test-output-3-6"/>
          <p:cNvSpPr/>
          <p:nvPr/>
        </p:nvSpPr>
        <p:spPr>
          <a:xfrm>
            <a:off x="5870448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grid-1-test-output-3-7"/>
          <p:cNvSpPr/>
          <p:nvPr/>
        </p:nvSpPr>
        <p:spPr>
          <a:xfrm>
            <a:off x="594969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grid-1-test-output-3-8"/>
          <p:cNvSpPr/>
          <p:nvPr/>
        </p:nvSpPr>
        <p:spPr>
          <a:xfrm>
            <a:off x="6028944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grid-1-test-output-3-9"/>
          <p:cNvSpPr/>
          <p:nvPr/>
        </p:nvSpPr>
        <p:spPr>
          <a:xfrm>
            <a:off x="6108192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grid-1-test-output-3-10"/>
          <p:cNvSpPr/>
          <p:nvPr/>
        </p:nvSpPr>
        <p:spPr>
          <a:xfrm>
            <a:off x="6187440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grid-1-test-output-3-11"/>
          <p:cNvSpPr/>
          <p:nvPr/>
        </p:nvSpPr>
        <p:spPr>
          <a:xfrm>
            <a:off x="6266688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grid-1-test-output-3-12"/>
          <p:cNvSpPr/>
          <p:nvPr/>
        </p:nvSpPr>
        <p:spPr>
          <a:xfrm>
            <a:off x="634593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grid-1-test-output-3-13"/>
          <p:cNvSpPr/>
          <p:nvPr/>
        </p:nvSpPr>
        <p:spPr>
          <a:xfrm>
            <a:off x="6425184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grid-1-test-output-3-14"/>
          <p:cNvSpPr/>
          <p:nvPr/>
        </p:nvSpPr>
        <p:spPr>
          <a:xfrm>
            <a:off x="6504432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grid-1-test-output-3-15"/>
          <p:cNvSpPr/>
          <p:nvPr/>
        </p:nvSpPr>
        <p:spPr>
          <a:xfrm>
            <a:off x="6583680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grid-1-test-output-3-16"/>
          <p:cNvSpPr/>
          <p:nvPr/>
        </p:nvSpPr>
        <p:spPr>
          <a:xfrm>
            <a:off x="6662928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grid-1-test-output-3-17"/>
          <p:cNvSpPr/>
          <p:nvPr/>
        </p:nvSpPr>
        <p:spPr>
          <a:xfrm>
            <a:off x="674217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grid-1-test-output-3-18"/>
          <p:cNvSpPr/>
          <p:nvPr/>
        </p:nvSpPr>
        <p:spPr>
          <a:xfrm>
            <a:off x="6821424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grid-1-test-output-3-19"/>
          <p:cNvSpPr/>
          <p:nvPr/>
        </p:nvSpPr>
        <p:spPr>
          <a:xfrm>
            <a:off x="6900672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grid-1-test-output-3-20"/>
          <p:cNvSpPr/>
          <p:nvPr/>
        </p:nvSpPr>
        <p:spPr>
          <a:xfrm>
            <a:off x="6979920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grid-1-test-output-3-21"/>
          <p:cNvSpPr/>
          <p:nvPr/>
        </p:nvSpPr>
        <p:spPr>
          <a:xfrm>
            <a:off x="7059168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grid-1-test-output-3-22"/>
          <p:cNvSpPr/>
          <p:nvPr/>
        </p:nvSpPr>
        <p:spPr>
          <a:xfrm>
            <a:off x="713841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grid-1-test-output-3-23"/>
          <p:cNvSpPr/>
          <p:nvPr/>
        </p:nvSpPr>
        <p:spPr>
          <a:xfrm>
            <a:off x="7217664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grid-1-test-output-3-24"/>
          <p:cNvSpPr/>
          <p:nvPr/>
        </p:nvSpPr>
        <p:spPr>
          <a:xfrm>
            <a:off x="7296912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grid-1-test-output-3-25"/>
          <p:cNvSpPr/>
          <p:nvPr/>
        </p:nvSpPr>
        <p:spPr>
          <a:xfrm>
            <a:off x="7376160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grid-1-test-output-3-26"/>
          <p:cNvSpPr/>
          <p:nvPr/>
        </p:nvSpPr>
        <p:spPr>
          <a:xfrm>
            <a:off x="7455408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grid-1-test-output-3-27"/>
          <p:cNvSpPr/>
          <p:nvPr/>
        </p:nvSpPr>
        <p:spPr>
          <a:xfrm>
            <a:off x="753465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grid-1-test-output-3-28"/>
          <p:cNvSpPr/>
          <p:nvPr/>
        </p:nvSpPr>
        <p:spPr>
          <a:xfrm>
            <a:off x="7613904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grid-1-test-output-3-29"/>
          <p:cNvSpPr/>
          <p:nvPr/>
        </p:nvSpPr>
        <p:spPr>
          <a:xfrm>
            <a:off x="7693152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grid-1-test-output-4-0"/>
          <p:cNvSpPr/>
          <p:nvPr/>
        </p:nvSpPr>
        <p:spPr>
          <a:xfrm>
            <a:off x="5394960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grid-1-test-output-4-1"/>
          <p:cNvSpPr/>
          <p:nvPr/>
        </p:nvSpPr>
        <p:spPr>
          <a:xfrm>
            <a:off x="5474208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grid-1-test-output-4-2"/>
          <p:cNvSpPr/>
          <p:nvPr/>
        </p:nvSpPr>
        <p:spPr>
          <a:xfrm>
            <a:off x="5553456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grid-1-test-output-4-3"/>
          <p:cNvSpPr/>
          <p:nvPr/>
        </p:nvSpPr>
        <p:spPr>
          <a:xfrm>
            <a:off x="5632704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grid-1-test-output-4-4"/>
          <p:cNvSpPr/>
          <p:nvPr/>
        </p:nvSpPr>
        <p:spPr>
          <a:xfrm>
            <a:off x="5711952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grid-1-test-output-4-5"/>
          <p:cNvSpPr/>
          <p:nvPr/>
        </p:nvSpPr>
        <p:spPr>
          <a:xfrm>
            <a:off x="5791200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grid-1-test-output-4-6"/>
          <p:cNvSpPr/>
          <p:nvPr/>
        </p:nvSpPr>
        <p:spPr>
          <a:xfrm>
            <a:off x="5870448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grid-1-test-output-4-7"/>
          <p:cNvSpPr/>
          <p:nvPr/>
        </p:nvSpPr>
        <p:spPr>
          <a:xfrm>
            <a:off x="5949696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grid-1-test-output-4-8"/>
          <p:cNvSpPr/>
          <p:nvPr/>
        </p:nvSpPr>
        <p:spPr>
          <a:xfrm>
            <a:off x="6028944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grid-1-test-output-4-9"/>
          <p:cNvSpPr/>
          <p:nvPr/>
        </p:nvSpPr>
        <p:spPr>
          <a:xfrm>
            <a:off x="6108192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grid-1-test-output-4-10"/>
          <p:cNvSpPr/>
          <p:nvPr/>
        </p:nvSpPr>
        <p:spPr>
          <a:xfrm>
            <a:off x="6187440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grid-1-test-output-4-11"/>
          <p:cNvSpPr/>
          <p:nvPr/>
        </p:nvSpPr>
        <p:spPr>
          <a:xfrm>
            <a:off x="6266688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grid-1-test-output-4-12"/>
          <p:cNvSpPr/>
          <p:nvPr/>
        </p:nvSpPr>
        <p:spPr>
          <a:xfrm>
            <a:off x="6345936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grid-1-test-output-4-13"/>
          <p:cNvSpPr/>
          <p:nvPr/>
        </p:nvSpPr>
        <p:spPr>
          <a:xfrm>
            <a:off x="6425184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grid-1-test-output-4-14"/>
          <p:cNvSpPr/>
          <p:nvPr/>
        </p:nvSpPr>
        <p:spPr>
          <a:xfrm>
            <a:off x="6504432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grid-1-test-output-4-15"/>
          <p:cNvSpPr/>
          <p:nvPr/>
        </p:nvSpPr>
        <p:spPr>
          <a:xfrm>
            <a:off x="6583680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grid-1-test-output-4-16"/>
          <p:cNvSpPr/>
          <p:nvPr/>
        </p:nvSpPr>
        <p:spPr>
          <a:xfrm>
            <a:off x="6662928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grid-1-test-output-4-17"/>
          <p:cNvSpPr/>
          <p:nvPr/>
        </p:nvSpPr>
        <p:spPr>
          <a:xfrm>
            <a:off x="6742176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grid-1-test-output-4-18"/>
          <p:cNvSpPr/>
          <p:nvPr/>
        </p:nvSpPr>
        <p:spPr>
          <a:xfrm>
            <a:off x="6821424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grid-1-test-output-4-19"/>
          <p:cNvSpPr/>
          <p:nvPr/>
        </p:nvSpPr>
        <p:spPr>
          <a:xfrm>
            <a:off x="6900672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grid-1-test-output-4-20"/>
          <p:cNvSpPr/>
          <p:nvPr/>
        </p:nvSpPr>
        <p:spPr>
          <a:xfrm>
            <a:off x="6979920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grid-1-test-output-4-21"/>
          <p:cNvSpPr/>
          <p:nvPr/>
        </p:nvSpPr>
        <p:spPr>
          <a:xfrm>
            <a:off x="7059168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grid-1-test-output-4-22"/>
          <p:cNvSpPr/>
          <p:nvPr/>
        </p:nvSpPr>
        <p:spPr>
          <a:xfrm>
            <a:off x="7138416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grid-1-test-output-4-23"/>
          <p:cNvSpPr/>
          <p:nvPr/>
        </p:nvSpPr>
        <p:spPr>
          <a:xfrm>
            <a:off x="7217664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grid-1-test-output-4-24"/>
          <p:cNvSpPr/>
          <p:nvPr/>
        </p:nvSpPr>
        <p:spPr>
          <a:xfrm>
            <a:off x="7296912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grid-1-test-output-4-25"/>
          <p:cNvSpPr/>
          <p:nvPr/>
        </p:nvSpPr>
        <p:spPr>
          <a:xfrm>
            <a:off x="7376160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grid-1-test-output-4-26"/>
          <p:cNvSpPr/>
          <p:nvPr/>
        </p:nvSpPr>
        <p:spPr>
          <a:xfrm>
            <a:off x="7455408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grid-1-test-output-4-27"/>
          <p:cNvSpPr/>
          <p:nvPr/>
        </p:nvSpPr>
        <p:spPr>
          <a:xfrm>
            <a:off x="7534656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grid-1-test-output-4-28"/>
          <p:cNvSpPr/>
          <p:nvPr/>
        </p:nvSpPr>
        <p:spPr>
          <a:xfrm>
            <a:off x="7613904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grid-1-test-output-4-29"/>
          <p:cNvSpPr/>
          <p:nvPr/>
        </p:nvSpPr>
        <p:spPr>
          <a:xfrm>
            <a:off x="7693152" y="20543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grid-1-test-output-5-0"/>
          <p:cNvSpPr/>
          <p:nvPr/>
        </p:nvSpPr>
        <p:spPr>
          <a:xfrm>
            <a:off x="5394960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grid-1-test-output-5-1"/>
          <p:cNvSpPr/>
          <p:nvPr/>
        </p:nvSpPr>
        <p:spPr>
          <a:xfrm>
            <a:off x="5474208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grid-1-test-output-5-2"/>
          <p:cNvSpPr/>
          <p:nvPr/>
        </p:nvSpPr>
        <p:spPr>
          <a:xfrm>
            <a:off x="5553456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grid-1-test-output-5-3"/>
          <p:cNvSpPr/>
          <p:nvPr/>
        </p:nvSpPr>
        <p:spPr>
          <a:xfrm>
            <a:off x="5632704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grid-1-test-output-5-4"/>
          <p:cNvSpPr/>
          <p:nvPr/>
        </p:nvSpPr>
        <p:spPr>
          <a:xfrm>
            <a:off x="5711952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grid-1-test-output-5-5"/>
          <p:cNvSpPr/>
          <p:nvPr/>
        </p:nvSpPr>
        <p:spPr>
          <a:xfrm>
            <a:off x="5791200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grid-1-test-output-5-6"/>
          <p:cNvSpPr/>
          <p:nvPr/>
        </p:nvSpPr>
        <p:spPr>
          <a:xfrm>
            <a:off x="5870448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grid-1-test-output-5-7"/>
          <p:cNvSpPr/>
          <p:nvPr/>
        </p:nvSpPr>
        <p:spPr>
          <a:xfrm>
            <a:off x="5949696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grid-1-test-output-5-8"/>
          <p:cNvSpPr/>
          <p:nvPr/>
        </p:nvSpPr>
        <p:spPr>
          <a:xfrm>
            <a:off x="6028944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grid-1-test-output-5-9"/>
          <p:cNvSpPr/>
          <p:nvPr/>
        </p:nvSpPr>
        <p:spPr>
          <a:xfrm>
            <a:off x="6108192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grid-1-test-output-5-10"/>
          <p:cNvSpPr/>
          <p:nvPr/>
        </p:nvSpPr>
        <p:spPr>
          <a:xfrm>
            <a:off x="6187440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grid-1-test-output-5-11"/>
          <p:cNvSpPr/>
          <p:nvPr/>
        </p:nvSpPr>
        <p:spPr>
          <a:xfrm>
            <a:off x="6266688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grid-1-test-output-5-12"/>
          <p:cNvSpPr/>
          <p:nvPr/>
        </p:nvSpPr>
        <p:spPr>
          <a:xfrm>
            <a:off x="6345936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grid-1-test-output-5-13"/>
          <p:cNvSpPr/>
          <p:nvPr/>
        </p:nvSpPr>
        <p:spPr>
          <a:xfrm>
            <a:off x="6425184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grid-1-test-output-5-14"/>
          <p:cNvSpPr/>
          <p:nvPr/>
        </p:nvSpPr>
        <p:spPr>
          <a:xfrm>
            <a:off x="6504432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grid-1-test-output-5-15"/>
          <p:cNvSpPr/>
          <p:nvPr/>
        </p:nvSpPr>
        <p:spPr>
          <a:xfrm>
            <a:off x="6583680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grid-1-test-output-5-16"/>
          <p:cNvSpPr/>
          <p:nvPr/>
        </p:nvSpPr>
        <p:spPr>
          <a:xfrm>
            <a:off x="6662928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grid-1-test-output-5-17"/>
          <p:cNvSpPr/>
          <p:nvPr/>
        </p:nvSpPr>
        <p:spPr>
          <a:xfrm>
            <a:off x="6742176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grid-1-test-output-5-18"/>
          <p:cNvSpPr/>
          <p:nvPr/>
        </p:nvSpPr>
        <p:spPr>
          <a:xfrm>
            <a:off x="6821424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grid-1-test-output-5-19"/>
          <p:cNvSpPr/>
          <p:nvPr/>
        </p:nvSpPr>
        <p:spPr>
          <a:xfrm>
            <a:off x="6900672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grid-1-test-output-5-20"/>
          <p:cNvSpPr/>
          <p:nvPr/>
        </p:nvSpPr>
        <p:spPr>
          <a:xfrm>
            <a:off x="6979920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grid-1-test-output-5-21"/>
          <p:cNvSpPr/>
          <p:nvPr/>
        </p:nvSpPr>
        <p:spPr>
          <a:xfrm>
            <a:off x="7059168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grid-1-test-output-5-22"/>
          <p:cNvSpPr/>
          <p:nvPr/>
        </p:nvSpPr>
        <p:spPr>
          <a:xfrm>
            <a:off x="7138416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grid-1-test-output-5-23"/>
          <p:cNvSpPr/>
          <p:nvPr/>
        </p:nvSpPr>
        <p:spPr>
          <a:xfrm>
            <a:off x="7217664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grid-1-test-output-5-24"/>
          <p:cNvSpPr/>
          <p:nvPr/>
        </p:nvSpPr>
        <p:spPr>
          <a:xfrm>
            <a:off x="7296912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grid-1-test-output-5-25"/>
          <p:cNvSpPr/>
          <p:nvPr/>
        </p:nvSpPr>
        <p:spPr>
          <a:xfrm>
            <a:off x="7376160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grid-1-test-output-5-26"/>
          <p:cNvSpPr/>
          <p:nvPr/>
        </p:nvSpPr>
        <p:spPr>
          <a:xfrm>
            <a:off x="7455408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grid-1-test-output-5-27"/>
          <p:cNvSpPr/>
          <p:nvPr/>
        </p:nvSpPr>
        <p:spPr>
          <a:xfrm>
            <a:off x="7534656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grid-1-test-output-5-28"/>
          <p:cNvSpPr/>
          <p:nvPr/>
        </p:nvSpPr>
        <p:spPr>
          <a:xfrm>
            <a:off x="7613904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grid-1-test-output-5-29"/>
          <p:cNvSpPr/>
          <p:nvPr/>
        </p:nvSpPr>
        <p:spPr>
          <a:xfrm>
            <a:off x="7693152" y="2133599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grid-1-test-output-6-0"/>
          <p:cNvSpPr/>
          <p:nvPr/>
        </p:nvSpPr>
        <p:spPr>
          <a:xfrm>
            <a:off x="5394960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grid-1-test-output-6-1"/>
          <p:cNvSpPr/>
          <p:nvPr/>
        </p:nvSpPr>
        <p:spPr>
          <a:xfrm>
            <a:off x="5474208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grid-1-test-output-6-2"/>
          <p:cNvSpPr/>
          <p:nvPr/>
        </p:nvSpPr>
        <p:spPr>
          <a:xfrm>
            <a:off x="5553456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grid-1-test-output-6-3"/>
          <p:cNvSpPr/>
          <p:nvPr/>
        </p:nvSpPr>
        <p:spPr>
          <a:xfrm>
            <a:off x="5632704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grid-1-test-output-6-4"/>
          <p:cNvSpPr/>
          <p:nvPr/>
        </p:nvSpPr>
        <p:spPr>
          <a:xfrm>
            <a:off x="5711952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grid-1-test-output-6-5"/>
          <p:cNvSpPr/>
          <p:nvPr/>
        </p:nvSpPr>
        <p:spPr>
          <a:xfrm>
            <a:off x="5791200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grid-1-test-output-6-6"/>
          <p:cNvSpPr/>
          <p:nvPr/>
        </p:nvSpPr>
        <p:spPr>
          <a:xfrm>
            <a:off x="5870448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grid-1-test-output-6-7"/>
          <p:cNvSpPr/>
          <p:nvPr/>
        </p:nvSpPr>
        <p:spPr>
          <a:xfrm>
            <a:off x="5949696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grid-1-test-output-6-8"/>
          <p:cNvSpPr/>
          <p:nvPr/>
        </p:nvSpPr>
        <p:spPr>
          <a:xfrm>
            <a:off x="6028944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grid-1-test-output-6-9"/>
          <p:cNvSpPr/>
          <p:nvPr/>
        </p:nvSpPr>
        <p:spPr>
          <a:xfrm>
            <a:off x="6108192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grid-1-test-output-6-10"/>
          <p:cNvSpPr/>
          <p:nvPr/>
        </p:nvSpPr>
        <p:spPr>
          <a:xfrm>
            <a:off x="6187440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grid-1-test-output-6-11"/>
          <p:cNvSpPr/>
          <p:nvPr/>
        </p:nvSpPr>
        <p:spPr>
          <a:xfrm>
            <a:off x="6266688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grid-1-test-output-6-12"/>
          <p:cNvSpPr/>
          <p:nvPr/>
        </p:nvSpPr>
        <p:spPr>
          <a:xfrm>
            <a:off x="6345936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grid-1-test-output-6-13"/>
          <p:cNvSpPr/>
          <p:nvPr/>
        </p:nvSpPr>
        <p:spPr>
          <a:xfrm>
            <a:off x="6425184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grid-1-test-output-6-14"/>
          <p:cNvSpPr/>
          <p:nvPr/>
        </p:nvSpPr>
        <p:spPr>
          <a:xfrm>
            <a:off x="6504432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grid-1-test-output-6-15"/>
          <p:cNvSpPr/>
          <p:nvPr/>
        </p:nvSpPr>
        <p:spPr>
          <a:xfrm>
            <a:off x="6583680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grid-1-test-output-6-16"/>
          <p:cNvSpPr/>
          <p:nvPr/>
        </p:nvSpPr>
        <p:spPr>
          <a:xfrm>
            <a:off x="6662928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grid-1-test-output-6-17"/>
          <p:cNvSpPr/>
          <p:nvPr/>
        </p:nvSpPr>
        <p:spPr>
          <a:xfrm>
            <a:off x="6742176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grid-1-test-output-6-18"/>
          <p:cNvSpPr/>
          <p:nvPr/>
        </p:nvSpPr>
        <p:spPr>
          <a:xfrm>
            <a:off x="6821424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grid-1-test-output-6-19"/>
          <p:cNvSpPr/>
          <p:nvPr/>
        </p:nvSpPr>
        <p:spPr>
          <a:xfrm>
            <a:off x="6900672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grid-1-test-output-6-20"/>
          <p:cNvSpPr/>
          <p:nvPr/>
        </p:nvSpPr>
        <p:spPr>
          <a:xfrm>
            <a:off x="6979920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grid-1-test-output-6-21"/>
          <p:cNvSpPr/>
          <p:nvPr/>
        </p:nvSpPr>
        <p:spPr>
          <a:xfrm>
            <a:off x="7059168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grid-1-test-output-6-22"/>
          <p:cNvSpPr/>
          <p:nvPr/>
        </p:nvSpPr>
        <p:spPr>
          <a:xfrm>
            <a:off x="7138416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grid-1-test-output-6-23"/>
          <p:cNvSpPr/>
          <p:nvPr/>
        </p:nvSpPr>
        <p:spPr>
          <a:xfrm>
            <a:off x="7217664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grid-1-test-output-6-24"/>
          <p:cNvSpPr/>
          <p:nvPr/>
        </p:nvSpPr>
        <p:spPr>
          <a:xfrm>
            <a:off x="7296912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grid-1-test-output-6-25"/>
          <p:cNvSpPr/>
          <p:nvPr/>
        </p:nvSpPr>
        <p:spPr>
          <a:xfrm>
            <a:off x="7376160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grid-1-test-output-6-26"/>
          <p:cNvSpPr/>
          <p:nvPr/>
        </p:nvSpPr>
        <p:spPr>
          <a:xfrm>
            <a:off x="7455408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grid-1-test-output-6-27"/>
          <p:cNvSpPr/>
          <p:nvPr/>
        </p:nvSpPr>
        <p:spPr>
          <a:xfrm>
            <a:off x="7534656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grid-1-test-output-6-28"/>
          <p:cNvSpPr/>
          <p:nvPr/>
        </p:nvSpPr>
        <p:spPr>
          <a:xfrm>
            <a:off x="7613904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grid-1-test-output-6-29"/>
          <p:cNvSpPr/>
          <p:nvPr/>
        </p:nvSpPr>
        <p:spPr>
          <a:xfrm>
            <a:off x="7693152" y="221284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grid-1-test-output-7-0"/>
          <p:cNvSpPr/>
          <p:nvPr/>
        </p:nvSpPr>
        <p:spPr>
          <a:xfrm>
            <a:off x="5394960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grid-1-test-output-7-1"/>
          <p:cNvSpPr/>
          <p:nvPr/>
        </p:nvSpPr>
        <p:spPr>
          <a:xfrm>
            <a:off x="5474208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grid-1-test-output-7-2"/>
          <p:cNvSpPr/>
          <p:nvPr/>
        </p:nvSpPr>
        <p:spPr>
          <a:xfrm>
            <a:off x="5553456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grid-1-test-output-7-3"/>
          <p:cNvSpPr/>
          <p:nvPr/>
        </p:nvSpPr>
        <p:spPr>
          <a:xfrm>
            <a:off x="5632704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grid-1-test-output-7-4"/>
          <p:cNvSpPr/>
          <p:nvPr/>
        </p:nvSpPr>
        <p:spPr>
          <a:xfrm>
            <a:off x="5711952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grid-1-test-output-7-5"/>
          <p:cNvSpPr/>
          <p:nvPr/>
        </p:nvSpPr>
        <p:spPr>
          <a:xfrm>
            <a:off x="5791200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grid-1-test-output-7-6"/>
          <p:cNvSpPr/>
          <p:nvPr/>
        </p:nvSpPr>
        <p:spPr>
          <a:xfrm>
            <a:off x="5870448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grid-1-test-output-7-7"/>
          <p:cNvSpPr/>
          <p:nvPr/>
        </p:nvSpPr>
        <p:spPr>
          <a:xfrm>
            <a:off x="5949696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grid-1-test-output-7-8"/>
          <p:cNvSpPr/>
          <p:nvPr/>
        </p:nvSpPr>
        <p:spPr>
          <a:xfrm>
            <a:off x="6028944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grid-1-test-output-7-9"/>
          <p:cNvSpPr/>
          <p:nvPr/>
        </p:nvSpPr>
        <p:spPr>
          <a:xfrm>
            <a:off x="6108192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grid-1-test-output-7-10"/>
          <p:cNvSpPr/>
          <p:nvPr/>
        </p:nvSpPr>
        <p:spPr>
          <a:xfrm>
            <a:off x="6187440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grid-1-test-output-7-11"/>
          <p:cNvSpPr/>
          <p:nvPr/>
        </p:nvSpPr>
        <p:spPr>
          <a:xfrm>
            <a:off x="6266688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grid-1-test-output-7-12"/>
          <p:cNvSpPr/>
          <p:nvPr/>
        </p:nvSpPr>
        <p:spPr>
          <a:xfrm>
            <a:off x="6345936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grid-1-test-output-7-13"/>
          <p:cNvSpPr/>
          <p:nvPr/>
        </p:nvSpPr>
        <p:spPr>
          <a:xfrm>
            <a:off x="6425184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grid-1-test-output-7-14"/>
          <p:cNvSpPr/>
          <p:nvPr/>
        </p:nvSpPr>
        <p:spPr>
          <a:xfrm>
            <a:off x="6504432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grid-1-test-output-7-15"/>
          <p:cNvSpPr/>
          <p:nvPr/>
        </p:nvSpPr>
        <p:spPr>
          <a:xfrm>
            <a:off x="6583680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grid-1-test-output-7-16"/>
          <p:cNvSpPr/>
          <p:nvPr/>
        </p:nvSpPr>
        <p:spPr>
          <a:xfrm>
            <a:off x="6662928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grid-1-test-output-7-17"/>
          <p:cNvSpPr/>
          <p:nvPr/>
        </p:nvSpPr>
        <p:spPr>
          <a:xfrm>
            <a:off x="6742176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grid-1-test-output-7-18"/>
          <p:cNvSpPr/>
          <p:nvPr/>
        </p:nvSpPr>
        <p:spPr>
          <a:xfrm>
            <a:off x="6821424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grid-1-test-output-7-19"/>
          <p:cNvSpPr/>
          <p:nvPr/>
        </p:nvSpPr>
        <p:spPr>
          <a:xfrm>
            <a:off x="6900672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grid-1-test-output-7-20"/>
          <p:cNvSpPr/>
          <p:nvPr/>
        </p:nvSpPr>
        <p:spPr>
          <a:xfrm>
            <a:off x="6979920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grid-1-test-output-7-21"/>
          <p:cNvSpPr/>
          <p:nvPr/>
        </p:nvSpPr>
        <p:spPr>
          <a:xfrm>
            <a:off x="7059168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grid-1-test-output-7-22"/>
          <p:cNvSpPr/>
          <p:nvPr/>
        </p:nvSpPr>
        <p:spPr>
          <a:xfrm>
            <a:off x="7138416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grid-1-test-output-7-23"/>
          <p:cNvSpPr/>
          <p:nvPr/>
        </p:nvSpPr>
        <p:spPr>
          <a:xfrm>
            <a:off x="7217664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grid-1-test-output-7-24"/>
          <p:cNvSpPr/>
          <p:nvPr/>
        </p:nvSpPr>
        <p:spPr>
          <a:xfrm>
            <a:off x="7296912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grid-1-test-output-7-25"/>
          <p:cNvSpPr/>
          <p:nvPr/>
        </p:nvSpPr>
        <p:spPr>
          <a:xfrm>
            <a:off x="7376160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grid-1-test-output-7-26"/>
          <p:cNvSpPr/>
          <p:nvPr/>
        </p:nvSpPr>
        <p:spPr>
          <a:xfrm>
            <a:off x="7455408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grid-1-test-output-7-27"/>
          <p:cNvSpPr/>
          <p:nvPr/>
        </p:nvSpPr>
        <p:spPr>
          <a:xfrm>
            <a:off x="7534656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grid-1-test-output-7-28"/>
          <p:cNvSpPr/>
          <p:nvPr/>
        </p:nvSpPr>
        <p:spPr>
          <a:xfrm>
            <a:off x="7613904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grid-1-test-output-7-29"/>
          <p:cNvSpPr/>
          <p:nvPr/>
        </p:nvSpPr>
        <p:spPr>
          <a:xfrm>
            <a:off x="7693152" y="229209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grid-1-test-output-8-0"/>
          <p:cNvSpPr/>
          <p:nvPr/>
        </p:nvSpPr>
        <p:spPr>
          <a:xfrm>
            <a:off x="5394960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grid-1-test-output-8-1"/>
          <p:cNvSpPr/>
          <p:nvPr/>
        </p:nvSpPr>
        <p:spPr>
          <a:xfrm>
            <a:off x="5474208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grid-1-test-output-8-2"/>
          <p:cNvSpPr/>
          <p:nvPr/>
        </p:nvSpPr>
        <p:spPr>
          <a:xfrm>
            <a:off x="5553456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grid-1-test-output-8-3"/>
          <p:cNvSpPr/>
          <p:nvPr/>
        </p:nvSpPr>
        <p:spPr>
          <a:xfrm>
            <a:off x="5632704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grid-1-test-output-8-4"/>
          <p:cNvSpPr/>
          <p:nvPr/>
        </p:nvSpPr>
        <p:spPr>
          <a:xfrm>
            <a:off x="5711952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grid-1-test-output-8-5"/>
          <p:cNvSpPr/>
          <p:nvPr/>
        </p:nvSpPr>
        <p:spPr>
          <a:xfrm>
            <a:off x="5791200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grid-1-test-output-8-6"/>
          <p:cNvSpPr/>
          <p:nvPr/>
        </p:nvSpPr>
        <p:spPr>
          <a:xfrm>
            <a:off x="5870448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grid-1-test-output-8-7"/>
          <p:cNvSpPr/>
          <p:nvPr/>
        </p:nvSpPr>
        <p:spPr>
          <a:xfrm>
            <a:off x="5949696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grid-1-test-output-8-8"/>
          <p:cNvSpPr/>
          <p:nvPr/>
        </p:nvSpPr>
        <p:spPr>
          <a:xfrm>
            <a:off x="6028944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grid-1-test-output-8-9"/>
          <p:cNvSpPr/>
          <p:nvPr/>
        </p:nvSpPr>
        <p:spPr>
          <a:xfrm>
            <a:off x="6108192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grid-1-test-output-8-10"/>
          <p:cNvSpPr/>
          <p:nvPr/>
        </p:nvSpPr>
        <p:spPr>
          <a:xfrm>
            <a:off x="6187440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grid-1-test-output-8-11"/>
          <p:cNvSpPr/>
          <p:nvPr/>
        </p:nvSpPr>
        <p:spPr>
          <a:xfrm>
            <a:off x="6266688" y="237134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grid-1-test-output-8-12"/>
          <p:cNvSpPr/>
          <p:nvPr/>
        </p:nvSpPr>
        <p:spPr>
          <a:xfrm>
            <a:off x="6345936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grid-1-test-output-8-13"/>
          <p:cNvSpPr/>
          <p:nvPr/>
        </p:nvSpPr>
        <p:spPr>
          <a:xfrm>
            <a:off x="6425184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grid-1-test-output-8-14"/>
          <p:cNvSpPr/>
          <p:nvPr/>
        </p:nvSpPr>
        <p:spPr>
          <a:xfrm>
            <a:off x="6504432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grid-1-test-output-8-15"/>
          <p:cNvSpPr/>
          <p:nvPr/>
        </p:nvSpPr>
        <p:spPr>
          <a:xfrm>
            <a:off x="6583680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grid-1-test-output-8-16"/>
          <p:cNvSpPr/>
          <p:nvPr/>
        </p:nvSpPr>
        <p:spPr>
          <a:xfrm>
            <a:off x="6662928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grid-1-test-output-8-17"/>
          <p:cNvSpPr/>
          <p:nvPr/>
        </p:nvSpPr>
        <p:spPr>
          <a:xfrm>
            <a:off x="6742176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grid-1-test-output-8-18"/>
          <p:cNvSpPr/>
          <p:nvPr/>
        </p:nvSpPr>
        <p:spPr>
          <a:xfrm>
            <a:off x="6821424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grid-1-test-output-8-19"/>
          <p:cNvSpPr/>
          <p:nvPr/>
        </p:nvSpPr>
        <p:spPr>
          <a:xfrm>
            <a:off x="6900672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grid-1-test-output-8-20"/>
          <p:cNvSpPr/>
          <p:nvPr/>
        </p:nvSpPr>
        <p:spPr>
          <a:xfrm>
            <a:off x="6979920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grid-1-test-output-8-21"/>
          <p:cNvSpPr/>
          <p:nvPr/>
        </p:nvSpPr>
        <p:spPr>
          <a:xfrm>
            <a:off x="7059168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grid-1-test-output-8-22"/>
          <p:cNvSpPr/>
          <p:nvPr/>
        </p:nvSpPr>
        <p:spPr>
          <a:xfrm>
            <a:off x="7138416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grid-1-test-output-8-23"/>
          <p:cNvSpPr/>
          <p:nvPr/>
        </p:nvSpPr>
        <p:spPr>
          <a:xfrm>
            <a:off x="7217664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grid-1-test-output-8-24"/>
          <p:cNvSpPr/>
          <p:nvPr/>
        </p:nvSpPr>
        <p:spPr>
          <a:xfrm>
            <a:off x="7296912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grid-1-test-output-8-25"/>
          <p:cNvSpPr/>
          <p:nvPr/>
        </p:nvSpPr>
        <p:spPr>
          <a:xfrm>
            <a:off x="7376160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grid-1-test-output-8-26"/>
          <p:cNvSpPr/>
          <p:nvPr/>
        </p:nvSpPr>
        <p:spPr>
          <a:xfrm>
            <a:off x="7455408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grid-1-test-output-8-27"/>
          <p:cNvSpPr/>
          <p:nvPr/>
        </p:nvSpPr>
        <p:spPr>
          <a:xfrm>
            <a:off x="7534656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grid-1-test-output-8-28"/>
          <p:cNvSpPr/>
          <p:nvPr/>
        </p:nvSpPr>
        <p:spPr>
          <a:xfrm>
            <a:off x="7613904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grid-1-test-output-8-29"/>
          <p:cNvSpPr/>
          <p:nvPr/>
        </p:nvSpPr>
        <p:spPr>
          <a:xfrm>
            <a:off x="7693152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grid-1-test-output-9-0"/>
          <p:cNvSpPr/>
          <p:nvPr/>
        </p:nvSpPr>
        <p:spPr>
          <a:xfrm>
            <a:off x="5394960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grid-1-test-output-9-1"/>
          <p:cNvSpPr/>
          <p:nvPr/>
        </p:nvSpPr>
        <p:spPr>
          <a:xfrm>
            <a:off x="5474208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grid-1-test-output-9-2"/>
          <p:cNvSpPr/>
          <p:nvPr/>
        </p:nvSpPr>
        <p:spPr>
          <a:xfrm>
            <a:off x="5553456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grid-1-test-output-9-3"/>
          <p:cNvSpPr/>
          <p:nvPr/>
        </p:nvSpPr>
        <p:spPr>
          <a:xfrm>
            <a:off x="5632704" y="2450591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grid-1-test-output-9-4"/>
          <p:cNvSpPr/>
          <p:nvPr/>
        </p:nvSpPr>
        <p:spPr>
          <a:xfrm>
            <a:off x="5711952" y="2450591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grid-1-test-output-9-5"/>
          <p:cNvSpPr/>
          <p:nvPr/>
        </p:nvSpPr>
        <p:spPr>
          <a:xfrm>
            <a:off x="5791200" y="2450591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grid-1-test-output-9-6"/>
          <p:cNvSpPr/>
          <p:nvPr/>
        </p:nvSpPr>
        <p:spPr>
          <a:xfrm>
            <a:off x="5870448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grid-1-test-output-9-7"/>
          <p:cNvSpPr/>
          <p:nvPr/>
        </p:nvSpPr>
        <p:spPr>
          <a:xfrm>
            <a:off x="5949696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grid-1-test-output-9-8"/>
          <p:cNvSpPr/>
          <p:nvPr/>
        </p:nvSpPr>
        <p:spPr>
          <a:xfrm>
            <a:off x="6028944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grid-1-test-output-9-9"/>
          <p:cNvSpPr/>
          <p:nvPr/>
        </p:nvSpPr>
        <p:spPr>
          <a:xfrm>
            <a:off x="6108192" y="2450591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grid-1-test-output-9-10"/>
          <p:cNvSpPr/>
          <p:nvPr/>
        </p:nvSpPr>
        <p:spPr>
          <a:xfrm>
            <a:off x="6187440" y="2450591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grid-1-test-output-9-11"/>
          <p:cNvSpPr/>
          <p:nvPr/>
        </p:nvSpPr>
        <p:spPr>
          <a:xfrm>
            <a:off x="6266688" y="2450591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grid-1-test-output-9-12"/>
          <p:cNvSpPr/>
          <p:nvPr/>
        </p:nvSpPr>
        <p:spPr>
          <a:xfrm>
            <a:off x="6345936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grid-1-test-output-9-13"/>
          <p:cNvSpPr/>
          <p:nvPr/>
        </p:nvSpPr>
        <p:spPr>
          <a:xfrm>
            <a:off x="6425184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grid-1-test-output-9-14"/>
          <p:cNvSpPr/>
          <p:nvPr/>
        </p:nvSpPr>
        <p:spPr>
          <a:xfrm>
            <a:off x="6504432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grid-1-test-output-9-15"/>
          <p:cNvSpPr/>
          <p:nvPr/>
        </p:nvSpPr>
        <p:spPr>
          <a:xfrm>
            <a:off x="6583680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grid-1-test-output-9-16"/>
          <p:cNvSpPr/>
          <p:nvPr/>
        </p:nvSpPr>
        <p:spPr>
          <a:xfrm>
            <a:off x="6662928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grid-1-test-output-9-17"/>
          <p:cNvSpPr/>
          <p:nvPr/>
        </p:nvSpPr>
        <p:spPr>
          <a:xfrm>
            <a:off x="6742176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grid-1-test-output-9-18"/>
          <p:cNvSpPr/>
          <p:nvPr/>
        </p:nvSpPr>
        <p:spPr>
          <a:xfrm>
            <a:off x="6821424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grid-1-test-output-9-19"/>
          <p:cNvSpPr/>
          <p:nvPr/>
        </p:nvSpPr>
        <p:spPr>
          <a:xfrm>
            <a:off x="6900672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grid-1-test-output-9-20"/>
          <p:cNvSpPr/>
          <p:nvPr/>
        </p:nvSpPr>
        <p:spPr>
          <a:xfrm>
            <a:off x="6979920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grid-1-test-output-9-21"/>
          <p:cNvSpPr/>
          <p:nvPr/>
        </p:nvSpPr>
        <p:spPr>
          <a:xfrm>
            <a:off x="7059168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grid-1-test-output-9-22"/>
          <p:cNvSpPr/>
          <p:nvPr/>
        </p:nvSpPr>
        <p:spPr>
          <a:xfrm>
            <a:off x="7138416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grid-1-test-output-9-23"/>
          <p:cNvSpPr/>
          <p:nvPr/>
        </p:nvSpPr>
        <p:spPr>
          <a:xfrm>
            <a:off x="7217664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grid-1-test-output-9-24"/>
          <p:cNvSpPr/>
          <p:nvPr/>
        </p:nvSpPr>
        <p:spPr>
          <a:xfrm>
            <a:off x="7296912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grid-1-test-output-9-25"/>
          <p:cNvSpPr/>
          <p:nvPr/>
        </p:nvSpPr>
        <p:spPr>
          <a:xfrm>
            <a:off x="737616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grid-1-test-output-9-26"/>
          <p:cNvSpPr/>
          <p:nvPr/>
        </p:nvSpPr>
        <p:spPr>
          <a:xfrm>
            <a:off x="7455408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grid-1-test-output-9-27"/>
          <p:cNvSpPr/>
          <p:nvPr/>
        </p:nvSpPr>
        <p:spPr>
          <a:xfrm>
            <a:off x="7534656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grid-1-test-output-9-28"/>
          <p:cNvSpPr/>
          <p:nvPr/>
        </p:nvSpPr>
        <p:spPr>
          <a:xfrm>
            <a:off x="7613904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grid-1-test-output-9-29"/>
          <p:cNvSpPr/>
          <p:nvPr/>
        </p:nvSpPr>
        <p:spPr>
          <a:xfrm>
            <a:off x="7693152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grid-1-test-output-10-0"/>
          <p:cNvSpPr/>
          <p:nvPr/>
        </p:nvSpPr>
        <p:spPr>
          <a:xfrm>
            <a:off x="5394960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grid-1-test-output-10-1"/>
          <p:cNvSpPr/>
          <p:nvPr/>
        </p:nvSpPr>
        <p:spPr>
          <a:xfrm>
            <a:off x="5474208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grid-1-test-output-10-2"/>
          <p:cNvSpPr/>
          <p:nvPr/>
        </p:nvSpPr>
        <p:spPr>
          <a:xfrm>
            <a:off x="555345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grid-1-test-output-10-3"/>
          <p:cNvSpPr/>
          <p:nvPr/>
        </p:nvSpPr>
        <p:spPr>
          <a:xfrm>
            <a:off x="5632704" y="252984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grid-1-test-output-10-4"/>
          <p:cNvSpPr/>
          <p:nvPr/>
        </p:nvSpPr>
        <p:spPr>
          <a:xfrm>
            <a:off x="5711952" y="252984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grid-1-test-output-10-5"/>
          <p:cNvSpPr/>
          <p:nvPr/>
        </p:nvSpPr>
        <p:spPr>
          <a:xfrm>
            <a:off x="5791200" y="252984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grid-1-test-output-10-6"/>
          <p:cNvSpPr/>
          <p:nvPr/>
        </p:nvSpPr>
        <p:spPr>
          <a:xfrm>
            <a:off x="5870448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grid-1-test-output-10-7"/>
          <p:cNvSpPr/>
          <p:nvPr/>
        </p:nvSpPr>
        <p:spPr>
          <a:xfrm>
            <a:off x="594969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grid-1-test-output-10-8"/>
          <p:cNvSpPr/>
          <p:nvPr/>
        </p:nvSpPr>
        <p:spPr>
          <a:xfrm>
            <a:off x="602894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grid-1-test-output-10-9"/>
          <p:cNvSpPr/>
          <p:nvPr/>
        </p:nvSpPr>
        <p:spPr>
          <a:xfrm>
            <a:off x="6108192" y="252984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grid-1-test-output-10-10"/>
          <p:cNvSpPr/>
          <p:nvPr/>
        </p:nvSpPr>
        <p:spPr>
          <a:xfrm>
            <a:off x="6187440" y="252984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grid-1-test-output-10-11"/>
          <p:cNvSpPr/>
          <p:nvPr/>
        </p:nvSpPr>
        <p:spPr>
          <a:xfrm>
            <a:off x="6266688" y="252984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grid-1-test-output-10-12"/>
          <p:cNvSpPr/>
          <p:nvPr/>
        </p:nvSpPr>
        <p:spPr>
          <a:xfrm>
            <a:off x="634593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grid-1-test-output-10-13"/>
          <p:cNvSpPr/>
          <p:nvPr/>
        </p:nvSpPr>
        <p:spPr>
          <a:xfrm>
            <a:off x="642518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grid-1-test-output-10-14"/>
          <p:cNvSpPr/>
          <p:nvPr/>
        </p:nvSpPr>
        <p:spPr>
          <a:xfrm>
            <a:off x="6504432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grid-1-test-output-10-15"/>
          <p:cNvSpPr/>
          <p:nvPr/>
        </p:nvSpPr>
        <p:spPr>
          <a:xfrm>
            <a:off x="6583680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grid-1-test-output-10-16"/>
          <p:cNvSpPr/>
          <p:nvPr/>
        </p:nvSpPr>
        <p:spPr>
          <a:xfrm>
            <a:off x="6662928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grid-1-test-output-10-17"/>
          <p:cNvSpPr/>
          <p:nvPr/>
        </p:nvSpPr>
        <p:spPr>
          <a:xfrm>
            <a:off x="674217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grid-1-test-output-10-18"/>
          <p:cNvSpPr/>
          <p:nvPr/>
        </p:nvSpPr>
        <p:spPr>
          <a:xfrm>
            <a:off x="682142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grid-1-test-output-10-19"/>
          <p:cNvSpPr/>
          <p:nvPr/>
        </p:nvSpPr>
        <p:spPr>
          <a:xfrm>
            <a:off x="6900672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grid-1-test-output-10-20"/>
          <p:cNvSpPr/>
          <p:nvPr/>
        </p:nvSpPr>
        <p:spPr>
          <a:xfrm>
            <a:off x="6979920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grid-1-test-output-10-21"/>
          <p:cNvSpPr/>
          <p:nvPr/>
        </p:nvSpPr>
        <p:spPr>
          <a:xfrm>
            <a:off x="7059168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grid-1-test-output-10-22"/>
          <p:cNvSpPr/>
          <p:nvPr/>
        </p:nvSpPr>
        <p:spPr>
          <a:xfrm>
            <a:off x="713841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grid-1-test-output-10-23"/>
          <p:cNvSpPr/>
          <p:nvPr/>
        </p:nvSpPr>
        <p:spPr>
          <a:xfrm>
            <a:off x="721766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grid-1-test-output-10-24"/>
          <p:cNvSpPr/>
          <p:nvPr/>
        </p:nvSpPr>
        <p:spPr>
          <a:xfrm>
            <a:off x="7296912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grid-1-test-output-10-25"/>
          <p:cNvSpPr/>
          <p:nvPr/>
        </p:nvSpPr>
        <p:spPr>
          <a:xfrm>
            <a:off x="737616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grid-1-test-output-10-26"/>
          <p:cNvSpPr/>
          <p:nvPr/>
        </p:nvSpPr>
        <p:spPr>
          <a:xfrm>
            <a:off x="745540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grid-1-test-output-10-27"/>
          <p:cNvSpPr/>
          <p:nvPr/>
        </p:nvSpPr>
        <p:spPr>
          <a:xfrm>
            <a:off x="7534656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grid-1-test-output-10-28"/>
          <p:cNvSpPr/>
          <p:nvPr/>
        </p:nvSpPr>
        <p:spPr>
          <a:xfrm>
            <a:off x="761390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grid-1-test-output-10-29"/>
          <p:cNvSpPr/>
          <p:nvPr/>
        </p:nvSpPr>
        <p:spPr>
          <a:xfrm>
            <a:off x="7693152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grid-1-test-output-11-0"/>
          <p:cNvSpPr/>
          <p:nvPr/>
        </p:nvSpPr>
        <p:spPr>
          <a:xfrm>
            <a:off x="5394960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grid-1-test-output-11-1"/>
          <p:cNvSpPr/>
          <p:nvPr/>
        </p:nvSpPr>
        <p:spPr>
          <a:xfrm>
            <a:off x="5474208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grid-1-test-output-11-2"/>
          <p:cNvSpPr/>
          <p:nvPr/>
        </p:nvSpPr>
        <p:spPr>
          <a:xfrm>
            <a:off x="555345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grid-1-test-output-11-3"/>
          <p:cNvSpPr/>
          <p:nvPr/>
        </p:nvSpPr>
        <p:spPr>
          <a:xfrm>
            <a:off x="5632704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grid-1-test-output-11-4"/>
          <p:cNvSpPr/>
          <p:nvPr/>
        </p:nvSpPr>
        <p:spPr>
          <a:xfrm>
            <a:off x="5711952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grid-1-test-output-11-5"/>
          <p:cNvSpPr/>
          <p:nvPr/>
        </p:nvSpPr>
        <p:spPr>
          <a:xfrm>
            <a:off x="5791200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grid-1-test-output-11-6"/>
          <p:cNvSpPr/>
          <p:nvPr/>
        </p:nvSpPr>
        <p:spPr>
          <a:xfrm>
            <a:off x="5870448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grid-1-test-output-11-7"/>
          <p:cNvSpPr/>
          <p:nvPr/>
        </p:nvSpPr>
        <p:spPr>
          <a:xfrm>
            <a:off x="594969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grid-1-test-output-11-8"/>
          <p:cNvSpPr/>
          <p:nvPr/>
        </p:nvSpPr>
        <p:spPr>
          <a:xfrm>
            <a:off x="6028944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grid-1-test-output-11-9"/>
          <p:cNvSpPr/>
          <p:nvPr/>
        </p:nvSpPr>
        <p:spPr>
          <a:xfrm>
            <a:off x="6108192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grid-1-test-output-11-10"/>
          <p:cNvSpPr/>
          <p:nvPr/>
        </p:nvSpPr>
        <p:spPr>
          <a:xfrm>
            <a:off x="6187440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grid-1-test-output-11-11"/>
          <p:cNvSpPr/>
          <p:nvPr/>
        </p:nvSpPr>
        <p:spPr>
          <a:xfrm>
            <a:off x="6266688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grid-1-test-output-11-12"/>
          <p:cNvSpPr/>
          <p:nvPr/>
        </p:nvSpPr>
        <p:spPr>
          <a:xfrm>
            <a:off x="634593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grid-1-test-output-11-13"/>
          <p:cNvSpPr/>
          <p:nvPr/>
        </p:nvSpPr>
        <p:spPr>
          <a:xfrm>
            <a:off x="6425184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grid-1-test-output-11-14"/>
          <p:cNvSpPr/>
          <p:nvPr/>
        </p:nvSpPr>
        <p:spPr>
          <a:xfrm>
            <a:off x="6504432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grid-1-test-output-11-15"/>
          <p:cNvSpPr/>
          <p:nvPr/>
        </p:nvSpPr>
        <p:spPr>
          <a:xfrm>
            <a:off x="6583680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grid-1-test-output-11-16"/>
          <p:cNvSpPr/>
          <p:nvPr/>
        </p:nvSpPr>
        <p:spPr>
          <a:xfrm>
            <a:off x="6662928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grid-1-test-output-11-17"/>
          <p:cNvSpPr/>
          <p:nvPr/>
        </p:nvSpPr>
        <p:spPr>
          <a:xfrm>
            <a:off x="674217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grid-1-test-output-11-18"/>
          <p:cNvSpPr/>
          <p:nvPr/>
        </p:nvSpPr>
        <p:spPr>
          <a:xfrm>
            <a:off x="6821424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grid-1-test-output-11-19"/>
          <p:cNvSpPr/>
          <p:nvPr/>
        </p:nvSpPr>
        <p:spPr>
          <a:xfrm>
            <a:off x="6900672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grid-1-test-output-11-20"/>
          <p:cNvSpPr/>
          <p:nvPr/>
        </p:nvSpPr>
        <p:spPr>
          <a:xfrm>
            <a:off x="6979920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grid-1-test-output-11-21"/>
          <p:cNvSpPr/>
          <p:nvPr/>
        </p:nvSpPr>
        <p:spPr>
          <a:xfrm>
            <a:off x="7059168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grid-1-test-output-11-22"/>
          <p:cNvSpPr/>
          <p:nvPr/>
        </p:nvSpPr>
        <p:spPr>
          <a:xfrm>
            <a:off x="713841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grid-1-test-output-11-23"/>
          <p:cNvSpPr/>
          <p:nvPr/>
        </p:nvSpPr>
        <p:spPr>
          <a:xfrm>
            <a:off x="7217664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grid-1-test-output-11-24"/>
          <p:cNvSpPr/>
          <p:nvPr/>
        </p:nvSpPr>
        <p:spPr>
          <a:xfrm>
            <a:off x="7296912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grid-1-test-output-11-25"/>
          <p:cNvSpPr/>
          <p:nvPr/>
        </p:nvSpPr>
        <p:spPr>
          <a:xfrm>
            <a:off x="737616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grid-1-test-output-11-26"/>
          <p:cNvSpPr/>
          <p:nvPr/>
        </p:nvSpPr>
        <p:spPr>
          <a:xfrm>
            <a:off x="7455408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grid-1-test-output-11-27"/>
          <p:cNvSpPr/>
          <p:nvPr/>
        </p:nvSpPr>
        <p:spPr>
          <a:xfrm>
            <a:off x="7534656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grid-1-test-output-11-28"/>
          <p:cNvSpPr/>
          <p:nvPr/>
        </p:nvSpPr>
        <p:spPr>
          <a:xfrm>
            <a:off x="7613904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grid-1-test-output-11-29"/>
          <p:cNvSpPr/>
          <p:nvPr/>
        </p:nvSpPr>
        <p:spPr>
          <a:xfrm>
            <a:off x="7693152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grid-1-test-output-12-0"/>
          <p:cNvSpPr/>
          <p:nvPr/>
        </p:nvSpPr>
        <p:spPr>
          <a:xfrm>
            <a:off x="5394960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grid-1-test-output-12-1"/>
          <p:cNvSpPr/>
          <p:nvPr/>
        </p:nvSpPr>
        <p:spPr>
          <a:xfrm>
            <a:off x="5474208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grid-1-test-output-12-2"/>
          <p:cNvSpPr/>
          <p:nvPr/>
        </p:nvSpPr>
        <p:spPr>
          <a:xfrm>
            <a:off x="5553456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grid-1-test-output-12-3"/>
          <p:cNvSpPr/>
          <p:nvPr/>
        </p:nvSpPr>
        <p:spPr>
          <a:xfrm>
            <a:off x="5632704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grid-1-test-output-12-4"/>
          <p:cNvSpPr/>
          <p:nvPr/>
        </p:nvSpPr>
        <p:spPr>
          <a:xfrm>
            <a:off x="5711952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grid-1-test-output-12-5"/>
          <p:cNvSpPr/>
          <p:nvPr/>
        </p:nvSpPr>
        <p:spPr>
          <a:xfrm>
            <a:off x="5791200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grid-1-test-output-12-6"/>
          <p:cNvSpPr/>
          <p:nvPr/>
        </p:nvSpPr>
        <p:spPr>
          <a:xfrm>
            <a:off x="5870448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grid-1-test-output-12-7"/>
          <p:cNvSpPr/>
          <p:nvPr/>
        </p:nvSpPr>
        <p:spPr>
          <a:xfrm>
            <a:off x="5949696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grid-1-test-output-12-8"/>
          <p:cNvSpPr/>
          <p:nvPr/>
        </p:nvSpPr>
        <p:spPr>
          <a:xfrm>
            <a:off x="6028944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grid-1-test-output-12-9"/>
          <p:cNvSpPr/>
          <p:nvPr/>
        </p:nvSpPr>
        <p:spPr>
          <a:xfrm>
            <a:off x="6108192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grid-1-test-output-12-10"/>
          <p:cNvSpPr/>
          <p:nvPr/>
        </p:nvSpPr>
        <p:spPr>
          <a:xfrm>
            <a:off x="6187440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grid-1-test-output-12-11"/>
          <p:cNvSpPr/>
          <p:nvPr/>
        </p:nvSpPr>
        <p:spPr>
          <a:xfrm>
            <a:off x="6266688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grid-1-test-output-12-12"/>
          <p:cNvSpPr/>
          <p:nvPr/>
        </p:nvSpPr>
        <p:spPr>
          <a:xfrm>
            <a:off x="6345936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grid-1-test-output-12-13"/>
          <p:cNvSpPr/>
          <p:nvPr/>
        </p:nvSpPr>
        <p:spPr>
          <a:xfrm>
            <a:off x="6425184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grid-1-test-output-12-14"/>
          <p:cNvSpPr/>
          <p:nvPr/>
        </p:nvSpPr>
        <p:spPr>
          <a:xfrm>
            <a:off x="6504432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grid-1-test-output-12-15"/>
          <p:cNvSpPr/>
          <p:nvPr/>
        </p:nvSpPr>
        <p:spPr>
          <a:xfrm>
            <a:off x="6583680" y="268833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grid-1-test-output-12-16"/>
          <p:cNvSpPr/>
          <p:nvPr/>
        </p:nvSpPr>
        <p:spPr>
          <a:xfrm>
            <a:off x="6662928" y="268833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grid-1-test-output-12-17"/>
          <p:cNvSpPr/>
          <p:nvPr/>
        </p:nvSpPr>
        <p:spPr>
          <a:xfrm>
            <a:off x="6742176" y="268833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grid-1-test-output-12-18"/>
          <p:cNvSpPr/>
          <p:nvPr/>
        </p:nvSpPr>
        <p:spPr>
          <a:xfrm>
            <a:off x="6821424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grid-1-test-output-12-19"/>
          <p:cNvSpPr/>
          <p:nvPr/>
        </p:nvSpPr>
        <p:spPr>
          <a:xfrm>
            <a:off x="6900672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grid-1-test-output-12-20"/>
          <p:cNvSpPr/>
          <p:nvPr/>
        </p:nvSpPr>
        <p:spPr>
          <a:xfrm>
            <a:off x="6979920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grid-1-test-output-12-21"/>
          <p:cNvSpPr/>
          <p:nvPr/>
        </p:nvSpPr>
        <p:spPr>
          <a:xfrm>
            <a:off x="7059168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grid-1-test-output-12-22"/>
          <p:cNvSpPr/>
          <p:nvPr/>
        </p:nvSpPr>
        <p:spPr>
          <a:xfrm>
            <a:off x="7138416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grid-1-test-output-12-23"/>
          <p:cNvSpPr/>
          <p:nvPr/>
        </p:nvSpPr>
        <p:spPr>
          <a:xfrm>
            <a:off x="7217664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grid-1-test-output-12-24"/>
          <p:cNvSpPr/>
          <p:nvPr/>
        </p:nvSpPr>
        <p:spPr>
          <a:xfrm>
            <a:off x="7296912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grid-1-test-output-12-25"/>
          <p:cNvSpPr/>
          <p:nvPr/>
        </p:nvSpPr>
        <p:spPr>
          <a:xfrm>
            <a:off x="7376160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grid-1-test-output-12-26"/>
          <p:cNvSpPr/>
          <p:nvPr/>
        </p:nvSpPr>
        <p:spPr>
          <a:xfrm>
            <a:off x="7455408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grid-1-test-output-12-27"/>
          <p:cNvSpPr/>
          <p:nvPr/>
        </p:nvSpPr>
        <p:spPr>
          <a:xfrm>
            <a:off x="7534656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grid-1-test-output-12-28"/>
          <p:cNvSpPr/>
          <p:nvPr/>
        </p:nvSpPr>
        <p:spPr>
          <a:xfrm>
            <a:off x="7613904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grid-1-test-output-12-29"/>
          <p:cNvSpPr/>
          <p:nvPr/>
        </p:nvSpPr>
        <p:spPr>
          <a:xfrm>
            <a:off x="7693152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grid-1-test-output-13-0"/>
          <p:cNvSpPr/>
          <p:nvPr/>
        </p:nvSpPr>
        <p:spPr>
          <a:xfrm>
            <a:off x="5394960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grid-1-test-output-13-1"/>
          <p:cNvSpPr/>
          <p:nvPr/>
        </p:nvSpPr>
        <p:spPr>
          <a:xfrm>
            <a:off x="5474208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grid-1-test-output-13-2"/>
          <p:cNvSpPr/>
          <p:nvPr/>
        </p:nvSpPr>
        <p:spPr>
          <a:xfrm>
            <a:off x="555345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grid-1-test-output-13-3"/>
          <p:cNvSpPr/>
          <p:nvPr/>
        </p:nvSpPr>
        <p:spPr>
          <a:xfrm>
            <a:off x="5632704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grid-1-test-output-13-4"/>
          <p:cNvSpPr/>
          <p:nvPr/>
        </p:nvSpPr>
        <p:spPr>
          <a:xfrm>
            <a:off x="5711952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grid-1-test-output-13-5"/>
          <p:cNvSpPr/>
          <p:nvPr/>
        </p:nvSpPr>
        <p:spPr>
          <a:xfrm>
            <a:off x="5791200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grid-1-test-output-13-6"/>
          <p:cNvSpPr/>
          <p:nvPr/>
        </p:nvSpPr>
        <p:spPr>
          <a:xfrm>
            <a:off x="5870448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grid-1-test-output-13-7"/>
          <p:cNvSpPr/>
          <p:nvPr/>
        </p:nvSpPr>
        <p:spPr>
          <a:xfrm>
            <a:off x="594969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grid-1-test-output-13-8"/>
          <p:cNvSpPr/>
          <p:nvPr/>
        </p:nvSpPr>
        <p:spPr>
          <a:xfrm>
            <a:off x="6028944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grid-1-test-output-13-9"/>
          <p:cNvSpPr/>
          <p:nvPr/>
        </p:nvSpPr>
        <p:spPr>
          <a:xfrm>
            <a:off x="6108192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grid-1-test-output-13-10"/>
          <p:cNvSpPr/>
          <p:nvPr/>
        </p:nvSpPr>
        <p:spPr>
          <a:xfrm>
            <a:off x="6187440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grid-1-test-output-13-11"/>
          <p:cNvSpPr/>
          <p:nvPr/>
        </p:nvSpPr>
        <p:spPr>
          <a:xfrm>
            <a:off x="6266688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grid-1-test-output-13-12"/>
          <p:cNvSpPr/>
          <p:nvPr/>
        </p:nvSpPr>
        <p:spPr>
          <a:xfrm>
            <a:off x="634593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grid-1-test-output-13-13"/>
          <p:cNvSpPr/>
          <p:nvPr/>
        </p:nvSpPr>
        <p:spPr>
          <a:xfrm>
            <a:off x="6425184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grid-1-test-output-13-14"/>
          <p:cNvSpPr/>
          <p:nvPr/>
        </p:nvSpPr>
        <p:spPr>
          <a:xfrm>
            <a:off x="6504432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grid-1-test-output-13-15"/>
          <p:cNvSpPr/>
          <p:nvPr/>
        </p:nvSpPr>
        <p:spPr>
          <a:xfrm>
            <a:off x="6583680" y="2767583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grid-1-test-output-13-16"/>
          <p:cNvSpPr/>
          <p:nvPr/>
        </p:nvSpPr>
        <p:spPr>
          <a:xfrm>
            <a:off x="6662928" y="2767583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grid-1-test-output-13-17"/>
          <p:cNvSpPr/>
          <p:nvPr/>
        </p:nvSpPr>
        <p:spPr>
          <a:xfrm>
            <a:off x="6742176" y="2767583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grid-1-test-output-13-18"/>
          <p:cNvSpPr/>
          <p:nvPr/>
        </p:nvSpPr>
        <p:spPr>
          <a:xfrm>
            <a:off x="6821424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grid-1-test-output-13-19"/>
          <p:cNvSpPr/>
          <p:nvPr/>
        </p:nvSpPr>
        <p:spPr>
          <a:xfrm>
            <a:off x="6900672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grid-1-test-output-13-20"/>
          <p:cNvSpPr/>
          <p:nvPr/>
        </p:nvSpPr>
        <p:spPr>
          <a:xfrm>
            <a:off x="6979920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grid-1-test-output-13-21"/>
          <p:cNvSpPr/>
          <p:nvPr/>
        </p:nvSpPr>
        <p:spPr>
          <a:xfrm>
            <a:off x="7059168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grid-1-test-output-13-22"/>
          <p:cNvSpPr/>
          <p:nvPr/>
        </p:nvSpPr>
        <p:spPr>
          <a:xfrm>
            <a:off x="713841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grid-1-test-output-13-23"/>
          <p:cNvSpPr/>
          <p:nvPr/>
        </p:nvSpPr>
        <p:spPr>
          <a:xfrm>
            <a:off x="7217664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grid-1-test-output-13-24"/>
          <p:cNvSpPr/>
          <p:nvPr/>
        </p:nvSpPr>
        <p:spPr>
          <a:xfrm>
            <a:off x="7296912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grid-1-test-output-13-25"/>
          <p:cNvSpPr/>
          <p:nvPr/>
        </p:nvSpPr>
        <p:spPr>
          <a:xfrm>
            <a:off x="7376160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grid-1-test-output-13-26"/>
          <p:cNvSpPr/>
          <p:nvPr/>
        </p:nvSpPr>
        <p:spPr>
          <a:xfrm>
            <a:off x="7455408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grid-1-test-output-13-27"/>
          <p:cNvSpPr/>
          <p:nvPr/>
        </p:nvSpPr>
        <p:spPr>
          <a:xfrm>
            <a:off x="753465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grid-1-test-output-13-28"/>
          <p:cNvSpPr/>
          <p:nvPr/>
        </p:nvSpPr>
        <p:spPr>
          <a:xfrm>
            <a:off x="7613904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grid-1-test-output-13-29"/>
          <p:cNvSpPr/>
          <p:nvPr/>
        </p:nvSpPr>
        <p:spPr>
          <a:xfrm>
            <a:off x="7693152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grid-1-test-output-14-0"/>
          <p:cNvSpPr/>
          <p:nvPr/>
        </p:nvSpPr>
        <p:spPr>
          <a:xfrm>
            <a:off x="5394960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grid-1-test-output-14-1"/>
          <p:cNvSpPr/>
          <p:nvPr/>
        </p:nvSpPr>
        <p:spPr>
          <a:xfrm>
            <a:off x="547420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grid-1-test-output-14-2"/>
          <p:cNvSpPr/>
          <p:nvPr/>
        </p:nvSpPr>
        <p:spPr>
          <a:xfrm>
            <a:off x="555345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grid-1-test-output-14-3"/>
          <p:cNvSpPr/>
          <p:nvPr/>
        </p:nvSpPr>
        <p:spPr>
          <a:xfrm>
            <a:off x="563270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grid-1-test-output-14-4"/>
          <p:cNvSpPr/>
          <p:nvPr/>
        </p:nvSpPr>
        <p:spPr>
          <a:xfrm>
            <a:off x="571195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grid-1-test-output-14-5"/>
          <p:cNvSpPr/>
          <p:nvPr/>
        </p:nvSpPr>
        <p:spPr>
          <a:xfrm>
            <a:off x="5791200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grid-1-test-output-14-6"/>
          <p:cNvSpPr/>
          <p:nvPr/>
        </p:nvSpPr>
        <p:spPr>
          <a:xfrm>
            <a:off x="587044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grid-1-test-output-14-7"/>
          <p:cNvSpPr/>
          <p:nvPr/>
        </p:nvSpPr>
        <p:spPr>
          <a:xfrm>
            <a:off x="594969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grid-1-test-output-14-8"/>
          <p:cNvSpPr/>
          <p:nvPr/>
        </p:nvSpPr>
        <p:spPr>
          <a:xfrm>
            <a:off x="602894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grid-1-test-output-14-9"/>
          <p:cNvSpPr/>
          <p:nvPr/>
        </p:nvSpPr>
        <p:spPr>
          <a:xfrm>
            <a:off x="610819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grid-1-test-output-14-10"/>
          <p:cNvSpPr/>
          <p:nvPr/>
        </p:nvSpPr>
        <p:spPr>
          <a:xfrm>
            <a:off x="6187440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grid-1-test-output-14-11"/>
          <p:cNvSpPr/>
          <p:nvPr/>
        </p:nvSpPr>
        <p:spPr>
          <a:xfrm>
            <a:off x="626668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grid-1-test-output-14-12"/>
          <p:cNvSpPr/>
          <p:nvPr/>
        </p:nvSpPr>
        <p:spPr>
          <a:xfrm>
            <a:off x="634593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grid-1-test-output-14-13"/>
          <p:cNvSpPr/>
          <p:nvPr/>
        </p:nvSpPr>
        <p:spPr>
          <a:xfrm>
            <a:off x="642518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grid-1-test-output-14-14"/>
          <p:cNvSpPr/>
          <p:nvPr/>
        </p:nvSpPr>
        <p:spPr>
          <a:xfrm>
            <a:off x="650443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grid-1-test-output-14-15"/>
          <p:cNvSpPr/>
          <p:nvPr/>
        </p:nvSpPr>
        <p:spPr>
          <a:xfrm>
            <a:off x="6583680" y="284683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grid-1-test-output-14-16"/>
          <p:cNvSpPr/>
          <p:nvPr/>
        </p:nvSpPr>
        <p:spPr>
          <a:xfrm>
            <a:off x="6662928" y="284683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grid-1-test-output-14-17"/>
          <p:cNvSpPr/>
          <p:nvPr/>
        </p:nvSpPr>
        <p:spPr>
          <a:xfrm>
            <a:off x="6742176" y="284683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grid-1-test-output-14-18"/>
          <p:cNvSpPr/>
          <p:nvPr/>
        </p:nvSpPr>
        <p:spPr>
          <a:xfrm>
            <a:off x="682142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grid-1-test-output-14-19"/>
          <p:cNvSpPr/>
          <p:nvPr/>
        </p:nvSpPr>
        <p:spPr>
          <a:xfrm>
            <a:off x="690067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grid-1-test-output-14-20"/>
          <p:cNvSpPr/>
          <p:nvPr/>
        </p:nvSpPr>
        <p:spPr>
          <a:xfrm>
            <a:off x="6979920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grid-1-test-output-14-21"/>
          <p:cNvSpPr/>
          <p:nvPr/>
        </p:nvSpPr>
        <p:spPr>
          <a:xfrm>
            <a:off x="705916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grid-1-test-output-14-22"/>
          <p:cNvSpPr/>
          <p:nvPr/>
        </p:nvSpPr>
        <p:spPr>
          <a:xfrm>
            <a:off x="713841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grid-1-test-output-14-23"/>
          <p:cNvSpPr/>
          <p:nvPr/>
        </p:nvSpPr>
        <p:spPr>
          <a:xfrm>
            <a:off x="721766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grid-1-test-output-14-24"/>
          <p:cNvSpPr/>
          <p:nvPr/>
        </p:nvSpPr>
        <p:spPr>
          <a:xfrm>
            <a:off x="729691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grid-1-test-output-14-25"/>
          <p:cNvSpPr/>
          <p:nvPr/>
        </p:nvSpPr>
        <p:spPr>
          <a:xfrm>
            <a:off x="7376160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grid-1-test-output-14-26"/>
          <p:cNvSpPr/>
          <p:nvPr/>
        </p:nvSpPr>
        <p:spPr>
          <a:xfrm>
            <a:off x="745540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grid-1-test-output-14-27"/>
          <p:cNvSpPr/>
          <p:nvPr/>
        </p:nvSpPr>
        <p:spPr>
          <a:xfrm>
            <a:off x="753465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grid-1-test-output-14-28"/>
          <p:cNvSpPr/>
          <p:nvPr/>
        </p:nvSpPr>
        <p:spPr>
          <a:xfrm>
            <a:off x="761390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grid-1-test-output-14-29"/>
          <p:cNvSpPr/>
          <p:nvPr/>
        </p:nvSpPr>
        <p:spPr>
          <a:xfrm>
            <a:off x="769315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grid-1-test-output-15-0"/>
          <p:cNvSpPr/>
          <p:nvPr/>
        </p:nvSpPr>
        <p:spPr>
          <a:xfrm>
            <a:off x="539496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grid-1-test-output-15-1"/>
          <p:cNvSpPr/>
          <p:nvPr/>
        </p:nvSpPr>
        <p:spPr>
          <a:xfrm>
            <a:off x="547420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grid-1-test-output-15-2"/>
          <p:cNvSpPr/>
          <p:nvPr/>
        </p:nvSpPr>
        <p:spPr>
          <a:xfrm>
            <a:off x="555345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grid-1-test-output-15-3"/>
          <p:cNvSpPr/>
          <p:nvPr/>
        </p:nvSpPr>
        <p:spPr>
          <a:xfrm>
            <a:off x="563270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grid-1-test-output-15-4"/>
          <p:cNvSpPr/>
          <p:nvPr/>
        </p:nvSpPr>
        <p:spPr>
          <a:xfrm>
            <a:off x="571195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grid-1-test-output-15-5"/>
          <p:cNvSpPr/>
          <p:nvPr/>
        </p:nvSpPr>
        <p:spPr>
          <a:xfrm>
            <a:off x="579120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grid-1-test-output-15-6"/>
          <p:cNvSpPr/>
          <p:nvPr/>
        </p:nvSpPr>
        <p:spPr>
          <a:xfrm>
            <a:off x="587044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grid-1-test-output-15-7"/>
          <p:cNvSpPr/>
          <p:nvPr/>
        </p:nvSpPr>
        <p:spPr>
          <a:xfrm>
            <a:off x="594969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grid-1-test-output-15-8"/>
          <p:cNvSpPr/>
          <p:nvPr/>
        </p:nvSpPr>
        <p:spPr>
          <a:xfrm>
            <a:off x="602894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grid-1-test-output-15-9"/>
          <p:cNvSpPr/>
          <p:nvPr/>
        </p:nvSpPr>
        <p:spPr>
          <a:xfrm>
            <a:off x="610819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grid-1-test-output-15-10"/>
          <p:cNvSpPr/>
          <p:nvPr/>
        </p:nvSpPr>
        <p:spPr>
          <a:xfrm>
            <a:off x="618744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grid-1-test-output-15-11"/>
          <p:cNvSpPr/>
          <p:nvPr/>
        </p:nvSpPr>
        <p:spPr>
          <a:xfrm>
            <a:off x="626668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grid-1-test-output-15-12"/>
          <p:cNvSpPr/>
          <p:nvPr/>
        </p:nvSpPr>
        <p:spPr>
          <a:xfrm>
            <a:off x="634593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grid-1-test-output-15-13"/>
          <p:cNvSpPr/>
          <p:nvPr/>
        </p:nvSpPr>
        <p:spPr>
          <a:xfrm>
            <a:off x="642518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grid-1-test-output-15-14"/>
          <p:cNvSpPr/>
          <p:nvPr/>
        </p:nvSpPr>
        <p:spPr>
          <a:xfrm>
            <a:off x="650443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grid-1-test-output-15-15"/>
          <p:cNvSpPr/>
          <p:nvPr/>
        </p:nvSpPr>
        <p:spPr>
          <a:xfrm>
            <a:off x="658368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grid-1-test-output-15-16"/>
          <p:cNvSpPr/>
          <p:nvPr/>
        </p:nvSpPr>
        <p:spPr>
          <a:xfrm>
            <a:off x="666292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grid-1-test-output-15-17"/>
          <p:cNvSpPr/>
          <p:nvPr/>
        </p:nvSpPr>
        <p:spPr>
          <a:xfrm>
            <a:off x="674217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grid-1-test-output-15-18"/>
          <p:cNvSpPr/>
          <p:nvPr/>
        </p:nvSpPr>
        <p:spPr>
          <a:xfrm>
            <a:off x="682142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grid-1-test-output-15-19"/>
          <p:cNvSpPr/>
          <p:nvPr/>
        </p:nvSpPr>
        <p:spPr>
          <a:xfrm>
            <a:off x="690067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grid-1-test-output-15-20"/>
          <p:cNvSpPr/>
          <p:nvPr/>
        </p:nvSpPr>
        <p:spPr>
          <a:xfrm>
            <a:off x="697992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grid-1-test-output-15-21"/>
          <p:cNvSpPr/>
          <p:nvPr/>
        </p:nvSpPr>
        <p:spPr>
          <a:xfrm>
            <a:off x="705916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grid-1-test-output-15-22"/>
          <p:cNvSpPr/>
          <p:nvPr/>
        </p:nvSpPr>
        <p:spPr>
          <a:xfrm>
            <a:off x="713841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grid-1-test-output-15-23"/>
          <p:cNvSpPr/>
          <p:nvPr/>
        </p:nvSpPr>
        <p:spPr>
          <a:xfrm>
            <a:off x="721766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grid-1-test-output-15-24"/>
          <p:cNvSpPr/>
          <p:nvPr/>
        </p:nvSpPr>
        <p:spPr>
          <a:xfrm>
            <a:off x="729691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grid-1-test-output-15-25"/>
          <p:cNvSpPr/>
          <p:nvPr/>
        </p:nvSpPr>
        <p:spPr>
          <a:xfrm>
            <a:off x="737616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grid-1-test-output-15-26"/>
          <p:cNvSpPr/>
          <p:nvPr/>
        </p:nvSpPr>
        <p:spPr>
          <a:xfrm>
            <a:off x="745540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grid-1-test-output-15-27"/>
          <p:cNvSpPr/>
          <p:nvPr/>
        </p:nvSpPr>
        <p:spPr>
          <a:xfrm>
            <a:off x="753465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grid-1-test-output-15-28"/>
          <p:cNvSpPr/>
          <p:nvPr/>
        </p:nvSpPr>
        <p:spPr>
          <a:xfrm>
            <a:off x="7613904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grid-1-test-output-15-29"/>
          <p:cNvSpPr/>
          <p:nvPr/>
        </p:nvSpPr>
        <p:spPr>
          <a:xfrm>
            <a:off x="769315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grid-1-test-output-16-0"/>
          <p:cNvSpPr/>
          <p:nvPr/>
        </p:nvSpPr>
        <p:spPr>
          <a:xfrm>
            <a:off x="5394960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grid-1-test-output-16-1"/>
          <p:cNvSpPr/>
          <p:nvPr/>
        </p:nvSpPr>
        <p:spPr>
          <a:xfrm>
            <a:off x="5474208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grid-1-test-output-16-2"/>
          <p:cNvSpPr/>
          <p:nvPr/>
        </p:nvSpPr>
        <p:spPr>
          <a:xfrm>
            <a:off x="5553456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grid-1-test-output-16-3"/>
          <p:cNvSpPr/>
          <p:nvPr/>
        </p:nvSpPr>
        <p:spPr>
          <a:xfrm>
            <a:off x="5632704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grid-1-test-output-16-4"/>
          <p:cNvSpPr/>
          <p:nvPr/>
        </p:nvSpPr>
        <p:spPr>
          <a:xfrm>
            <a:off x="5711952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grid-1-test-output-16-5"/>
          <p:cNvSpPr/>
          <p:nvPr/>
        </p:nvSpPr>
        <p:spPr>
          <a:xfrm>
            <a:off x="5791200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grid-1-test-output-16-6"/>
          <p:cNvSpPr/>
          <p:nvPr/>
        </p:nvSpPr>
        <p:spPr>
          <a:xfrm>
            <a:off x="5870448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grid-1-test-output-16-7"/>
          <p:cNvSpPr/>
          <p:nvPr/>
        </p:nvSpPr>
        <p:spPr>
          <a:xfrm>
            <a:off x="5949696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grid-1-test-output-16-8"/>
          <p:cNvSpPr/>
          <p:nvPr/>
        </p:nvSpPr>
        <p:spPr>
          <a:xfrm>
            <a:off x="6028944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grid-1-test-output-16-9"/>
          <p:cNvSpPr/>
          <p:nvPr/>
        </p:nvSpPr>
        <p:spPr>
          <a:xfrm>
            <a:off x="6108192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grid-1-test-output-16-10"/>
          <p:cNvSpPr/>
          <p:nvPr/>
        </p:nvSpPr>
        <p:spPr>
          <a:xfrm>
            <a:off x="6187440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grid-1-test-output-16-11"/>
          <p:cNvSpPr/>
          <p:nvPr/>
        </p:nvSpPr>
        <p:spPr>
          <a:xfrm>
            <a:off x="6266688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grid-1-test-output-16-12"/>
          <p:cNvSpPr/>
          <p:nvPr/>
        </p:nvSpPr>
        <p:spPr>
          <a:xfrm>
            <a:off x="6345936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grid-1-test-output-16-13"/>
          <p:cNvSpPr/>
          <p:nvPr/>
        </p:nvSpPr>
        <p:spPr>
          <a:xfrm>
            <a:off x="6425184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grid-1-test-output-16-14"/>
          <p:cNvSpPr/>
          <p:nvPr/>
        </p:nvSpPr>
        <p:spPr>
          <a:xfrm>
            <a:off x="6504432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grid-1-test-output-16-15"/>
          <p:cNvSpPr/>
          <p:nvPr/>
        </p:nvSpPr>
        <p:spPr>
          <a:xfrm>
            <a:off x="6583680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grid-1-test-output-16-16"/>
          <p:cNvSpPr/>
          <p:nvPr/>
        </p:nvSpPr>
        <p:spPr>
          <a:xfrm>
            <a:off x="6662928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grid-1-test-output-16-17"/>
          <p:cNvSpPr/>
          <p:nvPr/>
        </p:nvSpPr>
        <p:spPr>
          <a:xfrm>
            <a:off x="6742176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grid-1-test-output-16-18"/>
          <p:cNvSpPr/>
          <p:nvPr/>
        </p:nvSpPr>
        <p:spPr>
          <a:xfrm>
            <a:off x="6821424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grid-1-test-output-16-19"/>
          <p:cNvSpPr/>
          <p:nvPr/>
        </p:nvSpPr>
        <p:spPr>
          <a:xfrm>
            <a:off x="6900672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grid-1-test-output-16-20"/>
          <p:cNvSpPr/>
          <p:nvPr/>
        </p:nvSpPr>
        <p:spPr>
          <a:xfrm>
            <a:off x="6979920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grid-1-test-output-16-21"/>
          <p:cNvSpPr/>
          <p:nvPr/>
        </p:nvSpPr>
        <p:spPr>
          <a:xfrm>
            <a:off x="7059168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grid-1-test-output-16-22"/>
          <p:cNvSpPr/>
          <p:nvPr/>
        </p:nvSpPr>
        <p:spPr>
          <a:xfrm>
            <a:off x="7138416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grid-1-test-output-16-23"/>
          <p:cNvSpPr/>
          <p:nvPr/>
        </p:nvSpPr>
        <p:spPr>
          <a:xfrm>
            <a:off x="7217664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grid-1-test-output-16-24"/>
          <p:cNvSpPr/>
          <p:nvPr/>
        </p:nvSpPr>
        <p:spPr>
          <a:xfrm>
            <a:off x="7296912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grid-1-test-output-16-25"/>
          <p:cNvSpPr/>
          <p:nvPr/>
        </p:nvSpPr>
        <p:spPr>
          <a:xfrm>
            <a:off x="7376160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grid-1-test-output-16-26"/>
          <p:cNvSpPr/>
          <p:nvPr/>
        </p:nvSpPr>
        <p:spPr>
          <a:xfrm>
            <a:off x="7455408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grid-1-test-output-16-27"/>
          <p:cNvSpPr/>
          <p:nvPr/>
        </p:nvSpPr>
        <p:spPr>
          <a:xfrm>
            <a:off x="7534656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grid-1-test-output-16-28"/>
          <p:cNvSpPr/>
          <p:nvPr/>
        </p:nvSpPr>
        <p:spPr>
          <a:xfrm>
            <a:off x="7613904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grid-1-test-output-16-29"/>
          <p:cNvSpPr/>
          <p:nvPr/>
        </p:nvSpPr>
        <p:spPr>
          <a:xfrm>
            <a:off x="7693152" y="300532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grid-1-test-output-17-0"/>
          <p:cNvSpPr/>
          <p:nvPr/>
        </p:nvSpPr>
        <p:spPr>
          <a:xfrm>
            <a:off x="5394960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grid-1-test-output-17-1"/>
          <p:cNvSpPr/>
          <p:nvPr/>
        </p:nvSpPr>
        <p:spPr>
          <a:xfrm>
            <a:off x="547420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grid-1-test-output-17-2"/>
          <p:cNvSpPr/>
          <p:nvPr/>
        </p:nvSpPr>
        <p:spPr>
          <a:xfrm>
            <a:off x="555345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grid-1-test-output-17-3"/>
          <p:cNvSpPr/>
          <p:nvPr/>
        </p:nvSpPr>
        <p:spPr>
          <a:xfrm>
            <a:off x="563270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grid-1-test-output-17-4"/>
          <p:cNvSpPr/>
          <p:nvPr/>
        </p:nvSpPr>
        <p:spPr>
          <a:xfrm>
            <a:off x="5711952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grid-1-test-output-17-5"/>
          <p:cNvSpPr/>
          <p:nvPr/>
        </p:nvSpPr>
        <p:spPr>
          <a:xfrm>
            <a:off x="5791200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grid-1-test-output-17-6"/>
          <p:cNvSpPr/>
          <p:nvPr/>
        </p:nvSpPr>
        <p:spPr>
          <a:xfrm>
            <a:off x="587044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grid-1-test-output-17-7"/>
          <p:cNvSpPr/>
          <p:nvPr/>
        </p:nvSpPr>
        <p:spPr>
          <a:xfrm>
            <a:off x="594969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grid-1-test-output-17-8"/>
          <p:cNvSpPr/>
          <p:nvPr/>
        </p:nvSpPr>
        <p:spPr>
          <a:xfrm>
            <a:off x="602894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grid-1-test-output-17-9"/>
          <p:cNvSpPr/>
          <p:nvPr/>
        </p:nvSpPr>
        <p:spPr>
          <a:xfrm>
            <a:off x="6108192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grid-1-test-output-17-10"/>
          <p:cNvSpPr/>
          <p:nvPr/>
        </p:nvSpPr>
        <p:spPr>
          <a:xfrm>
            <a:off x="6187440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grid-1-test-output-17-11"/>
          <p:cNvSpPr/>
          <p:nvPr/>
        </p:nvSpPr>
        <p:spPr>
          <a:xfrm>
            <a:off x="626668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grid-1-test-output-17-12"/>
          <p:cNvSpPr/>
          <p:nvPr/>
        </p:nvSpPr>
        <p:spPr>
          <a:xfrm>
            <a:off x="634593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grid-1-test-output-17-13"/>
          <p:cNvSpPr/>
          <p:nvPr/>
        </p:nvSpPr>
        <p:spPr>
          <a:xfrm>
            <a:off x="642518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grid-1-test-output-17-14"/>
          <p:cNvSpPr/>
          <p:nvPr/>
        </p:nvSpPr>
        <p:spPr>
          <a:xfrm>
            <a:off x="6504432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grid-1-test-output-17-15"/>
          <p:cNvSpPr/>
          <p:nvPr/>
        </p:nvSpPr>
        <p:spPr>
          <a:xfrm>
            <a:off x="6583680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grid-1-test-output-17-16"/>
          <p:cNvSpPr/>
          <p:nvPr/>
        </p:nvSpPr>
        <p:spPr>
          <a:xfrm>
            <a:off x="666292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grid-1-test-output-17-17"/>
          <p:cNvSpPr/>
          <p:nvPr/>
        </p:nvSpPr>
        <p:spPr>
          <a:xfrm>
            <a:off x="674217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grid-1-test-output-17-18"/>
          <p:cNvSpPr/>
          <p:nvPr/>
        </p:nvSpPr>
        <p:spPr>
          <a:xfrm>
            <a:off x="682142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grid-1-test-output-17-19"/>
          <p:cNvSpPr/>
          <p:nvPr/>
        </p:nvSpPr>
        <p:spPr>
          <a:xfrm>
            <a:off x="6900672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grid-1-test-output-17-20"/>
          <p:cNvSpPr/>
          <p:nvPr/>
        </p:nvSpPr>
        <p:spPr>
          <a:xfrm>
            <a:off x="6979920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grid-1-test-output-17-21"/>
          <p:cNvSpPr/>
          <p:nvPr/>
        </p:nvSpPr>
        <p:spPr>
          <a:xfrm>
            <a:off x="705916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grid-1-test-output-17-22"/>
          <p:cNvSpPr/>
          <p:nvPr/>
        </p:nvSpPr>
        <p:spPr>
          <a:xfrm>
            <a:off x="713841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grid-1-test-output-17-23"/>
          <p:cNvSpPr/>
          <p:nvPr/>
        </p:nvSpPr>
        <p:spPr>
          <a:xfrm>
            <a:off x="721766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grid-1-test-output-17-24"/>
          <p:cNvSpPr/>
          <p:nvPr/>
        </p:nvSpPr>
        <p:spPr>
          <a:xfrm>
            <a:off x="7296912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grid-1-test-output-17-25"/>
          <p:cNvSpPr/>
          <p:nvPr/>
        </p:nvSpPr>
        <p:spPr>
          <a:xfrm>
            <a:off x="7376160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grid-1-test-output-17-26"/>
          <p:cNvSpPr/>
          <p:nvPr/>
        </p:nvSpPr>
        <p:spPr>
          <a:xfrm>
            <a:off x="745540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grid-1-test-output-17-27"/>
          <p:cNvSpPr/>
          <p:nvPr/>
        </p:nvSpPr>
        <p:spPr>
          <a:xfrm>
            <a:off x="753465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grid-1-test-output-17-28"/>
          <p:cNvSpPr/>
          <p:nvPr/>
        </p:nvSpPr>
        <p:spPr>
          <a:xfrm>
            <a:off x="761390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grid-1-test-output-17-29"/>
          <p:cNvSpPr/>
          <p:nvPr/>
        </p:nvSpPr>
        <p:spPr>
          <a:xfrm>
            <a:off x="7693152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grid-1-test-output-18-0"/>
          <p:cNvSpPr/>
          <p:nvPr/>
        </p:nvSpPr>
        <p:spPr>
          <a:xfrm>
            <a:off x="5394960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grid-1-test-output-18-1"/>
          <p:cNvSpPr/>
          <p:nvPr/>
        </p:nvSpPr>
        <p:spPr>
          <a:xfrm>
            <a:off x="5474208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grid-1-test-output-18-2"/>
          <p:cNvSpPr/>
          <p:nvPr/>
        </p:nvSpPr>
        <p:spPr>
          <a:xfrm>
            <a:off x="5553456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grid-1-test-output-18-3"/>
          <p:cNvSpPr/>
          <p:nvPr/>
        </p:nvSpPr>
        <p:spPr>
          <a:xfrm>
            <a:off x="5632704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grid-1-test-output-18-4"/>
          <p:cNvSpPr/>
          <p:nvPr/>
        </p:nvSpPr>
        <p:spPr>
          <a:xfrm>
            <a:off x="5711952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grid-1-test-output-18-5"/>
          <p:cNvSpPr/>
          <p:nvPr/>
        </p:nvSpPr>
        <p:spPr>
          <a:xfrm>
            <a:off x="5791200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grid-1-test-output-18-6"/>
          <p:cNvSpPr/>
          <p:nvPr/>
        </p:nvSpPr>
        <p:spPr>
          <a:xfrm>
            <a:off x="5870448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grid-1-test-output-18-7"/>
          <p:cNvSpPr/>
          <p:nvPr/>
        </p:nvSpPr>
        <p:spPr>
          <a:xfrm>
            <a:off x="5949696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grid-1-test-output-18-8"/>
          <p:cNvSpPr/>
          <p:nvPr/>
        </p:nvSpPr>
        <p:spPr>
          <a:xfrm>
            <a:off x="6028944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grid-1-test-output-18-9"/>
          <p:cNvSpPr/>
          <p:nvPr/>
        </p:nvSpPr>
        <p:spPr>
          <a:xfrm>
            <a:off x="6108192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grid-1-test-output-18-10"/>
          <p:cNvSpPr/>
          <p:nvPr/>
        </p:nvSpPr>
        <p:spPr>
          <a:xfrm>
            <a:off x="6187440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grid-1-test-output-18-11"/>
          <p:cNvSpPr/>
          <p:nvPr/>
        </p:nvSpPr>
        <p:spPr>
          <a:xfrm>
            <a:off x="6266688" y="316382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grid-1-test-output-18-12"/>
          <p:cNvSpPr/>
          <p:nvPr/>
        </p:nvSpPr>
        <p:spPr>
          <a:xfrm>
            <a:off x="6345936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grid-1-test-output-18-13"/>
          <p:cNvSpPr/>
          <p:nvPr/>
        </p:nvSpPr>
        <p:spPr>
          <a:xfrm>
            <a:off x="6425184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grid-1-test-output-18-14"/>
          <p:cNvSpPr/>
          <p:nvPr/>
        </p:nvSpPr>
        <p:spPr>
          <a:xfrm>
            <a:off x="6504432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grid-1-test-output-18-15"/>
          <p:cNvSpPr/>
          <p:nvPr/>
        </p:nvSpPr>
        <p:spPr>
          <a:xfrm>
            <a:off x="6583680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grid-1-test-output-18-16"/>
          <p:cNvSpPr/>
          <p:nvPr/>
        </p:nvSpPr>
        <p:spPr>
          <a:xfrm>
            <a:off x="6662928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grid-1-test-output-18-17"/>
          <p:cNvSpPr/>
          <p:nvPr/>
        </p:nvSpPr>
        <p:spPr>
          <a:xfrm>
            <a:off x="6742176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grid-1-test-output-18-18"/>
          <p:cNvSpPr/>
          <p:nvPr/>
        </p:nvSpPr>
        <p:spPr>
          <a:xfrm>
            <a:off x="6821424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grid-1-test-output-18-19"/>
          <p:cNvSpPr/>
          <p:nvPr/>
        </p:nvSpPr>
        <p:spPr>
          <a:xfrm>
            <a:off x="6900672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grid-1-test-output-18-20"/>
          <p:cNvSpPr/>
          <p:nvPr/>
        </p:nvSpPr>
        <p:spPr>
          <a:xfrm>
            <a:off x="6979920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grid-1-test-output-18-21"/>
          <p:cNvSpPr/>
          <p:nvPr/>
        </p:nvSpPr>
        <p:spPr>
          <a:xfrm>
            <a:off x="7059168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grid-1-test-output-18-22"/>
          <p:cNvSpPr/>
          <p:nvPr/>
        </p:nvSpPr>
        <p:spPr>
          <a:xfrm>
            <a:off x="7138416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grid-1-test-output-18-23"/>
          <p:cNvSpPr/>
          <p:nvPr/>
        </p:nvSpPr>
        <p:spPr>
          <a:xfrm>
            <a:off x="7217664" y="316382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grid-1-test-output-18-24"/>
          <p:cNvSpPr/>
          <p:nvPr/>
        </p:nvSpPr>
        <p:spPr>
          <a:xfrm>
            <a:off x="7296912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grid-1-test-output-18-25"/>
          <p:cNvSpPr/>
          <p:nvPr/>
        </p:nvSpPr>
        <p:spPr>
          <a:xfrm>
            <a:off x="7376160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grid-1-test-output-18-26"/>
          <p:cNvSpPr/>
          <p:nvPr/>
        </p:nvSpPr>
        <p:spPr>
          <a:xfrm>
            <a:off x="7455408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grid-1-test-output-18-27"/>
          <p:cNvSpPr/>
          <p:nvPr/>
        </p:nvSpPr>
        <p:spPr>
          <a:xfrm>
            <a:off x="7534656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grid-1-test-output-18-28"/>
          <p:cNvSpPr/>
          <p:nvPr/>
        </p:nvSpPr>
        <p:spPr>
          <a:xfrm>
            <a:off x="7613904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grid-1-test-output-18-29"/>
          <p:cNvSpPr/>
          <p:nvPr/>
        </p:nvSpPr>
        <p:spPr>
          <a:xfrm>
            <a:off x="7693152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grid-1-test-output-19-0"/>
          <p:cNvSpPr/>
          <p:nvPr/>
        </p:nvSpPr>
        <p:spPr>
          <a:xfrm>
            <a:off x="5394960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grid-1-test-output-19-1"/>
          <p:cNvSpPr/>
          <p:nvPr/>
        </p:nvSpPr>
        <p:spPr>
          <a:xfrm>
            <a:off x="547420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grid-1-test-output-19-2"/>
          <p:cNvSpPr/>
          <p:nvPr/>
        </p:nvSpPr>
        <p:spPr>
          <a:xfrm>
            <a:off x="555345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grid-1-test-output-19-3"/>
          <p:cNvSpPr/>
          <p:nvPr/>
        </p:nvSpPr>
        <p:spPr>
          <a:xfrm>
            <a:off x="5632704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grid-1-test-output-19-4"/>
          <p:cNvSpPr/>
          <p:nvPr/>
        </p:nvSpPr>
        <p:spPr>
          <a:xfrm>
            <a:off x="5711952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grid-1-test-output-19-5"/>
          <p:cNvSpPr/>
          <p:nvPr/>
        </p:nvSpPr>
        <p:spPr>
          <a:xfrm>
            <a:off x="5791200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grid-1-test-output-19-6"/>
          <p:cNvSpPr/>
          <p:nvPr/>
        </p:nvSpPr>
        <p:spPr>
          <a:xfrm>
            <a:off x="5870448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grid-1-test-output-19-7"/>
          <p:cNvSpPr/>
          <p:nvPr/>
        </p:nvSpPr>
        <p:spPr>
          <a:xfrm>
            <a:off x="5949696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grid-1-test-output-19-8"/>
          <p:cNvSpPr/>
          <p:nvPr/>
        </p:nvSpPr>
        <p:spPr>
          <a:xfrm>
            <a:off x="6028944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grid-1-test-output-19-9"/>
          <p:cNvSpPr/>
          <p:nvPr/>
        </p:nvSpPr>
        <p:spPr>
          <a:xfrm>
            <a:off x="6108192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grid-1-test-output-19-10"/>
          <p:cNvSpPr/>
          <p:nvPr/>
        </p:nvSpPr>
        <p:spPr>
          <a:xfrm>
            <a:off x="6187440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grid-1-test-output-19-11"/>
          <p:cNvSpPr/>
          <p:nvPr/>
        </p:nvSpPr>
        <p:spPr>
          <a:xfrm>
            <a:off x="6266688" y="324307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grid-1-test-output-19-12"/>
          <p:cNvSpPr/>
          <p:nvPr/>
        </p:nvSpPr>
        <p:spPr>
          <a:xfrm>
            <a:off x="634593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grid-1-test-output-19-13"/>
          <p:cNvSpPr/>
          <p:nvPr/>
        </p:nvSpPr>
        <p:spPr>
          <a:xfrm>
            <a:off x="6425184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grid-1-test-output-19-14"/>
          <p:cNvSpPr/>
          <p:nvPr/>
        </p:nvSpPr>
        <p:spPr>
          <a:xfrm>
            <a:off x="6504432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grid-1-test-output-19-15"/>
          <p:cNvSpPr/>
          <p:nvPr/>
        </p:nvSpPr>
        <p:spPr>
          <a:xfrm>
            <a:off x="6583680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grid-1-test-output-19-16"/>
          <p:cNvSpPr/>
          <p:nvPr/>
        </p:nvSpPr>
        <p:spPr>
          <a:xfrm>
            <a:off x="6662928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grid-1-test-output-19-17"/>
          <p:cNvSpPr/>
          <p:nvPr/>
        </p:nvSpPr>
        <p:spPr>
          <a:xfrm>
            <a:off x="6742176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grid-1-test-output-19-18"/>
          <p:cNvSpPr/>
          <p:nvPr/>
        </p:nvSpPr>
        <p:spPr>
          <a:xfrm>
            <a:off x="6821424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grid-1-test-output-19-19"/>
          <p:cNvSpPr/>
          <p:nvPr/>
        </p:nvSpPr>
        <p:spPr>
          <a:xfrm>
            <a:off x="6900672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grid-1-test-output-19-20"/>
          <p:cNvSpPr/>
          <p:nvPr/>
        </p:nvSpPr>
        <p:spPr>
          <a:xfrm>
            <a:off x="6979920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grid-1-test-output-19-21"/>
          <p:cNvSpPr/>
          <p:nvPr/>
        </p:nvSpPr>
        <p:spPr>
          <a:xfrm>
            <a:off x="7059168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grid-1-test-output-19-22"/>
          <p:cNvSpPr/>
          <p:nvPr/>
        </p:nvSpPr>
        <p:spPr>
          <a:xfrm>
            <a:off x="7138416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grid-1-test-output-19-23"/>
          <p:cNvSpPr/>
          <p:nvPr/>
        </p:nvSpPr>
        <p:spPr>
          <a:xfrm>
            <a:off x="7217664" y="324307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grid-1-test-output-19-24"/>
          <p:cNvSpPr/>
          <p:nvPr/>
        </p:nvSpPr>
        <p:spPr>
          <a:xfrm>
            <a:off x="7296912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grid-1-test-output-19-25"/>
          <p:cNvSpPr/>
          <p:nvPr/>
        </p:nvSpPr>
        <p:spPr>
          <a:xfrm>
            <a:off x="7376160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grid-1-test-output-19-26"/>
          <p:cNvSpPr/>
          <p:nvPr/>
        </p:nvSpPr>
        <p:spPr>
          <a:xfrm>
            <a:off x="745540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grid-1-test-output-19-27"/>
          <p:cNvSpPr/>
          <p:nvPr/>
        </p:nvSpPr>
        <p:spPr>
          <a:xfrm>
            <a:off x="753465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grid-1-test-output-19-28"/>
          <p:cNvSpPr/>
          <p:nvPr/>
        </p:nvSpPr>
        <p:spPr>
          <a:xfrm>
            <a:off x="7613904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grid-1-test-output-19-29"/>
          <p:cNvSpPr/>
          <p:nvPr/>
        </p:nvSpPr>
        <p:spPr>
          <a:xfrm>
            <a:off x="7693152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grid-1-test-output-20-0"/>
          <p:cNvSpPr/>
          <p:nvPr/>
        </p:nvSpPr>
        <p:spPr>
          <a:xfrm>
            <a:off x="5394960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grid-1-test-output-20-1"/>
          <p:cNvSpPr/>
          <p:nvPr/>
        </p:nvSpPr>
        <p:spPr>
          <a:xfrm>
            <a:off x="5474208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grid-1-test-output-20-2"/>
          <p:cNvSpPr/>
          <p:nvPr/>
        </p:nvSpPr>
        <p:spPr>
          <a:xfrm>
            <a:off x="5553456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grid-1-test-output-20-3"/>
          <p:cNvSpPr/>
          <p:nvPr/>
        </p:nvSpPr>
        <p:spPr>
          <a:xfrm>
            <a:off x="5632704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grid-1-test-output-20-4"/>
          <p:cNvSpPr/>
          <p:nvPr/>
        </p:nvSpPr>
        <p:spPr>
          <a:xfrm>
            <a:off x="5711952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grid-1-test-output-20-5"/>
          <p:cNvSpPr/>
          <p:nvPr/>
        </p:nvSpPr>
        <p:spPr>
          <a:xfrm>
            <a:off x="5791200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grid-1-test-output-20-6"/>
          <p:cNvSpPr/>
          <p:nvPr/>
        </p:nvSpPr>
        <p:spPr>
          <a:xfrm>
            <a:off x="5870448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grid-1-test-output-20-7"/>
          <p:cNvSpPr/>
          <p:nvPr/>
        </p:nvSpPr>
        <p:spPr>
          <a:xfrm>
            <a:off x="5949696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grid-1-test-output-20-8"/>
          <p:cNvSpPr/>
          <p:nvPr/>
        </p:nvSpPr>
        <p:spPr>
          <a:xfrm>
            <a:off x="6028944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grid-1-test-output-20-9"/>
          <p:cNvSpPr/>
          <p:nvPr/>
        </p:nvSpPr>
        <p:spPr>
          <a:xfrm>
            <a:off x="6108192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grid-1-test-output-20-10"/>
          <p:cNvSpPr/>
          <p:nvPr/>
        </p:nvSpPr>
        <p:spPr>
          <a:xfrm>
            <a:off x="6187440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grid-1-test-output-20-11"/>
          <p:cNvSpPr/>
          <p:nvPr/>
        </p:nvSpPr>
        <p:spPr>
          <a:xfrm>
            <a:off x="6266688" y="332232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grid-1-test-output-20-12"/>
          <p:cNvSpPr/>
          <p:nvPr/>
        </p:nvSpPr>
        <p:spPr>
          <a:xfrm>
            <a:off x="6345936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grid-1-test-output-20-13"/>
          <p:cNvSpPr/>
          <p:nvPr/>
        </p:nvSpPr>
        <p:spPr>
          <a:xfrm>
            <a:off x="6425184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grid-1-test-output-20-14"/>
          <p:cNvSpPr/>
          <p:nvPr/>
        </p:nvSpPr>
        <p:spPr>
          <a:xfrm>
            <a:off x="6504432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grid-1-test-output-20-15"/>
          <p:cNvSpPr/>
          <p:nvPr/>
        </p:nvSpPr>
        <p:spPr>
          <a:xfrm>
            <a:off x="6583680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grid-1-test-output-20-16"/>
          <p:cNvSpPr/>
          <p:nvPr/>
        </p:nvSpPr>
        <p:spPr>
          <a:xfrm>
            <a:off x="6662928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grid-1-test-output-20-17"/>
          <p:cNvSpPr/>
          <p:nvPr/>
        </p:nvSpPr>
        <p:spPr>
          <a:xfrm>
            <a:off x="6742176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grid-1-test-output-20-18"/>
          <p:cNvSpPr/>
          <p:nvPr/>
        </p:nvSpPr>
        <p:spPr>
          <a:xfrm>
            <a:off x="6821424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grid-1-test-output-20-19"/>
          <p:cNvSpPr/>
          <p:nvPr/>
        </p:nvSpPr>
        <p:spPr>
          <a:xfrm>
            <a:off x="6900672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grid-1-test-output-20-20"/>
          <p:cNvSpPr/>
          <p:nvPr/>
        </p:nvSpPr>
        <p:spPr>
          <a:xfrm>
            <a:off x="6979920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grid-1-test-output-20-21"/>
          <p:cNvSpPr/>
          <p:nvPr/>
        </p:nvSpPr>
        <p:spPr>
          <a:xfrm>
            <a:off x="7059168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grid-1-test-output-20-22"/>
          <p:cNvSpPr/>
          <p:nvPr/>
        </p:nvSpPr>
        <p:spPr>
          <a:xfrm>
            <a:off x="7138416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grid-1-test-output-20-23"/>
          <p:cNvSpPr/>
          <p:nvPr/>
        </p:nvSpPr>
        <p:spPr>
          <a:xfrm>
            <a:off x="7217664" y="332232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grid-1-test-output-20-24"/>
          <p:cNvSpPr/>
          <p:nvPr/>
        </p:nvSpPr>
        <p:spPr>
          <a:xfrm>
            <a:off x="7296912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grid-1-test-output-20-25"/>
          <p:cNvSpPr/>
          <p:nvPr/>
        </p:nvSpPr>
        <p:spPr>
          <a:xfrm>
            <a:off x="7376160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grid-1-test-output-20-26"/>
          <p:cNvSpPr/>
          <p:nvPr/>
        </p:nvSpPr>
        <p:spPr>
          <a:xfrm>
            <a:off x="7455408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grid-1-test-output-20-27"/>
          <p:cNvSpPr/>
          <p:nvPr/>
        </p:nvSpPr>
        <p:spPr>
          <a:xfrm>
            <a:off x="7534656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grid-1-test-output-20-28"/>
          <p:cNvSpPr/>
          <p:nvPr/>
        </p:nvSpPr>
        <p:spPr>
          <a:xfrm>
            <a:off x="7613904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grid-1-test-output-20-29"/>
          <p:cNvSpPr/>
          <p:nvPr/>
        </p:nvSpPr>
        <p:spPr>
          <a:xfrm>
            <a:off x="7693152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grid-1-test-output-21-0"/>
          <p:cNvSpPr/>
          <p:nvPr/>
        </p:nvSpPr>
        <p:spPr>
          <a:xfrm>
            <a:off x="5394960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grid-1-test-output-21-1"/>
          <p:cNvSpPr/>
          <p:nvPr/>
        </p:nvSpPr>
        <p:spPr>
          <a:xfrm>
            <a:off x="5474208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grid-1-test-output-21-2"/>
          <p:cNvSpPr/>
          <p:nvPr/>
        </p:nvSpPr>
        <p:spPr>
          <a:xfrm>
            <a:off x="5553456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grid-1-test-output-21-3"/>
          <p:cNvSpPr/>
          <p:nvPr/>
        </p:nvSpPr>
        <p:spPr>
          <a:xfrm>
            <a:off x="563270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grid-1-test-output-21-4"/>
          <p:cNvSpPr/>
          <p:nvPr/>
        </p:nvSpPr>
        <p:spPr>
          <a:xfrm>
            <a:off x="571195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grid-1-test-output-21-5"/>
          <p:cNvSpPr/>
          <p:nvPr/>
        </p:nvSpPr>
        <p:spPr>
          <a:xfrm>
            <a:off x="5791200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grid-1-test-output-21-6"/>
          <p:cNvSpPr/>
          <p:nvPr/>
        </p:nvSpPr>
        <p:spPr>
          <a:xfrm>
            <a:off x="5870448" y="340156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grid-1-test-output-21-7"/>
          <p:cNvSpPr/>
          <p:nvPr/>
        </p:nvSpPr>
        <p:spPr>
          <a:xfrm>
            <a:off x="5949696" y="340156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grid-1-test-output-21-8"/>
          <p:cNvSpPr/>
          <p:nvPr/>
        </p:nvSpPr>
        <p:spPr>
          <a:xfrm>
            <a:off x="6028944" y="340156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grid-1-test-output-21-9"/>
          <p:cNvSpPr/>
          <p:nvPr/>
        </p:nvSpPr>
        <p:spPr>
          <a:xfrm>
            <a:off x="610819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grid-1-test-output-21-10"/>
          <p:cNvSpPr/>
          <p:nvPr/>
        </p:nvSpPr>
        <p:spPr>
          <a:xfrm>
            <a:off x="6187440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grid-1-test-output-21-11"/>
          <p:cNvSpPr/>
          <p:nvPr/>
        </p:nvSpPr>
        <p:spPr>
          <a:xfrm>
            <a:off x="6266688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grid-1-test-output-21-12"/>
          <p:cNvSpPr/>
          <p:nvPr/>
        </p:nvSpPr>
        <p:spPr>
          <a:xfrm>
            <a:off x="6345936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grid-1-test-output-21-13"/>
          <p:cNvSpPr/>
          <p:nvPr/>
        </p:nvSpPr>
        <p:spPr>
          <a:xfrm>
            <a:off x="642518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grid-1-test-output-21-14"/>
          <p:cNvSpPr/>
          <p:nvPr/>
        </p:nvSpPr>
        <p:spPr>
          <a:xfrm>
            <a:off x="650443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grid-1-test-output-21-15"/>
          <p:cNvSpPr/>
          <p:nvPr/>
        </p:nvSpPr>
        <p:spPr>
          <a:xfrm>
            <a:off x="6583680" y="340156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grid-1-test-output-21-16"/>
          <p:cNvSpPr/>
          <p:nvPr/>
        </p:nvSpPr>
        <p:spPr>
          <a:xfrm>
            <a:off x="6662928" y="340156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grid-1-test-output-21-17"/>
          <p:cNvSpPr/>
          <p:nvPr/>
        </p:nvSpPr>
        <p:spPr>
          <a:xfrm>
            <a:off x="6742176" y="340156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grid-1-test-output-21-18"/>
          <p:cNvSpPr/>
          <p:nvPr/>
        </p:nvSpPr>
        <p:spPr>
          <a:xfrm>
            <a:off x="682142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grid-1-test-output-21-19"/>
          <p:cNvSpPr/>
          <p:nvPr/>
        </p:nvSpPr>
        <p:spPr>
          <a:xfrm>
            <a:off x="690067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grid-1-test-output-21-20"/>
          <p:cNvSpPr/>
          <p:nvPr/>
        </p:nvSpPr>
        <p:spPr>
          <a:xfrm>
            <a:off x="6979920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grid-1-test-output-21-21"/>
          <p:cNvSpPr/>
          <p:nvPr/>
        </p:nvSpPr>
        <p:spPr>
          <a:xfrm>
            <a:off x="7059168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grid-1-test-output-21-22"/>
          <p:cNvSpPr/>
          <p:nvPr/>
        </p:nvSpPr>
        <p:spPr>
          <a:xfrm>
            <a:off x="7138416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grid-1-test-output-21-23"/>
          <p:cNvSpPr/>
          <p:nvPr/>
        </p:nvSpPr>
        <p:spPr>
          <a:xfrm>
            <a:off x="721766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grid-1-test-output-21-24"/>
          <p:cNvSpPr/>
          <p:nvPr/>
        </p:nvSpPr>
        <p:spPr>
          <a:xfrm>
            <a:off x="729691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grid-1-test-output-21-25"/>
          <p:cNvSpPr/>
          <p:nvPr/>
        </p:nvSpPr>
        <p:spPr>
          <a:xfrm>
            <a:off x="7376160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grid-1-test-output-21-26"/>
          <p:cNvSpPr/>
          <p:nvPr/>
        </p:nvSpPr>
        <p:spPr>
          <a:xfrm>
            <a:off x="7455408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grid-1-test-output-21-27"/>
          <p:cNvSpPr/>
          <p:nvPr/>
        </p:nvSpPr>
        <p:spPr>
          <a:xfrm>
            <a:off x="7534656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grid-1-test-output-21-28"/>
          <p:cNvSpPr/>
          <p:nvPr/>
        </p:nvSpPr>
        <p:spPr>
          <a:xfrm>
            <a:off x="761390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grid-1-test-output-21-29"/>
          <p:cNvSpPr/>
          <p:nvPr/>
        </p:nvSpPr>
        <p:spPr>
          <a:xfrm>
            <a:off x="769315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grid-1-test-output-22-0"/>
          <p:cNvSpPr/>
          <p:nvPr/>
        </p:nvSpPr>
        <p:spPr>
          <a:xfrm>
            <a:off x="5394960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grid-1-test-output-22-1"/>
          <p:cNvSpPr/>
          <p:nvPr/>
        </p:nvSpPr>
        <p:spPr>
          <a:xfrm>
            <a:off x="5474208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grid-1-test-output-22-2"/>
          <p:cNvSpPr/>
          <p:nvPr/>
        </p:nvSpPr>
        <p:spPr>
          <a:xfrm>
            <a:off x="5553456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grid-1-test-output-22-3"/>
          <p:cNvSpPr/>
          <p:nvPr/>
        </p:nvSpPr>
        <p:spPr>
          <a:xfrm>
            <a:off x="563270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grid-1-test-output-22-4"/>
          <p:cNvSpPr/>
          <p:nvPr/>
        </p:nvSpPr>
        <p:spPr>
          <a:xfrm>
            <a:off x="5711952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grid-1-test-output-22-5"/>
          <p:cNvSpPr/>
          <p:nvPr/>
        </p:nvSpPr>
        <p:spPr>
          <a:xfrm>
            <a:off x="5791200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grid-1-test-output-22-6"/>
          <p:cNvSpPr/>
          <p:nvPr/>
        </p:nvSpPr>
        <p:spPr>
          <a:xfrm>
            <a:off x="5870448" y="348081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grid-1-test-output-22-7"/>
          <p:cNvSpPr/>
          <p:nvPr/>
        </p:nvSpPr>
        <p:spPr>
          <a:xfrm>
            <a:off x="5949696" y="348081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grid-1-test-output-22-8"/>
          <p:cNvSpPr/>
          <p:nvPr/>
        </p:nvSpPr>
        <p:spPr>
          <a:xfrm>
            <a:off x="6028944" y="348081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grid-1-test-output-22-9"/>
          <p:cNvSpPr/>
          <p:nvPr/>
        </p:nvSpPr>
        <p:spPr>
          <a:xfrm>
            <a:off x="6108192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grid-1-test-output-22-10"/>
          <p:cNvSpPr/>
          <p:nvPr/>
        </p:nvSpPr>
        <p:spPr>
          <a:xfrm>
            <a:off x="6187440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grid-1-test-output-22-11"/>
          <p:cNvSpPr/>
          <p:nvPr/>
        </p:nvSpPr>
        <p:spPr>
          <a:xfrm>
            <a:off x="6266688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grid-1-test-output-22-12"/>
          <p:cNvSpPr/>
          <p:nvPr/>
        </p:nvSpPr>
        <p:spPr>
          <a:xfrm>
            <a:off x="6345936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grid-1-test-output-22-13"/>
          <p:cNvSpPr/>
          <p:nvPr/>
        </p:nvSpPr>
        <p:spPr>
          <a:xfrm>
            <a:off x="642518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grid-1-test-output-22-14"/>
          <p:cNvSpPr/>
          <p:nvPr/>
        </p:nvSpPr>
        <p:spPr>
          <a:xfrm>
            <a:off x="6504432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grid-1-test-output-22-15"/>
          <p:cNvSpPr/>
          <p:nvPr/>
        </p:nvSpPr>
        <p:spPr>
          <a:xfrm>
            <a:off x="6583680" y="348081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grid-1-test-output-22-16"/>
          <p:cNvSpPr/>
          <p:nvPr/>
        </p:nvSpPr>
        <p:spPr>
          <a:xfrm>
            <a:off x="6662928" y="348081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grid-1-test-output-22-17"/>
          <p:cNvSpPr/>
          <p:nvPr/>
        </p:nvSpPr>
        <p:spPr>
          <a:xfrm>
            <a:off x="6742176" y="3480816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grid-1-test-output-22-18"/>
          <p:cNvSpPr/>
          <p:nvPr/>
        </p:nvSpPr>
        <p:spPr>
          <a:xfrm>
            <a:off x="682142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grid-1-test-output-22-19"/>
          <p:cNvSpPr/>
          <p:nvPr/>
        </p:nvSpPr>
        <p:spPr>
          <a:xfrm>
            <a:off x="6900672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grid-1-test-output-22-20"/>
          <p:cNvSpPr/>
          <p:nvPr/>
        </p:nvSpPr>
        <p:spPr>
          <a:xfrm>
            <a:off x="6979920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grid-1-test-output-22-21"/>
          <p:cNvSpPr/>
          <p:nvPr/>
        </p:nvSpPr>
        <p:spPr>
          <a:xfrm>
            <a:off x="7059168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grid-1-test-output-22-22"/>
          <p:cNvSpPr/>
          <p:nvPr/>
        </p:nvSpPr>
        <p:spPr>
          <a:xfrm>
            <a:off x="7138416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grid-1-test-output-22-23"/>
          <p:cNvSpPr/>
          <p:nvPr/>
        </p:nvSpPr>
        <p:spPr>
          <a:xfrm>
            <a:off x="721766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grid-1-test-output-22-24"/>
          <p:cNvSpPr/>
          <p:nvPr/>
        </p:nvSpPr>
        <p:spPr>
          <a:xfrm>
            <a:off x="7296912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grid-1-test-output-22-25"/>
          <p:cNvSpPr/>
          <p:nvPr/>
        </p:nvSpPr>
        <p:spPr>
          <a:xfrm>
            <a:off x="7376160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grid-1-test-output-22-26"/>
          <p:cNvSpPr/>
          <p:nvPr/>
        </p:nvSpPr>
        <p:spPr>
          <a:xfrm>
            <a:off x="7455408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grid-1-test-output-22-27"/>
          <p:cNvSpPr/>
          <p:nvPr/>
        </p:nvSpPr>
        <p:spPr>
          <a:xfrm>
            <a:off x="7534656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grid-1-test-output-22-28"/>
          <p:cNvSpPr/>
          <p:nvPr/>
        </p:nvSpPr>
        <p:spPr>
          <a:xfrm>
            <a:off x="761390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grid-1-test-output-22-29"/>
          <p:cNvSpPr/>
          <p:nvPr/>
        </p:nvSpPr>
        <p:spPr>
          <a:xfrm>
            <a:off x="7693152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grid-1-test-output-23-0"/>
          <p:cNvSpPr/>
          <p:nvPr/>
        </p:nvSpPr>
        <p:spPr>
          <a:xfrm>
            <a:off x="5394960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grid-1-test-output-23-1"/>
          <p:cNvSpPr/>
          <p:nvPr/>
        </p:nvSpPr>
        <p:spPr>
          <a:xfrm>
            <a:off x="5474208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grid-1-test-output-23-2"/>
          <p:cNvSpPr/>
          <p:nvPr/>
        </p:nvSpPr>
        <p:spPr>
          <a:xfrm>
            <a:off x="555345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grid-1-test-output-23-3"/>
          <p:cNvSpPr/>
          <p:nvPr/>
        </p:nvSpPr>
        <p:spPr>
          <a:xfrm>
            <a:off x="563270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grid-1-test-output-23-4"/>
          <p:cNvSpPr/>
          <p:nvPr/>
        </p:nvSpPr>
        <p:spPr>
          <a:xfrm>
            <a:off x="5711952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grid-1-test-output-23-5"/>
          <p:cNvSpPr/>
          <p:nvPr/>
        </p:nvSpPr>
        <p:spPr>
          <a:xfrm>
            <a:off x="5791200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grid-1-test-output-23-6"/>
          <p:cNvSpPr/>
          <p:nvPr/>
        </p:nvSpPr>
        <p:spPr>
          <a:xfrm>
            <a:off x="5870448" y="356006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grid-1-test-output-23-7"/>
          <p:cNvSpPr/>
          <p:nvPr/>
        </p:nvSpPr>
        <p:spPr>
          <a:xfrm>
            <a:off x="5949696" y="356006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grid-1-test-output-23-8"/>
          <p:cNvSpPr/>
          <p:nvPr/>
        </p:nvSpPr>
        <p:spPr>
          <a:xfrm>
            <a:off x="6028944" y="356006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grid-1-test-output-23-9"/>
          <p:cNvSpPr/>
          <p:nvPr/>
        </p:nvSpPr>
        <p:spPr>
          <a:xfrm>
            <a:off x="6108192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grid-1-test-output-23-10"/>
          <p:cNvSpPr/>
          <p:nvPr/>
        </p:nvSpPr>
        <p:spPr>
          <a:xfrm>
            <a:off x="6187440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grid-1-test-output-23-11"/>
          <p:cNvSpPr/>
          <p:nvPr/>
        </p:nvSpPr>
        <p:spPr>
          <a:xfrm>
            <a:off x="6266688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grid-1-test-output-23-12"/>
          <p:cNvSpPr/>
          <p:nvPr/>
        </p:nvSpPr>
        <p:spPr>
          <a:xfrm>
            <a:off x="634593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grid-1-test-output-23-13"/>
          <p:cNvSpPr/>
          <p:nvPr/>
        </p:nvSpPr>
        <p:spPr>
          <a:xfrm>
            <a:off x="642518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grid-1-test-output-23-14"/>
          <p:cNvSpPr/>
          <p:nvPr/>
        </p:nvSpPr>
        <p:spPr>
          <a:xfrm>
            <a:off x="6504432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grid-1-test-output-23-15"/>
          <p:cNvSpPr/>
          <p:nvPr/>
        </p:nvSpPr>
        <p:spPr>
          <a:xfrm>
            <a:off x="6583680" y="356006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grid-1-test-output-23-16"/>
          <p:cNvSpPr/>
          <p:nvPr/>
        </p:nvSpPr>
        <p:spPr>
          <a:xfrm>
            <a:off x="6662928" y="356006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grid-1-test-output-23-17"/>
          <p:cNvSpPr/>
          <p:nvPr/>
        </p:nvSpPr>
        <p:spPr>
          <a:xfrm>
            <a:off x="6742176" y="3560064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grid-1-test-output-23-18"/>
          <p:cNvSpPr/>
          <p:nvPr/>
        </p:nvSpPr>
        <p:spPr>
          <a:xfrm>
            <a:off x="682142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grid-1-test-output-23-19"/>
          <p:cNvSpPr/>
          <p:nvPr/>
        </p:nvSpPr>
        <p:spPr>
          <a:xfrm>
            <a:off x="6900672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grid-1-test-output-23-20"/>
          <p:cNvSpPr/>
          <p:nvPr/>
        </p:nvSpPr>
        <p:spPr>
          <a:xfrm>
            <a:off x="6979920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grid-1-test-output-23-21"/>
          <p:cNvSpPr/>
          <p:nvPr/>
        </p:nvSpPr>
        <p:spPr>
          <a:xfrm>
            <a:off x="7059168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grid-1-test-output-23-22"/>
          <p:cNvSpPr/>
          <p:nvPr/>
        </p:nvSpPr>
        <p:spPr>
          <a:xfrm>
            <a:off x="713841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grid-1-test-output-23-23"/>
          <p:cNvSpPr/>
          <p:nvPr/>
        </p:nvSpPr>
        <p:spPr>
          <a:xfrm>
            <a:off x="721766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grid-1-test-output-23-24"/>
          <p:cNvSpPr/>
          <p:nvPr/>
        </p:nvSpPr>
        <p:spPr>
          <a:xfrm>
            <a:off x="7296912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grid-1-test-output-23-25"/>
          <p:cNvSpPr/>
          <p:nvPr/>
        </p:nvSpPr>
        <p:spPr>
          <a:xfrm>
            <a:off x="7376160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grid-1-test-output-23-26"/>
          <p:cNvSpPr/>
          <p:nvPr/>
        </p:nvSpPr>
        <p:spPr>
          <a:xfrm>
            <a:off x="7455408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grid-1-test-output-23-27"/>
          <p:cNvSpPr/>
          <p:nvPr/>
        </p:nvSpPr>
        <p:spPr>
          <a:xfrm>
            <a:off x="753465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grid-1-test-output-23-28"/>
          <p:cNvSpPr/>
          <p:nvPr/>
        </p:nvSpPr>
        <p:spPr>
          <a:xfrm>
            <a:off x="761390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grid-1-test-output-23-29"/>
          <p:cNvSpPr/>
          <p:nvPr/>
        </p:nvSpPr>
        <p:spPr>
          <a:xfrm>
            <a:off x="7693152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grid-1-test-output-24-0"/>
          <p:cNvSpPr/>
          <p:nvPr/>
        </p:nvSpPr>
        <p:spPr>
          <a:xfrm>
            <a:off x="5394960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grid-1-test-output-24-1"/>
          <p:cNvSpPr/>
          <p:nvPr/>
        </p:nvSpPr>
        <p:spPr>
          <a:xfrm>
            <a:off x="5474208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grid-1-test-output-24-2"/>
          <p:cNvSpPr/>
          <p:nvPr/>
        </p:nvSpPr>
        <p:spPr>
          <a:xfrm>
            <a:off x="5553456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grid-1-test-output-24-3"/>
          <p:cNvSpPr/>
          <p:nvPr/>
        </p:nvSpPr>
        <p:spPr>
          <a:xfrm>
            <a:off x="563270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grid-1-test-output-24-4"/>
          <p:cNvSpPr/>
          <p:nvPr/>
        </p:nvSpPr>
        <p:spPr>
          <a:xfrm>
            <a:off x="5711952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grid-1-test-output-24-5"/>
          <p:cNvSpPr/>
          <p:nvPr/>
        </p:nvSpPr>
        <p:spPr>
          <a:xfrm>
            <a:off x="5791200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grid-1-test-output-24-6"/>
          <p:cNvSpPr/>
          <p:nvPr/>
        </p:nvSpPr>
        <p:spPr>
          <a:xfrm>
            <a:off x="5870448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grid-1-test-output-24-7"/>
          <p:cNvSpPr/>
          <p:nvPr/>
        </p:nvSpPr>
        <p:spPr>
          <a:xfrm>
            <a:off x="5949696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grid-1-test-output-24-8"/>
          <p:cNvSpPr/>
          <p:nvPr/>
        </p:nvSpPr>
        <p:spPr>
          <a:xfrm>
            <a:off x="6028944" y="363931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grid-1-test-output-24-9"/>
          <p:cNvSpPr/>
          <p:nvPr/>
        </p:nvSpPr>
        <p:spPr>
          <a:xfrm>
            <a:off x="6108192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grid-1-test-output-24-10"/>
          <p:cNvSpPr/>
          <p:nvPr/>
        </p:nvSpPr>
        <p:spPr>
          <a:xfrm>
            <a:off x="6187440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grid-1-test-output-24-11"/>
          <p:cNvSpPr/>
          <p:nvPr/>
        </p:nvSpPr>
        <p:spPr>
          <a:xfrm>
            <a:off x="6266688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grid-1-test-output-24-12"/>
          <p:cNvSpPr/>
          <p:nvPr/>
        </p:nvSpPr>
        <p:spPr>
          <a:xfrm>
            <a:off x="6345936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grid-1-test-output-24-13"/>
          <p:cNvSpPr/>
          <p:nvPr/>
        </p:nvSpPr>
        <p:spPr>
          <a:xfrm>
            <a:off x="642518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grid-1-test-output-24-14"/>
          <p:cNvSpPr/>
          <p:nvPr/>
        </p:nvSpPr>
        <p:spPr>
          <a:xfrm>
            <a:off x="6504432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grid-1-test-output-24-15"/>
          <p:cNvSpPr/>
          <p:nvPr/>
        </p:nvSpPr>
        <p:spPr>
          <a:xfrm>
            <a:off x="6583680" y="363931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grid-1-test-output-24-16"/>
          <p:cNvSpPr/>
          <p:nvPr/>
        </p:nvSpPr>
        <p:spPr>
          <a:xfrm>
            <a:off x="6662928" y="363931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grid-1-test-output-24-17"/>
          <p:cNvSpPr/>
          <p:nvPr/>
        </p:nvSpPr>
        <p:spPr>
          <a:xfrm>
            <a:off x="6742176" y="3639312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grid-1-test-output-24-18"/>
          <p:cNvSpPr/>
          <p:nvPr/>
        </p:nvSpPr>
        <p:spPr>
          <a:xfrm>
            <a:off x="682142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grid-1-test-output-24-19"/>
          <p:cNvSpPr/>
          <p:nvPr/>
        </p:nvSpPr>
        <p:spPr>
          <a:xfrm>
            <a:off x="6900672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grid-1-test-output-24-20"/>
          <p:cNvSpPr/>
          <p:nvPr/>
        </p:nvSpPr>
        <p:spPr>
          <a:xfrm>
            <a:off x="6979920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grid-1-test-output-24-21"/>
          <p:cNvSpPr/>
          <p:nvPr/>
        </p:nvSpPr>
        <p:spPr>
          <a:xfrm>
            <a:off x="7059168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grid-1-test-output-24-22"/>
          <p:cNvSpPr/>
          <p:nvPr/>
        </p:nvSpPr>
        <p:spPr>
          <a:xfrm>
            <a:off x="7138416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grid-1-test-output-24-23"/>
          <p:cNvSpPr/>
          <p:nvPr/>
        </p:nvSpPr>
        <p:spPr>
          <a:xfrm>
            <a:off x="721766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grid-1-test-output-24-24"/>
          <p:cNvSpPr/>
          <p:nvPr/>
        </p:nvSpPr>
        <p:spPr>
          <a:xfrm>
            <a:off x="7296912" y="363931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grid-1-test-output-24-25"/>
          <p:cNvSpPr/>
          <p:nvPr/>
        </p:nvSpPr>
        <p:spPr>
          <a:xfrm>
            <a:off x="7376160" y="363931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grid-1-test-output-24-26"/>
          <p:cNvSpPr/>
          <p:nvPr/>
        </p:nvSpPr>
        <p:spPr>
          <a:xfrm>
            <a:off x="7455408" y="363931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grid-1-test-output-24-27"/>
          <p:cNvSpPr/>
          <p:nvPr/>
        </p:nvSpPr>
        <p:spPr>
          <a:xfrm>
            <a:off x="7534656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grid-1-test-output-24-28"/>
          <p:cNvSpPr/>
          <p:nvPr/>
        </p:nvSpPr>
        <p:spPr>
          <a:xfrm>
            <a:off x="761390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grid-1-test-output-24-29"/>
          <p:cNvSpPr/>
          <p:nvPr/>
        </p:nvSpPr>
        <p:spPr>
          <a:xfrm>
            <a:off x="7693152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grid-1-test-output-25-0"/>
          <p:cNvSpPr/>
          <p:nvPr/>
        </p:nvSpPr>
        <p:spPr>
          <a:xfrm>
            <a:off x="539496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grid-1-test-output-25-1"/>
          <p:cNvSpPr/>
          <p:nvPr/>
        </p:nvSpPr>
        <p:spPr>
          <a:xfrm>
            <a:off x="5474208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grid-1-test-output-25-2"/>
          <p:cNvSpPr/>
          <p:nvPr/>
        </p:nvSpPr>
        <p:spPr>
          <a:xfrm>
            <a:off x="5553456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grid-1-test-output-25-3"/>
          <p:cNvSpPr/>
          <p:nvPr/>
        </p:nvSpPr>
        <p:spPr>
          <a:xfrm>
            <a:off x="563270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grid-1-test-output-25-4"/>
          <p:cNvSpPr/>
          <p:nvPr/>
        </p:nvSpPr>
        <p:spPr>
          <a:xfrm>
            <a:off x="5711952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grid-1-test-output-25-5"/>
          <p:cNvSpPr/>
          <p:nvPr/>
        </p:nvSpPr>
        <p:spPr>
          <a:xfrm>
            <a:off x="579120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grid-1-test-output-25-6"/>
          <p:cNvSpPr/>
          <p:nvPr/>
        </p:nvSpPr>
        <p:spPr>
          <a:xfrm>
            <a:off x="5870448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grid-1-test-output-25-7"/>
          <p:cNvSpPr/>
          <p:nvPr/>
        </p:nvSpPr>
        <p:spPr>
          <a:xfrm>
            <a:off x="5949696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grid-1-test-output-25-8"/>
          <p:cNvSpPr/>
          <p:nvPr/>
        </p:nvSpPr>
        <p:spPr>
          <a:xfrm>
            <a:off x="6028944" y="371856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grid-1-test-output-25-9"/>
          <p:cNvSpPr/>
          <p:nvPr/>
        </p:nvSpPr>
        <p:spPr>
          <a:xfrm>
            <a:off x="6108192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grid-1-test-output-25-10"/>
          <p:cNvSpPr/>
          <p:nvPr/>
        </p:nvSpPr>
        <p:spPr>
          <a:xfrm>
            <a:off x="618744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grid-1-test-output-25-11"/>
          <p:cNvSpPr/>
          <p:nvPr/>
        </p:nvSpPr>
        <p:spPr>
          <a:xfrm>
            <a:off x="6266688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grid-1-test-output-25-12"/>
          <p:cNvSpPr/>
          <p:nvPr/>
        </p:nvSpPr>
        <p:spPr>
          <a:xfrm>
            <a:off x="6345936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grid-1-test-output-25-13"/>
          <p:cNvSpPr/>
          <p:nvPr/>
        </p:nvSpPr>
        <p:spPr>
          <a:xfrm>
            <a:off x="642518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grid-1-test-output-25-14"/>
          <p:cNvSpPr/>
          <p:nvPr/>
        </p:nvSpPr>
        <p:spPr>
          <a:xfrm>
            <a:off x="6504432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grid-1-test-output-25-15"/>
          <p:cNvSpPr/>
          <p:nvPr/>
        </p:nvSpPr>
        <p:spPr>
          <a:xfrm>
            <a:off x="6583680" y="371856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grid-1-test-output-25-16"/>
          <p:cNvSpPr/>
          <p:nvPr/>
        </p:nvSpPr>
        <p:spPr>
          <a:xfrm>
            <a:off x="6662928" y="371856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grid-1-test-output-25-17"/>
          <p:cNvSpPr/>
          <p:nvPr/>
        </p:nvSpPr>
        <p:spPr>
          <a:xfrm>
            <a:off x="6742176" y="3718560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grid-1-test-output-25-18"/>
          <p:cNvSpPr/>
          <p:nvPr/>
        </p:nvSpPr>
        <p:spPr>
          <a:xfrm>
            <a:off x="682142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grid-1-test-output-25-19"/>
          <p:cNvSpPr/>
          <p:nvPr/>
        </p:nvSpPr>
        <p:spPr>
          <a:xfrm>
            <a:off x="6900672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grid-1-test-output-25-20"/>
          <p:cNvSpPr/>
          <p:nvPr/>
        </p:nvSpPr>
        <p:spPr>
          <a:xfrm>
            <a:off x="697992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grid-1-test-output-25-21"/>
          <p:cNvSpPr/>
          <p:nvPr/>
        </p:nvSpPr>
        <p:spPr>
          <a:xfrm>
            <a:off x="7059168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grid-1-test-output-25-22"/>
          <p:cNvSpPr/>
          <p:nvPr/>
        </p:nvSpPr>
        <p:spPr>
          <a:xfrm>
            <a:off x="7138416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grid-1-test-output-25-23"/>
          <p:cNvSpPr/>
          <p:nvPr/>
        </p:nvSpPr>
        <p:spPr>
          <a:xfrm>
            <a:off x="721766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grid-1-test-output-25-24"/>
          <p:cNvSpPr/>
          <p:nvPr/>
        </p:nvSpPr>
        <p:spPr>
          <a:xfrm>
            <a:off x="7296912" y="371856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grid-1-test-output-25-25"/>
          <p:cNvSpPr/>
          <p:nvPr/>
        </p:nvSpPr>
        <p:spPr>
          <a:xfrm>
            <a:off x="7376160" y="371856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grid-1-test-output-25-26"/>
          <p:cNvSpPr/>
          <p:nvPr/>
        </p:nvSpPr>
        <p:spPr>
          <a:xfrm>
            <a:off x="7455408" y="371856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grid-1-test-output-25-27"/>
          <p:cNvSpPr/>
          <p:nvPr/>
        </p:nvSpPr>
        <p:spPr>
          <a:xfrm>
            <a:off x="7534656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grid-1-test-output-25-28"/>
          <p:cNvSpPr/>
          <p:nvPr/>
        </p:nvSpPr>
        <p:spPr>
          <a:xfrm>
            <a:off x="761390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grid-1-test-output-25-29"/>
          <p:cNvSpPr/>
          <p:nvPr/>
        </p:nvSpPr>
        <p:spPr>
          <a:xfrm>
            <a:off x="7693152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grid-1-test-output-26-0"/>
          <p:cNvSpPr/>
          <p:nvPr/>
        </p:nvSpPr>
        <p:spPr>
          <a:xfrm>
            <a:off x="5394960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grid-1-test-output-26-1"/>
          <p:cNvSpPr/>
          <p:nvPr/>
        </p:nvSpPr>
        <p:spPr>
          <a:xfrm>
            <a:off x="5474208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grid-1-test-output-26-2"/>
          <p:cNvSpPr/>
          <p:nvPr/>
        </p:nvSpPr>
        <p:spPr>
          <a:xfrm>
            <a:off x="5553456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grid-1-test-output-26-3"/>
          <p:cNvSpPr/>
          <p:nvPr/>
        </p:nvSpPr>
        <p:spPr>
          <a:xfrm>
            <a:off x="563270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grid-1-test-output-26-4"/>
          <p:cNvSpPr/>
          <p:nvPr/>
        </p:nvSpPr>
        <p:spPr>
          <a:xfrm>
            <a:off x="571195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grid-1-test-output-26-5"/>
          <p:cNvSpPr/>
          <p:nvPr/>
        </p:nvSpPr>
        <p:spPr>
          <a:xfrm>
            <a:off x="5791200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grid-1-test-output-26-6"/>
          <p:cNvSpPr/>
          <p:nvPr/>
        </p:nvSpPr>
        <p:spPr>
          <a:xfrm>
            <a:off x="5870448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grid-1-test-output-26-7"/>
          <p:cNvSpPr/>
          <p:nvPr/>
        </p:nvSpPr>
        <p:spPr>
          <a:xfrm>
            <a:off x="5949696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grid-1-test-output-26-8"/>
          <p:cNvSpPr/>
          <p:nvPr/>
        </p:nvSpPr>
        <p:spPr>
          <a:xfrm>
            <a:off x="6028944" y="379780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grid-1-test-output-26-9"/>
          <p:cNvSpPr/>
          <p:nvPr/>
        </p:nvSpPr>
        <p:spPr>
          <a:xfrm>
            <a:off x="610819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grid-1-test-output-26-10"/>
          <p:cNvSpPr/>
          <p:nvPr/>
        </p:nvSpPr>
        <p:spPr>
          <a:xfrm>
            <a:off x="6187440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grid-1-test-output-26-11"/>
          <p:cNvSpPr/>
          <p:nvPr/>
        </p:nvSpPr>
        <p:spPr>
          <a:xfrm>
            <a:off x="6266688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grid-1-test-output-26-12"/>
          <p:cNvSpPr/>
          <p:nvPr/>
        </p:nvSpPr>
        <p:spPr>
          <a:xfrm>
            <a:off x="6345936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grid-1-test-output-26-13"/>
          <p:cNvSpPr/>
          <p:nvPr/>
        </p:nvSpPr>
        <p:spPr>
          <a:xfrm>
            <a:off x="642518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grid-1-test-output-26-14"/>
          <p:cNvSpPr/>
          <p:nvPr/>
        </p:nvSpPr>
        <p:spPr>
          <a:xfrm>
            <a:off x="650443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grid-1-test-output-26-15"/>
          <p:cNvSpPr/>
          <p:nvPr/>
        </p:nvSpPr>
        <p:spPr>
          <a:xfrm>
            <a:off x="6583680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grid-1-test-output-26-16"/>
          <p:cNvSpPr/>
          <p:nvPr/>
        </p:nvSpPr>
        <p:spPr>
          <a:xfrm>
            <a:off x="6662928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grid-1-test-output-26-17"/>
          <p:cNvSpPr/>
          <p:nvPr/>
        </p:nvSpPr>
        <p:spPr>
          <a:xfrm>
            <a:off x="6742176" y="3797808"/>
            <a:ext cx="79248" cy="79248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grid-1-test-output-26-18"/>
          <p:cNvSpPr/>
          <p:nvPr/>
        </p:nvSpPr>
        <p:spPr>
          <a:xfrm>
            <a:off x="682142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grid-1-test-output-26-19"/>
          <p:cNvSpPr/>
          <p:nvPr/>
        </p:nvSpPr>
        <p:spPr>
          <a:xfrm>
            <a:off x="690067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grid-1-test-output-26-20"/>
          <p:cNvSpPr/>
          <p:nvPr/>
        </p:nvSpPr>
        <p:spPr>
          <a:xfrm>
            <a:off x="6979920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grid-1-test-output-26-21"/>
          <p:cNvSpPr/>
          <p:nvPr/>
        </p:nvSpPr>
        <p:spPr>
          <a:xfrm>
            <a:off x="7059168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grid-1-test-output-26-22"/>
          <p:cNvSpPr/>
          <p:nvPr/>
        </p:nvSpPr>
        <p:spPr>
          <a:xfrm>
            <a:off x="7138416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grid-1-test-output-26-23"/>
          <p:cNvSpPr/>
          <p:nvPr/>
        </p:nvSpPr>
        <p:spPr>
          <a:xfrm>
            <a:off x="721766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grid-1-test-output-26-24"/>
          <p:cNvSpPr/>
          <p:nvPr/>
        </p:nvSpPr>
        <p:spPr>
          <a:xfrm>
            <a:off x="7296912" y="37978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grid-1-test-output-26-25"/>
          <p:cNvSpPr/>
          <p:nvPr/>
        </p:nvSpPr>
        <p:spPr>
          <a:xfrm>
            <a:off x="7376160" y="37978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grid-1-test-output-26-26"/>
          <p:cNvSpPr/>
          <p:nvPr/>
        </p:nvSpPr>
        <p:spPr>
          <a:xfrm>
            <a:off x="7455408" y="37978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grid-1-test-output-26-27"/>
          <p:cNvSpPr/>
          <p:nvPr/>
        </p:nvSpPr>
        <p:spPr>
          <a:xfrm>
            <a:off x="7534656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grid-1-test-output-26-28"/>
          <p:cNvSpPr/>
          <p:nvPr/>
        </p:nvSpPr>
        <p:spPr>
          <a:xfrm>
            <a:off x="761390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grid-1-test-output-26-29"/>
          <p:cNvSpPr/>
          <p:nvPr/>
        </p:nvSpPr>
        <p:spPr>
          <a:xfrm>
            <a:off x="769315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grid-1-test-output-27-0"/>
          <p:cNvSpPr/>
          <p:nvPr/>
        </p:nvSpPr>
        <p:spPr>
          <a:xfrm>
            <a:off x="539496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grid-1-test-output-27-1"/>
          <p:cNvSpPr/>
          <p:nvPr/>
        </p:nvSpPr>
        <p:spPr>
          <a:xfrm>
            <a:off x="547420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grid-1-test-output-27-2"/>
          <p:cNvSpPr/>
          <p:nvPr/>
        </p:nvSpPr>
        <p:spPr>
          <a:xfrm>
            <a:off x="555345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grid-1-test-output-27-3"/>
          <p:cNvSpPr/>
          <p:nvPr/>
        </p:nvSpPr>
        <p:spPr>
          <a:xfrm>
            <a:off x="563270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grid-1-test-output-27-4"/>
          <p:cNvSpPr/>
          <p:nvPr/>
        </p:nvSpPr>
        <p:spPr>
          <a:xfrm>
            <a:off x="571195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grid-1-test-output-27-5"/>
          <p:cNvSpPr/>
          <p:nvPr/>
        </p:nvSpPr>
        <p:spPr>
          <a:xfrm>
            <a:off x="579120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grid-1-test-output-27-6"/>
          <p:cNvSpPr/>
          <p:nvPr/>
        </p:nvSpPr>
        <p:spPr>
          <a:xfrm>
            <a:off x="587044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grid-1-test-output-27-7"/>
          <p:cNvSpPr/>
          <p:nvPr/>
        </p:nvSpPr>
        <p:spPr>
          <a:xfrm>
            <a:off x="594969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grid-1-test-output-27-8"/>
          <p:cNvSpPr/>
          <p:nvPr/>
        </p:nvSpPr>
        <p:spPr>
          <a:xfrm>
            <a:off x="602894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grid-1-test-output-27-9"/>
          <p:cNvSpPr/>
          <p:nvPr/>
        </p:nvSpPr>
        <p:spPr>
          <a:xfrm>
            <a:off x="610819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grid-1-test-output-27-10"/>
          <p:cNvSpPr/>
          <p:nvPr/>
        </p:nvSpPr>
        <p:spPr>
          <a:xfrm>
            <a:off x="618744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grid-1-test-output-27-11"/>
          <p:cNvSpPr/>
          <p:nvPr/>
        </p:nvSpPr>
        <p:spPr>
          <a:xfrm>
            <a:off x="626668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grid-1-test-output-27-12"/>
          <p:cNvSpPr/>
          <p:nvPr/>
        </p:nvSpPr>
        <p:spPr>
          <a:xfrm>
            <a:off x="634593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grid-1-test-output-27-13"/>
          <p:cNvSpPr/>
          <p:nvPr/>
        </p:nvSpPr>
        <p:spPr>
          <a:xfrm>
            <a:off x="642518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grid-1-test-output-27-14"/>
          <p:cNvSpPr/>
          <p:nvPr/>
        </p:nvSpPr>
        <p:spPr>
          <a:xfrm>
            <a:off x="650443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grid-1-test-output-27-15"/>
          <p:cNvSpPr/>
          <p:nvPr/>
        </p:nvSpPr>
        <p:spPr>
          <a:xfrm>
            <a:off x="658368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grid-1-test-output-27-16"/>
          <p:cNvSpPr/>
          <p:nvPr/>
        </p:nvSpPr>
        <p:spPr>
          <a:xfrm>
            <a:off x="666292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grid-1-test-output-27-17"/>
          <p:cNvSpPr/>
          <p:nvPr/>
        </p:nvSpPr>
        <p:spPr>
          <a:xfrm>
            <a:off x="674217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grid-1-test-output-27-18"/>
          <p:cNvSpPr/>
          <p:nvPr/>
        </p:nvSpPr>
        <p:spPr>
          <a:xfrm>
            <a:off x="682142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grid-1-test-output-27-19"/>
          <p:cNvSpPr/>
          <p:nvPr/>
        </p:nvSpPr>
        <p:spPr>
          <a:xfrm>
            <a:off x="690067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grid-1-test-output-27-20"/>
          <p:cNvSpPr/>
          <p:nvPr/>
        </p:nvSpPr>
        <p:spPr>
          <a:xfrm>
            <a:off x="697992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grid-1-test-output-27-21"/>
          <p:cNvSpPr/>
          <p:nvPr/>
        </p:nvSpPr>
        <p:spPr>
          <a:xfrm>
            <a:off x="705916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grid-1-test-output-27-22"/>
          <p:cNvSpPr/>
          <p:nvPr/>
        </p:nvSpPr>
        <p:spPr>
          <a:xfrm>
            <a:off x="713841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grid-1-test-output-27-23"/>
          <p:cNvSpPr/>
          <p:nvPr/>
        </p:nvSpPr>
        <p:spPr>
          <a:xfrm>
            <a:off x="721766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grid-1-test-output-27-24"/>
          <p:cNvSpPr/>
          <p:nvPr/>
        </p:nvSpPr>
        <p:spPr>
          <a:xfrm>
            <a:off x="729691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grid-1-test-output-27-25"/>
          <p:cNvSpPr/>
          <p:nvPr/>
        </p:nvSpPr>
        <p:spPr>
          <a:xfrm>
            <a:off x="737616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grid-1-test-output-27-26"/>
          <p:cNvSpPr/>
          <p:nvPr/>
        </p:nvSpPr>
        <p:spPr>
          <a:xfrm>
            <a:off x="745540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grid-1-test-output-27-27"/>
          <p:cNvSpPr/>
          <p:nvPr/>
        </p:nvSpPr>
        <p:spPr>
          <a:xfrm>
            <a:off x="753465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grid-1-test-output-27-28"/>
          <p:cNvSpPr/>
          <p:nvPr/>
        </p:nvSpPr>
        <p:spPr>
          <a:xfrm>
            <a:off x="761390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grid-1-test-output-27-29"/>
          <p:cNvSpPr/>
          <p:nvPr/>
        </p:nvSpPr>
        <p:spPr>
          <a:xfrm>
            <a:off x="769315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grid-1-test-output-28-0"/>
          <p:cNvSpPr/>
          <p:nvPr/>
        </p:nvSpPr>
        <p:spPr>
          <a:xfrm>
            <a:off x="539496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grid-1-test-output-28-1"/>
          <p:cNvSpPr/>
          <p:nvPr/>
        </p:nvSpPr>
        <p:spPr>
          <a:xfrm>
            <a:off x="547420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grid-1-test-output-28-2"/>
          <p:cNvSpPr/>
          <p:nvPr/>
        </p:nvSpPr>
        <p:spPr>
          <a:xfrm>
            <a:off x="5553456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grid-1-test-output-28-3"/>
          <p:cNvSpPr/>
          <p:nvPr/>
        </p:nvSpPr>
        <p:spPr>
          <a:xfrm>
            <a:off x="563270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grid-1-test-output-28-4"/>
          <p:cNvSpPr/>
          <p:nvPr/>
        </p:nvSpPr>
        <p:spPr>
          <a:xfrm>
            <a:off x="571195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grid-1-test-output-28-5"/>
          <p:cNvSpPr/>
          <p:nvPr/>
        </p:nvSpPr>
        <p:spPr>
          <a:xfrm>
            <a:off x="579120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grid-1-test-output-28-6"/>
          <p:cNvSpPr/>
          <p:nvPr/>
        </p:nvSpPr>
        <p:spPr>
          <a:xfrm>
            <a:off x="587044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grid-1-test-output-28-7"/>
          <p:cNvSpPr/>
          <p:nvPr/>
        </p:nvSpPr>
        <p:spPr>
          <a:xfrm>
            <a:off x="5949696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grid-1-test-output-28-8"/>
          <p:cNvSpPr/>
          <p:nvPr/>
        </p:nvSpPr>
        <p:spPr>
          <a:xfrm>
            <a:off x="602894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grid-1-test-output-28-9"/>
          <p:cNvSpPr/>
          <p:nvPr/>
        </p:nvSpPr>
        <p:spPr>
          <a:xfrm>
            <a:off x="610819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grid-1-test-output-28-10"/>
          <p:cNvSpPr/>
          <p:nvPr/>
        </p:nvSpPr>
        <p:spPr>
          <a:xfrm>
            <a:off x="618744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grid-1-test-output-28-11"/>
          <p:cNvSpPr/>
          <p:nvPr/>
        </p:nvSpPr>
        <p:spPr>
          <a:xfrm>
            <a:off x="626668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grid-1-test-output-28-12"/>
          <p:cNvSpPr/>
          <p:nvPr/>
        </p:nvSpPr>
        <p:spPr>
          <a:xfrm>
            <a:off x="6345936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grid-1-test-output-28-13"/>
          <p:cNvSpPr/>
          <p:nvPr/>
        </p:nvSpPr>
        <p:spPr>
          <a:xfrm>
            <a:off x="642518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grid-1-test-output-28-14"/>
          <p:cNvSpPr/>
          <p:nvPr/>
        </p:nvSpPr>
        <p:spPr>
          <a:xfrm>
            <a:off x="650443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grid-1-test-output-28-15"/>
          <p:cNvSpPr/>
          <p:nvPr/>
        </p:nvSpPr>
        <p:spPr>
          <a:xfrm>
            <a:off x="658368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grid-1-test-output-28-16"/>
          <p:cNvSpPr/>
          <p:nvPr/>
        </p:nvSpPr>
        <p:spPr>
          <a:xfrm>
            <a:off x="666292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grid-1-test-output-28-17"/>
          <p:cNvSpPr/>
          <p:nvPr/>
        </p:nvSpPr>
        <p:spPr>
          <a:xfrm>
            <a:off x="6742176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grid-1-test-output-28-18"/>
          <p:cNvSpPr/>
          <p:nvPr/>
        </p:nvSpPr>
        <p:spPr>
          <a:xfrm>
            <a:off x="682142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grid-1-test-output-28-19"/>
          <p:cNvSpPr/>
          <p:nvPr/>
        </p:nvSpPr>
        <p:spPr>
          <a:xfrm>
            <a:off x="690067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grid-1-test-output-28-20"/>
          <p:cNvSpPr/>
          <p:nvPr/>
        </p:nvSpPr>
        <p:spPr>
          <a:xfrm>
            <a:off x="697992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grid-1-test-output-28-21"/>
          <p:cNvSpPr/>
          <p:nvPr/>
        </p:nvSpPr>
        <p:spPr>
          <a:xfrm>
            <a:off x="705916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grid-1-test-output-28-22"/>
          <p:cNvSpPr/>
          <p:nvPr/>
        </p:nvSpPr>
        <p:spPr>
          <a:xfrm>
            <a:off x="7138416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grid-1-test-output-28-23"/>
          <p:cNvSpPr/>
          <p:nvPr/>
        </p:nvSpPr>
        <p:spPr>
          <a:xfrm>
            <a:off x="721766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grid-1-test-output-28-24"/>
          <p:cNvSpPr/>
          <p:nvPr/>
        </p:nvSpPr>
        <p:spPr>
          <a:xfrm>
            <a:off x="729691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grid-1-test-output-28-25"/>
          <p:cNvSpPr/>
          <p:nvPr/>
        </p:nvSpPr>
        <p:spPr>
          <a:xfrm>
            <a:off x="737616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grid-1-test-output-28-26"/>
          <p:cNvSpPr/>
          <p:nvPr/>
        </p:nvSpPr>
        <p:spPr>
          <a:xfrm>
            <a:off x="745540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grid-1-test-output-28-27"/>
          <p:cNvSpPr/>
          <p:nvPr/>
        </p:nvSpPr>
        <p:spPr>
          <a:xfrm>
            <a:off x="7534656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grid-1-test-output-28-28"/>
          <p:cNvSpPr/>
          <p:nvPr/>
        </p:nvSpPr>
        <p:spPr>
          <a:xfrm>
            <a:off x="761390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grid-1-test-output-28-29"/>
          <p:cNvSpPr/>
          <p:nvPr/>
        </p:nvSpPr>
        <p:spPr>
          <a:xfrm>
            <a:off x="769315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grid-1-test-output-29-0"/>
          <p:cNvSpPr/>
          <p:nvPr/>
        </p:nvSpPr>
        <p:spPr>
          <a:xfrm>
            <a:off x="539496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grid-1-test-output-29-1"/>
          <p:cNvSpPr/>
          <p:nvPr/>
        </p:nvSpPr>
        <p:spPr>
          <a:xfrm>
            <a:off x="547420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grid-1-test-output-29-2"/>
          <p:cNvSpPr/>
          <p:nvPr/>
        </p:nvSpPr>
        <p:spPr>
          <a:xfrm>
            <a:off x="555345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grid-1-test-output-29-3"/>
          <p:cNvSpPr/>
          <p:nvPr/>
        </p:nvSpPr>
        <p:spPr>
          <a:xfrm>
            <a:off x="563270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grid-1-test-output-29-4"/>
          <p:cNvSpPr/>
          <p:nvPr/>
        </p:nvSpPr>
        <p:spPr>
          <a:xfrm>
            <a:off x="571195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grid-1-test-output-29-5"/>
          <p:cNvSpPr/>
          <p:nvPr/>
        </p:nvSpPr>
        <p:spPr>
          <a:xfrm>
            <a:off x="579120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grid-1-test-output-29-6"/>
          <p:cNvSpPr/>
          <p:nvPr/>
        </p:nvSpPr>
        <p:spPr>
          <a:xfrm>
            <a:off x="587044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grid-1-test-output-29-7"/>
          <p:cNvSpPr/>
          <p:nvPr/>
        </p:nvSpPr>
        <p:spPr>
          <a:xfrm>
            <a:off x="594969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grid-1-test-output-29-8"/>
          <p:cNvSpPr/>
          <p:nvPr/>
        </p:nvSpPr>
        <p:spPr>
          <a:xfrm>
            <a:off x="602894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grid-1-test-output-29-9"/>
          <p:cNvSpPr/>
          <p:nvPr/>
        </p:nvSpPr>
        <p:spPr>
          <a:xfrm>
            <a:off x="610819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grid-1-test-output-29-10"/>
          <p:cNvSpPr/>
          <p:nvPr/>
        </p:nvSpPr>
        <p:spPr>
          <a:xfrm>
            <a:off x="618744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grid-1-test-output-29-11"/>
          <p:cNvSpPr/>
          <p:nvPr/>
        </p:nvSpPr>
        <p:spPr>
          <a:xfrm>
            <a:off x="626668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grid-1-test-output-29-12"/>
          <p:cNvSpPr/>
          <p:nvPr/>
        </p:nvSpPr>
        <p:spPr>
          <a:xfrm>
            <a:off x="634593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grid-1-test-output-29-13"/>
          <p:cNvSpPr/>
          <p:nvPr/>
        </p:nvSpPr>
        <p:spPr>
          <a:xfrm>
            <a:off x="642518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grid-1-test-output-29-14"/>
          <p:cNvSpPr/>
          <p:nvPr/>
        </p:nvSpPr>
        <p:spPr>
          <a:xfrm>
            <a:off x="650443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grid-1-test-output-29-15"/>
          <p:cNvSpPr/>
          <p:nvPr/>
        </p:nvSpPr>
        <p:spPr>
          <a:xfrm>
            <a:off x="658368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grid-1-test-output-29-16"/>
          <p:cNvSpPr/>
          <p:nvPr/>
        </p:nvSpPr>
        <p:spPr>
          <a:xfrm>
            <a:off x="666292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grid-1-test-output-29-17"/>
          <p:cNvSpPr/>
          <p:nvPr/>
        </p:nvSpPr>
        <p:spPr>
          <a:xfrm>
            <a:off x="674217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grid-1-test-output-29-18"/>
          <p:cNvSpPr/>
          <p:nvPr/>
        </p:nvSpPr>
        <p:spPr>
          <a:xfrm>
            <a:off x="682142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grid-1-test-output-29-19"/>
          <p:cNvSpPr/>
          <p:nvPr/>
        </p:nvSpPr>
        <p:spPr>
          <a:xfrm>
            <a:off x="690067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grid-1-test-output-29-20"/>
          <p:cNvSpPr/>
          <p:nvPr/>
        </p:nvSpPr>
        <p:spPr>
          <a:xfrm>
            <a:off x="697992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grid-1-test-output-29-21"/>
          <p:cNvSpPr/>
          <p:nvPr/>
        </p:nvSpPr>
        <p:spPr>
          <a:xfrm>
            <a:off x="705916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grid-1-test-output-29-22"/>
          <p:cNvSpPr/>
          <p:nvPr/>
        </p:nvSpPr>
        <p:spPr>
          <a:xfrm>
            <a:off x="713841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grid-1-test-output-29-23"/>
          <p:cNvSpPr/>
          <p:nvPr/>
        </p:nvSpPr>
        <p:spPr>
          <a:xfrm>
            <a:off x="721766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grid-1-test-output-29-24"/>
          <p:cNvSpPr/>
          <p:nvPr/>
        </p:nvSpPr>
        <p:spPr>
          <a:xfrm>
            <a:off x="729691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grid-1-test-output-29-25"/>
          <p:cNvSpPr/>
          <p:nvPr/>
        </p:nvSpPr>
        <p:spPr>
          <a:xfrm>
            <a:off x="737616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grid-1-test-output-29-26"/>
          <p:cNvSpPr/>
          <p:nvPr/>
        </p:nvSpPr>
        <p:spPr>
          <a:xfrm>
            <a:off x="745540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grid-1-test-output-29-27"/>
          <p:cNvSpPr/>
          <p:nvPr/>
        </p:nvSpPr>
        <p:spPr>
          <a:xfrm>
            <a:off x="753465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grid-1-test-output-29-28"/>
          <p:cNvSpPr/>
          <p:nvPr/>
        </p:nvSpPr>
        <p:spPr>
          <a:xfrm>
            <a:off x="761390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grid-1-test-output-29-29"/>
          <p:cNvSpPr/>
          <p:nvPr/>
        </p:nvSpPr>
        <p:spPr>
          <a:xfrm>
            <a:off x="769315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TextBox 18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枠内を切り取り、同じ形の穴に合う倍率で図形を拡大して配置する。</a:t>
            </a:r>
          </a:p>
        </p:txBody>
      </p:sp>
      <p:sp>
        <p:nvSpPr>
          <p:cNvPr id="1807" name="TextBox 18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898e7135.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https://github.com/arcprize/ARC-AGI-2/blob/f3283f7/data/evaluation/898e7135.json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実例3：穴の数から色を割り当てる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2-train-input-0-0"/>
          <p:cNvSpPr/>
          <p:nvPr/>
        </p:nvSpPr>
        <p:spPr>
          <a:xfrm>
            <a:off x="12801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2-train-input-0-1"/>
          <p:cNvSpPr/>
          <p:nvPr/>
        </p:nvSpPr>
        <p:spPr>
          <a:xfrm>
            <a:off x="13594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2-train-input-0-2"/>
          <p:cNvSpPr/>
          <p:nvPr/>
        </p:nvSpPr>
        <p:spPr>
          <a:xfrm>
            <a:off x="14386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2-train-input-0-3"/>
          <p:cNvSpPr/>
          <p:nvPr/>
        </p:nvSpPr>
        <p:spPr>
          <a:xfrm>
            <a:off x="15179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2-train-input-0-4"/>
          <p:cNvSpPr/>
          <p:nvPr/>
        </p:nvSpPr>
        <p:spPr>
          <a:xfrm>
            <a:off x="15971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2-train-input-0-5"/>
          <p:cNvSpPr/>
          <p:nvPr/>
        </p:nvSpPr>
        <p:spPr>
          <a:xfrm>
            <a:off x="167640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2-train-input-0-6"/>
          <p:cNvSpPr/>
          <p:nvPr/>
        </p:nvSpPr>
        <p:spPr>
          <a:xfrm>
            <a:off x="175564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2-train-input-0-7"/>
          <p:cNvSpPr/>
          <p:nvPr/>
        </p:nvSpPr>
        <p:spPr>
          <a:xfrm>
            <a:off x="183489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2-train-input-0-8"/>
          <p:cNvSpPr/>
          <p:nvPr/>
        </p:nvSpPr>
        <p:spPr>
          <a:xfrm>
            <a:off x="191414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2-train-input-0-9"/>
          <p:cNvSpPr/>
          <p:nvPr/>
        </p:nvSpPr>
        <p:spPr>
          <a:xfrm>
            <a:off x="1993391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2-train-input-0-10"/>
          <p:cNvSpPr/>
          <p:nvPr/>
        </p:nvSpPr>
        <p:spPr>
          <a:xfrm>
            <a:off x="207264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2-train-input-0-11"/>
          <p:cNvSpPr/>
          <p:nvPr/>
        </p:nvSpPr>
        <p:spPr>
          <a:xfrm>
            <a:off x="215188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2-train-input-0-12"/>
          <p:cNvSpPr/>
          <p:nvPr/>
        </p:nvSpPr>
        <p:spPr>
          <a:xfrm>
            <a:off x="223113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2-train-input-0-13"/>
          <p:cNvSpPr/>
          <p:nvPr/>
        </p:nvSpPr>
        <p:spPr>
          <a:xfrm>
            <a:off x="2310383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2-train-input-0-14"/>
          <p:cNvSpPr/>
          <p:nvPr/>
        </p:nvSpPr>
        <p:spPr>
          <a:xfrm>
            <a:off x="238963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2-train-input-0-15"/>
          <p:cNvSpPr/>
          <p:nvPr/>
        </p:nvSpPr>
        <p:spPr>
          <a:xfrm>
            <a:off x="246888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2-train-input-0-16"/>
          <p:cNvSpPr/>
          <p:nvPr/>
        </p:nvSpPr>
        <p:spPr>
          <a:xfrm>
            <a:off x="254812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2-train-input-0-17"/>
          <p:cNvSpPr/>
          <p:nvPr/>
        </p:nvSpPr>
        <p:spPr>
          <a:xfrm>
            <a:off x="2627375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2-train-input-0-18"/>
          <p:cNvSpPr/>
          <p:nvPr/>
        </p:nvSpPr>
        <p:spPr>
          <a:xfrm>
            <a:off x="270662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2-train-input-0-19"/>
          <p:cNvSpPr/>
          <p:nvPr/>
        </p:nvSpPr>
        <p:spPr>
          <a:xfrm>
            <a:off x="278587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2-train-input-0-20"/>
          <p:cNvSpPr/>
          <p:nvPr/>
        </p:nvSpPr>
        <p:spPr>
          <a:xfrm>
            <a:off x="286512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2-train-input-0-21"/>
          <p:cNvSpPr/>
          <p:nvPr/>
        </p:nvSpPr>
        <p:spPr>
          <a:xfrm>
            <a:off x="294436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2-train-input-0-22"/>
          <p:cNvSpPr/>
          <p:nvPr/>
        </p:nvSpPr>
        <p:spPr>
          <a:xfrm>
            <a:off x="302361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2-train-input-0-23"/>
          <p:cNvSpPr/>
          <p:nvPr/>
        </p:nvSpPr>
        <p:spPr>
          <a:xfrm>
            <a:off x="310286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2-train-input-0-24"/>
          <p:cNvSpPr/>
          <p:nvPr/>
        </p:nvSpPr>
        <p:spPr>
          <a:xfrm>
            <a:off x="318211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2-train-input-0-25"/>
          <p:cNvSpPr/>
          <p:nvPr/>
        </p:nvSpPr>
        <p:spPr>
          <a:xfrm>
            <a:off x="32613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2-train-input-0-26"/>
          <p:cNvSpPr/>
          <p:nvPr/>
        </p:nvSpPr>
        <p:spPr>
          <a:xfrm>
            <a:off x="33406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2-train-input-0-27"/>
          <p:cNvSpPr/>
          <p:nvPr/>
        </p:nvSpPr>
        <p:spPr>
          <a:xfrm>
            <a:off x="34198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2-train-input-0-28"/>
          <p:cNvSpPr/>
          <p:nvPr/>
        </p:nvSpPr>
        <p:spPr>
          <a:xfrm>
            <a:off x="34991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2-train-input-0-29"/>
          <p:cNvSpPr/>
          <p:nvPr/>
        </p:nvSpPr>
        <p:spPr>
          <a:xfrm>
            <a:off x="35783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2-train-input-1-0"/>
          <p:cNvSpPr/>
          <p:nvPr/>
        </p:nvSpPr>
        <p:spPr>
          <a:xfrm>
            <a:off x="12801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2-train-input-1-1"/>
          <p:cNvSpPr/>
          <p:nvPr/>
        </p:nvSpPr>
        <p:spPr>
          <a:xfrm>
            <a:off x="135940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2-train-input-1-2"/>
          <p:cNvSpPr/>
          <p:nvPr/>
        </p:nvSpPr>
        <p:spPr>
          <a:xfrm>
            <a:off x="143865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2-train-input-1-3"/>
          <p:cNvSpPr/>
          <p:nvPr/>
        </p:nvSpPr>
        <p:spPr>
          <a:xfrm>
            <a:off x="151790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2-train-input-1-4"/>
          <p:cNvSpPr/>
          <p:nvPr/>
        </p:nvSpPr>
        <p:spPr>
          <a:xfrm>
            <a:off x="15971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2-train-input-1-5"/>
          <p:cNvSpPr/>
          <p:nvPr/>
        </p:nvSpPr>
        <p:spPr>
          <a:xfrm>
            <a:off x="1676400" y="18166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2-train-input-1-6"/>
          <p:cNvSpPr/>
          <p:nvPr/>
        </p:nvSpPr>
        <p:spPr>
          <a:xfrm>
            <a:off x="1755648" y="18166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2-train-input-1-7"/>
          <p:cNvSpPr/>
          <p:nvPr/>
        </p:nvSpPr>
        <p:spPr>
          <a:xfrm>
            <a:off x="1834896" y="18166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2-train-input-1-8"/>
          <p:cNvSpPr/>
          <p:nvPr/>
        </p:nvSpPr>
        <p:spPr>
          <a:xfrm>
            <a:off x="191414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2-train-input-1-9"/>
          <p:cNvSpPr/>
          <p:nvPr/>
        </p:nvSpPr>
        <p:spPr>
          <a:xfrm>
            <a:off x="1993391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2-train-input-1-10"/>
          <p:cNvSpPr/>
          <p:nvPr/>
        </p:nvSpPr>
        <p:spPr>
          <a:xfrm>
            <a:off x="2072640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2-train-input-1-11"/>
          <p:cNvSpPr/>
          <p:nvPr/>
        </p:nvSpPr>
        <p:spPr>
          <a:xfrm>
            <a:off x="2151888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2-train-input-1-12"/>
          <p:cNvSpPr/>
          <p:nvPr/>
        </p:nvSpPr>
        <p:spPr>
          <a:xfrm>
            <a:off x="2231136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2-train-input-1-13"/>
          <p:cNvSpPr/>
          <p:nvPr/>
        </p:nvSpPr>
        <p:spPr>
          <a:xfrm>
            <a:off x="2310383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2-train-input-1-14"/>
          <p:cNvSpPr/>
          <p:nvPr/>
        </p:nvSpPr>
        <p:spPr>
          <a:xfrm>
            <a:off x="238963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2-train-input-1-15"/>
          <p:cNvSpPr/>
          <p:nvPr/>
        </p:nvSpPr>
        <p:spPr>
          <a:xfrm>
            <a:off x="2468880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2-train-input-1-16"/>
          <p:cNvSpPr/>
          <p:nvPr/>
        </p:nvSpPr>
        <p:spPr>
          <a:xfrm>
            <a:off x="2548128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2-train-input-1-17"/>
          <p:cNvSpPr/>
          <p:nvPr/>
        </p:nvSpPr>
        <p:spPr>
          <a:xfrm>
            <a:off x="2627375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2-train-input-1-18"/>
          <p:cNvSpPr/>
          <p:nvPr/>
        </p:nvSpPr>
        <p:spPr>
          <a:xfrm>
            <a:off x="2706624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2-train-input-1-19"/>
          <p:cNvSpPr/>
          <p:nvPr/>
        </p:nvSpPr>
        <p:spPr>
          <a:xfrm>
            <a:off x="2785872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2-train-input-1-20"/>
          <p:cNvSpPr/>
          <p:nvPr/>
        </p:nvSpPr>
        <p:spPr>
          <a:xfrm>
            <a:off x="2865120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2-train-input-1-21"/>
          <p:cNvSpPr/>
          <p:nvPr/>
        </p:nvSpPr>
        <p:spPr>
          <a:xfrm>
            <a:off x="2944368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2-train-input-1-22"/>
          <p:cNvSpPr/>
          <p:nvPr/>
        </p:nvSpPr>
        <p:spPr>
          <a:xfrm>
            <a:off x="302361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2-train-input-1-23"/>
          <p:cNvSpPr/>
          <p:nvPr/>
        </p:nvSpPr>
        <p:spPr>
          <a:xfrm>
            <a:off x="310286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2-train-input-1-24"/>
          <p:cNvSpPr/>
          <p:nvPr/>
        </p:nvSpPr>
        <p:spPr>
          <a:xfrm>
            <a:off x="318211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2-train-input-1-25"/>
          <p:cNvSpPr/>
          <p:nvPr/>
        </p:nvSpPr>
        <p:spPr>
          <a:xfrm>
            <a:off x="32613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2-train-input-1-26"/>
          <p:cNvSpPr/>
          <p:nvPr/>
        </p:nvSpPr>
        <p:spPr>
          <a:xfrm>
            <a:off x="334060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2-train-input-1-27"/>
          <p:cNvSpPr/>
          <p:nvPr/>
        </p:nvSpPr>
        <p:spPr>
          <a:xfrm>
            <a:off x="341985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2-train-input-1-28"/>
          <p:cNvSpPr/>
          <p:nvPr/>
        </p:nvSpPr>
        <p:spPr>
          <a:xfrm>
            <a:off x="349910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2-train-input-1-29"/>
          <p:cNvSpPr/>
          <p:nvPr/>
        </p:nvSpPr>
        <p:spPr>
          <a:xfrm>
            <a:off x="35783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2-train-input-2-0"/>
          <p:cNvSpPr/>
          <p:nvPr/>
        </p:nvSpPr>
        <p:spPr>
          <a:xfrm>
            <a:off x="12801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2-train-input-2-1"/>
          <p:cNvSpPr/>
          <p:nvPr/>
        </p:nvSpPr>
        <p:spPr>
          <a:xfrm>
            <a:off x="135940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2-train-input-2-2"/>
          <p:cNvSpPr/>
          <p:nvPr/>
        </p:nvSpPr>
        <p:spPr>
          <a:xfrm>
            <a:off x="143865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2-train-input-2-3"/>
          <p:cNvSpPr/>
          <p:nvPr/>
        </p:nvSpPr>
        <p:spPr>
          <a:xfrm>
            <a:off x="151790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2-train-input-2-4"/>
          <p:cNvSpPr/>
          <p:nvPr/>
        </p:nvSpPr>
        <p:spPr>
          <a:xfrm>
            <a:off x="159715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2-train-input-2-5"/>
          <p:cNvSpPr/>
          <p:nvPr/>
        </p:nvSpPr>
        <p:spPr>
          <a:xfrm>
            <a:off x="1676400" y="189585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2-train-input-2-6"/>
          <p:cNvSpPr/>
          <p:nvPr/>
        </p:nvSpPr>
        <p:spPr>
          <a:xfrm>
            <a:off x="175564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2-train-input-2-7"/>
          <p:cNvSpPr/>
          <p:nvPr/>
        </p:nvSpPr>
        <p:spPr>
          <a:xfrm>
            <a:off x="1834896" y="189585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2-train-input-2-8"/>
          <p:cNvSpPr/>
          <p:nvPr/>
        </p:nvSpPr>
        <p:spPr>
          <a:xfrm>
            <a:off x="191414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2-train-input-2-9"/>
          <p:cNvSpPr/>
          <p:nvPr/>
        </p:nvSpPr>
        <p:spPr>
          <a:xfrm>
            <a:off x="1993391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2-train-input-2-10"/>
          <p:cNvSpPr/>
          <p:nvPr/>
        </p:nvSpPr>
        <p:spPr>
          <a:xfrm>
            <a:off x="207264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2-train-input-2-11"/>
          <p:cNvSpPr/>
          <p:nvPr/>
        </p:nvSpPr>
        <p:spPr>
          <a:xfrm>
            <a:off x="2151888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2-train-input-2-12"/>
          <p:cNvSpPr/>
          <p:nvPr/>
        </p:nvSpPr>
        <p:spPr>
          <a:xfrm>
            <a:off x="223113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2-train-input-2-13"/>
          <p:cNvSpPr/>
          <p:nvPr/>
        </p:nvSpPr>
        <p:spPr>
          <a:xfrm>
            <a:off x="2310383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2-train-input-2-14"/>
          <p:cNvSpPr/>
          <p:nvPr/>
        </p:nvSpPr>
        <p:spPr>
          <a:xfrm>
            <a:off x="238963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2-train-input-2-15"/>
          <p:cNvSpPr/>
          <p:nvPr/>
        </p:nvSpPr>
        <p:spPr>
          <a:xfrm>
            <a:off x="2468880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2-train-input-2-16"/>
          <p:cNvSpPr/>
          <p:nvPr/>
        </p:nvSpPr>
        <p:spPr>
          <a:xfrm>
            <a:off x="254812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2-train-input-2-17"/>
          <p:cNvSpPr/>
          <p:nvPr/>
        </p:nvSpPr>
        <p:spPr>
          <a:xfrm>
            <a:off x="2627375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2-train-input-2-18"/>
          <p:cNvSpPr/>
          <p:nvPr/>
        </p:nvSpPr>
        <p:spPr>
          <a:xfrm>
            <a:off x="270662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2-train-input-2-19"/>
          <p:cNvSpPr/>
          <p:nvPr/>
        </p:nvSpPr>
        <p:spPr>
          <a:xfrm>
            <a:off x="2785872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2-train-input-2-20"/>
          <p:cNvSpPr/>
          <p:nvPr/>
        </p:nvSpPr>
        <p:spPr>
          <a:xfrm>
            <a:off x="286512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2-train-input-2-21"/>
          <p:cNvSpPr/>
          <p:nvPr/>
        </p:nvSpPr>
        <p:spPr>
          <a:xfrm>
            <a:off x="2944368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2-train-input-2-22"/>
          <p:cNvSpPr/>
          <p:nvPr/>
        </p:nvSpPr>
        <p:spPr>
          <a:xfrm>
            <a:off x="302361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2-train-input-2-23"/>
          <p:cNvSpPr/>
          <p:nvPr/>
        </p:nvSpPr>
        <p:spPr>
          <a:xfrm>
            <a:off x="310286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2-train-input-2-24"/>
          <p:cNvSpPr/>
          <p:nvPr/>
        </p:nvSpPr>
        <p:spPr>
          <a:xfrm>
            <a:off x="318211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2-train-input-2-25"/>
          <p:cNvSpPr/>
          <p:nvPr/>
        </p:nvSpPr>
        <p:spPr>
          <a:xfrm>
            <a:off x="32613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2-train-input-2-26"/>
          <p:cNvSpPr/>
          <p:nvPr/>
        </p:nvSpPr>
        <p:spPr>
          <a:xfrm>
            <a:off x="334060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2-train-input-2-27"/>
          <p:cNvSpPr/>
          <p:nvPr/>
        </p:nvSpPr>
        <p:spPr>
          <a:xfrm>
            <a:off x="341985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2-train-input-2-28"/>
          <p:cNvSpPr/>
          <p:nvPr/>
        </p:nvSpPr>
        <p:spPr>
          <a:xfrm>
            <a:off x="349910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2-train-input-2-29"/>
          <p:cNvSpPr/>
          <p:nvPr/>
        </p:nvSpPr>
        <p:spPr>
          <a:xfrm>
            <a:off x="357835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2-train-input-3-0"/>
          <p:cNvSpPr/>
          <p:nvPr/>
        </p:nvSpPr>
        <p:spPr>
          <a:xfrm>
            <a:off x="12801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2-train-input-3-1"/>
          <p:cNvSpPr/>
          <p:nvPr/>
        </p:nvSpPr>
        <p:spPr>
          <a:xfrm>
            <a:off x="1359408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2-train-input-3-2"/>
          <p:cNvSpPr/>
          <p:nvPr/>
        </p:nvSpPr>
        <p:spPr>
          <a:xfrm>
            <a:off x="143865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2-train-input-3-3"/>
          <p:cNvSpPr/>
          <p:nvPr/>
        </p:nvSpPr>
        <p:spPr>
          <a:xfrm>
            <a:off x="1517904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2-train-input-3-4"/>
          <p:cNvSpPr/>
          <p:nvPr/>
        </p:nvSpPr>
        <p:spPr>
          <a:xfrm>
            <a:off x="159715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2-train-input-3-5"/>
          <p:cNvSpPr/>
          <p:nvPr/>
        </p:nvSpPr>
        <p:spPr>
          <a:xfrm>
            <a:off x="1676400" y="197510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2-train-input-3-6"/>
          <p:cNvSpPr/>
          <p:nvPr/>
        </p:nvSpPr>
        <p:spPr>
          <a:xfrm>
            <a:off x="1755648" y="197510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2-train-input-3-7"/>
          <p:cNvSpPr/>
          <p:nvPr/>
        </p:nvSpPr>
        <p:spPr>
          <a:xfrm>
            <a:off x="1834896" y="197510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2-train-input-3-8"/>
          <p:cNvSpPr/>
          <p:nvPr/>
        </p:nvSpPr>
        <p:spPr>
          <a:xfrm>
            <a:off x="191414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2-train-input-3-9"/>
          <p:cNvSpPr/>
          <p:nvPr/>
        </p:nvSpPr>
        <p:spPr>
          <a:xfrm>
            <a:off x="1993391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2-train-input-3-10"/>
          <p:cNvSpPr/>
          <p:nvPr/>
        </p:nvSpPr>
        <p:spPr>
          <a:xfrm>
            <a:off x="2072640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2-train-input-3-11"/>
          <p:cNvSpPr/>
          <p:nvPr/>
        </p:nvSpPr>
        <p:spPr>
          <a:xfrm>
            <a:off x="2151888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2-train-input-3-12"/>
          <p:cNvSpPr/>
          <p:nvPr/>
        </p:nvSpPr>
        <p:spPr>
          <a:xfrm>
            <a:off x="2231136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2-train-input-3-13"/>
          <p:cNvSpPr/>
          <p:nvPr/>
        </p:nvSpPr>
        <p:spPr>
          <a:xfrm>
            <a:off x="2310383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2-train-input-3-14"/>
          <p:cNvSpPr/>
          <p:nvPr/>
        </p:nvSpPr>
        <p:spPr>
          <a:xfrm>
            <a:off x="238963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2-train-input-3-15"/>
          <p:cNvSpPr/>
          <p:nvPr/>
        </p:nvSpPr>
        <p:spPr>
          <a:xfrm>
            <a:off x="2468880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2-train-input-3-16"/>
          <p:cNvSpPr/>
          <p:nvPr/>
        </p:nvSpPr>
        <p:spPr>
          <a:xfrm>
            <a:off x="2548128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2-train-input-3-17"/>
          <p:cNvSpPr/>
          <p:nvPr/>
        </p:nvSpPr>
        <p:spPr>
          <a:xfrm>
            <a:off x="2627375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2-train-input-3-18"/>
          <p:cNvSpPr/>
          <p:nvPr/>
        </p:nvSpPr>
        <p:spPr>
          <a:xfrm>
            <a:off x="2706624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2-train-input-3-19"/>
          <p:cNvSpPr/>
          <p:nvPr/>
        </p:nvSpPr>
        <p:spPr>
          <a:xfrm>
            <a:off x="2785872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2-train-input-3-20"/>
          <p:cNvSpPr/>
          <p:nvPr/>
        </p:nvSpPr>
        <p:spPr>
          <a:xfrm>
            <a:off x="2865120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2-train-input-3-21"/>
          <p:cNvSpPr/>
          <p:nvPr/>
        </p:nvSpPr>
        <p:spPr>
          <a:xfrm>
            <a:off x="2944368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2-train-input-3-22"/>
          <p:cNvSpPr/>
          <p:nvPr/>
        </p:nvSpPr>
        <p:spPr>
          <a:xfrm>
            <a:off x="302361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2-train-input-3-23"/>
          <p:cNvSpPr/>
          <p:nvPr/>
        </p:nvSpPr>
        <p:spPr>
          <a:xfrm>
            <a:off x="310286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2-train-input-3-24"/>
          <p:cNvSpPr/>
          <p:nvPr/>
        </p:nvSpPr>
        <p:spPr>
          <a:xfrm>
            <a:off x="318211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2-train-input-3-25"/>
          <p:cNvSpPr/>
          <p:nvPr/>
        </p:nvSpPr>
        <p:spPr>
          <a:xfrm>
            <a:off x="32613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2-train-input-3-26"/>
          <p:cNvSpPr/>
          <p:nvPr/>
        </p:nvSpPr>
        <p:spPr>
          <a:xfrm>
            <a:off x="334060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2-train-input-3-27"/>
          <p:cNvSpPr/>
          <p:nvPr/>
        </p:nvSpPr>
        <p:spPr>
          <a:xfrm>
            <a:off x="341985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2-train-input-3-28"/>
          <p:cNvSpPr/>
          <p:nvPr/>
        </p:nvSpPr>
        <p:spPr>
          <a:xfrm>
            <a:off x="349910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2-train-input-3-29"/>
          <p:cNvSpPr/>
          <p:nvPr/>
        </p:nvSpPr>
        <p:spPr>
          <a:xfrm>
            <a:off x="357835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2-train-input-4-0"/>
          <p:cNvSpPr/>
          <p:nvPr/>
        </p:nvSpPr>
        <p:spPr>
          <a:xfrm>
            <a:off x="12801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2-train-input-4-1"/>
          <p:cNvSpPr/>
          <p:nvPr/>
        </p:nvSpPr>
        <p:spPr>
          <a:xfrm>
            <a:off x="135940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2-train-input-4-2"/>
          <p:cNvSpPr/>
          <p:nvPr/>
        </p:nvSpPr>
        <p:spPr>
          <a:xfrm>
            <a:off x="14386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2-train-input-4-3"/>
          <p:cNvSpPr/>
          <p:nvPr/>
        </p:nvSpPr>
        <p:spPr>
          <a:xfrm>
            <a:off x="15179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2-train-input-4-4"/>
          <p:cNvSpPr/>
          <p:nvPr/>
        </p:nvSpPr>
        <p:spPr>
          <a:xfrm>
            <a:off x="159715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2-train-input-4-5"/>
          <p:cNvSpPr/>
          <p:nvPr/>
        </p:nvSpPr>
        <p:spPr>
          <a:xfrm>
            <a:off x="167640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2-train-input-4-6"/>
          <p:cNvSpPr/>
          <p:nvPr/>
        </p:nvSpPr>
        <p:spPr>
          <a:xfrm>
            <a:off x="175564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2-train-input-4-7"/>
          <p:cNvSpPr/>
          <p:nvPr/>
        </p:nvSpPr>
        <p:spPr>
          <a:xfrm>
            <a:off x="183489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2-train-input-4-8"/>
          <p:cNvSpPr/>
          <p:nvPr/>
        </p:nvSpPr>
        <p:spPr>
          <a:xfrm>
            <a:off x="191414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2-train-input-4-9"/>
          <p:cNvSpPr/>
          <p:nvPr/>
        </p:nvSpPr>
        <p:spPr>
          <a:xfrm>
            <a:off x="1993391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2-train-input-4-10"/>
          <p:cNvSpPr/>
          <p:nvPr/>
        </p:nvSpPr>
        <p:spPr>
          <a:xfrm>
            <a:off x="207264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2-train-input-4-11"/>
          <p:cNvSpPr/>
          <p:nvPr/>
        </p:nvSpPr>
        <p:spPr>
          <a:xfrm>
            <a:off x="215188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2-train-input-4-12"/>
          <p:cNvSpPr/>
          <p:nvPr/>
        </p:nvSpPr>
        <p:spPr>
          <a:xfrm>
            <a:off x="223113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2-train-input-4-13"/>
          <p:cNvSpPr/>
          <p:nvPr/>
        </p:nvSpPr>
        <p:spPr>
          <a:xfrm>
            <a:off x="2310383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2-train-input-4-14"/>
          <p:cNvSpPr/>
          <p:nvPr/>
        </p:nvSpPr>
        <p:spPr>
          <a:xfrm>
            <a:off x="238963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2-train-input-4-15"/>
          <p:cNvSpPr/>
          <p:nvPr/>
        </p:nvSpPr>
        <p:spPr>
          <a:xfrm>
            <a:off x="246888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2-train-input-4-16"/>
          <p:cNvSpPr/>
          <p:nvPr/>
        </p:nvSpPr>
        <p:spPr>
          <a:xfrm>
            <a:off x="254812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2-train-input-4-17"/>
          <p:cNvSpPr/>
          <p:nvPr/>
        </p:nvSpPr>
        <p:spPr>
          <a:xfrm>
            <a:off x="2627375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2-train-input-4-18"/>
          <p:cNvSpPr/>
          <p:nvPr/>
        </p:nvSpPr>
        <p:spPr>
          <a:xfrm>
            <a:off x="270662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2-train-input-4-19"/>
          <p:cNvSpPr/>
          <p:nvPr/>
        </p:nvSpPr>
        <p:spPr>
          <a:xfrm>
            <a:off x="278587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2-train-input-4-20"/>
          <p:cNvSpPr/>
          <p:nvPr/>
        </p:nvSpPr>
        <p:spPr>
          <a:xfrm>
            <a:off x="286512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2-train-input-4-21"/>
          <p:cNvSpPr/>
          <p:nvPr/>
        </p:nvSpPr>
        <p:spPr>
          <a:xfrm>
            <a:off x="294436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2-train-input-4-22"/>
          <p:cNvSpPr/>
          <p:nvPr/>
        </p:nvSpPr>
        <p:spPr>
          <a:xfrm>
            <a:off x="302361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2-train-input-4-23"/>
          <p:cNvSpPr/>
          <p:nvPr/>
        </p:nvSpPr>
        <p:spPr>
          <a:xfrm>
            <a:off x="310286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2-train-input-4-24"/>
          <p:cNvSpPr/>
          <p:nvPr/>
        </p:nvSpPr>
        <p:spPr>
          <a:xfrm>
            <a:off x="318211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2-train-input-4-25"/>
          <p:cNvSpPr/>
          <p:nvPr/>
        </p:nvSpPr>
        <p:spPr>
          <a:xfrm>
            <a:off x="32613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2-train-input-4-26"/>
          <p:cNvSpPr/>
          <p:nvPr/>
        </p:nvSpPr>
        <p:spPr>
          <a:xfrm>
            <a:off x="334060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2-train-input-4-27"/>
          <p:cNvSpPr/>
          <p:nvPr/>
        </p:nvSpPr>
        <p:spPr>
          <a:xfrm>
            <a:off x="34198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2-train-input-4-28"/>
          <p:cNvSpPr/>
          <p:nvPr/>
        </p:nvSpPr>
        <p:spPr>
          <a:xfrm>
            <a:off x="34991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2-train-input-4-29"/>
          <p:cNvSpPr/>
          <p:nvPr/>
        </p:nvSpPr>
        <p:spPr>
          <a:xfrm>
            <a:off x="357835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2-train-input-5-0"/>
          <p:cNvSpPr/>
          <p:nvPr/>
        </p:nvSpPr>
        <p:spPr>
          <a:xfrm>
            <a:off x="128016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2-train-input-5-1"/>
          <p:cNvSpPr/>
          <p:nvPr/>
        </p:nvSpPr>
        <p:spPr>
          <a:xfrm>
            <a:off x="135940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2-train-input-5-2"/>
          <p:cNvSpPr/>
          <p:nvPr/>
        </p:nvSpPr>
        <p:spPr>
          <a:xfrm>
            <a:off x="143865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2-train-input-5-3"/>
          <p:cNvSpPr/>
          <p:nvPr/>
        </p:nvSpPr>
        <p:spPr>
          <a:xfrm>
            <a:off x="151790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2-train-input-5-4"/>
          <p:cNvSpPr/>
          <p:nvPr/>
        </p:nvSpPr>
        <p:spPr>
          <a:xfrm>
            <a:off x="159715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2-train-input-5-5"/>
          <p:cNvSpPr/>
          <p:nvPr/>
        </p:nvSpPr>
        <p:spPr>
          <a:xfrm>
            <a:off x="167640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2-train-input-5-6"/>
          <p:cNvSpPr/>
          <p:nvPr/>
        </p:nvSpPr>
        <p:spPr>
          <a:xfrm>
            <a:off x="175564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2-train-input-5-7"/>
          <p:cNvSpPr/>
          <p:nvPr/>
        </p:nvSpPr>
        <p:spPr>
          <a:xfrm>
            <a:off x="183489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2-train-input-5-8"/>
          <p:cNvSpPr/>
          <p:nvPr/>
        </p:nvSpPr>
        <p:spPr>
          <a:xfrm>
            <a:off x="191414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2-train-input-5-9"/>
          <p:cNvSpPr/>
          <p:nvPr/>
        </p:nvSpPr>
        <p:spPr>
          <a:xfrm>
            <a:off x="1993391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2-train-input-5-10"/>
          <p:cNvSpPr/>
          <p:nvPr/>
        </p:nvSpPr>
        <p:spPr>
          <a:xfrm>
            <a:off x="207264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2-train-input-5-11"/>
          <p:cNvSpPr/>
          <p:nvPr/>
        </p:nvSpPr>
        <p:spPr>
          <a:xfrm>
            <a:off x="215188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2-train-input-5-12"/>
          <p:cNvSpPr/>
          <p:nvPr/>
        </p:nvSpPr>
        <p:spPr>
          <a:xfrm>
            <a:off x="223113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2-train-input-5-13"/>
          <p:cNvSpPr/>
          <p:nvPr/>
        </p:nvSpPr>
        <p:spPr>
          <a:xfrm>
            <a:off x="2310383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2-train-input-5-14"/>
          <p:cNvSpPr/>
          <p:nvPr/>
        </p:nvSpPr>
        <p:spPr>
          <a:xfrm>
            <a:off x="238963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2-train-input-5-15"/>
          <p:cNvSpPr/>
          <p:nvPr/>
        </p:nvSpPr>
        <p:spPr>
          <a:xfrm>
            <a:off x="246888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2-train-input-5-16"/>
          <p:cNvSpPr/>
          <p:nvPr/>
        </p:nvSpPr>
        <p:spPr>
          <a:xfrm>
            <a:off x="254812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2-train-input-5-17"/>
          <p:cNvSpPr/>
          <p:nvPr/>
        </p:nvSpPr>
        <p:spPr>
          <a:xfrm>
            <a:off x="2627375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2-train-input-5-18"/>
          <p:cNvSpPr/>
          <p:nvPr/>
        </p:nvSpPr>
        <p:spPr>
          <a:xfrm>
            <a:off x="270662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2-train-input-5-19"/>
          <p:cNvSpPr/>
          <p:nvPr/>
        </p:nvSpPr>
        <p:spPr>
          <a:xfrm>
            <a:off x="278587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2-train-input-5-20"/>
          <p:cNvSpPr/>
          <p:nvPr/>
        </p:nvSpPr>
        <p:spPr>
          <a:xfrm>
            <a:off x="286512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2-train-input-5-21"/>
          <p:cNvSpPr/>
          <p:nvPr/>
        </p:nvSpPr>
        <p:spPr>
          <a:xfrm>
            <a:off x="294436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2-train-input-5-22"/>
          <p:cNvSpPr/>
          <p:nvPr/>
        </p:nvSpPr>
        <p:spPr>
          <a:xfrm>
            <a:off x="302361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2-train-input-5-23"/>
          <p:cNvSpPr/>
          <p:nvPr/>
        </p:nvSpPr>
        <p:spPr>
          <a:xfrm>
            <a:off x="310286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2-train-input-5-24"/>
          <p:cNvSpPr/>
          <p:nvPr/>
        </p:nvSpPr>
        <p:spPr>
          <a:xfrm>
            <a:off x="318211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2-train-input-5-25"/>
          <p:cNvSpPr/>
          <p:nvPr/>
        </p:nvSpPr>
        <p:spPr>
          <a:xfrm>
            <a:off x="326136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2-train-input-5-26"/>
          <p:cNvSpPr/>
          <p:nvPr/>
        </p:nvSpPr>
        <p:spPr>
          <a:xfrm>
            <a:off x="334060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2-train-input-5-27"/>
          <p:cNvSpPr/>
          <p:nvPr/>
        </p:nvSpPr>
        <p:spPr>
          <a:xfrm>
            <a:off x="341985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2-train-input-5-28"/>
          <p:cNvSpPr/>
          <p:nvPr/>
        </p:nvSpPr>
        <p:spPr>
          <a:xfrm>
            <a:off x="349910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2-train-input-5-29"/>
          <p:cNvSpPr/>
          <p:nvPr/>
        </p:nvSpPr>
        <p:spPr>
          <a:xfrm>
            <a:off x="357835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2-train-input-6-0"/>
          <p:cNvSpPr/>
          <p:nvPr/>
        </p:nvSpPr>
        <p:spPr>
          <a:xfrm>
            <a:off x="12801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2-train-input-6-1"/>
          <p:cNvSpPr/>
          <p:nvPr/>
        </p:nvSpPr>
        <p:spPr>
          <a:xfrm>
            <a:off x="13594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2-train-input-6-2"/>
          <p:cNvSpPr/>
          <p:nvPr/>
        </p:nvSpPr>
        <p:spPr>
          <a:xfrm>
            <a:off x="143865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2-train-input-6-3"/>
          <p:cNvSpPr/>
          <p:nvPr/>
        </p:nvSpPr>
        <p:spPr>
          <a:xfrm>
            <a:off x="151790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2-train-input-6-4"/>
          <p:cNvSpPr/>
          <p:nvPr/>
        </p:nvSpPr>
        <p:spPr>
          <a:xfrm>
            <a:off x="159715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2-train-input-6-5"/>
          <p:cNvSpPr/>
          <p:nvPr/>
        </p:nvSpPr>
        <p:spPr>
          <a:xfrm>
            <a:off x="167640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2-train-input-6-6"/>
          <p:cNvSpPr/>
          <p:nvPr/>
        </p:nvSpPr>
        <p:spPr>
          <a:xfrm>
            <a:off x="175564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2-train-input-6-7"/>
          <p:cNvSpPr/>
          <p:nvPr/>
        </p:nvSpPr>
        <p:spPr>
          <a:xfrm>
            <a:off x="183489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2-train-input-6-8"/>
          <p:cNvSpPr/>
          <p:nvPr/>
        </p:nvSpPr>
        <p:spPr>
          <a:xfrm>
            <a:off x="191414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2-train-input-6-9"/>
          <p:cNvSpPr/>
          <p:nvPr/>
        </p:nvSpPr>
        <p:spPr>
          <a:xfrm>
            <a:off x="1993391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2-train-input-6-10"/>
          <p:cNvSpPr/>
          <p:nvPr/>
        </p:nvSpPr>
        <p:spPr>
          <a:xfrm>
            <a:off x="207264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2-train-input-6-11"/>
          <p:cNvSpPr/>
          <p:nvPr/>
        </p:nvSpPr>
        <p:spPr>
          <a:xfrm>
            <a:off x="215188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2-train-input-6-12"/>
          <p:cNvSpPr/>
          <p:nvPr/>
        </p:nvSpPr>
        <p:spPr>
          <a:xfrm>
            <a:off x="223113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2-train-input-6-13"/>
          <p:cNvSpPr/>
          <p:nvPr/>
        </p:nvSpPr>
        <p:spPr>
          <a:xfrm>
            <a:off x="2310383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2-train-input-6-14"/>
          <p:cNvSpPr/>
          <p:nvPr/>
        </p:nvSpPr>
        <p:spPr>
          <a:xfrm>
            <a:off x="238963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2-train-input-6-15"/>
          <p:cNvSpPr/>
          <p:nvPr/>
        </p:nvSpPr>
        <p:spPr>
          <a:xfrm>
            <a:off x="246888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2-train-input-6-16"/>
          <p:cNvSpPr/>
          <p:nvPr/>
        </p:nvSpPr>
        <p:spPr>
          <a:xfrm>
            <a:off x="254812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2-train-input-6-17"/>
          <p:cNvSpPr/>
          <p:nvPr/>
        </p:nvSpPr>
        <p:spPr>
          <a:xfrm>
            <a:off x="2627375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2-train-input-6-18"/>
          <p:cNvSpPr/>
          <p:nvPr/>
        </p:nvSpPr>
        <p:spPr>
          <a:xfrm>
            <a:off x="270662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2-train-input-6-19"/>
          <p:cNvSpPr/>
          <p:nvPr/>
        </p:nvSpPr>
        <p:spPr>
          <a:xfrm>
            <a:off x="278587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2-train-input-6-20"/>
          <p:cNvSpPr/>
          <p:nvPr/>
        </p:nvSpPr>
        <p:spPr>
          <a:xfrm>
            <a:off x="286512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2-train-input-6-21"/>
          <p:cNvSpPr/>
          <p:nvPr/>
        </p:nvSpPr>
        <p:spPr>
          <a:xfrm>
            <a:off x="294436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2-train-input-6-22"/>
          <p:cNvSpPr/>
          <p:nvPr/>
        </p:nvSpPr>
        <p:spPr>
          <a:xfrm>
            <a:off x="302361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2-train-input-6-23"/>
          <p:cNvSpPr/>
          <p:nvPr/>
        </p:nvSpPr>
        <p:spPr>
          <a:xfrm>
            <a:off x="310286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2-train-input-6-24"/>
          <p:cNvSpPr/>
          <p:nvPr/>
        </p:nvSpPr>
        <p:spPr>
          <a:xfrm>
            <a:off x="318211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2-train-input-6-25"/>
          <p:cNvSpPr/>
          <p:nvPr/>
        </p:nvSpPr>
        <p:spPr>
          <a:xfrm>
            <a:off x="32613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2-train-input-6-26"/>
          <p:cNvSpPr/>
          <p:nvPr/>
        </p:nvSpPr>
        <p:spPr>
          <a:xfrm>
            <a:off x="33406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2-train-input-6-27"/>
          <p:cNvSpPr/>
          <p:nvPr/>
        </p:nvSpPr>
        <p:spPr>
          <a:xfrm>
            <a:off x="341985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2-train-input-6-28"/>
          <p:cNvSpPr/>
          <p:nvPr/>
        </p:nvSpPr>
        <p:spPr>
          <a:xfrm>
            <a:off x="349910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2-train-input-6-29"/>
          <p:cNvSpPr/>
          <p:nvPr/>
        </p:nvSpPr>
        <p:spPr>
          <a:xfrm>
            <a:off x="357835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2-train-input-7-0"/>
          <p:cNvSpPr/>
          <p:nvPr/>
        </p:nvSpPr>
        <p:spPr>
          <a:xfrm>
            <a:off x="12801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2-train-input-7-1"/>
          <p:cNvSpPr/>
          <p:nvPr/>
        </p:nvSpPr>
        <p:spPr>
          <a:xfrm>
            <a:off x="135940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2-train-input-7-2"/>
          <p:cNvSpPr/>
          <p:nvPr/>
        </p:nvSpPr>
        <p:spPr>
          <a:xfrm>
            <a:off x="143865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2-train-input-7-3"/>
          <p:cNvSpPr/>
          <p:nvPr/>
        </p:nvSpPr>
        <p:spPr>
          <a:xfrm>
            <a:off x="151790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2-train-input-7-4"/>
          <p:cNvSpPr/>
          <p:nvPr/>
        </p:nvSpPr>
        <p:spPr>
          <a:xfrm>
            <a:off x="159715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2-train-input-7-5"/>
          <p:cNvSpPr/>
          <p:nvPr/>
        </p:nvSpPr>
        <p:spPr>
          <a:xfrm>
            <a:off x="167640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2-train-input-7-6"/>
          <p:cNvSpPr/>
          <p:nvPr/>
        </p:nvSpPr>
        <p:spPr>
          <a:xfrm>
            <a:off x="175564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2-train-input-7-7"/>
          <p:cNvSpPr/>
          <p:nvPr/>
        </p:nvSpPr>
        <p:spPr>
          <a:xfrm>
            <a:off x="183489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2-train-input-7-8"/>
          <p:cNvSpPr/>
          <p:nvPr/>
        </p:nvSpPr>
        <p:spPr>
          <a:xfrm>
            <a:off x="191414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2-train-input-7-9"/>
          <p:cNvSpPr/>
          <p:nvPr/>
        </p:nvSpPr>
        <p:spPr>
          <a:xfrm>
            <a:off x="1993391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2-train-input-7-10"/>
          <p:cNvSpPr/>
          <p:nvPr/>
        </p:nvSpPr>
        <p:spPr>
          <a:xfrm>
            <a:off x="207264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2-train-input-7-11"/>
          <p:cNvSpPr/>
          <p:nvPr/>
        </p:nvSpPr>
        <p:spPr>
          <a:xfrm>
            <a:off x="215188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2-train-input-7-12"/>
          <p:cNvSpPr/>
          <p:nvPr/>
        </p:nvSpPr>
        <p:spPr>
          <a:xfrm>
            <a:off x="223113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2-train-input-7-13"/>
          <p:cNvSpPr/>
          <p:nvPr/>
        </p:nvSpPr>
        <p:spPr>
          <a:xfrm>
            <a:off x="2310383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2-train-input-7-14"/>
          <p:cNvSpPr/>
          <p:nvPr/>
        </p:nvSpPr>
        <p:spPr>
          <a:xfrm>
            <a:off x="238963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2-train-input-7-15"/>
          <p:cNvSpPr/>
          <p:nvPr/>
        </p:nvSpPr>
        <p:spPr>
          <a:xfrm>
            <a:off x="246888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2-train-input-7-16"/>
          <p:cNvSpPr/>
          <p:nvPr/>
        </p:nvSpPr>
        <p:spPr>
          <a:xfrm>
            <a:off x="254812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2-train-input-7-17"/>
          <p:cNvSpPr/>
          <p:nvPr/>
        </p:nvSpPr>
        <p:spPr>
          <a:xfrm>
            <a:off x="2627375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2-train-input-7-18"/>
          <p:cNvSpPr/>
          <p:nvPr/>
        </p:nvSpPr>
        <p:spPr>
          <a:xfrm>
            <a:off x="270662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2-train-input-7-19"/>
          <p:cNvSpPr/>
          <p:nvPr/>
        </p:nvSpPr>
        <p:spPr>
          <a:xfrm>
            <a:off x="278587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2-train-input-7-20"/>
          <p:cNvSpPr/>
          <p:nvPr/>
        </p:nvSpPr>
        <p:spPr>
          <a:xfrm>
            <a:off x="286512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2-train-input-7-21"/>
          <p:cNvSpPr/>
          <p:nvPr/>
        </p:nvSpPr>
        <p:spPr>
          <a:xfrm>
            <a:off x="294436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2-train-input-7-22"/>
          <p:cNvSpPr/>
          <p:nvPr/>
        </p:nvSpPr>
        <p:spPr>
          <a:xfrm>
            <a:off x="302361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2-train-input-7-23"/>
          <p:cNvSpPr/>
          <p:nvPr/>
        </p:nvSpPr>
        <p:spPr>
          <a:xfrm>
            <a:off x="310286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2-train-input-7-24"/>
          <p:cNvSpPr/>
          <p:nvPr/>
        </p:nvSpPr>
        <p:spPr>
          <a:xfrm>
            <a:off x="318211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2-train-input-7-25"/>
          <p:cNvSpPr/>
          <p:nvPr/>
        </p:nvSpPr>
        <p:spPr>
          <a:xfrm>
            <a:off x="32613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2-train-input-7-26"/>
          <p:cNvSpPr/>
          <p:nvPr/>
        </p:nvSpPr>
        <p:spPr>
          <a:xfrm>
            <a:off x="334060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2-train-input-7-27"/>
          <p:cNvSpPr/>
          <p:nvPr/>
        </p:nvSpPr>
        <p:spPr>
          <a:xfrm>
            <a:off x="341985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2-train-input-7-28"/>
          <p:cNvSpPr/>
          <p:nvPr/>
        </p:nvSpPr>
        <p:spPr>
          <a:xfrm>
            <a:off x="349910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2-train-input-7-29"/>
          <p:cNvSpPr/>
          <p:nvPr/>
        </p:nvSpPr>
        <p:spPr>
          <a:xfrm>
            <a:off x="357835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2-train-input-8-0"/>
          <p:cNvSpPr/>
          <p:nvPr/>
        </p:nvSpPr>
        <p:spPr>
          <a:xfrm>
            <a:off x="12801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2-train-input-8-1"/>
          <p:cNvSpPr/>
          <p:nvPr/>
        </p:nvSpPr>
        <p:spPr>
          <a:xfrm>
            <a:off x="135940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2-train-input-8-2"/>
          <p:cNvSpPr/>
          <p:nvPr/>
        </p:nvSpPr>
        <p:spPr>
          <a:xfrm>
            <a:off x="14386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2-train-input-8-3"/>
          <p:cNvSpPr/>
          <p:nvPr/>
        </p:nvSpPr>
        <p:spPr>
          <a:xfrm>
            <a:off x="151790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2-train-input-8-4"/>
          <p:cNvSpPr/>
          <p:nvPr/>
        </p:nvSpPr>
        <p:spPr>
          <a:xfrm>
            <a:off x="15971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2-train-input-8-5"/>
          <p:cNvSpPr/>
          <p:nvPr/>
        </p:nvSpPr>
        <p:spPr>
          <a:xfrm>
            <a:off x="167640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2-train-input-8-6"/>
          <p:cNvSpPr/>
          <p:nvPr/>
        </p:nvSpPr>
        <p:spPr>
          <a:xfrm>
            <a:off x="175564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2-train-input-8-7"/>
          <p:cNvSpPr/>
          <p:nvPr/>
        </p:nvSpPr>
        <p:spPr>
          <a:xfrm>
            <a:off x="183489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2-train-input-8-8"/>
          <p:cNvSpPr/>
          <p:nvPr/>
        </p:nvSpPr>
        <p:spPr>
          <a:xfrm>
            <a:off x="191414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2-train-input-8-9"/>
          <p:cNvSpPr/>
          <p:nvPr/>
        </p:nvSpPr>
        <p:spPr>
          <a:xfrm>
            <a:off x="1993391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2-train-input-8-10"/>
          <p:cNvSpPr/>
          <p:nvPr/>
        </p:nvSpPr>
        <p:spPr>
          <a:xfrm>
            <a:off x="2072640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2-train-input-8-11"/>
          <p:cNvSpPr/>
          <p:nvPr/>
        </p:nvSpPr>
        <p:spPr>
          <a:xfrm>
            <a:off x="2151888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2-train-input-8-12"/>
          <p:cNvSpPr/>
          <p:nvPr/>
        </p:nvSpPr>
        <p:spPr>
          <a:xfrm>
            <a:off x="223113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2-train-input-8-13"/>
          <p:cNvSpPr/>
          <p:nvPr/>
        </p:nvSpPr>
        <p:spPr>
          <a:xfrm>
            <a:off x="2310383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2-train-input-8-14"/>
          <p:cNvSpPr/>
          <p:nvPr/>
        </p:nvSpPr>
        <p:spPr>
          <a:xfrm>
            <a:off x="238963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2-train-input-8-15"/>
          <p:cNvSpPr/>
          <p:nvPr/>
        </p:nvSpPr>
        <p:spPr>
          <a:xfrm>
            <a:off x="246888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2-train-input-8-16"/>
          <p:cNvSpPr/>
          <p:nvPr/>
        </p:nvSpPr>
        <p:spPr>
          <a:xfrm>
            <a:off x="254812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2-train-input-8-17"/>
          <p:cNvSpPr/>
          <p:nvPr/>
        </p:nvSpPr>
        <p:spPr>
          <a:xfrm>
            <a:off x="2627375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2-train-input-8-18"/>
          <p:cNvSpPr/>
          <p:nvPr/>
        </p:nvSpPr>
        <p:spPr>
          <a:xfrm>
            <a:off x="270662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2-train-input-8-19"/>
          <p:cNvSpPr/>
          <p:nvPr/>
        </p:nvSpPr>
        <p:spPr>
          <a:xfrm>
            <a:off x="278587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2-train-input-8-20"/>
          <p:cNvSpPr/>
          <p:nvPr/>
        </p:nvSpPr>
        <p:spPr>
          <a:xfrm>
            <a:off x="286512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2-train-input-8-21"/>
          <p:cNvSpPr/>
          <p:nvPr/>
        </p:nvSpPr>
        <p:spPr>
          <a:xfrm>
            <a:off x="294436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2-train-input-8-22"/>
          <p:cNvSpPr/>
          <p:nvPr/>
        </p:nvSpPr>
        <p:spPr>
          <a:xfrm>
            <a:off x="302361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2-train-input-8-23"/>
          <p:cNvSpPr/>
          <p:nvPr/>
        </p:nvSpPr>
        <p:spPr>
          <a:xfrm>
            <a:off x="310286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2-train-input-8-24"/>
          <p:cNvSpPr/>
          <p:nvPr/>
        </p:nvSpPr>
        <p:spPr>
          <a:xfrm>
            <a:off x="318211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2-train-input-8-25"/>
          <p:cNvSpPr/>
          <p:nvPr/>
        </p:nvSpPr>
        <p:spPr>
          <a:xfrm>
            <a:off x="32613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2-train-input-8-26"/>
          <p:cNvSpPr/>
          <p:nvPr/>
        </p:nvSpPr>
        <p:spPr>
          <a:xfrm>
            <a:off x="334060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2-train-input-8-27"/>
          <p:cNvSpPr/>
          <p:nvPr/>
        </p:nvSpPr>
        <p:spPr>
          <a:xfrm>
            <a:off x="34198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2-train-input-8-28"/>
          <p:cNvSpPr/>
          <p:nvPr/>
        </p:nvSpPr>
        <p:spPr>
          <a:xfrm>
            <a:off x="349910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2-train-input-8-29"/>
          <p:cNvSpPr/>
          <p:nvPr/>
        </p:nvSpPr>
        <p:spPr>
          <a:xfrm>
            <a:off x="35783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2-train-input-9-0"/>
          <p:cNvSpPr/>
          <p:nvPr/>
        </p:nvSpPr>
        <p:spPr>
          <a:xfrm>
            <a:off x="12801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2-train-input-9-1"/>
          <p:cNvSpPr/>
          <p:nvPr/>
        </p:nvSpPr>
        <p:spPr>
          <a:xfrm>
            <a:off x="135940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2-train-input-9-2"/>
          <p:cNvSpPr/>
          <p:nvPr/>
        </p:nvSpPr>
        <p:spPr>
          <a:xfrm>
            <a:off x="14386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2-train-input-9-3"/>
          <p:cNvSpPr/>
          <p:nvPr/>
        </p:nvSpPr>
        <p:spPr>
          <a:xfrm>
            <a:off x="1517904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2-train-input-9-4"/>
          <p:cNvSpPr/>
          <p:nvPr/>
        </p:nvSpPr>
        <p:spPr>
          <a:xfrm>
            <a:off x="1597152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2-train-input-9-5"/>
          <p:cNvSpPr/>
          <p:nvPr/>
        </p:nvSpPr>
        <p:spPr>
          <a:xfrm>
            <a:off x="167640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2-train-input-9-6"/>
          <p:cNvSpPr/>
          <p:nvPr/>
        </p:nvSpPr>
        <p:spPr>
          <a:xfrm>
            <a:off x="175564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2-train-input-9-7"/>
          <p:cNvSpPr/>
          <p:nvPr/>
        </p:nvSpPr>
        <p:spPr>
          <a:xfrm>
            <a:off x="183489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2-train-input-9-8"/>
          <p:cNvSpPr/>
          <p:nvPr/>
        </p:nvSpPr>
        <p:spPr>
          <a:xfrm>
            <a:off x="191414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2-train-input-9-9"/>
          <p:cNvSpPr/>
          <p:nvPr/>
        </p:nvSpPr>
        <p:spPr>
          <a:xfrm>
            <a:off x="1993391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2-train-input-9-10"/>
          <p:cNvSpPr/>
          <p:nvPr/>
        </p:nvSpPr>
        <p:spPr>
          <a:xfrm>
            <a:off x="207264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2-train-input-9-11"/>
          <p:cNvSpPr/>
          <p:nvPr/>
        </p:nvSpPr>
        <p:spPr>
          <a:xfrm>
            <a:off x="2151888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2-train-input-9-12"/>
          <p:cNvSpPr/>
          <p:nvPr/>
        </p:nvSpPr>
        <p:spPr>
          <a:xfrm>
            <a:off x="223113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2-train-input-9-13"/>
          <p:cNvSpPr/>
          <p:nvPr/>
        </p:nvSpPr>
        <p:spPr>
          <a:xfrm>
            <a:off x="2310383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2-train-input-9-14"/>
          <p:cNvSpPr/>
          <p:nvPr/>
        </p:nvSpPr>
        <p:spPr>
          <a:xfrm>
            <a:off x="238963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2-train-input-9-15"/>
          <p:cNvSpPr/>
          <p:nvPr/>
        </p:nvSpPr>
        <p:spPr>
          <a:xfrm>
            <a:off x="246888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2-train-input-9-16"/>
          <p:cNvSpPr/>
          <p:nvPr/>
        </p:nvSpPr>
        <p:spPr>
          <a:xfrm>
            <a:off x="254812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2-train-input-9-17"/>
          <p:cNvSpPr/>
          <p:nvPr/>
        </p:nvSpPr>
        <p:spPr>
          <a:xfrm>
            <a:off x="2627375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2-train-input-9-18"/>
          <p:cNvSpPr/>
          <p:nvPr/>
        </p:nvSpPr>
        <p:spPr>
          <a:xfrm>
            <a:off x="270662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2-train-input-9-19"/>
          <p:cNvSpPr/>
          <p:nvPr/>
        </p:nvSpPr>
        <p:spPr>
          <a:xfrm>
            <a:off x="278587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2-train-input-9-20"/>
          <p:cNvSpPr/>
          <p:nvPr/>
        </p:nvSpPr>
        <p:spPr>
          <a:xfrm>
            <a:off x="286512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2-train-input-9-21"/>
          <p:cNvSpPr/>
          <p:nvPr/>
        </p:nvSpPr>
        <p:spPr>
          <a:xfrm>
            <a:off x="294436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2-train-input-9-22"/>
          <p:cNvSpPr/>
          <p:nvPr/>
        </p:nvSpPr>
        <p:spPr>
          <a:xfrm>
            <a:off x="302361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2-train-input-9-23"/>
          <p:cNvSpPr/>
          <p:nvPr/>
        </p:nvSpPr>
        <p:spPr>
          <a:xfrm>
            <a:off x="310286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2-train-input-9-24"/>
          <p:cNvSpPr/>
          <p:nvPr/>
        </p:nvSpPr>
        <p:spPr>
          <a:xfrm>
            <a:off x="318211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2-train-input-9-25"/>
          <p:cNvSpPr/>
          <p:nvPr/>
        </p:nvSpPr>
        <p:spPr>
          <a:xfrm>
            <a:off x="32613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2-train-input-9-26"/>
          <p:cNvSpPr/>
          <p:nvPr/>
        </p:nvSpPr>
        <p:spPr>
          <a:xfrm>
            <a:off x="334060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2-train-input-9-27"/>
          <p:cNvSpPr/>
          <p:nvPr/>
        </p:nvSpPr>
        <p:spPr>
          <a:xfrm>
            <a:off x="34198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2-train-input-9-28"/>
          <p:cNvSpPr/>
          <p:nvPr/>
        </p:nvSpPr>
        <p:spPr>
          <a:xfrm>
            <a:off x="349910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2-train-input-9-29"/>
          <p:cNvSpPr/>
          <p:nvPr/>
        </p:nvSpPr>
        <p:spPr>
          <a:xfrm>
            <a:off x="35783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2-train-input-10-0"/>
          <p:cNvSpPr/>
          <p:nvPr/>
        </p:nvSpPr>
        <p:spPr>
          <a:xfrm>
            <a:off x="128016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2-train-input-10-1"/>
          <p:cNvSpPr/>
          <p:nvPr/>
        </p:nvSpPr>
        <p:spPr>
          <a:xfrm>
            <a:off x="135940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2-train-input-10-2"/>
          <p:cNvSpPr/>
          <p:nvPr/>
        </p:nvSpPr>
        <p:spPr>
          <a:xfrm>
            <a:off x="1438656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2-train-input-10-3"/>
          <p:cNvSpPr/>
          <p:nvPr/>
        </p:nvSpPr>
        <p:spPr>
          <a:xfrm>
            <a:off x="1517904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2-train-input-10-4"/>
          <p:cNvSpPr/>
          <p:nvPr/>
        </p:nvSpPr>
        <p:spPr>
          <a:xfrm>
            <a:off x="15971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2-train-input-10-5"/>
          <p:cNvSpPr/>
          <p:nvPr/>
        </p:nvSpPr>
        <p:spPr>
          <a:xfrm>
            <a:off x="167640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2-train-input-10-6"/>
          <p:cNvSpPr/>
          <p:nvPr/>
        </p:nvSpPr>
        <p:spPr>
          <a:xfrm>
            <a:off x="175564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2-train-input-10-7"/>
          <p:cNvSpPr/>
          <p:nvPr/>
        </p:nvSpPr>
        <p:spPr>
          <a:xfrm>
            <a:off x="183489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2-train-input-10-8"/>
          <p:cNvSpPr/>
          <p:nvPr/>
        </p:nvSpPr>
        <p:spPr>
          <a:xfrm>
            <a:off x="1914144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2-train-input-10-9"/>
          <p:cNvSpPr/>
          <p:nvPr/>
        </p:nvSpPr>
        <p:spPr>
          <a:xfrm>
            <a:off x="1993391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2-train-input-10-10"/>
          <p:cNvSpPr/>
          <p:nvPr/>
        </p:nvSpPr>
        <p:spPr>
          <a:xfrm>
            <a:off x="207264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2-train-input-10-11"/>
          <p:cNvSpPr/>
          <p:nvPr/>
        </p:nvSpPr>
        <p:spPr>
          <a:xfrm>
            <a:off x="215188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2-train-input-10-12"/>
          <p:cNvSpPr/>
          <p:nvPr/>
        </p:nvSpPr>
        <p:spPr>
          <a:xfrm>
            <a:off x="223113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2-train-input-10-13"/>
          <p:cNvSpPr/>
          <p:nvPr/>
        </p:nvSpPr>
        <p:spPr>
          <a:xfrm>
            <a:off x="2310383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2-train-input-10-14"/>
          <p:cNvSpPr/>
          <p:nvPr/>
        </p:nvSpPr>
        <p:spPr>
          <a:xfrm>
            <a:off x="238963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2-train-input-10-15"/>
          <p:cNvSpPr/>
          <p:nvPr/>
        </p:nvSpPr>
        <p:spPr>
          <a:xfrm>
            <a:off x="246888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2-train-input-10-16"/>
          <p:cNvSpPr/>
          <p:nvPr/>
        </p:nvSpPr>
        <p:spPr>
          <a:xfrm>
            <a:off x="254812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2-train-input-10-17"/>
          <p:cNvSpPr/>
          <p:nvPr/>
        </p:nvSpPr>
        <p:spPr>
          <a:xfrm>
            <a:off x="2627375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2-train-input-10-18"/>
          <p:cNvSpPr/>
          <p:nvPr/>
        </p:nvSpPr>
        <p:spPr>
          <a:xfrm>
            <a:off x="270662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2-train-input-10-19"/>
          <p:cNvSpPr/>
          <p:nvPr/>
        </p:nvSpPr>
        <p:spPr>
          <a:xfrm>
            <a:off x="278587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2-train-input-10-20"/>
          <p:cNvSpPr/>
          <p:nvPr/>
        </p:nvSpPr>
        <p:spPr>
          <a:xfrm>
            <a:off x="286512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2-train-input-10-21"/>
          <p:cNvSpPr/>
          <p:nvPr/>
        </p:nvSpPr>
        <p:spPr>
          <a:xfrm>
            <a:off x="294436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2-train-input-10-22"/>
          <p:cNvSpPr/>
          <p:nvPr/>
        </p:nvSpPr>
        <p:spPr>
          <a:xfrm>
            <a:off x="302361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2-train-input-10-23"/>
          <p:cNvSpPr/>
          <p:nvPr/>
        </p:nvSpPr>
        <p:spPr>
          <a:xfrm>
            <a:off x="310286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2-train-input-10-24"/>
          <p:cNvSpPr/>
          <p:nvPr/>
        </p:nvSpPr>
        <p:spPr>
          <a:xfrm>
            <a:off x="318211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2-train-input-10-25"/>
          <p:cNvSpPr/>
          <p:nvPr/>
        </p:nvSpPr>
        <p:spPr>
          <a:xfrm>
            <a:off x="326136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2-train-input-10-26"/>
          <p:cNvSpPr/>
          <p:nvPr/>
        </p:nvSpPr>
        <p:spPr>
          <a:xfrm>
            <a:off x="334060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2-train-input-10-27"/>
          <p:cNvSpPr/>
          <p:nvPr/>
        </p:nvSpPr>
        <p:spPr>
          <a:xfrm>
            <a:off x="341985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2-train-input-10-28"/>
          <p:cNvSpPr/>
          <p:nvPr/>
        </p:nvSpPr>
        <p:spPr>
          <a:xfrm>
            <a:off x="349910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2-train-input-10-29"/>
          <p:cNvSpPr/>
          <p:nvPr/>
        </p:nvSpPr>
        <p:spPr>
          <a:xfrm>
            <a:off x="35783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2-train-input-11-0"/>
          <p:cNvSpPr/>
          <p:nvPr/>
        </p:nvSpPr>
        <p:spPr>
          <a:xfrm>
            <a:off x="128016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2-train-input-11-1"/>
          <p:cNvSpPr/>
          <p:nvPr/>
        </p:nvSpPr>
        <p:spPr>
          <a:xfrm>
            <a:off x="135940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2-train-input-11-2"/>
          <p:cNvSpPr/>
          <p:nvPr/>
        </p:nvSpPr>
        <p:spPr>
          <a:xfrm>
            <a:off x="1438656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2-train-input-11-3"/>
          <p:cNvSpPr/>
          <p:nvPr/>
        </p:nvSpPr>
        <p:spPr>
          <a:xfrm>
            <a:off x="1517904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2-train-input-11-4"/>
          <p:cNvSpPr/>
          <p:nvPr/>
        </p:nvSpPr>
        <p:spPr>
          <a:xfrm>
            <a:off x="15971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2-train-input-11-5"/>
          <p:cNvSpPr/>
          <p:nvPr/>
        </p:nvSpPr>
        <p:spPr>
          <a:xfrm>
            <a:off x="167640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2-train-input-11-6"/>
          <p:cNvSpPr/>
          <p:nvPr/>
        </p:nvSpPr>
        <p:spPr>
          <a:xfrm>
            <a:off x="1755648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2-train-input-11-7"/>
          <p:cNvSpPr/>
          <p:nvPr/>
        </p:nvSpPr>
        <p:spPr>
          <a:xfrm>
            <a:off x="183489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2-train-input-11-8"/>
          <p:cNvSpPr/>
          <p:nvPr/>
        </p:nvSpPr>
        <p:spPr>
          <a:xfrm>
            <a:off x="1914144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2-train-input-11-9"/>
          <p:cNvSpPr/>
          <p:nvPr/>
        </p:nvSpPr>
        <p:spPr>
          <a:xfrm>
            <a:off x="1993391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2-train-input-11-10"/>
          <p:cNvSpPr/>
          <p:nvPr/>
        </p:nvSpPr>
        <p:spPr>
          <a:xfrm>
            <a:off x="207264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2-train-input-11-11"/>
          <p:cNvSpPr/>
          <p:nvPr/>
        </p:nvSpPr>
        <p:spPr>
          <a:xfrm>
            <a:off x="215188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2-train-input-11-12"/>
          <p:cNvSpPr/>
          <p:nvPr/>
        </p:nvSpPr>
        <p:spPr>
          <a:xfrm>
            <a:off x="223113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2-train-input-11-13"/>
          <p:cNvSpPr/>
          <p:nvPr/>
        </p:nvSpPr>
        <p:spPr>
          <a:xfrm>
            <a:off x="2310383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2-train-input-11-14"/>
          <p:cNvSpPr/>
          <p:nvPr/>
        </p:nvSpPr>
        <p:spPr>
          <a:xfrm>
            <a:off x="238963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2-train-input-11-15"/>
          <p:cNvSpPr/>
          <p:nvPr/>
        </p:nvSpPr>
        <p:spPr>
          <a:xfrm>
            <a:off x="246888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2-train-input-11-16"/>
          <p:cNvSpPr/>
          <p:nvPr/>
        </p:nvSpPr>
        <p:spPr>
          <a:xfrm>
            <a:off x="254812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2-train-input-11-17"/>
          <p:cNvSpPr/>
          <p:nvPr/>
        </p:nvSpPr>
        <p:spPr>
          <a:xfrm>
            <a:off x="2627375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2-train-input-11-18"/>
          <p:cNvSpPr/>
          <p:nvPr/>
        </p:nvSpPr>
        <p:spPr>
          <a:xfrm>
            <a:off x="270662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2-train-input-11-19"/>
          <p:cNvSpPr/>
          <p:nvPr/>
        </p:nvSpPr>
        <p:spPr>
          <a:xfrm>
            <a:off x="278587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2-train-input-11-20"/>
          <p:cNvSpPr/>
          <p:nvPr/>
        </p:nvSpPr>
        <p:spPr>
          <a:xfrm>
            <a:off x="286512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2-train-input-11-21"/>
          <p:cNvSpPr/>
          <p:nvPr/>
        </p:nvSpPr>
        <p:spPr>
          <a:xfrm>
            <a:off x="2944368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2-train-input-11-22"/>
          <p:cNvSpPr/>
          <p:nvPr/>
        </p:nvSpPr>
        <p:spPr>
          <a:xfrm>
            <a:off x="3023616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2-train-input-11-23"/>
          <p:cNvSpPr/>
          <p:nvPr/>
        </p:nvSpPr>
        <p:spPr>
          <a:xfrm>
            <a:off x="3102864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2-train-input-11-24"/>
          <p:cNvSpPr/>
          <p:nvPr/>
        </p:nvSpPr>
        <p:spPr>
          <a:xfrm>
            <a:off x="3182112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2-train-input-11-25"/>
          <p:cNvSpPr/>
          <p:nvPr/>
        </p:nvSpPr>
        <p:spPr>
          <a:xfrm>
            <a:off x="326136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2-train-input-11-26"/>
          <p:cNvSpPr/>
          <p:nvPr/>
        </p:nvSpPr>
        <p:spPr>
          <a:xfrm>
            <a:off x="334060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2-train-input-11-27"/>
          <p:cNvSpPr/>
          <p:nvPr/>
        </p:nvSpPr>
        <p:spPr>
          <a:xfrm>
            <a:off x="341985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2-train-input-11-28"/>
          <p:cNvSpPr/>
          <p:nvPr/>
        </p:nvSpPr>
        <p:spPr>
          <a:xfrm>
            <a:off x="349910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2-train-input-11-29"/>
          <p:cNvSpPr/>
          <p:nvPr/>
        </p:nvSpPr>
        <p:spPr>
          <a:xfrm>
            <a:off x="35783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2-train-input-12-0"/>
          <p:cNvSpPr/>
          <p:nvPr/>
        </p:nvSpPr>
        <p:spPr>
          <a:xfrm>
            <a:off x="128016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2-train-input-12-1"/>
          <p:cNvSpPr/>
          <p:nvPr/>
        </p:nvSpPr>
        <p:spPr>
          <a:xfrm>
            <a:off x="135940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2-train-input-12-2"/>
          <p:cNvSpPr/>
          <p:nvPr/>
        </p:nvSpPr>
        <p:spPr>
          <a:xfrm>
            <a:off x="14386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2-train-input-12-3"/>
          <p:cNvSpPr/>
          <p:nvPr/>
        </p:nvSpPr>
        <p:spPr>
          <a:xfrm>
            <a:off x="1517904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2-train-input-12-4"/>
          <p:cNvSpPr/>
          <p:nvPr/>
        </p:nvSpPr>
        <p:spPr>
          <a:xfrm>
            <a:off x="1597152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2-train-input-12-5"/>
          <p:cNvSpPr/>
          <p:nvPr/>
        </p:nvSpPr>
        <p:spPr>
          <a:xfrm>
            <a:off x="167640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2-train-input-12-6"/>
          <p:cNvSpPr/>
          <p:nvPr/>
        </p:nvSpPr>
        <p:spPr>
          <a:xfrm>
            <a:off x="1755648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2-train-input-12-7"/>
          <p:cNvSpPr/>
          <p:nvPr/>
        </p:nvSpPr>
        <p:spPr>
          <a:xfrm>
            <a:off x="183489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2-train-input-12-8"/>
          <p:cNvSpPr/>
          <p:nvPr/>
        </p:nvSpPr>
        <p:spPr>
          <a:xfrm>
            <a:off x="191414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2-train-input-12-9"/>
          <p:cNvSpPr/>
          <p:nvPr/>
        </p:nvSpPr>
        <p:spPr>
          <a:xfrm>
            <a:off x="1993391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2-train-input-12-10"/>
          <p:cNvSpPr/>
          <p:nvPr/>
        </p:nvSpPr>
        <p:spPr>
          <a:xfrm>
            <a:off x="207264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2-train-input-12-11"/>
          <p:cNvSpPr/>
          <p:nvPr/>
        </p:nvSpPr>
        <p:spPr>
          <a:xfrm>
            <a:off x="215188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2-train-input-12-12"/>
          <p:cNvSpPr/>
          <p:nvPr/>
        </p:nvSpPr>
        <p:spPr>
          <a:xfrm>
            <a:off x="2231136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2-train-input-12-13"/>
          <p:cNvSpPr/>
          <p:nvPr/>
        </p:nvSpPr>
        <p:spPr>
          <a:xfrm>
            <a:off x="2310383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2-train-input-12-14"/>
          <p:cNvSpPr/>
          <p:nvPr/>
        </p:nvSpPr>
        <p:spPr>
          <a:xfrm>
            <a:off x="238963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2-train-input-12-15"/>
          <p:cNvSpPr/>
          <p:nvPr/>
        </p:nvSpPr>
        <p:spPr>
          <a:xfrm>
            <a:off x="246888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2-train-input-12-16"/>
          <p:cNvSpPr/>
          <p:nvPr/>
        </p:nvSpPr>
        <p:spPr>
          <a:xfrm>
            <a:off x="254812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2-train-input-12-17"/>
          <p:cNvSpPr/>
          <p:nvPr/>
        </p:nvSpPr>
        <p:spPr>
          <a:xfrm>
            <a:off x="2627375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2-train-input-12-18"/>
          <p:cNvSpPr/>
          <p:nvPr/>
        </p:nvSpPr>
        <p:spPr>
          <a:xfrm>
            <a:off x="270662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2-train-input-12-19"/>
          <p:cNvSpPr/>
          <p:nvPr/>
        </p:nvSpPr>
        <p:spPr>
          <a:xfrm>
            <a:off x="2785872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2-train-input-12-20"/>
          <p:cNvSpPr/>
          <p:nvPr/>
        </p:nvSpPr>
        <p:spPr>
          <a:xfrm>
            <a:off x="286512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2-train-input-12-21"/>
          <p:cNvSpPr/>
          <p:nvPr/>
        </p:nvSpPr>
        <p:spPr>
          <a:xfrm>
            <a:off x="294436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2-train-input-12-22"/>
          <p:cNvSpPr/>
          <p:nvPr/>
        </p:nvSpPr>
        <p:spPr>
          <a:xfrm>
            <a:off x="302361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2-train-input-12-23"/>
          <p:cNvSpPr/>
          <p:nvPr/>
        </p:nvSpPr>
        <p:spPr>
          <a:xfrm>
            <a:off x="310286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2-train-input-12-24"/>
          <p:cNvSpPr/>
          <p:nvPr/>
        </p:nvSpPr>
        <p:spPr>
          <a:xfrm>
            <a:off x="3182112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2-train-input-12-25"/>
          <p:cNvSpPr/>
          <p:nvPr/>
        </p:nvSpPr>
        <p:spPr>
          <a:xfrm>
            <a:off x="326136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2-train-input-12-26"/>
          <p:cNvSpPr/>
          <p:nvPr/>
        </p:nvSpPr>
        <p:spPr>
          <a:xfrm>
            <a:off x="334060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2-train-input-12-27"/>
          <p:cNvSpPr/>
          <p:nvPr/>
        </p:nvSpPr>
        <p:spPr>
          <a:xfrm>
            <a:off x="34198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2-train-input-12-28"/>
          <p:cNvSpPr/>
          <p:nvPr/>
        </p:nvSpPr>
        <p:spPr>
          <a:xfrm>
            <a:off x="349910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2-train-input-12-29"/>
          <p:cNvSpPr/>
          <p:nvPr/>
        </p:nvSpPr>
        <p:spPr>
          <a:xfrm>
            <a:off x="357835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2-train-input-13-0"/>
          <p:cNvSpPr/>
          <p:nvPr/>
        </p:nvSpPr>
        <p:spPr>
          <a:xfrm>
            <a:off x="128016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2-train-input-13-1"/>
          <p:cNvSpPr/>
          <p:nvPr/>
        </p:nvSpPr>
        <p:spPr>
          <a:xfrm>
            <a:off x="135940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2-train-input-13-2"/>
          <p:cNvSpPr/>
          <p:nvPr/>
        </p:nvSpPr>
        <p:spPr>
          <a:xfrm>
            <a:off x="143865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2-train-input-13-3"/>
          <p:cNvSpPr/>
          <p:nvPr/>
        </p:nvSpPr>
        <p:spPr>
          <a:xfrm>
            <a:off x="15179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2-train-input-13-4"/>
          <p:cNvSpPr/>
          <p:nvPr/>
        </p:nvSpPr>
        <p:spPr>
          <a:xfrm>
            <a:off x="159715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2-train-input-13-5"/>
          <p:cNvSpPr/>
          <p:nvPr/>
        </p:nvSpPr>
        <p:spPr>
          <a:xfrm>
            <a:off x="167640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2-train-input-13-6"/>
          <p:cNvSpPr/>
          <p:nvPr/>
        </p:nvSpPr>
        <p:spPr>
          <a:xfrm>
            <a:off x="175564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2-train-input-13-7"/>
          <p:cNvSpPr/>
          <p:nvPr/>
        </p:nvSpPr>
        <p:spPr>
          <a:xfrm>
            <a:off x="183489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2-train-input-13-8"/>
          <p:cNvSpPr/>
          <p:nvPr/>
        </p:nvSpPr>
        <p:spPr>
          <a:xfrm>
            <a:off x="191414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2-train-input-13-9"/>
          <p:cNvSpPr/>
          <p:nvPr/>
        </p:nvSpPr>
        <p:spPr>
          <a:xfrm>
            <a:off x="1993391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2-train-input-13-10"/>
          <p:cNvSpPr/>
          <p:nvPr/>
        </p:nvSpPr>
        <p:spPr>
          <a:xfrm>
            <a:off x="207264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2-train-input-13-11"/>
          <p:cNvSpPr/>
          <p:nvPr/>
        </p:nvSpPr>
        <p:spPr>
          <a:xfrm>
            <a:off x="2151888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2-train-input-13-12"/>
          <p:cNvSpPr/>
          <p:nvPr/>
        </p:nvSpPr>
        <p:spPr>
          <a:xfrm>
            <a:off x="2231136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2-train-input-13-13"/>
          <p:cNvSpPr/>
          <p:nvPr/>
        </p:nvSpPr>
        <p:spPr>
          <a:xfrm>
            <a:off x="2310383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2-train-input-13-14"/>
          <p:cNvSpPr/>
          <p:nvPr/>
        </p:nvSpPr>
        <p:spPr>
          <a:xfrm>
            <a:off x="238963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2-train-input-13-15"/>
          <p:cNvSpPr/>
          <p:nvPr/>
        </p:nvSpPr>
        <p:spPr>
          <a:xfrm>
            <a:off x="246888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2-train-input-13-16"/>
          <p:cNvSpPr/>
          <p:nvPr/>
        </p:nvSpPr>
        <p:spPr>
          <a:xfrm>
            <a:off x="254812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2-train-input-13-17"/>
          <p:cNvSpPr/>
          <p:nvPr/>
        </p:nvSpPr>
        <p:spPr>
          <a:xfrm>
            <a:off x="2627375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2-train-input-13-18"/>
          <p:cNvSpPr/>
          <p:nvPr/>
        </p:nvSpPr>
        <p:spPr>
          <a:xfrm>
            <a:off x="2706624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2-train-input-13-19"/>
          <p:cNvSpPr/>
          <p:nvPr/>
        </p:nvSpPr>
        <p:spPr>
          <a:xfrm>
            <a:off x="2785872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2-train-input-13-20"/>
          <p:cNvSpPr/>
          <p:nvPr/>
        </p:nvSpPr>
        <p:spPr>
          <a:xfrm>
            <a:off x="2865120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2-train-input-13-21"/>
          <p:cNvSpPr/>
          <p:nvPr/>
        </p:nvSpPr>
        <p:spPr>
          <a:xfrm>
            <a:off x="2944368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2-train-input-13-22"/>
          <p:cNvSpPr/>
          <p:nvPr/>
        </p:nvSpPr>
        <p:spPr>
          <a:xfrm>
            <a:off x="3023616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2-train-input-13-23"/>
          <p:cNvSpPr/>
          <p:nvPr/>
        </p:nvSpPr>
        <p:spPr>
          <a:xfrm>
            <a:off x="3102864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2-train-input-13-24"/>
          <p:cNvSpPr/>
          <p:nvPr/>
        </p:nvSpPr>
        <p:spPr>
          <a:xfrm>
            <a:off x="3182112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2-train-input-13-25"/>
          <p:cNvSpPr/>
          <p:nvPr/>
        </p:nvSpPr>
        <p:spPr>
          <a:xfrm>
            <a:off x="326136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2-train-input-13-26"/>
          <p:cNvSpPr/>
          <p:nvPr/>
        </p:nvSpPr>
        <p:spPr>
          <a:xfrm>
            <a:off x="334060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2-train-input-13-27"/>
          <p:cNvSpPr/>
          <p:nvPr/>
        </p:nvSpPr>
        <p:spPr>
          <a:xfrm>
            <a:off x="341985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2-train-input-13-28"/>
          <p:cNvSpPr/>
          <p:nvPr/>
        </p:nvSpPr>
        <p:spPr>
          <a:xfrm>
            <a:off x="34991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2-train-input-13-29"/>
          <p:cNvSpPr/>
          <p:nvPr/>
        </p:nvSpPr>
        <p:spPr>
          <a:xfrm>
            <a:off x="357835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2-train-input-14-0"/>
          <p:cNvSpPr/>
          <p:nvPr/>
        </p:nvSpPr>
        <p:spPr>
          <a:xfrm>
            <a:off x="12801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2-train-input-14-1"/>
          <p:cNvSpPr/>
          <p:nvPr/>
        </p:nvSpPr>
        <p:spPr>
          <a:xfrm>
            <a:off x="135940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2-train-input-14-2"/>
          <p:cNvSpPr/>
          <p:nvPr/>
        </p:nvSpPr>
        <p:spPr>
          <a:xfrm>
            <a:off x="14386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2-train-input-14-3"/>
          <p:cNvSpPr/>
          <p:nvPr/>
        </p:nvSpPr>
        <p:spPr>
          <a:xfrm>
            <a:off x="151790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2-train-input-14-4"/>
          <p:cNvSpPr/>
          <p:nvPr/>
        </p:nvSpPr>
        <p:spPr>
          <a:xfrm>
            <a:off x="159715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2-train-input-14-5"/>
          <p:cNvSpPr/>
          <p:nvPr/>
        </p:nvSpPr>
        <p:spPr>
          <a:xfrm>
            <a:off x="167640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2-train-input-14-6"/>
          <p:cNvSpPr/>
          <p:nvPr/>
        </p:nvSpPr>
        <p:spPr>
          <a:xfrm>
            <a:off x="175564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2-train-input-14-7"/>
          <p:cNvSpPr/>
          <p:nvPr/>
        </p:nvSpPr>
        <p:spPr>
          <a:xfrm>
            <a:off x="183489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2-train-input-14-8"/>
          <p:cNvSpPr/>
          <p:nvPr/>
        </p:nvSpPr>
        <p:spPr>
          <a:xfrm>
            <a:off x="191414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2-train-input-14-9"/>
          <p:cNvSpPr/>
          <p:nvPr/>
        </p:nvSpPr>
        <p:spPr>
          <a:xfrm>
            <a:off x="1993391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2-train-input-14-10"/>
          <p:cNvSpPr/>
          <p:nvPr/>
        </p:nvSpPr>
        <p:spPr>
          <a:xfrm>
            <a:off x="2072640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2-train-input-14-11"/>
          <p:cNvSpPr/>
          <p:nvPr/>
        </p:nvSpPr>
        <p:spPr>
          <a:xfrm>
            <a:off x="2151888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2-train-input-14-12"/>
          <p:cNvSpPr/>
          <p:nvPr/>
        </p:nvSpPr>
        <p:spPr>
          <a:xfrm>
            <a:off x="2231136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2-train-input-14-13"/>
          <p:cNvSpPr/>
          <p:nvPr/>
        </p:nvSpPr>
        <p:spPr>
          <a:xfrm>
            <a:off x="2310383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2-train-input-14-14"/>
          <p:cNvSpPr/>
          <p:nvPr/>
        </p:nvSpPr>
        <p:spPr>
          <a:xfrm>
            <a:off x="238963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2-train-input-14-15"/>
          <p:cNvSpPr/>
          <p:nvPr/>
        </p:nvSpPr>
        <p:spPr>
          <a:xfrm>
            <a:off x="246888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2-train-input-14-16"/>
          <p:cNvSpPr/>
          <p:nvPr/>
        </p:nvSpPr>
        <p:spPr>
          <a:xfrm>
            <a:off x="254812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2-train-input-14-17"/>
          <p:cNvSpPr/>
          <p:nvPr/>
        </p:nvSpPr>
        <p:spPr>
          <a:xfrm>
            <a:off x="2627375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2-train-input-14-18"/>
          <p:cNvSpPr/>
          <p:nvPr/>
        </p:nvSpPr>
        <p:spPr>
          <a:xfrm>
            <a:off x="2706624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2-train-input-14-19"/>
          <p:cNvSpPr/>
          <p:nvPr/>
        </p:nvSpPr>
        <p:spPr>
          <a:xfrm>
            <a:off x="278587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2-train-input-14-20"/>
          <p:cNvSpPr/>
          <p:nvPr/>
        </p:nvSpPr>
        <p:spPr>
          <a:xfrm>
            <a:off x="286512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2-train-input-14-21"/>
          <p:cNvSpPr/>
          <p:nvPr/>
        </p:nvSpPr>
        <p:spPr>
          <a:xfrm>
            <a:off x="294436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2-train-input-14-22"/>
          <p:cNvSpPr/>
          <p:nvPr/>
        </p:nvSpPr>
        <p:spPr>
          <a:xfrm>
            <a:off x="3023616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2-train-input-14-23"/>
          <p:cNvSpPr/>
          <p:nvPr/>
        </p:nvSpPr>
        <p:spPr>
          <a:xfrm>
            <a:off x="3102864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2-train-input-14-24"/>
          <p:cNvSpPr/>
          <p:nvPr/>
        </p:nvSpPr>
        <p:spPr>
          <a:xfrm>
            <a:off x="318211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2-train-input-14-25"/>
          <p:cNvSpPr/>
          <p:nvPr/>
        </p:nvSpPr>
        <p:spPr>
          <a:xfrm>
            <a:off x="32613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2-train-input-14-26"/>
          <p:cNvSpPr/>
          <p:nvPr/>
        </p:nvSpPr>
        <p:spPr>
          <a:xfrm>
            <a:off x="334060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2-train-input-14-27"/>
          <p:cNvSpPr/>
          <p:nvPr/>
        </p:nvSpPr>
        <p:spPr>
          <a:xfrm>
            <a:off x="34198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2-train-input-14-28"/>
          <p:cNvSpPr/>
          <p:nvPr/>
        </p:nvSpPr>
        <p:spPr>
          <a:xfrm>
            <a:off x="349910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2-train-input-14-29"/>
          <p:cNvSpPr/>
          <p:nvPr/>
        </p:nvSpPr>
        <p:spPr>
          <a:xfrm>
            <a:off x="357835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2-train-input-15-0"/>
          <p:cNvSpPr/>
          <p:nvPr/>
        </p:nvSpPr>
        <p:spPr>
          <a:xfrm>
            <a:off x="12801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2-train-input-15-1"/>
          <p:cNvSpPr/>
          <p:nvPr/>
        </p:nvSpPr>
        <p:spPr>
          <a:xfrm>
            <a:off x="135940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2-train-input-15-2"/>
          <p:cNvSpPr/>
          <p:nvPr/>
        </p:nvSpPr>
        <p:spPr>
          <a:xfrm>
            <a:off x="143865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2-train-input-15-3"/>
          <p:cNvSpPr/>
          <p:nvPr/>
        </p:nvSpPr>
        <p:spPr>
          <a:xfrm>
            <a:off x="151790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2-train-input-15-4"/>
          <p:cNvSpPr/>
          <p:nvPr/>
        </p:nvSpPr>
        <p:spPr>
          <a:xfrm>
            <a:off x="15971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2-train-input-15-5"/>
          <p:cNvSpPr/>
          <p:nvPr/>
        </p:nvSpPr>
        <p:spPr>
          <a:xfrm>
            <a:off x="167640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2-train-input-15-6"/>
          <p:cNvSpPr/>
          <p:nvPr/>
        </p:nvSpPr>
        <p:spPr>
          <a:xfrm>
            <a:off x="175564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2-train-input-15-7"/>
          <p:cNvSpPr/>
          <p:nvPr/>
        </p:nvSpPr>
        <p:spPr>
          <a:xfrm>
            <a:off x="183489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2-train-input-15-8"/>
          <p:cNvSpPr/>
          <p:nvPr/>
        </p:nvSpPr>
        <p:spPr>
          <a:xfrm>
            <a:off x="191414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2-train-input-15-9"/>
          <p:cNvSpPr/>
          <p:nvPr/>
        </p:nvSpPr>
        <p:spPr>
          <a:xfrm>
            <a:off x="1993391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2-train-input-15-10"/>
          <p:cNvSpPr/>
          <p:nvPr/>
        </p:nvSpPr>
        <p:spPr>
          <a:xfrm>
            <a:off x="2072640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2-train-input-15-11"/>
          <p:cNvSpPr/>
          <p:nvPr/>
        </p:nvSpPr>
        <p:spPr>
          <a:xfrm>
            <a:off x="2151888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2-train-input-15-12"/>
          <p:cNvSpPr/>
          <p:nvPr/>
        </p:nvSpPr>
        <p:spPr>
          <a:xfrm>
            <a:off x="2231136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2-train-input-15-13"/>
          <p:cNvSpPr/>
          <p:nvPr/>
        </p:nvSpPr>
        <p:spPr>
          <a:xfrm>
            <a:off x="2310383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2-train-input-15-14"/>
          <p:cNvSpPr/>
          <p:nvPr/>
        </p:nvSpPr>
        <p:spPr>
          <a:xfrm>
            <a:off x="238963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2-train-input-15-15"/>
          <p:cNvSpPr/>
          <p:nvPr/>
        </p:nvSpPr>
        <p:spPr>
          <a:xfrm>
            <a:off x="246888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2-train-input-15-16"/>
          <p:cNvSpPr/>
          <p:nvPr/>
        </p:nvSpPr>
        <p:spPr>
          <a:xfrm>
            <a:off x="254812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2-train-input-15-17"/>
          <p:cNvSpPr/>
          <p:nvPr/>
        </p:nvSpPr>
        <p:spPr>
          <a:xfrm>
            <a:off x="2627375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2-train-input-15-18"/>
          <p:cNvSpPr/>
          <p:nvPr/>
        </p:nvSpPr>
        <p:spPr>
          <a:xfrm>
            <a:off x="2706624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2-train-input-15-19"/>
          <p:cNvSpPr/>
          <p:nvPr/>
        </p:nvSpPr>
        <p:spPr>
          <a:xfrm>
            <a:off x="2785872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2-train-input-15-20"/>
          <p:cNvSpPr/>
          <p:nvPr/>
        </p:nvSpPr>
        <p:spPr>
          <a:xfrm>
            <a:off x="2865120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2-train-input-15-21"/>
          <p:cNvSpPr/>
          <p:nvPr/>
        </p:nvSpPr>
        <p:spPr>
          <a:xfrm>
            <a:off x="2944368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2-train-input-15-22"/>
          <p:cNvSpPr/>
          <p:nvPr/>
        </p:nvSpPr>
        <p:spPr>
          <a:xfrm>
            <a:off x="3023616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2-train-input-15-23"/>
          <p:cNvSpPr/>
          <p:nvPr/>
        </p:nvSpPr>
        <p:spPr>
          <a:xfrm>
            <a:off x="3102864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2-train-input-15-24"/>
          <p:cNvSpPr/>
          <p:nvPr/>
        </p:nvSpPr>
        <p:spPr>
          <a:xfrm>
            <a:off x="318211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2-train-input-15-25"/>
          <p:cNvSpPr/>
          <p:nvPr/>
        </p:nvSpPr>
        <p:spPr>
          <a:xfrm>
            <a:off x="32613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2-train-input-15-26"/>
          <p:cNvSpPr/>
          <p:nvPr/>
        </p:nvSpPr>
        <p:spPr>
          <a:xfrm>
            <a:off x="334060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2-train-input-15-27"/>
          <p:cNvSpPr/>
          <p:nvPr/>
        </p:nvSpPr>
        <p:spPr>
          <a:xfrm>
            <a:off x="341985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2-train-input-15-28"/>
          <p:cNvSpPr/>
          <p:nvPr/>
        </p:nvSpPr>
        <p:spPr>
          <a:xfrm>
            <a:off x="349910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2-train-input-15-29"/>
          <p:cNvSpPr/>
          <p:nvPr/>
        </p:nvSpPr>
        <p:spPr>
          <a:xfrm>
            <a:off x="35783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2-train-input-16-0"/>
          <p:cNvSpPr/>
          <p:nvPr/>
        </p:nvSpPr>
        <p:spPr>
          <a:xfrm>
            <a:off x="12801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2-train-input-16-1"/>
          <p:cNvSpPr/>
          <p:nvPr/>
        </p:nvSpPr>
        <p:spPr>
          <a:xfrm>
            <a:off x="13594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2-train-input-16-2"/>
          <p:cNvSpPr/>
          <p:nvPr/>
        </p:nvSpPr>
        <p:spPr>
          <a:xfrm>
            <a:off x="14386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2-train-input-16-3"/>
          <p:cNvSpPr/>
          <p:nvPr/>
        </p:nvSpPr>
        <p:spPr>
          <a:xfrm>
            <a:off x="15179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2-train-input-16-4"/>
          <p:cNvSpPr/>
          <p:nvPr/>
        </p:nvSpPr>
        <p:spPr>
          <a:xfrm>
            <a:off x="15971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2-train-input-16-5"/>
          <p:cNvSpPr/>
          <p:nvPr/>
        </p:nvSpPr>
        <p:spPr>
          <a:xfrm>
            <a:off x="1676400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2-train-input-16-6"/>
          <p:cNvSpPr/>
          <p:nvPr/>
        </p:nvSpPr>
        <p:spPr>
          <a:xfrm>
            <a:off x="175564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2-train-input-16-7"/>
          <p:cNvSpPr/>
          <p:nvPr/>
        </p:nvSpPr>
        <p:spPr>
          <a:xfrm>
            <a:off x="183489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2-train-input-16-8"/>
          <p:cNvSpPr/>
          <p:nvPr/>
        </p:nvSpPr>
        <p:spPr>
          <a:xfrm>
            <a:off x="191414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2-train-input-16-9"/>
          <p:cNvSpPr/>
          <p:nvPr/>
        </p:nvSpPr>
        <p:spPr>
          <a:xfrm>
            <a:off x="1993391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2-train-input-16-10"/>
          <p:cNvSpPr/>
          <p:nvPr/>
        </p:nvSpPr>
        <p:spPr>
          <a:xfrm>
            <a:off x="207264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2-train-input-16-11"/>
          <p:cNvSpPr/>
          <p:nvPr/>
        </p:nvSpPr>
        <p:spPr>
          <a:xfrm>
            <a:off x="215188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2-train-input-16-12"/>
          <p:cNvSpPr/>
          <p:nvPr/>
        </p:nvSpPr>
        <p:spPr>
          <a:xfrm>
            <a:off x="223113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2-train-input-16-13"/>
          <p:cNvSpPr/>
          <p:nvPr/>
        </p:nvSpPr>
        <p:spPr>
          <a:xfrm>
            <a:off x="2310383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2-train-input-16-14"/>
          <p:cNvSpPr/>
          <p:nvPr/>
        </p:nvSpPr>
        <p:spPr>
          <a:xfrm>
            <a:off x="238963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2-train-input-16-15"/>
          <p:cNvSpPr/>
          <p:nvPr/>
        </p:nvSpPr>
        <p:spPr>
          <a:xfrm>
            <a:off x="246888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2-train-input-16-16"/>
          <p:cNvSpPr/>
          <p:nvPr/>
        </p:nvSpPr>
        <p:spPr>
          <a:xfrm>
            <a:off x="254812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2-train-input-16-17"/>
          <p:cNvSpPr/>
          <p:nvPr/>
        </p:nvSpPr>
        <p:spPr>
          <a:xfrm>
            <a:off x="2627375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2-train-input-16-18"/>
          <p:cNvSpPr/>
          <p:nvPr/>
        </p:nvSpPr>
        <p:spPr>
          <a:xfrm>
            <a:off x="2706624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2-train-input-16-19"/>
          <p:cNvSpPr/>
          <p:nvPr/>
        </p:nvSpPr>
        <p:spPr>
          <a:xfrm>
            <a:off x="2785872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2-train-input-16-20"/>
          <p:cNvSpPr/>
          <p:nvPr/>
        </p:nvSpPr>
        <p:spPr>
          <a:xfrm>
            <a:off x="2865120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2-train-input-16-21"/>
          <p:cNvSpPr/>
          <p:nvPr/>
        </p:nvSpPr>
        <p:spPr>
          <a:xfrm>
            <a:off x="294436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2-train-input-16-22"/>
          <p:cNvSpPr/>
          <p:nvPr/>
        </p:nvSpPr>
        <p:spPr>
          <a:xfrm>
            <a:off x="302361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2-train-input-16-23"/>
          <p:cNvSpPr/>
          <p:nvPr/>
        </p:nvSpPr>
        <p:spPr>
          <a:xfrm>
            <a:off x="310286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2-train-input-16-24"/>
          <p:cNvSpPr/>
          <p:nvPr/>
        </p:nvSpPr>
        <p:spPr>
          <a:xfrm>
            <a:off x="318211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2-train-input-16-25"/>
          <p:cNvSpPr/>
          <p:nvPr/>
        </p:nvSpPr>
        <p:spPr>
          <a:xfrm>
            <a:off x="32613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2-train-input-16-26"/>
          <p:cNvSpPr/>
          <p:nvPr/>
        </p:nvSpPr>
        <p:spPr>
          <a:xfrm>
            <a:off x="33406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2-train-input-16-27"/>
          <p:cNvSpPr/>
          <p:nvPr/>
        </p:nvSpPr>
        <p:spPr>
          <a:xfrm>
            <a:off x="34198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grid-2-train-input-16-28"/>
          <p:cNvSpPr/>
          <p:nvPr/>
        </p:nvSpPr>
        <p:spPr>
          <a:xfrm>
            <a:off x="34991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grid-2-train-input-16-29"/>
          <p:cNvSpPr/>
          <p:nvPr/>
        </p:nvSpPr>
        <p:spPr>
          <a:xfrm>
            <a:off x="35783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grid-2-train-input-17-0"/>
          <p:cNvSpPr/>
          <p:nvPr/>
        </p:nvSpPr>
        <p:spPr>
          <a:xfrm>
            <a:off x="12801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grid-2-train-input-17-1"/>
          <p:cNvSpPr/>
          <p:nvPr/>
        </p:nvSpPr>
        <p:spPr>
          <a:xfrm>
            <a:off x="135940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grid-2-train-input-17-2"/>
          <p:cNvSpPr/>
          <p:nvPr/>
        </p:nvSpPr>
        <p:spPr>
          <a:xfrm>
            <a:off x="143865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grid-2-train-input-17-3"/>
          <p:cNvSpPr/>
          <p:nvPr/>
        </p:nvSpPr>
        <p:spPr>
          <a:xfrm>
            <a:off x="1517904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grid-2-train-input-17-4"/>
          <p:cNvSpPr/>
          <p:nvPr/>
        </p:nvSpPr>
        <p:spPr>
          <a:xfrm>
            <a:off x="1597152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grid-2-train-input-17-5"/>
          <p:cNvSpPr/>
          <p:nvPr/>
        </p:nvSpPr>
        <p:spPr>
          <a:xfrm>
            <a:off x="1676400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grid-2-train-input-17-6"/>
          <p:cNvSpPr/>
          <p:nvPr/>
        </p:nvSpPr>
        <p:spPr>
          <a:xfrm>
            <a:off x="1755648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grid-2-train-input-17-7"/>
          <p:cNvSpPr/>
          <p:nvPr/>
        </p:nvSpPr>
        <p:spPr>
          <a:xfrm>
            <a:off x="183489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grid-2-train-input-17-8"/>
          <p:cNvSpPr/>
          <p:nvPr/>
        </p:nvSpPr>
        <p:spPr>
          <a:xfrm>
            <a:off x="191414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grid-2-train-input-17-9"/>
          <p:cNvSpPr/>
          <p:nvPr/>
        </p:nvSpPr>
        <p:spPr>
          <a:xfrm>
            <a:off x="1993391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grid-2-train-input-17-10"/>
          <p:cNvSpPr/>
          <p:nvPr/>
        </p:nvSpPr>
        <p:spPr>
          <a:xfrm>
            <a:off x="207264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grid-2-train-input-17-11"/>
          <p:cNvSpPr/>
          <p:nvPr/>
        </p:nvSpPr>
        <p:spPr>
          <a:xfrm>
            <a:off x="215188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grid-2-train-input-17-12"/>
          <p:cNvSpPr/>
          <p:nvPr/>
        </p:nvSpPr>
        <p:spPr>
          <a:xfrm>
            <a:off x="223113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grid-2-train-input-17-13"/>
          <p:cNvSpPr/>
          <p:nvPr/>
        </p:nvSpPr>
        <p:spPr>
          <a:xfrm>
            <a:off x="2310383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grid-2-train-input-17-14"/>
          <p:cNvSpPr/>
          <p:nvPr/>
        </p:nvSpPr>
        <p:spPr>
          <a:xfrm>
            <a:off x="238963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grid-2-train-input-17-15"/>
          <p:cNvSpPr/>
          <p:nvPr/>
        </p:nvSpPr>
        <p:spPr>
          <a:xfrm>
            <a:off x="246888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grid-2-train-input-17-16"/>
          <p:cNvSpPr/>
          <p:nvPr/>
        </p:nvSpPr>
        <p:spPr>
          <a:xfrm>
            <a:off x="254812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grid-2-train-input-17-17"/>
          <p:cNvSpPr/>
          <p:nvPr/>
        </p:nvSpPr>
        <p:spPr>
          <a:xfrm>
            <a:off x="2627375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grid-2-train-input-17-18"/>
          <p:cNvSpPr/>
          <p:nvPr/>
        </p:nvSpPr>
        <p:spPr>
          <a:xfrm>
            <a:off x="270662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grid-2-train-input-17-19"/>
          <p:cNvSpPr/>
          <p:nvPr/>
        </p:nvSpPr>
        <p:spPr>
          <a:xfrm>
            <a:off x="278587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grid-2-train-input-17-20"/>
          <p:cNvSpPr/>
          <p:nvPr/>
        </p:nvSpPr>
        <p:spPr>
          <a:xfrm>
            <a:off x="286512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grid-2-train-input-17-21"/>
          <p:cNvSpPr/>
          <p:nvPr/>
        </p:nvSpPr>
        <p:spPr>
          <a:xfrm>
            <a:off x="294436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grid-2-train-input-17-22"/>
          <p:cNvSpPr/>
          <p:nvPr/>
        </p:nvSpPr>
        <p:spPr>
          <a:xfrm>
            <a:off x="302361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grid-2-train-input-17-23"/>
          <p:cNvSpPr/>
          <p:nvPr/>
        </p:nvSpPr>
        <p:spPr>
          <a:xfrm>
            <a:off x="310286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grid-2-train-input-17-24"/>
          <p:cNvSpPr/>
          <p:nvPr/>
        </p:nvSpPr>
        <p:spPr>
          <a:xfrm>
            <a:off x="318211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grid-2-train-input-17-25"/>
          <p:cNvSpPr/>
          <p:nvPr/>
        </p:nvSpPr>
        <p:spPr>
          <a:xfrm>
            <a:off x="32613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grid-2-train-input-17-26"/>
          <p:cNvSpPr/>
          <p:nvPr/>
        </p:nvSpPr>
        <p:spPr>
          <a:xfrm>
            <a:off x="334060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grid-2-train-input-17-27"/>
          <p:cNvSpPr/>
          <p:nvPr/>
        </p:nvSpPr>
        <p:spPr>
          <a:xfrm>
            <a:off x="341985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grid-2-train-input-17-28"/>
          <p:cNvSpPr/>
          <p:nvPr/>
        </p:nvSpPr>
        <p:spPr>
          <a:xfrm>
            <a:off x="349910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grid-2-train-input-17-29"/>
          <p:cNvSpPr/>
          <p:nvPr/>
        </p:nvSpPr>
        <p:spPr>
          <a:xfrm>
            <a:off x="357835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grid-2-train-input-18-0"/>
          <p:cNvSpPr/>
          <p:nvPr/>
        </p:nvSpPr>
        <p:spPr>
          <a:xfrm>
            <a:off x="12801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grid-2-train-input-18-1"/>
          <p:cNvSpPr/>
          <p:nvPr/>
        </p:nvSpPr>
        <p:spPr>
          <a:xfrm>
            <a:off x="135940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grid-2-train-input-18-2"/>
          <p:cNvSpPr/>
          <p:nvPr/>
        </p:nvSpPr>
        <p:spPr>
          <a:xfrm>
            <a:off x="14386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grid-2-train-input-18-3"/>
          <p:cNvSpPr/>
          <p:nvPr/>
        </p:nvSpPr>
        <p:spPr>
          <a:xfrm>
            <a:off x="1517904" y="316382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grid-2-train-input-18-4"/>
          <p:cNvSpPr/>
          <p:nvPr/>
        </p:nvSpPr>
        <p:spPr>
          <a:xfrm>
            <a:off x="15971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grid-2-train-input-18-5"/>
          <p:cNvSpPr/>
          <p:nvPr/>
        </p:nvSpPr>
        <p:spPr>
          <a:xfrm>
            <a:off x="167640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grid-2-train-input-18-6"/>
          <p:cNvSpPr/>
          <p:nvPr/>
        </p:nvSpPr>
        <p:spPr>
          <a:xfrm>
            <a:off x="1755648" y="316382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grid-2-train-input-18-7"/>
          <p:cNvSpPr/>
          <p:nvPr/>
        </p:nvSpPr>
        <p:spPr>
          <a:xfrm>
            <a:off x="183489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grid-2-train-input-18-8"/>
          <p:cNvSpPr/>
          <p:nvPr/>
        </p:nvSpPr>
        <p:spPr>
          <a:xfrm>
            <a:off x="191414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grid-2-train-input-18-9"/>
          <p:cNvSpPr/>
          <p:nvPr/>
        </p:nvSpPr>
        <p:spPr>
          <a:xfrm>
            <a:off x="1993391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grid-2-train-input-18-10"/>
          <p:cNvSpPr/>
          <p:nvPr/>
        </p:nvSpPr>
        <p:spPr>
          <a:xfrm>
            <a:off x="207264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grid-2-train-input-18-11"/>
          <p:cNvSpPr/>
          <p:nvPr/>
        </p:nvSpPr>
        <p:spPr>
          <a:xfrm>
            <a:off x="215188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grid-2-train-input-18-12"/>
          <p:cNvSpPr/>
          <p:nvPr/>
        </p:nvSpPr>
        <p:spPr>
          <a:xfrm>
            <a:off x="223113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grid-2-train-input-18-13"/>
          <p:cNvSpPr/>
          <p:nvPr/>
        </p:nvSpPr>
        <p:spPr>
          <a:xfrm>
            <a:off x="2310383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grid-2-train-input-18-14"/>
          <p:cNvSpPr/>
          <p:nvPr/>
        </p:nvSpPr>
        <p:spPr>
          <a:xfrm>
            <a:off x="238963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grid-2-train-input-18-15"/>
          <p:cNvSpPr/>
          <p:nvPr/>
        </p:nvSpPr>
        <p:spPr>
          <a:xfrm>
            <a:off x="246888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grid-2-train-input-18-16"/>
          <p:cNvSpPr/>
          <p:nvPr/>
        </p:nvSpPr>
        <p:spPr>
          <a:xfrm>
            <a:off x="254812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grid-2-train-input-18-17"/>
          <p:cNvSpPr/>
          <p:nvPr/>
        </p:nvSpPr>
        <p:spPr>
          <a:xfrm>
            <a:off x="2627375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grid-2-train-input-18-18"/>
          <p:cNvSpPr/>
          <p:nvPr/>
        </p:nvSpPr>
        <p:spPr>
          <a:xfrm>
            <a:off x="270662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grid-2-train-input-18-19"/>
          <p:cNvSpPr/>
          <p:nvPr/>
        </p:nvSpPr>
        <p:spPr>
          <a:xfrm>
            <a:off x="278587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grid-2-train-input-18-20"/>
          <p:cNvSpPr/>
          <p:nvPr/>
        </p:nvSpPr>
        <p:spPr>
          <a:xfrm>
            <a:off x="286512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grid-2-train-input-18-21"/>
          <p:cNvSpPr/>
          <p:nvPr/>
        </p:nvSpPr>
        <p:spPr>
          <a:xfrm>
            <a:off x="294436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grid-2-train-input-18-22"/>
          <p:cNvSpPr/>
          <p:nvPr/>
        </p:nvSpPr>
        <p:spPr>
          <a:xfrm>
            <a:off x="302361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grid-2-train-input-18-23"/>
          <p:cNvSpPr/>
          <p:nvPr/>
        </p:nvSpPr>
        <p:spPr>
          <a:xfrm>
            <a:off x="310286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grid-2-train-input-18-24"/>
          <p:cNvSpPr/>
          <p:nvPr/>
        </p:nvSpPr>
        <p:spPr>
          <a:xfrm>
            <a:off x="318211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grid-2-train-input-18-25"/>
          <p:cNvSpPr/>
          <p:nvPr/>
        </p:nvSpPr>
        <p:spPr>
          <a:xfrm>
            <a:off x="32613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grid-2-train-input-18-26"/>
          <p:cNvSpPr/>
          <p:nvPr/>
        </p:nvSpPr>
        <p:spPr>
          <a:xfrm>
            <a:off x="334060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grid-2-train-input-18-27"/>
          <p:cNvSpPr/>
          <p:nvPr/>
        </p:nvSpPr>
        <p:spPr>
          <a:xfrm>
            <a:off x="34198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grid-2-train-input-18-28"/>
          <p:cNvSpPr/>
          <p:nvPr/>
        </p:nvSpPr>
        <p:spPr>
          <a:xfrm>
            <a:off x="349910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grid-2-train-input-18-29"/>
          <p:cNvSpPr/>
          <p:nvPr/>
        </p:nvSpPr>
        <p:spPr>
          <a:xfrm>
            <a:off x="35783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grid-2-train-input-19-0"/>
          <p:cNvSpPr/>
          <p:nvPr/>
        </p:nvSpPr>
        <p:spPr>
          <a:xfrm>
            <a:off x="128016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grid-2-train-input-19-1"/>
          <p:cNvSpPr/>
          <p:nvPr/>
        </p:nvSpPr>
        <p:spPr>
          <a:xfrm>
            <a:off x="135940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grid-2-train-input-19-2"/>
          <p:cNvSpPr/>
          <p:nvPr/>
        </p:nvSpPr>
        <p:spPr>
          <a:xfrm>
            <a:off x="143865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grid-2-train-input-19-3"/>
          <p:cNvSpPr/>
          <p:nvPr/>
        </p:nvSpPr>
        <p:spPr>
          <a:xfrm>
            <a:off x="1517904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grid-2-train-input-19-4"/>
          <p:cNvSpPr/>
          <p:nvPr/>
        </p:nvSpPr>
        <p:spPr>
          <a:xfrm>
            <a:off x="1597152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grid-2-train-input-19-5"/>
          <p:cNvSpPr/>
          <p:nvPr/>
        </p:nvSpPr>
        <p:spPr>
          <a:xfrm>
            <a:off x="1676400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grid-2-train-input-19-6"/>
          <p:cNvSpPr/>
          <p:nvPr/>
        </p:nvSpPr>
        <p:spPr>
          <a:xfrm>
            <a:off x="1755648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grid-2-train-input-19-7"/>
          <p:cNvSpPr/>
          <p:nvPr/>
        </p:nvSpPr>
        <p:spPr>
          <a:xfrm>
            <a:off x="183489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grid-2-train-input-19-8"/>
          <p:cNvSpPr/>
          <p:nvPr/>
        </p:nvSpPr>
        <p:spPr>
          <a:xfrm>
            <a:off x="191414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grid-2-train-input-19-9"/>
          <p:cNvSpPr/>
          <p:nvPr/>
        </p:nvSpPr>
        <p:spPr>
          <a:xfrm>
            <a:off x="1993391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grid-2-train-input-19-10"/>
          <p:cNvSpPr/>
          <p:nvPr/>
        </p:nvSpPr>
        <p:spPr>
          <a:xfrm>
            <a:off x="207264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grid-2-train-input-19-11"/>
          <p:cNvSpPr/>
          <p:nvPr/>
        </p:nvSpPr>
        <p:spPr>
          <a:xfrm>
            <a:off x="215188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grid-2-train-input-19-12"/>
          <p:cNvSpPr/>
          <p:nvPr/>
        </p:nvSpPr>
        <p:spPr>
          <a:xfrm>
            <a:off x="223113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grid-2-train-input-19-13"/>
          <p:cNvSpPr/>
          <p:nvPr/>
        </p:nvSpPr>
        <p:spPr>
          <a:xfrm>
            <a:off x="2310383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grid-2-train-input-19-14"/>
          <p:cNvSpPr/>
          <p:nvPr/>
        </p:nvSpPr>
        <p:spPr>
          <a:xfrm>
            <a:off x="2389632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grid-2-train-input-19-15"/>
          <p:cNvSpPr/>
          <p:nvPr/>
        </p:nvSpPr>
        <p:spPr>
          <a:xfrm>
            <a:off x="2468880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grid-2-train-input-19-16"/>
          <p:cNvSpPr/>
          <p:nvPr/>
        </p:nvSpPr>
        <p:spPr>
          <a:xfrm>
            <a:off x="254812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id-2-train-input-19-17"/>
          <p:cNvSpPr/>
          <p:nvPr/>
        </p:nvSpPr>
        <p:spPr>
          <a:xfrm>
            <a:off x="2627375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grid-2-train-input-19-18"/>
          <p:cNvSpPr/>
          <p:nvPr/>
        </p:nvSpPr>
        <p:spPr>
          <a:xfrm>
            <a:off x="270662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id-2-train-input-19-19"/>
          <p:cNvSpPr/>
          <p:nvPr/>
        </p:nvSpPr>
        <p:spPr>
          <a:xfrm>
            <a:off x="278587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grid-2-train-input-19-20"/>
          <p:cNvSpPr/>
          <p:nvPr/>
        </p:nvSpPr>
        <p:spPr>
          <a:xfrm>
            <a:off x="286512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grid-2-train-input-19-21"/>
          <p:cNvSpPr/>
          <p:nvPr/>
        </p:nvSpPr>
        <p:spPr>
          <a:xfrm>
            <a:off x="294436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grid-2-train-input-19-22"/>
          <p:cNvSpPr/>
          <p:nvPr/>
        </p:nvSpPr>
        <p:spPr>
          <a:xfrm>
            <a:off x="302361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id-2-train-input-19-23"/>
          <p:cNvSpPr/>
          <p:nvPr/>
        </p:nvSpPr>
        <p:spPr>
          <a:xfrm>
            <a:off x="310286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grid-2-train-input-19-24"/>
          <p:cNvSpPr/>
          <p:nvPr/>
        </p:nvSpPr>
        <p:spPr>
          <a:xfrm>
            <a:off x="3182112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grid-2-train-input-19-25"/>
          <p:cNvSpPr/>
          <p:nvPr/>
        </p:nvSpPr>
        <p:spPr>
          <a:xfrm>
            <a:off x="3261360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grid-2-train-input-19-26"/>
          <p:cNvSpPr/>
          <p:nvPr/>
        </p:nvSpPr>
        <p:spPr>
          <a:xfrm>
            <a:off x="3340608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id-2-train-input-19-27"/>
          <p:cNvSpPr/>
          <p:nvPr/>
        </p:nvSpPr>
        <p:spPr>
          <a:xfrm>
            <a:off x="3419856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grid-2-train-input-19-28"/>
          <p:cNvSpPr/>
          <p:nvPr/>
        </p:nvSpPr>
        <p:spPr>
          <a:xfrm>
            <a:off x="349910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grid-2-train-input-19-29"/>
          <p:cNvSpPr/>
          <p:nvPr/>
        </p:nvSpPr>
        <p:spPr>
          <a:xfrm>
            <a:off x="357835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grid-2-train-input-20-0"/>
          <p:cNvSpPr/>
          <p:nvPr/>
        </p:nvSpPr>
        <p:spPr>
          <a:xfrm>
            <a:off x="12801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id-2-train-input-20-1"/>
          <p:cNvSpPr/>
          <p:nvPr/>
        </p:nvSpPr>
        <p:spPr>
          <a:xfrm>
            <a:off x="135940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grid-2-train-input-20-2"/>
          <p:cNvSpPr/>
          <p:nvPr/>
        </p:nvSpPr>
        <p:spPr>
          <a:xfrm>
            <a:off x="143865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grid-2-train-input-20-3"/>
          <p:cNvSpPr/>
          <p:nvPr/>
        </p:nvSpPr>
        <p:spPr>
          <a:xfrm>
            <a:off x="1517904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grid-2-train-input-20-4"/>
          <p:cNvSpPr/>
          <p:nvPr/>
        </p:nvSpPr>
        <p:spPr>
          <a:xfrm>
            <a:off x="1597152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id-2-train-input-20-5"/>
          <p:cNvSpPr/>
          <p:nvPr/>
        </p:nvSpPr>
        <p:spPr>
          <a:xfrm>
            <a:off x="1676400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grid-2-train-input-20-6"/>
          <p:cNvSpPr/>
          <p:nvPr/>
        </p:nvSpPr>
        <p:spPr>
          <a:xfrm>
            <a:off x="175564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grid-2-train-input-20-7"/>
          <p:cNvSpPr/>
          <p:nvPr/>
        </p:nvSpPr>
        <p:spPr>
          <a:xfrm>
            <a:off x="183489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grid-2-train-input-20-8"/>
          <p:cNvSpPr/>
          <p:nvPr/>
        </p:nvSpPr>
        <p:spPr>
          <a:xfrm>
            <a:off x="191414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grid-2-train-input-20-9"/>
          <p:cNvSpPr/>
          <p:nvPr/>
        </p:nvSpPr>
        <p:spPr>
          <a:xfrm>
            <a:off x="1993391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grid-2-train-input-20-10"/>
          <p:cNvSpPr/>
          <p:nvPr/>
        </p:nvSpPr>
        <p:spPr>
          <a:xfrm>
            <a:off x="207264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grid-2-train-input-20-11"/>
          <p:cNvSpPr/>
          <p:nvPr/>
        </p:nvSpPr>
        <p:spPr>
          <a:xfrm>
            <a:off x="215188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grid-2-train-input-20-12"/>
          <p:cNvSpPr/>
          <p:nvPr/>
        </p:nvSpPr>
        <p:spPr>
          <a:xfrm>
            <a:off x="2231136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grid-2-train-input-20-13"/>
          <p:cNvSpPr/>
          <p:nvPr/>
        </p:nvSpPr>
        <p:spPr>
          <a:xfrm>
            <a:off x="2310383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grid-2-train-input-20-14"/>
          <p:cNvSpPr/>
          <p:nvPr/>
        </p:nvSpPr>
        <p:spPr>
          <a:xfrm>
            <a:off x="2389632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grid-2-train-input-20-15"/>
          <p:cNvSpPr/>
          <p:nvPr/>
        </p:nvSpPr>
        <p:spPr>
          <a:xfrm>
            <a:off x="2468880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grid-2-train-input-20-16"/>
          <p:cNvSpPr/>
          <p:nvPr/>
        </p:nvSpPr>
        <p:spPr>
          <a:xfrm>
            <a:off x="2548128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grid-2-train-input-20-17"/>
          <p:cNvSpPr/>
          <p:nvPr/>
        </p:nvSpPr>
        <p:spPr>
          <a:xfrm>
            <a:off x="2627375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grid-2-train-input-20-18"/>
          <p:cNvSpPr/>
          <p:nvPr/>
        </p:nvSpPr>
        <p:spPr>
          <a:xfrm>
            <a:off x="270662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grid-2-train-input-20-19"/>
          <p:cNvSpPr/>
          <p:nvPr/>
        </p:nvSpPr>
        <p:spPr>
          <a:xfrm>
            <a:off x="278587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grid-2-train-input-20-20"/>
          <p:cNvSpPr/>
          <p:nvPr/>
        </p:nvSpPr>
        <p:spPr>
          <a:xfrm>
            <a:off x="286512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grid-2-train-input-20-21"/>
          <p:cNvSpPr/>
          <p:nvPr/>
        </p:nvSpPr>
        <p:spPr>
          <a:xfrm>
            <a:off x="294436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grid-2-train-input-20-22"/>
          <p:cNvSpPr/>
          <p:nvPr/>
        </p:nvSpPr>
        <p:spPr>
          <a:xfrm>
            <a:off x="3023616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grid-2-train-input-20-23"/>
          <p:cNvSpPr/>
          <p:nvPr/>
        </p:nvSpPr>
        <p:spPr>
          <a:xfrm>
            <a:off x="3102864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grid-2-train-input-20-24"/>
          <p:cNvSpPr/>
          <p:nvPr/>
        </p:nvSpPr>
        <p:spPr>
          <a:xfrm>
            <a:off x="3182112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grid-2-train-input-20-25"/>
          <p:cNvSpPr/>
          <p:nvPr/>
        </p:nvSpPr>
        <p:spPr>
          <a:xfrm>
            <a:off x="32613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grid-2-train-input-20-26"/>
          <p:cNvSpPr/>
          <p:nvPr/>
        </p:nvSpPr>
        <p:spPr>
          <a:xfrm>
            <a:off x="3340608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grid-2-train-input-20-27"/>
          <p:cNvSpPr/>
          <p:nvPr/>
        </p:nvSpPr>
        <p:spPr>
          <a:xfrm>
            <a:off x="3419856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grid-2-train-input-20-28"/>
          <p:cNvSpPr/>
          <p:nvPr/>
        </p:nvSpPr>
        <p:spPr>
          <a:xfrm>
            <a:off x="349910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grid-2-train-input-20-29"/>
          <p:cNvSpPr/>
          <p:nvPr/>
        </p:nvSpPr>
        <p:spPr>
          <a:xfrm>
            <a:off x="357835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grid-2-train-input-21-0"/>
          <p:cNvSpPr/>
          <p:nvPr/>
        </p:nvSpPr>
        <p:spPr>
          <a:xfrm>
            <a:off x="12801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grid-2-train-input-21-1"/>
          <p:cNvSpPr/>
          <p:nvPr/>
        </p:nvSpPr>
        <p:spPr>
          <a:xfrm>
            <a:off x="135940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grid-2-train-input-21-2"/>
          <p:cNvSpPr/>
          <p:nvPr/>
        </p:nvSpPr>
        <p:spPr>
          <a:xfrm>
            <a:off x="143865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grid-2-train-input-21-3"/>
          <p:cNvSpPr/>
          <p:nvPr/>
        </p:nvSpPr>
        <p:spPr>
          <a:xfrm>
            <a:off x="151790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grid-2-train-input-21-4"/>
          <p:cNvSpPr/>
          <p:nvPr/>
        </p:nvSpPr>
        <p:spPr>
          <a:xfrm>
            <a:off x="15971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grid-2-train-input-21-5"/>
          <p:cNvSpPr/>
          <p:nvPr/>
        </p:nvSpPr>
        <p:spPr>
          <a:xfrm>
            <a:off x="167640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grid-2-train-input-21-6"/>
          <p:cNvSpPr/>
          <p:nvPr/>
        </p:nvSpPr>
        <p:spPr>
          <a:xfrm>
            <a:off x="175564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grid-2-train-input-21-7"/>
          <p:cNvSpPr/>
          <p:nvPr/>
        </p:nvSpPr>
        <p:spPr>
          <a:xfrm>
            <a:off x="183489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grid-2-train-input-21-8"/>
          <p:cNvSpPr/>
          <p:nvPr/>
        </p:nvSpPr>
        <p:spPr>
          <a:xfrm>
            <a:off x="191414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grid-2-train-input-21-9"/>
          <p:cNvSpPr/>
          <p:nvPr/>
        </p:nvSpPr>
        <p:spPr>
          <a:xfrm>
            <a:off x="1993391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grid-2-train-input-21-10"/>
          <p:cNvSpPr/>
          <p:nvPr/>
        </p:nvSpPr>
        <p:spPr>
          <a:xfrm>
            <a:off x="207264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grid-2-train-input-21-11"/>
          <p:cNvSpPr/>
          <p:nvPr/>
        </p:nvSpPr>
        <p:spPr>
          <a:xfrm>
            <a:off x="215188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grid-2-train-input-21-12"/>
          <p:cNvSpPr/>
          <p:nvPr/>
        </p:nvSpPr>
        <p:spPr>
          <a:xfrm>
            <a:off x="2231136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grid-2-train-input-21-13"/>
          <p:cNvSpPr/>
          <p:nvPr/>
        </p:nvSpPr>
        <p:spPr>
          <a:xfrm>
            <a:off x="2310383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grid-2-train-input-21-14"/>
          <p:cNvSpPr/>
          <p:nvPr/>
        </p:nvSpPr>
        <p:spPr>
          <a:xfrm>
            <a:off x="2389632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grid-2-train-input-21-15"/>
          <p:cNvSpPr/>
          <p:nvPr/>
        </p:nvSpPr>
        <p:spPr>
          <a:xfrm>
            <a:off x="246888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grid-2-train-input-21-16"/>
          <p:cNvSpPr/>
          <p:nvPr/>
        </p:nvSpPr>
        <p:spPr>
          <a:xfrm>
            <a:off x="2548128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grid-2-train-input-21-17"/>
          <p:cNvSpPr/>
          <p:nvPr/>
        </p:nvSpPr>
        <p:spPr>
          <a:xfrm>
            <a:off x="2627375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grid-2-train-input-21-18"/>
          <p:cNvSpPr/>
          <p:nvPr/>
        </p:nvSpPr>
        <p:spPr>
          <a:xfrm>
            <a:off x="270662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grid-2-train-input-21-19"/>
          <p:cNvSpPr/>
          <p:nvPr/>
        </p:nvSpPr>
        <p:spPr>
          <a:xfrm>
            <a:off x="278587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grid-2-train-input-21-20"/>
          <p:cNvSpPr/>
          <p:nvPr/>
        </p:nvSpPr>
        <p:spPr>
          <a:xfrm>
            <a:off x="286512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grid-2-train-input-21-21"/>
          <p:cNvSpPr/>
          <p:nvPr/>
        </p:nvSpPr>
        <p:spPr>
          <a:xfrm>
            <a:off x="2944368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grid-2-train-input-21-22"/>
          <p:cNvSpPr/>
          <p:nvPr/>
        </p:nvSpPr>
        <p:spPr>
          <a:xfrm>
            <a:off x="3023616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grid-2-train-input-21-23"/>
          <p:cNvSpPr/>
          <p:nvPr/>
        </p:nvSpPr>
        <p:spPr>
          <a:xfrm>
            <a:off x="3102864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grid-2-train-input-21-24"/>
          <p:cNvSpPr/>
          <p:nvPr/>
        </p:nvSpPr>
        <p:spPr>
          <a:xfrm>
            <a:off x="3182112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grid-2-train-input-21-25"/>
          <p:cNvSpPr/>
          <p:nvPr/>
        </p:nvSpPr>
        <p:spPr>
          <a:xfrm>
            <a:off x="32613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grid-2-train-input-21-26"/>
          <p:cNvSpPr/>
          <p:nvPr/>
        </p:nvSpPr>
        <p:spPr>
          <a:xfrm>
            <a:off x="334060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grid-2-train-input-21-27"/>
          <p:cNvSpPr/>
          <p:nvPr/>
        </p:nvSpPr>
        <p:spPr>
          <a:xfrm>
            <a:off x="3419856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grid-2-train-input-21-28"/>
          <p:cNvSpPr/>
          <p:nvPr/>
        </p:nvSpPr>
        <p:spPr>
          <a:xfrm>
            <a:off x="349910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grid-2-train-input-21-29"/>
          <p:cNvSpPr/>
          <p:nvPr/>
        </p:nvSpPr>
        <p:spPr>
          <a:xfrm>
            <a:off x="35783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grid-2-train-input-22-0"/>
          <p:cNvSpPr/>
          <p:nvPr/>
        </p:nvSpPr>
        <p:spPr>
          <a:xfrm>
            <a:off x="12801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grid-2-train-input-22-1"/>
          <p:cNvSpPr/>
          <p:nvPr/>
        </p:nvSpPr>
        <p:spPr>
          <a:xfrm>
            <a:off x="135940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grid-2-train-input-22-2"/>
          <p:cNvSpPr/>
          <p:nvPr/>
        </p:nvSpPr>
        <p:spPr>
          <a:xfrm>
            <a:off x="143865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grid-2-train-input-22-3"/>
          <p:cNvSpPr/>
          <p:nvPr/>
        </p:nvSpPr>
        <p:spPr>
          <a:xfrm>
            <a:off x="151790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grid-2-train-input-22-4"/>
          <p:cNvSpPr/>
          <p:nvPr/>
        </p:nvSpPr>
        <p:spPr>
          <a:xfrm>
            <a:off x="15971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grid-2-train-input-22-5"/>
          <p:cNvSpPr/>
          <p:nvPr/>
        </p:nvSpPr>
        <p:spPr>
          <a:xfrm>
            <a:off x="167640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grid-2-train-input-22-6"/>
          <p:cNvSpPr/>
          <p:nvPr/>
        </p:nvSpPr>
        <p:spPr>
          <a:xfrm>
            <a:off x="1755648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grid-2-train-input-22-7"/>
          <p:cNvSpPr/>
          <p:nvPr/>
        </p:nvSpPr>
        <p:spPr>
          <a:xfrm>
            <a:off x="1834896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grid-2-train-input-22-8"/>
          <p:cNvSpPr/>
          <p:nvPr/>
        </p:nvSpPr>
        <p:spPr>
          <a:xfrm>
            <a:off x="1914144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grid-2-train-input-22-9"/>
          <p:cNvSpPr/>
          <p:nvPr/>
        </p:nvSpPr>
        <p:spPr>
          <a:xfrm>
            <a:off x="1993391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grid-2-train-input-22-10"/>
          <p:cNvSpPr/>
          <p:nvPr/>
        </p:nvSpPr>
        <p:spPr>
          <a:xfrm>
            <a:off x="207264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grid-2-train-input-22-11"/>
          <p:cNvSpPr/>
          <p:nvPr/>
        </p:nvSpPr>
        <p:spPr>
          <a:xfrm>
            <a:off x="215188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grid-2-train-input-22-12"/>
          <p:cNvSpPr/>
          <p:nvPr/>
        </p:nvSpPr>
        <p:spPr>
          <a:xfrm>
            <a:off x="2231136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grid-2-train-input-22-13"/>
          <p:cNvSpPr/>
          <p:nvPr/>
        </p:nvSpPr>
        <p:spPr>
          <a:xfrm>
            <a:off x="2310383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grid-2-train-input-22-14"/>
          <p:cNvSpPr/>
          <p:nvPr/>
        </p:nvSpPr>
        <p:spPr>
          <a:xfrm>
            <a:off x="2389632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grid-2-train-input-22-15"/>
          <p:cNvSpPr/>
          <p:nvPr/>
        </p:nvSpPr>
        <p:spPr>
          <a:xfrm>
            <a:off x="2468880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grid-2-train-input-22-16"/>
          <p:cNvSpPr/>
          <p:nvPr/>
        </p:nvSpPr>
        <p:spPr>
          <a:xfrm>
            <a:off x="2548128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grid-2-train-input-22-17"/>
          <p:cNvSpPr/>
          <p:nvPr/>
        </p:nvSpPr>
        <p:spPr>
          <a:xfrm>
            <a:off x="2627375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grid-2-train-input-22-18"/>
          <p:cNvSpPr/>
          <p:nvPr/>
        </p:nvSpPr>
        <p:spPr>
          <a:xfrm>
            <a:off x="270662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grid-2-train-input-22-19"/>
          <p:cNvSpPr/>
          <p:nvPr/>
        </p:nvSpPr>
        <p:spPr>
          <a:xfrm>
            <a:off x="278587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grid-2-train-input-22-20"/>
          <p:cNvSpPr/>
          <p:nvPr/>
        </p:nvSpPr>
        <p:spPr>
          <a:xfrm>
            <a:off x="286512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grid-2-train-input-22-21"/>
          <p:cNvSpPr/>
          <p:nvPr/>
        </p:nvSpPr>
        <p:spPr>
          <a:xfrm>
            <a:off x="2944368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grid-2-train-input-22-22"/>
          <p:cNvSpPr/>
          <p:nvPr/>
        </p:nvSpPr>
        <p:spPr>
          <a:xfrm>
            <a:off x="3023616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grid-2-train-input-22-23"/>
          <p:cNvSpPr/>
          <p:nvPr/>
        </p:nvSpPr>
        <p:spPr>
          <a:xfrm>
            <a:off x="310286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grid-2-train-input-22-24"/>
          <p:cNvSpPr/>
          <p:nvPr/>
        </p:nvSpPr>
        <p:spPr>
          <a:xfrm>
            <a:off x="3182112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grid-2-train-input-22-25"/>
          <p:cNvSpPr/>
          <p:nvPr/>
        </p:nvSpPr>
        <p:spPr>
          <a:xfrm>
            <a:off x="3261360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grid-2-train-input-22-26"/>
          <p:cNvSpPr/>
          <p:nvPr/>
        </p:nvSpPr>
        <p:spPr>
          <a:xfrm>
            <a:off x="3340608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grid-2-train-input-22-27"/>
          <p:cNvSpPr/>
          <p:nvPr/>
        </p:nvSpPr>
        <p:spPr>
          <a:xfrm>
            <a:off x="3419856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grid-2-train-input-22-28"/>
          <p:cNvSpPr/>
          <p:nvPr/>
        </p:nvSpPr>
        <p:spPr>
          <a:xfrm>
            <a:off x="349910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grid-2-train-input-22-29"/>
          <p:cNvSpPr/>
          <p:nvPr/>
        </p:nvSpPr>
        <p:spPr>
          <a:xfrm>
            <a:off x="35783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grid-2-train-input-23-0"/>
          <p:cNvSpPr/>
          <p:nvPr/>
        </p:nvSpPr>
        <p:spPr>
          <a:xfrm>
            <a:off x="12801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grid-2-train-input-23-1"/>
          <p:cNvSpPr/>
          <p:nvPr/>
        </p:nvSpPr>
        <p:spPr>
          <a:xfrm>
            <a:off x="135940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grid-2-train-input-23-2"/>
          <p:cNvSpPr/>
          <p:nvPr/>
        </p:nvSpPr>
        <p:spPr>
          <a:xfrm>
            <a:off x="143865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grid-2-train-input-23-3"/>
          <p:cNvSpPr/>
          <p:nvPr/>
        </p:nvSpPr>
        <p:spPr>
          <a:xfrm>
            <a:off x="151790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grid-2-train-input-23-4"/>
          <p:cNvSpPr/>
          <p:nvPr/>
        </p:nvSpPr>
        <p:spPr>
          <a:xfrm>
            <a:off x="15971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grid-2-train-input-23-5"/>
          <p:cNvSpPr/>
          <p:nvPr/>
        </p:nvSpPr>
        <p:spPr>
          <a:xfrm>
            <a:off x="1676400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grid-2-train-input-23-6"/>
          <p:cNvSpPr/>
          <p:nvPr/>
        </p:nvSpPr>
        <p:spPr>
          <a:xfrm>
            <a:off x="1755648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grid-2-train-input-23-7"/>
          <p:cNvSpPr/>
          <p:nvPr/>
        </p:nvSpPr>
        <p:spPr>
          <a:xfrm>
            <a:off x="1834896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grid-2-train-input-23-8"/>
          <p:cNvSpPr/>
          <p:nvPr/>
        </p:nvSpPr>
        <p:spPr>
          <a:xfrm>
            <a:off x="191414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grid-2-train-input-23-9"/>
          <p:cNvSpPr/>
          <p:nvPr/>
        </p:nvSpPr>
        <p:spPr>
          <a:xfrm>
            <a:off x="1993391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grid-2-train-input-23-10"/>
          <p:cNvSpPr/>
          <p:nvPr/>
        </p:nvSpPr>
        <p:spPr>
          <a:xfrm>
            <a:off x="207264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grid-2-train-input-23-11"/>
          <p:cNvSpPr/>
          <p:nvPr/>
        </p:nvSpPr>
        <p:spPr>
          <a:xfrm>
            <a:off x="215188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grid-2-train-input-23-12"/>
          <p:cNvSpPr/>
          <p:nvPr/>
        </p:nvSpPr>
        <p:spPr>
          <a:xfrm>
            <a:off x="2231136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grid-2-train-input-23-13"/>
          <p:cNvSpPr/>
          <p:nvPr/>
        </p:nvSpPr>
        <p:spPr>
          <a:xfrm>
            <a:off x="2310383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grid-2-train-input-23-14"/>
          <p:cNvSpPr/>
          <p:nvPr/>
        </p:nvSpPr>
        <p:spPr>
          <a:xfrm>
            <a:off x="2389632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grid-2-train-input-23-15"/>
          <p:cNvSpPr/>
          <p:nvPr/>
        </p:nvSpPr>
        <p:spPr>
          <a:xfrm>
            <a:off x="2468880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grid-2-train-input-23-16"/>
          <p:cNvSpPr/>
          <p:nvPr/>
        </p:nvSpPr>
        <p:spPr>
          <a:xfrm>
            <a:off x="2548128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grid-2-train-input-23-17"/>
          <p:cNvSpPr/>
          <p:nvPr/>
        </p:nvSpPr>
        <p:spPr>
          <a:xfrm>
            <a:off x="2627375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grid-2-train-input-23-18"/>
          <p:cNvSpPr/>
          <p:nvPr/>
        </p:nvSpPr>
        <p:spPr>
          <a:xfrm>
            <a:off x="270662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grid-2-train-input-23-19"/>
          <p:cNvSpPr/>
          <p:nvPr/>
        </p:nvSpPr>
        <p:spPr>
          <a:xfrm>
            <a:off x="278587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grid-2-train-input-23-20"/>
          <p:cNvSpPr/>
          <p:nvPr/>
        </p:nvSpPr>
        <p:spPr>
          <a:xfrm>
            <a:off x="286512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grid-2-train-input-23-21"/>
          <p:cNvSpPr/>
          <p:nvPr/>
        </p:nvSpPr>
        <p:spPr>
          <a:xfrm>
            <a:off x="2944368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grid-2-train-input-23-22"/>
          <p:cNvSpPr/>
          <p:nvPr/>
        </p:nvSpPr>
        <p:spPr>
          <a:xfrm>
            <a:off x="3023616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grid-2-train-input-23-23"/>
          <p:cNvSpPr/>
          <p:nvPr/>
        </p:nvSpPr>
        <p:spPr>
          <a:xfrm>
            <a:off x="310286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grid-2-train-input-23-24"/>
          <p:cNvSpPr/>
          <p:nvPr/>
        </p:nvSpPr>
        <p:spPr>
          <a:xfrm>
            <a:off x="318211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grid-2-train-input-23-25"/>
          <p:cNvSpPr/>
          <p:nvPr/>
        </p:nvSpPr>
        <p:spPr>
          <a:xfrm>
            <a:off x="3261360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grid-2-train-input-23-26"/>
          <p:cNvSpPr/>
          <p:nvPr/>
        </p:nvSpPr>
        <p:spPr>
          <a:xfrm>
            <a:off x="3340608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grid-2-train-input-23-27"/>
          <p:cNvSpPr/>
          <p:nvPr/>
        </p:nvSpPr>
        <p:spPr>
          <a:xfrm>
            <a:off x="3419856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grid-2-train-input-23-28"/>
          <p:cNvSpPr/>
          <p:nvPr/>
        </p:nvSpPr>
        <p:spPr>
          <a:xfrm>
            <a:off x="349910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grid-2-train-input-23-29"/>
          <p:cNvSpPr/>
          <p:nvPr/>
        </p:nvSpPr>
        <p:spPr>
          <a:xfrm>
            <a:off x="35783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grid-2-train-input-24-0"/>
          <p:cNvSpPr/>
          <p:nvPr/>
        </p:nvSpPr>
        <p:spPr>
          <a:xfrm>
            <a:off x="12801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grid-2-train-input-24-1"/>
          <p:cNvSpPr/>
          <p:nvPr/>
        </p:nvSpPr>
        <p:spPr>
          <a:xfrm>
            <a:off x="135940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grid-2-train-input-24-2"/>
          <p:cNvSpPr/>
          <p:nvPr/>
        </p:nvSpPr>
        <p:spPr>
          <a:xfrm>
            <a:off x="14386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grid-2-train-input-24-3"/>
          <p:cNvSpPr/>
          <p:nvPr/>
        </p:nvSpPr>
        <p:spPr>
          <a:xfrm>
            <a:off x="1517904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grid-2-train-input-24-4"/>
          <p:cNvSpPr/>
          <p:nvPr/>
        </p:nvSpPr>
        <p:spPr>
          <a:xfrm>
            <a:off x="1597152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grid-2-train-input-24-5"/>
          <p:cNvSpPr/>
          <p:nvPr/>
        </p:nvSpPr>
        <p:spPr>
          <a:xfrm>
            <a:off x="1676400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grid-2-train-input-24-6"/>
          <p:cNvSpPr/>
          <p:nvPr/>
        </p:nvSpPr>
        <p:spPr>
          <a:xfrm>
            <a:off x="1755648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grid-2-train-input-24-7"/>
          <p:cNvSpPr/>
          <p:nvPr/>
        </p:nvSpPr>
        <p:spPr>
          <a:xfrm>
            <a:off x="1834896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grid-2-train-input-24-8"/>
          <p:cNvSpPr/>
          <p:nvPr/>
        </p:nvSpPr>
        <p:spPr>
          <a:xfrm>
            <a:off x="191414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grid-2-train-input-24-9"/>
          <p:cNvSpPr/>
          <p:nvPr/>
        </p:nvSpPr>
        <p:spPr>
          <a:xfrm>
            <a:off x="1993391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grid-2-train-input-24-10"/>
          <p:cNvSpPr/>
          <p:nvPr/>
        </p:nvSpPr>
        <p:spPr>
          <a:xfrm>
            <a:off x="207264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grid-2-train-input-24-11"/>
          <p:cNvSpPr/>
          <p:nvPr/>
        </p:nvSpPr>
        <p:spPr>
          <a:xfrm>
            <a:off x="215188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grid-2-train-input-24-12"/>
          <p:cNvSpPr/>
          <p:nvPr/>
        </p:nvSpPr>
        <p:spPr>
          <a:xfrm>
            <a:off x="2231136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grid-2-train-input-24-13"/>
          <p:cNvSpPr/>
          <p:nvPr/>
        </p:nvSpPr>
        <p:spPr>
          <a:xfrm>
            <a:off x="2310383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grid-2-train-input-24-14"/>
          <p:cNvSpPr/>
          <p:nvPr/>
        </p:nvSpPr>
        <p:spPr>
          <a:xfrm>
            <a:off x="2389632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grid-2-train-input-24-15"/>
          <p:cNvSpPr/>
          <p:nvPr/>
        </p:nvSpPr>
        <p:spPr>
          <a:xfrm>
            <a:off x="246888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grid-2-train-input-24-16"/>
          <p:cNvSpPr/>
          <p:nvPr/>
        </p:nvSpPr>
        <p:spPr>
          <a:xfrm>
            <a:off x="254812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grid-2-train-input-24-17"/>
          <p:cNvSpPr/>
          <p:nvPr/>
        </p:nvSpPr>
        <p:spPr>
          <a:xfrm>
            <a:off x="2627375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grid-2-train-input-24-18"/>
          <p:cNvSpPr/>
          <p:nvPr/>
        </p:nvSpPr>
        <p:spPr>
          <a:xfrm>
            <a:off x="270662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grid-2-train-input-24-19"/>
          <p:cNvSpPr/>
          <p:nvPr/>
        </p:nvSpPr>
        <p:spPr>
          <a:xfrm>
            <a:off x="278587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grid-2-train-input-24-20"/>
          <p:cNvSpPr/>
          <p:nvPr/>
        </p:nvSpPr>
        <p:spPr>
          <a:xfrm>
            <a:off x="286512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grid-2-train-input-24-21"/>
          <p:cNvSpPr/>
          <p:nvPr/>
        </p:nvSpPr>
        <p:spPr>
          <a:xfrm>
            <a:off x="294436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grid-2-train-input-24-22"/>
          <p:cNvSpPr/>
          <p:nvPr/>
        </p:nvSpPr>
        <p:spPr>
          <a:xfrm>
            <a:off x="3023616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grid-2-train-input-24-23"/>
          <p:cNvSpPr/>
          <p:nvPr/>
        </p:nvSpPr>
        <p:spPr>
          <a:xfrm>
            <a:off x="3102864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grid-2-train-input-24-24"/>
          <p:cNvSpPr/>
          <p:nvPr/>
        </p:nvSpPr>
        <p:spPr>
          <a:xfrm>
            <a:off x="3182112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grid-2-train-input-24-25"/>
          <p:cNvSpPr/>
          <p:nvPr/>
        </p:nvSpPr>
        <p:spPr>
          <a:xfrm>
            <a:off x="3261360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grid-2-train-input-24-26"/>
          <p:cNvSpPr/>
          <p:nvPr/>
        </p:nvSpPr>
        <p:spPr>
          <a:xfrm>
            <a:off x="3340608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grid-2-train-input-24-27"/>
          <p:cNvSpPr/>
          <p:nvPr/>
        </p:nvSpPr>
        <p:spPr>
          <a:xfrm>
            <a:off x="34198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grid-2-train-input-24-28"/>
          <p:cNvSpPr/>
          <p:nvPr/>
        </p:nvSpPr>
        <p:spPr>
          <a:xfrm>
            <a:off x="349910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grid-2-train-input-24-29"/>
          <p:cNvSpPr/>
          <p:nvPr/>
        </p:nvSpPr>
        <p:spPr>
          <a:xfrm>
            <a:off x="35783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grid-2-train-input-25-0"/>
          <p:cNvSpPr/>
          <p:nvPr/>
        </p:nvSpPr>
        <p:spPr>
          <a:xfrm>
            <a:off x="12801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grid-2-train-input-25-1"/>
          <p:cNvSpPr/>
          <p:nvPr/>
        </p:nvSpPr>
        <p:spPr>
          <a:xfrm>
            <a:off x="135940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grid-2-train-input-25-2"/>
          <p:cNvSpPr/>
          <p:nvPr/>
        </p:nvSpPr>
        <p:spPr>
          <a:xfrm>
            <a:off x="1438656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grid-2-train-input-25-3"/>
          <p:cNvSpPr/>
          <p:nvPr/>
        </p:nvSpPr>
        <p:spPr>
          <a:xfrm>
            <a:off x="1517904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grid-2-train-input-25-4"/>
          <p:cNvSpPr/>
          <p:nvPr/>
        </p:nvSpPr>
        <p:spPr>
          <a:xfrm>
            <a:off x="1597152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grid-2-train-input-25-5"/>
          <p:cNvSpPr/>
          <p:nvPr/>
        </p:nvSpPr>
        <p:spPr>
          <a:xfrm>
            <a:off x="1676400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grid-2-train-input-25-6"/>
          <p:cNvSpPr/>
          <p:nvPr/>
        </p:nvSpPr>
        <p:spPr>
          <a:xfrm>
            <a:off x="175564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grid-2-train-input-25-7"/>
          <p:cNvSpPr/>
          <p:nvPr/>
        </p:nvSpPr>
        <p:spPr>
          <a:xfrm>
            <a:off x="1834896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grid-2-train-input-25-8"/>
          <p:cNvSpPr/>
          <p:nvPr/>
        </p:nvSpPr>
        <p:spPr>
          <a:xfrm>
            <a:off x="1914144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grid-2-train-input-25-9"/>
          <p:cNvSpPr/>
          <p:nvPr/>
        </p:nvSpPr>
        <p:spPr>
          <a:xfrm>
            <a:off x="1993391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grid-2-train-input-25-10"/>
          <p:cNvSpPr/>
          <p:nvPr/>
        </p:nvSpPr>
        <p:spPr>
          <a:xfrm>
            <a:off x="207264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grid-2-train-input-25-11"/>
          <p:cNvSpPr/>
          <p:nvPr/>
        </p:nvSpPr>
        <p:spPr>
          <a:xfrm>
            <a:off x="215188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grid-2-train-input-25-12"/>
          <p:cNvSpPr/>
          <p:nvPr/>
        </p:nvSpPr>
        <p:spPr>
          <a:xfrm>
            <a:off x="223113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grid-2-train-input-25-13"/>
          <p:cNvSpPr/>
          <p:nvPr/>
        </p:nvSpPr>
        <p:spPr>
          <a:xfrm>
            <a:off x="2310383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grid-2-train-input-25-14"/>
          <p:cNvSpPr/>
          <p:nvPr/>
        </p:nvSpPr>
        <p:spPr>
          <a:xfrm>
            <a:off x="238963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grid-2-train-input-25-15"/>
          <p:cNvSpPr/>
          <p:nvPr/>
        </p:nvSpPr>
        <p:spPr>
          <a:xfrm>
            <a:off x="246888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grid-2-train-input-25-16"/>
          <p:cNvSpPr/>
          <p:nvPr/>
        </p:nvSpPr>
        <p:spPr>
          <a:xfrm>
            <a:off x="254812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grid-2-train-input-25-17"/>
          <p:cNvSpPr/>
          <p:nvPr/>
        </p:nvSpPr>
        <p:spPr>
          <a:xfrm>
            <a:off x="2627375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grid-2-train-input-25-18"/>
          <p:cNvSpPr/>
          <p:nvPr/>
        </p:nvSpPr>
        <p:spPr>
          <a:xfrm>
            <a:off x="270662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grid-2-train-input-25-19"/>
          <p:cNvSpPr/>
          <p:nvPr/>
        </p:nvSpPr>
        <p:spPr>
          <a:xfrm>
            <a:off x="278587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grid-2-train-input-25-20"/>
          <p:cNvSpPr/>
          <p:nvPr/>
        </p:nvSpPr>
        <p:spPr>
          <a:xfrm>
            <a:off x="286512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grid-2-train-input-25-21"/>
          <p:cNvSpPr/>
          <p:nvPr/>
        </p:nvSpPr>
        <p:spPr>
          <a:xfrm>
            <a:off x="294436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grid-2-train-input-25-22"/>
          <p:cNvSpPr/>
          <p:nvPr/>
        </p:nvSpPr>
        <p:spPr>
          <a:xfrm>
            <a:off x="302361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grid-2-train-input-25-23"/>
          <p:cNvSpPr/>
          <p:nvPr/>
        </p:nvSpPr>
        <p:spPr>
          <a:xfrm>
            <a:off x="310286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grid-2-train-input-25-24"/>
          <p:cNvSpPr/>
          <p:nvPr/>
        </p:nvSpPr>
        <p:spPr>
          <a:xfrm>
            <a:off x="318211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grid-2-train-input-25-25"/>
          <p:cNvSpPr/>
          <p:nvPr/>
        </p:nvSpPr>
        <p:spPr>
          <a:xfrm>
            <a:off x="32613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grid-2-train-input-25-26"/>
          <p:cNvSpPr/>
          <p:nvPr/>
        </p:nvSpPr>
        <p:spPr>
          <a:xfrm>
            <a:off x="334060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grid-2-train-input-25-27"/>
          <p:cNvSpPr/>
          <p:nvPr/>
        </p:nvSpPr>
        <p:spPr>
          <a:xfrm>
            <a:off x="341985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grid-2-train-input-25-28"/>
          <p:cNvSpPr/>
          <p:nvPr/>
        </p:nvSpPr>
        <p:spPr>
          <a:xfrm>
            <a:off x="349910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grid-2-train-input-25-29"/>
          <p:cNvSpPr/>
          <p:nvPr/>
        </p:nvSpPr>
        <p:spPr>
          <a:xfrm>
            <a:off x="35783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grid-2-train-input-26-0"/>
          <p:cNvSpPr/>
          <p:nvPr/>
        </p:nvSpPr>
        <p:spPr>
          <a:xfrm>
            <a:off x="12801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grid-2-train-input-26-1"/>
          <p:cNvSpPr/>
          <p:nvPr/>
        </p:nvSpPr>
        <p:spPr>
          <a:xfrm>
            <a:off x="135940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grid-2-train-input-26-2"/>
          <p:cNvSpPr/>
          <p:nvPr/>
        </p:nvSpPr>
        <p:spPr>
          <a:xfrm>
            <a:off x="1438656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grid-2-train-input-26-3"/>
          <p:cNvSpPr/>
          <p:nvPr/>
        </p:nvSpPr>
        <p:spPr>
          <a:xfrm>
            <a:off x="1517904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grid-2-train-input-26-4"/>
          <p:cNvSpPr/>
          <p:nvPr/>
        </p:nvSpPr>
        <p:spPr>
          <a:xfrm>
            <a:off x="15971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grid-2-train-input-26-5"/>
          <p:cNvSpPr/>
          <p:nvPr/>
        </p:nvSpPr>
        <p:spPr>
          <a:xfrm>
            <a:off x="1676400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grid-2-train-input-26-6"/>
          <p:cNvSpPr/>
          <p:nvPr/>
        </p:nvSpPr>
        <p:spPr>
          <a:xfrm>
            <a:off x="175564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grid-2-train-input-26-7"/>
          <p:cNvSpPr/>
          <p:nvPr/>
        </p:nvSpPr>
        <p:spPr>
          <a:xfrm>
            <a:off x="1834896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grid-2-train-input-26-8"/>
          <p:cNvSpPr/>
          <p:nvPr/>
        </p:nvSpPr>
        <p:spPr>
          <a:xfrm>
            <a:off x="1914144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grid-2-train-input-26-9"/>
          <p:cNvSpPr/>
          <p:nvPr/>
        </p:nvSpPr>
        <p:spPr>
          <a:xfrm>
            <a:off x="1993391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grid-2-train-input-26-10"/>
          <p:cNvSpPr/>
          <p:nvPr/>
        </p:nvSpPr>
        <p:spPr>
          <a:xfrm>
            <a:off x="207264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grid-2-train-input-26-11"/>
          <p:cNvSpPr/>
          <p:nvPr/>
        </p:nvSpPr>
        <p:spPr>
          <a:xfrm>
            <a:off x="215188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grid-2-train-input-26-12"/>
          <p:cNvSpPr/>
          <p:nvPr/>
        </p:nvSpPr>
        <p:spPr>
          <a:xfrm>
            <a:off x="223113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grid-2-train-input-26-13"/>
          <p:cNvSpPr/>
          <p:nvPr/>
        </p:nvSpPr>
        <p:spPr>
          <a:xfrm>
            <a:off x="2310383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grid-2-train-input-26-14"/>
          <p:cNvSpPr/>
          <p:nvPr/>
        </p:nvSpPr>
        <p:spPr>
          <a:xfrm>
            <a:off x="238963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grid-2-train-input-26-15"/>
          <p:cNvSpPr/>
          <p:nvPr/>
        </p:nvSpPr>
        <p:spPr>
          <a:xfrm>
            <a:off x="246888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grid-2-train-input-26-16"/>
          <p:cNvSpPr/>
          <p:nvPr/>
        </p:nvSpPr>
        <p:spPr>
          <a:xfrm>
            <a:off x="254812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grid-2-train-input-26-17"/>
          <p:cNvSpPr/>
          <p:nvPr/>
        </p:nvSpPr>
        <p:spPr>
          <a:xfrm>
            <a:off x="2627375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grid-2-train-input-26-18"/>
          <p:cNvSpPr/>
          <p:nvPr/>
        </p:nvSpPr>
        <p:spPr>
          <a:xfrm>
            <a:off x="2706624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grid-2-train-input-26-19"/>
          <p:cNvSpPr/>
          <p:nvPr/>
        </p:nvSpPr>
        <p:spPr>
          <a:xfrm>
            <a:off x="2785872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grid-2-train-input-26-20"/>
          <p:cNvSpPr/>
          <p:nvPr/>
        </p:nvSpPr>
        <p:spPr>
          <a:xfrm>
            <a:off x="286512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grid-2-train-input-26-21"/>
          <p:cNvSpPr/>
          <p:nvPr/>
        </p:nvSpPr>
        <p:spPr>
          <a:xfrm>
            <a:off x="294436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grid-2-train-input-26-22"/>
          <p:cNvSpPr/>
          <p:nvPr/>
        </p:nvSpPr>
        <p:spPr>
          <a:xfrm>
            <a:off x="302361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grid-2-train-input-26-23"/>
          <p:cNvSpPr/>
          <p:nvPr/>
        </p:nvSpPr>
        <p:spPr>
          <a:xfrm>
            <a:off x="310286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grid-2-train-input-26-24"/>
          <p:cNvSpPr/>
          <p:nvPr/>
        </p:nvSpPr>
        <p:spPr>
          <a:xfrm>
            <a:off x="318211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grid-2-train-input-26-25"/>
          <p:cNvSpPr/>
          <p:nvPr/>
        </p:nvSpPr>
        <p:spPr>
          <a:xfrm>
            <a:off x="32613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grid-2-train-input-26-26"/>
          <p:cNvSpPr/>
          <p:nvPr/>
        </p:nvSpPr>
        <p:spPr>
          <a:xfrm>
            <a:off x="334060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grid-2-train-input-26-27"/>
          <p:cNvSpPr/>
          <p:nvPr/>
        </p:nvSpPr>
        <p:spPr>
          <a:xfrm>
            <a:off x="34198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grid-2-train-input-26-28"/>
          <p:cNvSpPr/>
          <p:nvPr/>
        </p:nvSpPr>
        <p:spPr>
          <a:xfrm>
            <a:off x="349910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grid-2-train-input-26-29"/>
          <p:cNvSpPr/>
          <p:nvPr/>
        </p:nvSpPr>
        <p:spPr>
          <a:xfrm>
            <a:off x="35783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grid-2-train-input-27-0"/>
          <p:cNvSpPr/>
          <p:nvPr/>
        </p:nvSpPr>
        <p:spPr>
          <a:xfrm>
            <a:off x="12801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grid-2-train-input-27-1"/>
          <p:cNvSpPr/>
          <p:nvPr/>
        </p:nvSpPr>
        <p:spPr>
          <a:xfrm>
            <a:off x="135940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grid-2-train-input-27-2"/>
          <p:cNvSpPr/>
          <p:nvPr/>
        </p:nvSpPr>
        <p:spPr>
          <a:xfrm>
            <a:off x="1438656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grid-2-train-input-27-3"/>
          <p:cNvSpPr/>
          <p:nvPr/>
        </p:nvSpPr>
        <p:spPr>
          <a:xfrm>
            <a:off x="1517904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grid-2-train-input-27-4"/>
          <p:cNvSpPr/>
          <p:nvPr/>
        </p:nvSpPr>
        <p:spPr>
          <a:xfrm>
            <a:off x="1597152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grid-2-train-input-27-5"/>
          <p:cNvSpPr/>
          <p:nvPr/>
        </p:nvSpPr>
        <p:spPr>
          <a:xfrm>
            <a:off x="1676400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grid-2-train-input-27-6"/>
          <p:cNvSpPr/>
          <p:nvPr/>
        </p:nvSpPr>
        <p:spPr>
          <a:xfrm>
            <a:off x="1755648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grid-2-train-input-27-7"/>
          <p:cNvSpPr/>
          <p:nvPr/>
        </p:nvSpPr>
        <p:spPr>
          <a:xfrm>
            <a:off x="1834896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grid-2-train-input-27-8"/>
          <p:cNvSpPr/>
          <p:nvPr/>
        </p:nvSpPr>
        <p:spPr>
          <a:xfrm>
            <a:off x="1914144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grid-2-train-input-27-9"/>
          <p:cNvSpPr/>
          <p:nvPr/>
        </p:nvSpPr>
        <p:spPr>
          <a:xfrm>
            <a:off x="1993391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grid-2-train-input-27-10"/>
          <p:cNvSpPr/>
          <p:nvPr/>
        </p:nvSpPr>
        <p:spPr>
          <a:xfrm>
            <a:off x="207264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grid-2-train-input-27-11"/>
          <p:cNvSpPr/>
          <p:nvPr/>
        </p:nvSpPr>
        <p:spPr>
          <a:xfrm>
            <a:off x="215188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grid-2-train-input-27-12"/>
          <p:cNvSpPr/>
          <p:nvPr/>
        </p:nvSpPr>
        <p:spPr>
          <a:xfrm>
            <a:off x="223113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grid-2-train-input-27-13"/>
          <p:cNvSpPr/>
          <p:nvPr/>
        </p:nvSpPr>
        <p:spPr>
          <a:xfrm>
            <a:off x="2310383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grid-2-train-input-27-14"/>
          <p:cNvSpPr/>
          <p:nvPr/>
        </p:nvSpPr>
        <p:spPr>
          <a:xfrm>
            <a:off x="238963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grid-2-train-input-27-15"/>
          <p:cNvSpPr/>
          <p:nvPr/>
        </p:nvSpPr>
        <p:spPr>
          <a:xfrm>
            <a:off x="246888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grid-2-train-input-27-16"/>
          <p:cNvSpPr/>
          <p:nvPr/>
        </p:nvSpPr>
        <p:spPr>
          <a:xfrm>
            <a:off x="2548128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grid-2-train-input-27-17"/>
          <p:cNvSpPr/>
          <p:nvPr/>
        </p:nvSpPr>
        <p:spPr>
          <a:xfrm>
            <a:off x="2627375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grid-2-train-input-27-18"/>
          <p:cNvSpPr/>
          <p:nvPr/>
        </p:nvSpPr>
        <p:spPr>
          <a:xfrm>
            <a:off x="2706624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grid-2-train-input-27-19"/>
          <p:cNvSpPr/>
          <p:nvPr/>
        </p:nvSpPr>
        <p:spPr>
          <a:xfrm>
            <a:off x="2785872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grid-2-train-input-27-20"/>
          <p:cNvSpPr/>
          <p:nvPr/>
        </p:nvSpPr>
        <p:spPr>
          <a:xfrm>
            <a:off x="2865120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grid-2-train-input-27-21"/>
          <p:cNvSpPr/>
          <p:nvPr/>
        </p:nvSpPr>
        <p:spPr>
          <a:xfrm>
            <a:off x="2944368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grid-2-train-input-27-22"/>
          <p:cNvSpPr/>
          <p:nvPr/>
        </p:nvSpPr>
        <p:spPr>
          <a:xfrm>
            <a:off x="302361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grid-2-train-input-27-23"/>
          <p:cNvSpPr/>
          <p:nvPr/>
        </p:nvSpPr>
        <p:spPr>
          <a:xfrm>
            <a:off x="310286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grid-2-train-input-27-24"/>
          <p:cNvSpPr/>
          <p:nvPr/>
        </p:nvSpPr>
        <p:spPr>
          <a:xfrm>
            <a:off x="318211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grid-2-train-input-27-25"/>
          <p:cNvSpPr/>
          <p:nvPr/>
        </p:nvSpPr>
        <p:spPr>
          <a:xfrm>
            <a:off x="32613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grid-2-train-input-27-26"/>
          <p:cNvSpPr/>
          <p:nvPr/>
        </p:nvSpPr>
        <p:spPr>
          <a:xfrm>
            <a:off x="334060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grid-2-train-input-27-27"/>
          <p:cNvSpPr/>
          <p:nvPr/>
        </p:nvSpPr>
        <p:spPr>
          <a:xfrm>
            <a:off x="341985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grid-2-train-input-27-28"/>
          <p:cNvSpPr/>
          <p:nvPr/>
        </p:nvSpPr>
        <p:spPr>
          <a:xfrm>
            <a:off x="349910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grid-2-train-input-27-29"/>
          <p:cNvSpPr/>
          <p:nvPr/>
        </p:nvSpPr>
        <p:spPr>
          <a:xfrm>
            <a:off x="35783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grid-2-train-input-28-0"/>
          <p:cNvSpPr/>
          <p:nvPr/>
        </p:nvSpPr>
        <p:spPr>
          <a:xfrm>
            <a:off x="12801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grid-2-train-input-28-1"/>
          <p:cNvSpPr/>
          <p:nvPr/>
        </p:nvSpPr>
        <p:spPr>
          <a:xfrm>
            <a:off x="13594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grid-2-train-input-28-2"/>
          <p:cNvSpPr/>
          <p:nvPr/>
        </p:nvSpPr>
        <p:spPr>
          <a:xfrm>
            <a:off x="1438656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grid-2-train-input-28-3"/>
          <p:cNvSpPr/>
          <p:nvPr/>
        </p:nvSpPr>
        <p:spPr>
          <a:xfrm>
            <a:off x="1517904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grid-2-train-input-28-4"/>
          <p:cNvSpPr/>
          <p:nvPr/>
        </p:nvSpPr>
        <p:spPr>
          <a:xfrm>
            <a:off x="15971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grid-2-train-input-28-5"/>
          <p:cNvSpPr/>
          <p:nvPr/>
        </p:nvSpPr>
        <p:spPr>
          <a:xfrm>
            <a:off x="1676400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grid-2-train-input-28-6"/>
          <p:cNvSpPr/>
          <p:nvPr/>
        </p:nvSpPr>
        <p:spPr>
          <a:xfrm>
            <a:off x="1755648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grid-2-train-input-28-7"/>
          <p:cNvSpPr/>
          <p:nvPr/>
        </p:nvSpPr>
        <p:spPr>
          <a:xfrm>
            <a:off x="1834896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grid-2-train-input-28-8"/>
          <p:cNvSpPr/>
          <p:nvPr/>
        </p:nvSpPr>
        <p:spPr>
          <a:xfrm>
            <a:off x="1914144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grid-2-train-input-28-9"/>
          <p:cNvSpPr/>
          <p:nvPr/>
        </p:nvSpPr>
        <p:spPr>
          <a:xfrm>
            <a:off x="1993391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grid-2-train-input-28-10"/>
          <p:cNvSpPr/>
          <p:nvPr/>
        </p:nvSpPr>
        <p:spPr>
          <a:xfrm>
            <a:off x="207264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grid-2-train-input-28-11"/>
          <p:cNvSpPr/>
          <p:nvPr/>
        </p:nvSpPr>
        <p:spPr>
          <a:xfrm>
            <a:off x="215188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grid-2-train-input-28-12"/>
          <p:cNvSpPr/>
          <p:nvPr/>
        </p:nvSpPr>
        <p:spPr>
          <a:xfrm>
            <a:off x="223113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grid-2-train-input-28-13"/>
          <p:cNvSpPr/>
          <p:nvPr/>
        </p:nvSpPr>
        <p:spPr>
          <a:xfrm>
            <a:off x="2310383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grid-2-train-input-28-14"/>
          <p:cNvSpPr/>
          <p:nvPr/>
        </p:nvSpPr>
        <p:spPr>
          <a:xfrm>
            <a:off x="238963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grid-2-train-input-28-15"/>
          <p:cNvSpPr/>
          <p:nvPr/>
        </p:nvSpPr>
        <p:spPr>
          <a:xfrm>
            <a:off x="246888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grid-2-train-input-28-16"/>
          <p:cNvSpPr/>
          <p:nvPr/>
        </p:nvSpPr>
        <p:spPr>
          <a:xfrm>
            <a:off x="2548128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grid-2-train-input-28-17"/>
          <p:cNvSpPr/>
          <p:nvPr/>
        </p:nvSpPr>
        <p:spPr>
          <a:xfrm>
            <a:off x="2627375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grid-2-train-input-28-18"/>
          <p:cNvSpPr/>
          <p:nvPr/>
        </p:nvSpPr>
        <p:spPr>
          <a:xfrm>
            <a:off x="2706624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grid-2-train-input-28-19"/>
          <p:cNvSpPr/>
          <p:nvPr/>
        </p:nvSpPr>
        <p:spPr>
          <a:xfrm>
            <a:off x="2785872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grid-2-train-input-28-20"/>
          <p:cNvSpPr/>
          <p:nvPr/>
        </p:nvSpPr>
        <p:spPr>
          <a:xfrm>
            <a:off x="2865120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grid-2-train-input-28-21"/>
          <p:cNvSpPr/>
          <p:nvPr/>
        </p:nvSpPr>
        <p:spPr>
          <a:xfrm>
            <a:off x="2944368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grid-2-train-input-28-22"/>
          <p:cNvSpPr/>
          <p:nvPr/>
        </p:nvSpPr>
        <p:spPr>
          <a:xfrm>
            <a:off x="302361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grid-2-train-input-28-23"/>
          <p:cNvSpPr/>
          <p:nvPr/>
        </p:nvSpPr>
        <p:spPr>
          <a:xfrm>
            <a:off x="310286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grid-2-train-input-28-24"/>
          <p:cNvSpPr/>
          <p:nvPr/>
        </p:nvSpPr>
        <p:spPr>
          <a:xfrm>
            <a:off x="318211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grid-2-train-input-28-25"/>
          <p:cNvSpPr/>
          <p:nvPr/>
        </p:nvSpPr>
        <p:spPr>
          <a:xfrm>
            <a:off x="32613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grid-2-train-input-28-26"/>
          <p:cNvSpPr/>
          <p:nvPr/>
        </p:nvSpPr>
        <p:spPr>
          <a:xfrm>
            <a:off x="33406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grid-2-train-input-28-27"/>
          <p:cNvSpPr/>
          <p:nvPr/>
        </p:nvSpPr>
        <p:spPr>
          <a:xfrm>
            <a:off x="34198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grid-2-train-input-28-28"/>
          <p:cNvSpPr/>
          <p:nvPr/>
        </p:nvSpPr>
        <p:spPr>
          <a:xfrm>
            <a:off x="34991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grid-2-train-input-28-29"/>
          <p:cNvSpPr/>
          <p:nvPr/>
        </p:nvSpPr>
        <p:spPr>
          <a:xfrm>
            <a:off x="35783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id-2-train-input-29-0"/>
          <p:cNvSpPr/>
          <p:nvPr/>
        </p:nvSpPr>
        <p:spPr>
          <a:xfrm>
            <a:off x="12801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grid-2-train-input-29-1"/>
          <p:cNvSpPr/>
          <p:nvPr/>
        </p:nvSpPr>
        <p:spPr>
          <a:xfrm>
            <a:off x="13594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grid-2-train-input-29-2"/>
          <p:cNvSpPr/>
          <p:nvPr/>
        </p:nvSpPr>
        <p:spPr>
          <a:xfrm>
            <a:off x="14386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grid-2-train-input-29-3"/>
          <p:cNvSpPr/>
          <p:nvPr/>
        </p:nvSpPr>
        <p:spPr>
          <a:xfrm>
            <a:off x="1517904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grid-2-train-input-29-4"/>
          <p:cNvSpPr/>
          <p:nvPr/>
        </p:nvSpPr>
        <p:spPr>
          <a:xfrm>
            <a:off x="1597152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grid-2-train-input-29-5"/>
          <p:cNvSpPr/>
          <p:nvPr/>
        </p:nvSpPr>
        <p:spPr>
          <a:xfrm>
            <a:off x="1676400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grid-2-train-input-29-6"/>
          <p:cNvSpPr/>
          <p:nvPr/>
        </p:nvSpPr>
        <p:spPr>
          <a:xfrm>
            <a:off x="1755648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grid-2-train-input-29-7"/>
          <p:cNvSpPr/>
          <p:nvPr/>
        </p:nvSpPr>
        <p:spPr>
          <a:xfrm>
            <a:off x="1834896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grid-2-train-input-29-8"/>
          <p:cNvSpPr/>
          <p:nvPr/>
        </p:nvSpPr>
        <p:spPr>
          <a:xfrm>
            <a:off x="191414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grid-2-train-input-29-9"/>
          <p:cNvSpPr/>
          <p:nvPr/>
        </p:nvSpPr>
        <p:spPr>
          <a:xfrm>
            <a:off x="1993391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grid-2-train-input-29-10"/>
          <p:cNvSpPr/>
          <p:nvPr/>
        </p:nvSpPr>
        <p:spPr>
          <a:xfrm>
            <a:off x="207264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grid-2-train-input-29-11"/>
          <p:cNvSpPr/>
          <p:nvPr/>
        </p:nvSpPr>
        <p:spPr>
          <a:xfrm>
            <a:off x="215188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grid-2-train-input-29-12"/>
          <p:cNvSpPr/>
          <p:nvPr/>
        </p:nvSpPr>
        <p:spPr>
          <a:xfrm>
            <a:off x="223113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grid-2-train-input-29-13"/>
          <p:cNvSpPr/>
          <p:nvPr/>
        </p:nvSpPr>
        <p:spPr>
          <a:xfrm>
            <a:off x="2310383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grid-2-train-input-29-14"/>
          <p:cNvSpPr/>
          <p:nvPr/>
        </p:nvSpPr>
        <p:spPr>
          <a:xfrm>
            <a:off x="238963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grid-2-train-input-29-15"/>
          <p:cNvSpPr/>
          <p:nvPr/>
        </p:nvSpPr>
        <p:spPr>
          <a:xfrm>
            <a:off x="246888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grid-2-train-input-29-16"/>
          <p:cNvSpPr/>
          <p:nvPr/>
        </p:nvSpPr>
        <p:spPr>
          <a:xfrm>
            <a:off x="254812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grid-2-train-input-29-17"/>
          <p:cNvSpPr/>
          <p:nvPr/>
        </p:nvSpPr>
        <p:spPr>
          <a:xfrm>
            <a:off x="2627375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grid-2-train-input-29-18"/>
          <p:cNvSpPr/>
          <p:nvPr/>
        </p:nvSpPr>
        <p:spPr>
          <a:xfrm>
            <a:off x="2706624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grid-2-train-input-29-19"/>
          <p:cNvSpPr/>
          <p:nvPr/>
        </p:nvSpPr>
        <p:spPr>
          <a:xfrm>
            <a:off x="2785872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grid-2-train-input-29-20"/>
          <p:cNvSpPr/>
          <p:nvPr/>
        </p:nvSpPr>
        <p:spPr>
          <a:xfrm>
            <a:off x="286512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grid-2-train-input-29-21"/>
          <p:cNvSpPr/>
          <p:nvPr/>
        </p:nvSpPr>
        <p:spPr>
          <a:xfrm>
            <a:off x="294436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grid-2-train-input-29-22"/>
          <p:cNvSpPr/>
          <p:nvPr/>
        </p:nvSpPr>
        <p:spPr>
          <a:xfrm>
            <a:off x="302361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grid-2-train-input-29-23"/>
          <p:cNvSpPr/>
          <p:nvPr/>
        </p:nvSpPr>
        <p:spPr>
          <a:xfrm>
            <a:off x="310286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grid-2-train-input-29-24"/>
          <p:cNvSpPr/>
          <p:nvPr/>
        </p:nvSpPr>
        <p:spPr>
          <a:xfrm>
            <a:off x="318211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grid-2-train-input-29-25"/>
          <p:cNvSpPr/>
          <p:nvPr/>
        </p:nvSpPr>
        <p:spPr>
          <a:xfrm>
            <a:off x="32613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grid-2-train-input-29-26"/>
          <p:cNvSpPr/>
          <p:nvPr/>
        </p:nvSpPr>
        <p:spPr>
          <a:xfrm>
            <a:off x="33406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grid-2-train-input-29-27"/>
          <p:cNvSpPr/>
          <p:nvPr/>
        </p:nvSpPr>
        <p:spPr>
          <a:xfrm>
            <a:off x="34198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grid-2-train-input-29-28"/>
          <p:cNvSpPr/>
          <p:nvPr/>
        </p:nvSpPr>
        <p:spPr>
          <a:xfrm>
            <a:off x="34991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grid-2-train-input-29-29"/>
          <p:cNvSpPr/>
          <p:nvPr/>
        </p:nvSpPr>
        <p:spPr>
          <a:xfrm>
            <a:off x="35783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grid-2-train-output-0-0"/>
          <p:cNvSpPr/>
          <p:nvPr/>
        </p:nvSpPr>
        <p:spPr>
          <a:xfrm>
            <a:off x="53949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grid-2-train-output-0-1"/>
          <p:cNvSpPr/>
          <p:nvPr/>
        </p:nvSpPr>
        <p:spPr>
          <a:xfrm>
            <a:off x="54742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grid-2-train-output-0-2"/>
          <p:cNvSpPr/>
          <p:nvPr/>
        </p:nvSpPr>
        <p:spPr>
          <a:xfrm>
            <a:off x="55534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grid-2-train-output-0-3"/>
          <p:cNvSpPr/>
          <p:nvPr/>
        </p:nvSpPr>
        <p:spPr>
          <a:xfrm>
            <a:off x="56327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grid-2-train-output-0-4"/>
          <p:cNvSpPr/>
          <p:nvPr/>
        </p:nvSpPr>
        <p:spPr>
          <a:xfrm>
            <a:off x="57119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grid-2-train-output-0-5"/>
          <p:cNvSpPr/>
          <p:nvPr/>
        </p:nvSpPr>
        <p:spPr>
          <a:xfrm>
            <a:off x="579120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grid-2-train-output-0-6"/>
          <p:cNvSpPr/>
          <p:nvPr/>
        </p:nvSpPr>
        <p:spPr>
          <a:xfrm>
            <a:off x="587044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grid-2-train-output-0-7"/>
          <p:cNvSpPr/>
          <p:nvPr/>
        </p:nvSpPr>
        <p:spPr>
          <a:xfrm>
            <a:off x="594969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grid-2-train-output-0-8"/>
          <p:cNvSpPr/>
          <p:nvPr/>
        </p:nvSpPr>
        <p:spPr>
          <a:xfrm>
            <a:off x="602894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grid-2-train-output-0-9"/>
          <p:cNvSpPr/>
          <p:nvPr/>
        </p:nvSpPr>
        <p:spPr>
          <a:xfrm>
            <a:off x="610819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grid-2-train-output-0-10"/>
          <p:cNvSpPr/>
          <p:nvPr/>
        </p:nvSpPr>
        <p:spPr>
          <a:xfrm>
            <a:off x="618744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grid-2-train-output-0-11"/>
          <p:cNvSpPr/>
          <p:nvPr/>
        </p:nvSpPr>
        <p:spPr>
          <a:xfrm>
            <a:off x="626668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grid-2-train-output-0-12"/>
          <p:cNvSpPr/>
          <p:nvPr/>
        </p:nvSpPr>
        <p:spPr>
          <a:xfrm>
            <a:off x="634593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grid-2-train-output-0-13"/>
          <p:cNvSpPr/>
          <p:nvPr/>
        </p:nvSpPr>
        <p:spPr>
          <a:xfrm>
            <a:off x="642518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grid-2-train-output-0-14"/>
          <p:cNvSpPr/>
          <p:nvPr/>
        </p:nvSpPr>
        <p:spPr>
          <a:xfrm>
            <a:off x="650443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grid-2-train-output-0-15"/>
          <p:cNvSpPr/>
          <p:nvPr/>
        </p:nvSpPr>
        <p:spPr>
          <a:xfrm>
            <a:off x="658368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grid-2-train-output-0-16"/>
          <p:cNvSpPr/>
          <p:nvPr/>
        </p:nvSpPr>
        <p:spPr>
          <a:xfrm>
            <a:off x="666292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grid-2-train-output-0-17"/>
          <p:cNvSpPr/>
          <p:nvPr/>
        </p:nvSpPr>
        <p:spPr>
          <a:xfrm>
            <a:off x="674217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grid-2-train-output-0-18"/>
          <p:cNvSpPr/>
          <p:nvPr/>
        </p:nvSpPr>
        <p:spPr>
          <a:xfrm>
            <a:off x="682142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grid-2-train-output-0-19"/>
          <p:cNvSpPr/>
          <p:nvPr/>
        </p:nvSpPr>
        <p:spPr>
          <a:xfrm>
            <a:off x="690067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grid-2-train-output-0-20"/>
          <p:cNvSpPr/>
          <p:nvPr/>
        </p:nvSpPr>
        <p:spPr>
          <a:xfrm>
            <a:off x="697992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grid-2-train-output-0-21"/>
          <p:cNvSpPr/>
          <p:nvPr/>
        </p:nvSpPr>
        <p:spPr>
          <a:xfrm>
            <a:off x="705916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grid-2-train-output-0-22"/>
          <p:cNvSpPr/>
          <p:nvPr/>
        </p:nvSpPr>
        <p:spPr>
          <a:xfrm>
            <a:off x="713841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grid-2-train-output-0-23"/>
          <p:cNvSpPr/>
          <p:nvPr/>
        </p:nvSpPr>
        <p:spPr>
          <a:xfrm>
            <a:off x="721766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grid-2-train-output-0-24"/>
          <p:cNvSpPr/>
          <p:nvPr/>
        </p:nvSpPr>
        <p:spPr>
          <a:xfrm>
            <a:off x="729691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grid-2-train-output-0-25"/>
          <p:cNvSpPr/>
          <p:nvPr/>
        </p:nvSpPr>
        <p:spPr>
          <a:xfrm>
            <a:off x="73761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grid-2-train-output-0-26"/>
          <p:cNvSpPr/>
          <p:nvPr/>
        </p:nvSpPr>
        <p:spPr>
          <a:xfrm>
            <a:off x="74554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grid-2-train-output-0-27"/>
          <p:cNvSpPr/>
          <p:nvPr/>
        </p:nvSpPr>
        <p:spPr>
          <a:xfrm>
            <a:off x="75346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grid-2-train-output-0-28"/>
          <p:cNvSpPr/>
          <p:nvPr/>
        </p:nvSpPr>
        <p:spPr>
          <a:xfrm>
            <a:off x="76139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grid-2-train-output-0-29"/>
          <p:cNvSpPr/>
          <p:nvPr/>
        </p:nvSpPr>
        <p:spPr>
          <a:xfrm>
            <a:off x="76931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grid-2-train-output-1-0"/>
          <p:cNvSpPr/>
          <p:nvPr/>
        </p:nvSpPr>
        <p:spPr>
          <a:xfrm>
            <a:off x="53949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grid-2-train-output-1-1"/>
          <p:cNvSpPr/>
          <p:nvPr/>
        </p:nvSpPr>
        <p:spPr>
          <a:xfrm>
            <a:off x="5474208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grid-2-train-output-1-2"/>
          <p:cNvSpPr/>
          <p:nvPr/>
        </p:nvSpPr>
        <p:spPr>
          <a:xfrm>
            <a:off x="5553456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grid-2-train-output-1-3"/>
          <p:cNvSpPr/>
          <p:nvPr/>
        </p:nvSpPr>
        <p:spPr>
          <a:xfrm>
            <a:off x="5632704" y="18166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grid-2-train-output-1-4"/>
          <p:cNvSpPr/>
          <p:nvPr/>
        </p:nvSpPr>
        <p:spPr>
          <a:xfrm>
            <a:off x="57119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grid-2-train-output-1-5"/>
          <p:cNvSpPr/>
          <p:nvPr/>
        </p:nvSpPr>
        <p:spPr>
          <a:xfrm>
            <a:off x="5791200" y="18166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grid-2-train-output-1-6"/>
          <p:cNvSpPr/>
          <p:nvPr/>
        </p:nvSpPr>
        <p:spPr>
          <a:xfrm>
            <a:off x="5870448" y="18166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grid-2-train-output-1-7"/>
          <p:cNvSpPr/>
          <p:nvPr/>
        </p:nvSpPr>
        <p:spPr>
          <a:xfrm>
            <a:off x="5949696" y="181660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grid-2-train-output-1-8"/>
          <p:cNvSpPr/>
          <p:nvPr/>
        </p:nvSpPr>
        <p:spPr>
          <a:xfrm>
            <a:off x="602894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grid-2-train-output-1-9"/>
          <p:cNvSpPr/>
          <p:nvPr/>
        </p:nvSpPr>
        <p:spPr>
          <a:xfrm>
            <a:off x="6108192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grid-2-train-output-1-10"/>
          <p:cNvSpPr/>
          <p:nvPr/>
        </p:nvSpPr>
        <p:spPr>
          <a:xfrm>
            <a:off x="6187440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grid-2-train-output-1-11"/>
          <p:cNvSpPr/>
          <p:nvPr/>
        </p:nvSpPr>
        <p:spPr>
          <a:xfrm>
            <a:off x="6266688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grid-2-train-output-1-12"/>
          <p:cNvSpPr/>
          <p:nvPr/>
        </p:nvSpPr>
        <p:spPr>
          <a:xfrm>
            <a:off x="6345936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grid-2-train-output-1-13"/>
          <p:cNvSpPr/>
          <p:nvPr/>
        </p:nvSpPr>
        <p:spPr>
          <a:xfrm>
            <a:off x="6425184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grid-2-train-output-1-14"/>
          <p:cNvSpPr/>
          <p:nvPr/>
        </p:nvSpPr>
        <p:spPr>
          <a:xfrm>
            <a:off x="650443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grid-2-train-output-1-15"/>
          <p:cNvSpPr/>
          <p:nvPr/>
        </p:nvSpPr>
        <p:spPr>
          <a:xfrm>
            <a:off x="6583680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grid-2-train-output-1-16"/>
          <p:cNvSpPr/>
          <p:nvPr/>
        </p:nvSpPr>
        <p:spPr>
          <a:xfrm>
            <a:off x="6662928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grid-2-train-output-1-17"/>
          <p:cNvSpPr/>
          <p:nvPr/>
        </p:nvSpPr>
        <p:spPr>
          <a:xfrm>
            <a:off x="6742176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grid-2-train-output-1-18"/>
          <p:cNvSpPr/>
          <p:nvPr/>
        </p:nvSpPr>
        <p:spPr>
          <a:xfrm>
            <a:off x="6821424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grid-2-train-output-1-19"/>
          <p:cNvSpPr/>
          <p:nvPr/>
        </p:nvSpPr>
        <p:spPr>
          <a:xfrm>
            <a:off x="6900672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grid-2-train-output-1-20"/>
          <p:cNvSpPr/>
          <p:nvPr/>
        </p:nvSpPr>
        <p:spPr>
          <a:xfrm>
            <a:off x="6979920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grid-2-train-output-1-21"/>
          <p:cNvSpPr/>
          <p:nvPr/>
        </p:nvSpPr>
        <p:spPr>
          <a:xfrm>
            <a:off x="7059168" y="181660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grid-2-train-output-1-22"/>
          <p:cNvSpPr/>
          <p:nvPr/>
        </p:nvSpPr>
        <p:spPr>
          <a:xfrm>
            <a:off x="713841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grid-2-train-output-1-23"/>
          <p:cNvSpPr/>
          <p:nvPr/>
        </p:nvSpPr>
        <p:spPr>
          <a:xfrm>
            <a:off x="721766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grid-2-train-output-1-24"/>
          <p:cNvSpPr/>
          <p:nvPr/>
        </p:nvSpPr>
        <p:spPr>
          <a:xfrm>
            <a:off x="729691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grid-2-train-output-1-25"/>
          <p:cNvSpPr/>
          <p:nvPr/>
        </p:nvSpPr>
        <p:spPr>
          <a:xfrm>
            <a:off x="73761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grid-2-train-output-1-26"/>
          <p:cNvSpPr/>
          <p:nvPr/>
        </p:nvSpPr>
        <p:spPr>
          <a:xfrm>
            <a:off x="745540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grid-2-train-output-1-27"/>
          <p:cNvSpPr/>
          <p:nvPr/>
        </p:nvSpPr>
        <p:spPr>
          <a:xfrm>
            <a:off x="753465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grid-2-train-output-1-28"/>
          <p:cNvSpPr/>
          <p:nvPr/>
        </p:nvSpPr>
        <p:spPr>
          <a:xfrm>
            <a:off x="761390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grid-2-train-output-1-29"/>
          <p:cNvSpPr/>
          <p:nvPr/>
        </p:nvSpPr>
        <p:spPr>
          <a:xfrm>
            <a:off x="76931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grid-2-train-output-2-0"/>
          <p:cNvSpPr/>
          <p:nvPr/>
        </p:nvSpPr>
        <p:spPr>
          <a:xfrm>
            <a:off x="53949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grid-2-train-output-2-1"/>
          <p:cNvSpPr/>
          <p:nvPr/>
        </p:nvSpPr>
        <p:spPr>
          <a:xfrm>
            <a:off x="5474208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grid-2-train-output-2-2"/>
          <p:cNvSpPr/>
          <p:nvPr/>
        </p:nvSpPr>
        <p:spPr>
          <a:xfrm>
            <a:off x="5553456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grid-2-train-output-2-3"/>
          <p:cNvSpPr/>
          <p:nvPr/>
        </p:nvSpPr>
        <p:spPr>
          <a:xfrm>
            <a:off x="5632704" y="18958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grid-2-train-output-2-4"/>
          <p:cNvSpPr/>
          <p:nvPr/>
        </p:nvSpPr>
        <p:spPr>
          <a:xfrm>
            <a:off x="571195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grid-2-train-output-2-5"/>
          <p:cNvSpPr/>
          <p:nvPr/>
        </p:nvSpPr>
        <p:spPr>
          <a:xfrm>
            <a:off x="5791200" y="189585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grid-2-train-output-2-6"/>
          <p:cNvSpPr/>
          <p:nvPr/>
        </p:nvSpPr>
        <p:spPr>
          <a:xfrm>
            <a:off x="587044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grid-2-train-output-2-7"/>
          <p:cNvSpPr/>
          <p:nvPr/>
        </p:nvSpPr>
        <p:spPr>
          <a:xfrm>
            <a:off x="5949696" y="189585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grid-2-train-output-2-8"/>
          <p:cNvSpPr/>
          <p:nvPr/>
        </p:nvSpPr>
        <p:spPr>
          <a:xfrm>
            <a:off x="602894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grid-2-train-output-2-9"/>
          <p:cNvSpPr/>
          <p:nvPr/>
        </p:nvSpPr>
        <p:spPr>
          <a:xfrm>
            <a:off x="6108192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grid-2-train-output-2-10"/>
          <p:cNvSpPr/>
          <p:nvPr/>
        </p:nvSpPr>
        <p:spPr>
          <a:xfrm>
            <a:off x="618744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grid-2-train-output-2-11"/>
          <p:cNvSpPr/>
          <p:nvPr/>
        </p:nvSpPr>
        <p:spPr>
          <a:xfrm>
            <a:off x="6266688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grid-2-train-output-2-12"/>
          <p:cNvSpPr/>
          <p:nvPr/>
        </p:nvSpPr>
        <p:spPr>
          <a:xfrm>
            <a:off x="634593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grid-2-train-output-2-13"/>
          <p:cNvSpPr/>
          <p:nvPr/>
        </p:nvSpPr>
        <p:spPr>
          <a:xfrm>
            <a:off x="6425184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grid-2-train-output-2-14"/>
          <p:cNvSpPr/>
          <p:nvPr/>
        </p:nvSpPr>
        <p:spPr>
          <a:xfrm>
            <a:off x="650443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grid-2-train-output-2-15"/>
          <p:cNvSpPr/>
          <p:nvPr/>
        </p:nvSpPr>
        <p:spPr>
          <a:xfrm>
            <a:off x="6583680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grid-2-train-output-2-16"/>
          <p:cNvSpPr/>
          <p:nvPr/>
        </p:nvSpPr>
        <p:spPr>
          <a:xfrm>
            <a:off x="666292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grid-2-train-output-2-17"/>
          <p:cNvSpPr/>
          <p:nvPr/>
        </p:nvSpPr>
        <p:spPr>
          <a:xfrm>
            <a:off x="6742176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grid-2-train-output-2-18"/>
          <p:cNvSpPr/>
          <p:nvPr/>
        </p:nvSpPr>
        <p:spPr>
          <a:xfrm>
            <a:off x="682142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grid-2-train-output-2-19"/>
          <p:cNvSpPr/>
          <p:nvPr/>
        </p:nvSpPr>
        <p:spPr>
          <a:xfrm>
            <a:off x="6900672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grid-2-train-output-2-20"/>
          <p:cNvSpPr/>
          <p:nvPr/>
        </p:nvSpPr>
        <p:spPr>
          <a:xfrm>
            <a:off x="697992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grid-2-train-output-2-21"/>
          <p:cNvSpPr/>
          <p:nvPr/>
        </p:nvSpPr>
        <p:spPr>
          <a:xfrm>
            <a:off x="7059168" y="189585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grid-2-train-output-2-22"/>
          <p:cNvSpPr/>
          <p:nvPr/>
        </p:nvSpPr>
        <p:spPr>
          <a:xfrm>
            <a:off x="713841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grid-2-train-output-2-23"/>
          <p:cNvSpPr/>
          <p:nvPr/>
        </p:nvSpPr>
        <p:spPr>
          <a:xfrm>
            <a:off x="721766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grid-2-train-output-2-24"/>
          <p:cNvSpPr/>
          <p:nvPr/>
        </p:nvSpPr>
        <p:spPr>
          <a:xfrm>
            <a:off x="729691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grid-2-train-output-2-25"/>
          <p:cNvSpPr/>
          <p:nvPr/>
        </p:nvSpPr>
        <p:spPr>
          <a:xfrm>
            <a:off x="73761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grid-2-train-output-2-26"/>
          <p:cNvSpPr/>
          <p:nvPr/>
        </p:nvSpPr>
        <p:spPr>
          <a:xfrm>
            <a:off x="745540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grid-2-train-output-2-27"/>
          <p:cNvSpPr/>
          <p:nvPr/>
        </p:nvSpPr>
        <p:spPr>
          <a:xfrm>
            <a:off x="753465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grid-2-train-output-2-28"/>
          <p:cNvSpPr/>
          <p:nvPr/>
        </p:nvSpPr>
        <p:spPr>
          <a:xfrm>
            <a:off x="761390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grid-2-train-output-2-29"/>
          <p:cNvSpPr/>
          <p:nvPr/>
        </p:nvSpPr>
        <p:spPr>
          <a:xfrm>
            <a:off x="769315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grid-2-train-output-3-0"/>
          <p:cNvSpPr/>
          <p:nvPr/>
        </p:nvSpPr>
        <p:spPr>
          <a:xfrm>
            <a:off x="53949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grid-2-train-output-3-1"/>
          <p:cNvSpPr/>
          <p:nvPr/>
        </p:nvSpPr>
        <p:spPr>
          <a:xfrm>
            <a:off x="5474208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grid-2-train-output-3-2"/>
          <p:cNvSpPr/>
          <p:nvPr/>
        </p:nvSpPr>
        <p:spPr>
          <a:xfrm>
            <a:off x="5553456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grid-2-train-output-3-3"/>
          <p:cNvSpPr/>
          <p:nvPr/>
        </p:nvSpPr>
        <p:spPr>
          <a:xfrm>
            <a:off x="5632704" y="197510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grid-2-train-output-3-4"/>
          <p:cNvSpPr/>
          <p:nvPr/>
        </p:nvSpPr>
        <p:spPr>
          <a:xfrm>
            <a:off x="571195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grid-2-train-output-3-5"/>
          <p:cNvSpPr/>
          <p:nvPr/>
        </p:nvSpPr>
        <p:spPr>
          <a:xfrm>
            <a:off x="5791200" y="197510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grid-2-train-output-3-6"/>
          <p:cNvSpPr/>
          <p:nvPr/>
        </p:nvSpPr>
        <p:spPr>
          <a:xfrm>
            <a:off x="5870448" y="197510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grid-2-train-output-3-7"/>
          <p:cNvSpPr/>
          <p:nvPr/>
        </p:nvSpPr>
        <p:spPr>
          <a:xfrm>
            <a:off x="5949696" y="197510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grid-2-train-output-3-8"/>
          <p:cNvSpPr/>
          <p:nvPr/>
        </p:nvSpPr>
        <p:spPr>
          <a:xfrm>
            <a:off x="602894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grid-2-train-output-3-9"/>
          <p:cNvSpPr/>
          <p:nvPr/>
        </p:nvSpPr>
        <p:spPr>
          <a:xfrm>
            <a:off x="6108192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grid-2-train-output-3-10"/>
          <p:cNvSpPr/>
          <p:nvPr/>
        </p:nvSpPr>
        <p:spPr>
          <a:xfrm>
            <a:off x="6187440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grid-2-train-output-3-11"/>
          <p:cNvSpPr/>
          <p:nvPr/>
        </p:nvSpPr>
        <p:spPr>
          <a:xfrm>
            <a:off x="6266688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grid-2-train-output-3-12"/>
          <p:cNvSpPr/>
          <p:nvPr/>
        </p:nvSpPr>
        <p:spPr>
          <a:xfrm>
            <a:off x="6345936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grid-2-train-output-3-13"/>
          <p:cNvSpPr/>
          <p:nvPr/>
        </p:nvSpPr>
        <p:spPr>
          <a:xfrm>
            <a:off x="6425184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grid-2-train-output-3-14"/>
          <p:cNvSpPr/>
          <p:nvPr/>
        </p:nvSpPr>
        <p:spPr>
          <a:xfrm>
            <a:off x="650443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grid-2-train-output-3-15"/>
          <p:cNvSpPr/>
          <p:nvPr/>
        </p:nvSpPr>
        <p:spPr>
          <a:xfrm>
            <a:off x="6583680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grid-2-train-output-3-16"/>
          <p:cNvSpPr/>
          <p:nvPr/>
        </p:nvSpPr>
        <p:spPr>
          <a:xfrm>
            <a:off x="6662928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grid-2-train-output-3-17"/>
          <p:cNvSpPr/>
          <p:nvPr/>
        </p:nvSpPr>
        <p:spPr>
          <a:xfrm>
            <a:off x="6742176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grid-2-train-output-3-18"/>
          <p:cNvSpPr/>
          <p:nvPr/>
        </p:nvSpPr>
        <p:spPr>
          <a:xfrm>
            <a:off x="6821424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grid-2-train-output-3-19"/>
          <p:cNvSpPr/>
          <p:nvPr/>
        </p:nvSpPr>
        <p:spPr>
          <a:xfrm>
            <a:off x="6900672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grid-2-train-output-3-20"/>
          <p:cNvSpPr/>
          <p:nvPr/>
        </p:nvSpPr>
        <p:spPr>
          <a:xfrm>
            <a:off x="6979920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grid-2-train-output-3-21"/>
          <p:cNvSpPr/>
          <p:nvPr/>
        </p:nvSpPr>
        <p:spPr>
          <a:xfrm>
            <a:off x="7059168" y="197510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grid-2-train-output-3-22"/>
          <p:cNvSpPr/>
          <p:nvPr/>
        </p:nvSpPr>
        <p:spPr>
          <a:xfrm>
            <a:off x="713841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grid-2-train-output-3-23"/>
          <p:cNvSpPr/>
          <p:nvPr/>
        </p:nvSpPr>
        <p:spPr>
          <a:xfrm>
            <a:off x="721766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grid-2-train-output-3-24"/>
          <p:cNvSpPr/>
          <p:nvPr/>
        </p:nvSpPr>
        <p:spPr>
          <a:xfrm>
            <a:off x="729691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grid-2-train-output-3-25"/>
          <p:cNvSpPr/>
          <p:nvPr/>
        </p:nvSpPr>
        <p:spPr>
          <a:xfrm>
            <a:off x="73761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grid-2-train-output-3-26"/>
          <p:cNvSpPr/>
          <p:nvPr/>
        </p:nvSpPr>
        <p:spPr>
          <a:xfrm>
            <a:off x="745540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grid-2-train-output-3-27"/>
          <p:cNvSpPr/>
          <p:nvPr/>
        </p:nvSpPr>
        <p:spPr>
          <a:xfrm>
            <a:off x="753465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grid-2-train-output-3-28"/>
          <p:cNvSpPr/>
          <p:nvPr/>
        </p:nvSpPr>
        <p:spPr>
          <a:xfrm>
            <a:off x="761390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grid-2-train-output-3-29"/>
          <p:cNvSpPr/>
          <p:nvPr/>
        </p:nvSpPr>
        <p:spPr>
          <a:xfrm>
            <a:off x="769315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grid-2-train-output-4-0"/>
          <p:cNvSpPr/>
          <p:nvPr/>
        </p:nvSpPr>
        <p:spPr>
          <a:xfrm>
            <a:off x="53949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grid-2-train-output-4-1"/>
          <p:cNvSpPr/>
          <p:nvPr/>
        </p:nvSpPr>
        <p:spPr>
          <a:xfrm>
            <a:off x="547420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grid-2-train-output-4-2"/>
          <p:cNvSpPr/>
          <p:nvPr/>
        </p:nvSpPr>
        <p:spPr>
          <a:xfrm>
            <a:off x="55534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grid-2-train-output-4-3"/>
          <p:cNvSpPr/>
          <p:nvPr/>
        </p:nvSpPr>
        <p:spPr>
          <a:xfrm>
            <a:off x="56327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grid-2-train-output-4-4"/>
          <p:cNvSpPr/>
          <p:nvPr/>
        </p:nvSpPr>
        <p:spPr>
          <a:xfrm>
            <a:off x="571195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grid-2-train-output-4-5"/>
          <p:cNvSpPr/>
          <p:nvPr/>
        </p:nvSpPr>
        <p:spPr>
          <a:xfrm>
            <a:off x="579120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grid-2-train-output-4-6"/>
          <p:cNvSpPr/>
          <p:nvPr/>
        </p:nvSpPr>
        <p:spPr>
          <a:xfrm>
            <a:off x="587044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grid-2-train-output-4-7"/>
          <p:cNvSpPr/>
          <p:nvPr/>
        </p:nvSpPr>
        <p:spPr>
          <a:xfrm>
            <a:off x="594969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grid-2-train-output-4-8"/>
          <p:cNvSpPr/>
          <p:nvPr/>
        </p:nvSpPr>
        <p:spPr>
          <a:xfrm>
            <a:off x="602894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grid-2-train-output-4-9"/>
          <p:cNvSpPr/>
          <p:nvPr/>
        </p:nvSpPr>
        <p:spPr>
          <a:xfrm>
            <a:off x="610819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grid-2-train-output-4-10"/>
          <p:cNvSpPr/>
          <p:nvPr/>
        </p:nvSpPr>
        <p:spPr>
          <a:xfrm>
            <a:off x="618744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grid-2-train-output-4-11"/>
          <p:cNvSpPr/>
          <p:nvPr/>
        </p:nvSpPr>
        <p:spPr>
          <a:xfrm>
            <a:off x="626668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grid-2-train-output-4-12"/>
          <p:cNvSpPr/>
          <p:nvPr/>
        </p:nvSpPr>
        <p:spPr>
          <a:xfrm>
            <a:off x="634593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grid-2-train-output-4-13"/>
          <p:cNvSpPr/>
          <p:nvPr/>
        </p:nvSpPr>
        <p:spPr>
          <a:xfrm>
            <a:off x="642518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grid-2-train-output-4-14"/>
          <p:cNvSpPr/>
          <p:nvPr/>
        </p:nvSpPr>
        <p:spPr>
          <a:xfrm>
            <a:off x="650443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grid-2-train-output-4-15"/>
          <p:cNvSpPr/>
          <p:nvPr/>
        </p:nvSpPr>
        <p:spPr>
          <a:xfrm>
            <a:off x="658368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grid-2-train-output-4-16"/>
          <p:cNvSpPr/>
          <p:nvPr/>
        </p:nvSpPr>
        <p:spPr>
          <a:xfrm>
            <a:off x="666292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grid-2-train-output-4-17"/>
          <p:cNvSpPr/>
          <p:nvPr/>
        </p:nvSpPr>
        <p:spPr>
          <a:xfrm>
            <a:off x="674217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grid-2-train-output-4-18"/>
          <p:cNvSpPr/>
          <p:nvPr/>
        </p:nvSpPr>
        <p:spPr>
          <a:xfrm>
            <a:off x="682142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grid-2-train-output-4-19"/>
          <p:cNvSpPr/>
          <p:nvPr/>
        </p:nvSpPr>
        <p:spPr>
          <a:xfrm>
            <a:off x="690067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grid-2-train-output-4-20"/>
          <p:cNvSpPr/>
          <p:nvPr/>
        </p:nvSpPr>
        <p:spPr>
          <a:xfrm>
            <a:off x="697992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grid-2-train-output-4-21"/>
          <p:cNvSpPr/>
          <p:nvPr/>
        </p:nvSpPr>
        <p:spPr>
          <a:xfrm>
            <a:off x="705916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grid-2-train-output-4-22"/>
          <p:cNvSpPr/>
          <p:nvPr/>
        </p:nvSpPr>
        <p:spPr>
          <a:xfrm>
            <a:off x="713841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grid-2-train-output-4-23"/>
          <p:cNvSpPr/>
          <p:nvPr/>
        </p:nvSpPr>
        <p:spPr>
          <a:xfrm>
            <a:off x="721766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grid-2-train-output-4-24"/>
          <p:cNvSpPr/>
          <p:nvPr/>
        </p:nvSpPr>
        <p:spPr>
          <a:xfrm>
            <a:off x="729691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grid-2-train-output-4-25"/>
          <p:cNvSpPr/>
          <p:nvPr/>
        </p:nvSpPr>
        <p:spPr>
          <a:xfrm>
            <a:off x="73761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grid-2-train-output-4-26"/>
          <p:cNvSpPr/>
          <p:nvPr/>
        </p:nvSpPr>
        <p:spPr>
          <a:xfrm>
            <a:off x="745540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grid-2-train-output-4-27"/>
          <p:cNvSpPr/>
          <p:nvPr/>
        </p:nvSpPr>
        <p:spPr>
          <a:xfrm>
            <a:off x="75346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grid-2-train-output-4-28"/>
          <p:cNvSpPr/>
          <p:nvPr/>
        </p:nvSpPr>
        <p:spPr>
          <a:xfrm>
            <a:off x="76139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grid-2-train-output-4-29"/>
          <p:cNvSpPr/>
          <p:nvPr/>
        </p:nvSpPr>
        <p:spPr>
          <a:xfrm>
            <a:off x="769315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grid-2-train-output-5-0"/>
          <p:cNvSpPr/>
          <p:nvPr/>
        </p:nvSpPr>
        <p:spPr>
          <a:xfrm>
            <a:off x="539496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grid-2-train-output-5-1"/>
          <p:cNvSpPr/>
          <p:nvPr/>
        </p:nvSpPr>
        <p:spPr>
          <a:xfrm>
            <a:off x="547420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grid-2-train-output-5-2"/>
          <p:cNvSpPr/>
          <p:nvPr/>
        </p:nvSpPr>
        <p:spPr>
          <a:xfrm>
            <a:off x="555345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grid-2-train-output-5-3"/>
          <p:cNvSpPr/>
          <p:nvPr/>
        </p:nvSpPr>
        <p:spPr>
          <a:xfrm>
            <a:off x="563270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grid-2-train-output-5-4"/>
          <p:cNvSpPr/>
          <p:nvPr/>
        </p:nvSpPr>
        <p:spPr>
          <a:xfrm>
            <a:off x="571195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grid-2-train-output-5-5"/>
          <p:cNvSpPr/>
          <p:nvPr/>
        </p:nvSpPr>
        <p:spPr>
          <a:xfrm>
            <a:off x="579120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grid-2-train-output-5-6"/>
          <p:cNvSpPr/>
          <p:nvPr/>
        </p:nvSpPr>
        <p:spPr>
          <a:xfrm>
            <a:off x="587044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grid-2-train-output-5-7"/>
          <p:cNvSpPr/>
          <p:nvPr/>
        </p:nvSpPr>
        <p:spPr>
          <a:xfrm>
            <a:off x="594969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grid-2-train-output-5-8"/>
          <p:cNvSpPr/>
          <p:nvPr/>
        </p:nvSpPr>
        <p:spPr>
          <a:xfrm>
            <a:off x="602894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grid-2-train-output-5-9"/>
          <p:cNvSpPr/>
          <p:nvPr/>
        </p:nvSpPr>
        <p:spPr>
          <a:xfrm>
            <a:off x="610819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grid-2-train-output-5-10"/>
          <p:cNvSpPr/>
          <p:nvPr/>
        </p:nvSpPr>
        <p:spPr>
          <a:xfrm>
            <a:off x="618744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grid-2-train-output-5-11"/>
          <p:cNvSpPr/>
          <p:nvPr/>
        </p:nvSpPr>
        <p:spPr>
          <a:xfrm>
            <a:off x="626668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grid-2-train-output-5-12"/>
          <p:cNvSpPr/>
          <p:nvPr/>
        </p:nvSpPr>
        <p:spPr>
          <a:xfrm>
            <a:off x="634593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grid-2-train-output-5-13"/>
          <p:cNvSpPr/>
          <p:nvPr/>
        </p:nvSpPr>
        <p:spPr>
          <a:xfrm>
            <a:off x="642518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grid-2-train-output-5-14"/>
          <p:cNvSpPr/>
          <p:nvPr/>
        </p:nvSpPr>
        <p:spPr>
          <a:xfrm>
            <a:off x="650443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grid-2-train-output-5-15"/>
          <p:cNvSpPr/>
          <p:nvPr/>
        </p:nvSpPr>
        <p:spPr>
          <a:xfrm>
            <a:off x="658368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grid-2-train-output-5-16"/>
          <p:cNvSpPr/>
          <p:nvPr/>
        </p:nvSpPr>
        <p:spPr>
          <a:xfrm>
            <a:off x="666292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grid-2-train-output-5-17"/>
          <p:cNvSpPr/>
          <p:nvPr/>
        </p:nvSpPr>
        <p:spPr>
          <a:xfrm>
            <a:off x="674217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grid-2-train-output-5-18"/>
          <p:cNvSpPr/>
          <p:nvPr/>
        </p:nvSpPr>
        <p:spPr>
          <a:xfrm>
            <a:off x="682142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grid-2-train-output-5-19"/>
          <p:cNvSpPr/>
          <p:nvPr/>
        </p:nvSpPr>
        <p:spPr>
          <a:xfrm>
            <a:off x="690067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grid-2-train-output-5-20"/>
          <p:cNvSpPr/>
          <p:nvPr/>
        </p:nvSpPr>
        <p:spPr>
          <a:xfrm>
            <a:off x="697992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grid-2-train-output-5-21"/>
          <p:cNvSpPr/>
          <p:nvPr/>
        </p:nvSpPr>
        <p:spPr>
          <a:xfrm>
            <a:off x="705916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grid-2-train-output-5-22"/>
          <p:cNvSpPr/>
          <p:nvPr/>
        </p:nvSpPr>
        <p:spPr>
          <a:xfrm>
            <a:off x="713841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grid-2-train-output-5-23"/>
          <p:cNvSpPr/>
          <p:nvPr/>
        </p:nvSpPr>
        <p:spPr>
          <a:xfrm>
            <a:off x="721766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grid-2-train-output-5-24"/>
          <p:cNvSpPr/>
          <p:nvPr/>
        </p:nvSpPr>
        <p:spPr>
          <a:xfrm>
            <a:off x="729691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grid-2-train-output-5-25"/>
          <p:cNvSpPr/>
          <p:nvPr/>
        </p:nvSpPr>
        <p:spPr>
          <a:xfrm>
            <a:off x="7376160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grid-2-train-output-5-26"/>
          <p:cNvSpPr/>
          <p:nvPr/>
        </p:nvSpPr>
        <p:spPr>
          <a:xfrm>
            <a:off x="7455408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grid-2-train-output-5-27"/>
          <p:cNvSpPr/>
          <p:nvPr/>
        </p:nvSpPr>
        <p:spPr>
          <a:xfrm>
            <a:off x="7534656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grid-2-train-output-5-28"/>
          <p:cNvSpPr/>
          <p:nvPr/>
        </p:nvSpPr>
        <p:spPr>
          <a:xfrm>
            <a:off x="7613904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grid-2-train-output-5-29"/>
          <p:cNvSpPr/>
          <p:nvPr/>
        </p:nvSpPr>
        <p:spPr>
          <a:xfrm>
            <a:off x="769315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grid-2-train-output-6-0"/>
          <p:cNvSpPr/>
          <p:nvPr/>
        </p:nvSpPr>
        <p:spPr>
          <a:xfrm>
            <a:off x="53949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grid-2-train-output-6-1"/>
          <p:cNvSpPr/>
          <p:nvPr/>
        </p:nvSpPr>
        <p:spPr>
          <a:xfrm>
            <a:off x="54742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grid-2-train-output-6-2"/>
          <p:cNvSpPr/>
          <p:nvPr/>
        </p:nvSpPr>
        <p:spPr>
          <a:xfrm>
            <a:off x="555345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grid-2-train-output-6-3"/>
          <p:cNvSpPr/>
          <p:nvPr/>
        </p:nvSpPr>
        <p:spPr>
          <a:xfrm>
            <a:off x="563270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grid-2-train-output-6-4"/>
          <p:cNvSpPr/>
          <p:nvPr/>
        </p:nvSpPr>
        <p:spPr>
          <a:xfrm>
            <a:off x="571195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grid-2-train-output-6-5"/>
          <p:cNvSpPr/>
          <p:nvPr/>
        </p:nvSpPr>
        <p:spPr>
          <a:xfrm>
            <a:off x="579120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grid-2-train-output-6-6"/>
          <p:cNvSpPr/>
          <p:nvPr/>
        </p:nvSpPr>
        <p:spPr>
          <a:xfrm>
            <a:off x="587044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grid-2-train-output-6-7"/>
          <p:cNvSpPr/>
          <p:nvPr/>
        </p:nvSpPr>
        <p:spPr>
          <a:xfrm>
            <a:off x="594969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grid-2-train-output-6-8"/>
          <p:cNvSpPr/>
          <p:nvPr/>
        </p:nvSpPr>
        <p:spPr>
          <a:xfrm>
            <a:off x="602894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grid-2-train-output-6-9"/>
          <p:cNvSpPr/>
          <p:nvPr/>
        </p:nvSpPr>
        <p:spPr>
          <a:xfrm>
            <a:off x="610819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grid-2-train-output-6-10"/>
          <p:cNvSpPr/>
          <p:nvPr/>
        </p:nvSpPr>
        <p:spPr>
          <a:xfrm>
            <a:off x="618744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grid-2-train-output-6-11"/>
          <p:cNvSpPr/>
          <p:nvPr/>
        </p:nvSpPr>
        <p:spPr>
          <a:xfrm>
            <a:off x="626668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grid-2-train-output-6-12"/>
          <p:cNvSpPr/>
          <p:nvPr/>
        </p:nvSpPr>
        <p:spPr>
          <a:xfrm>
            <a:off x="634593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grid-2-train-output-6-13"/>
          <p:cNvSpPr/>
          <p:nvPr/>
        </p:nvSpPr>
        <p:spPr>
          <a:xfrm>
            <a:off x="642518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grid-2-train-output-6-14"/>
          <p:cNvSpPr/>
          <p:nvPr/>
        </p:nvSpPr>
        <p:spPr>
          <a:xfrm>
            <a:off x="650443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grid-2-train-output-6-15"/>
          <p:cNvSpPr/>
          <p:nvPr/>
        </p:nvSpPr>
        <p:spPr>
          <a:xfrm>
            <a:off x="658368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grid-2-train-output-6-16"/>
          <p:cNvSpPr/>
          <p:nvPr/>
        </p:nvSpPr>
        <p:spPr>
          <a:xfrm>
            <a:off x="666292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grid-2-train-output-6-17"/>
          <p:cNvSpPr/>
          <p:nvPr/>
        </p:nvSpPr>
        <p:spPr>
          <a:xfrm>
            <a:off x="674217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grid-2-train-output-6-18"/>
          <p:cNvSpPr/>
          <p:nvPr/>
        </p:nvSpPr>
        <p:spPr>
          <a:xfrm>
            <a:off x="682142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grid-2-train-output-6-19"/>
          <p:cNvSpPr/>
          <p:nvPr/>
        </p:nvSpPr>
        <p:spPr>
          <a:xfrm>
            <a:off x="690067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grid-2-train-output-6-20"/>
          <p:cNvSpPr/>
          <p:nvPr/>
        </p:nvSpPr>
        <p:spPr>
          <a:xfrm>
            <a:off x="697992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grid-2-train-output-6-21"/>
          <p:cNvSpPr/>
          <p:nvPr/>
        </p:nvSpPr>
        <p:spPr>
          <a:xfrm>
            <a:off x="705916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grid-2-train-output-6-22"/>
          <p:cNvSpPr/>
          <p:nvPr/>
        </p:nvSpPr>
        <p:spPr>
          <a:xfrm>
            <a:off x="713841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grid-2-train-output-6-23"/>
          <p:cNvSpPr/>
          <p:nvPr/>
        </p:nvSpPr>
        <p:spPr>
          <a:xfrm>
            <a:off x="721766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grid-2-train-output-6-24"/>
          <p:cNvSpPr/>
          <p:nvPr/>
        </p:nvSpPr>
        <p:spPr>
          <a:xfrm>
            <a:off x="729691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grid-2-train-output-6-25"/>
          <p:cNvSpPr/>
          <p:nvPr/>
        </p:nvSpPr>
        <p:spPr>
          <a:xfrm>
            <a:off x="73761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grid-2-train-output-6-26"/>
          <p:cNvSpPr/>
          <p:nvPr/>
        </p:nvSpPr>
        <p:spPr>
          <a:xfrm>
            <a:off x="74554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grid-2-train-output-6-27"/>
          <p:cNvSpPr/>
          <p:nvPr/>
        </p:nvSpPr>
        <p:spPr>
          <a:xfrm>
            <a:off x="753465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grid-2-train-output-6-28"/>
          <p:cNvSpPr/>
          <p:nvPr/>
        </p:nvSpPr>
        <p:spPr>
          <a:xfrm>
            <a:off x="761390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grid-2-train-output-6-29"/>
          <p:cNvSpPr/>
          <p:nvPr/>
        </p:nvSpPr>
        <p:spPr>
          <a:xfrm>
            <a:off x="769315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grid-2-train-output-7-0"/>
          <p:cNvSpPr/>
          <p:nvPr/>
        </p:nvSpPr>
        <p:spPr>
          <a:xfrm>
            <a:off x="53949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grid-2-train-output-7-1"/>
          <p:cNvSpPr/>
          <p:nvPr/>
        </p:nvSpPr>
        <p:spPr>
          <a:xfrm>
            <a:off x="547420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grid-2-train-output-7-2"/>
          <p:cNvSpPr/>
          <p:nvPr/>
        </p:nvSpPr>
        <p:spPr>
          <a:xfrm>
            <a:off x="555345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grid-2-train-output-7-3"/>
          <p:cNvSpPr/>
          <p:nvPr/>
        </p:nvSpPr>
        <p:spPr>
          <a:xfrm>
            <a:off x="563270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grid-2-train-output-7-4"/>
          <p:cNvSpPr/>
          <p:nvPr/>
        </p:nvSpPr>
        <p:spPr>
          <a:xfrm>
            <a:off x="571195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grid-2-train-output-7-5"/>
          <p:cNvSpPr/>
          <p:nvPr/>
        </p:nvSpPr>
        <p:spPr>
          <a:xfrm>
            <a:off x="579120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grid-2-train-output-7-6"/>
          <p:cNvSpPr/>
          <p:nvPr/>
        </p:nvSpPr>
        <p:spPr>
          <a:xfrm>
            <a:off x="587044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grid-2-train-output-7-7"/>
          <p:cNvSpPr/>
          <p:nvPr/>
        </p:nvSpPr>
        <p:spPr>
          <a:xfrm>
            <a:off x="594969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grid-2-train-output-7-8"/>
          <p:cNvSpPr/>
          <p:nvPr/>
        </p:nvSpPr>
        <p:spPr>
          <a:xfrm>
            <a:off x="602894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grid-2-train-output-7-9"/>
          <p:cNvSpPr/>
          <p:nvPr/>
        </p:nvSpPr>
        <p:spPr>
          <a:xfrm>
            <a:off x="610819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grid-2-train-output-7-10"/>
          <p:cNvSpPr/>
          <p:nvPr/>
        </p:nvSpPr>
        <p:spPr>
          <a:xfrm>
            <a:off x="618744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grid-2-train-output-7-11"/>
          <p:cNvSpPr/>
          <p:nvPr/>
        </p:nvSpPr>
        <p:spPr>
          <a:xfrm>
            <a:off x="626668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grid-2-train-output-7-12"/>
          <p:cNvSpPr/>
          <p:nvPr/>
        </p:nvSpPr>
        <p:spPr>
          <a:xfrm>
            <a:off x="634593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grid-2-train-output-7-13"/>
          <p:cNvSpPr/>
          <p:nvPr/>
        </p:nvSpPr>
        <p:spPr>
          <a:xfrm>
            <a:off x="642518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grid-2-train-output-7-14"/>
          <p:cNvSpPr/>
          <p:nvPr/>
        </p:nvSpPr>
        <p:spPr>
          <a:xfrm>
            <a:off x="650443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grid-2-train-output-7-15"/>
          <p:cNvSpPr/>
          <p:nvPr/>
        </p:nvSpPr>
        <p:spPr>
          <a:xfrm>
            <a:off x="658368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grid-2-train-output-7-16"/>
          <p:cNvSpPr/>
          <p:nvPr/>
        </p:nvSpPr>
        <p:spPr>
          <a:xfrm>
            <a:off x="666292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grid-2-train-output-7-17"/>
          <p:cNvSpPr/>
          <p:nvPr/>
        </p:nvSpPr>
        <p:spPr>
          <a:xfrm>
            <a:off x="674217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grid-2-train-output-7-18"/>
          <p:cNvSpPr/>
          <p:nvPr/>
        </p:nvSpPr>
        <p:spPr>
          <a:xfrm>
            <a:off x="682142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grid-2-train-output-7-19"/>
          <p:cNvSpPr/>
          <p:nvPr/>
        </p:nvSpPr>
        <p:spPr>
          <a:xfrm>
            <a:off x="690067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grid-2-train-output-7-20"/>
          <p:cNvSpPr/>
          <p:nvPr/>
        </p:nvSpPr>
        <p:spPr>
          <a:xfrm>
            <a:off x="697992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grid-2-train-output-7-21"/>
          <p:cNvSpPr/>
          <p:nvPr/>
        </p:nvSpPr>
        <p:spPr>
          <a:xfrm>
            <a:off x="705916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grid-2-train-output-7-22"/>
          <p:cNvSpPr/>
          <p:nvPr/>
        </p:nvSpPr>
        <p:spPr>
          <a:xfrm>
            <a:off x="713841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grid-2-train-output-7-23"/>
          <p:cNvSpPr/>
          <p:nvPr/>
        </p:nvSpPr>
        <p:spPr>
          <a:xfrm>
            <a:off x="721766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grid-2-train-output-7-24"/>
          <p:cNvSpPr/>
          <p:nvPr/>
        </p:nvSpPr>
        <p:spPr>
          <a:xfrm>
            <a:off x="729691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grid-2-train-output-7-25"/>
          <p:cNvSpPr/>
          <p:nvPr/>
        </p:nvSpPr>
        <p:spPr>
          <a:xfrm>
            <a:off x="73761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grid-2-train-output-7-26"/>
          <p:cNvSpPr/>
          <p:nvPr/>
        </p:nvSpPr>
        <p:spPr>
          <a:xfrm>
            <a:off x="745540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grid-2-train-output-7-27"/>
          <p:cNvSpPr/>
          <p:nvPr/>
        </p:nvSpPr>
        <p:spPr>
          <a:xfrm>
            <a:off x="753465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grid-2-train-output-7-28"/>
          <p:cNvSpPr/>
          <p:nvPr/>
        </p:nvSpPr>
        <p:spPr>
          <a:xfrm>
            <a:off x="761390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grid-2-train-output-7-29"/>
          <p:cNvSpPr/>
          <p:nvPr/>
        </p:nvSpPr>
        <p:spPr>
          <a:xfrm>
            <a:off x="769315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grid-2-train-output-8-0"/>
          <p:cNvSpPr/>
          <p:nvPr/>
        </p:nvSpPr>
        <p:spPr>
          <a:xfrm>
            <a:off x="53949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grid-2-train-output-8-1"/>
          <p:cNvSpPr/>
          <p:nvPr/>
        </p:nvSpPr>
        <p:spPr>
          <a:xfrm>
            <a:off x="547420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grid-2-train-output-8-2"/>
          <p:cNvSpPr/>
          <p:nvPr/>
        </p:nvSpPr>
        <p:spPr>
          <a:xfrm>
            <a:off x="55534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grid-2-train-output-8-3"/>
          <p:cNvSpPr/>
          <p:nvPr/>
        </p:nvSpPr>
        <p:spPr>
          <a:xfrm>
            <a:off x="563270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grid-2-train-output-8-4"/>
          <p:cNvSpPr/>
          <p:nvPr/>
        </p:nvSpPr>
        <p:spPr>
          <a:xfrm>
            <a:off x="57119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grid-2-train-output-8-5"/>
          <p:cNvSpPr/>
          <p:nvPr/>
        </p:nvSpPr>
        <p:spPr>
          <a:xfrm>
            <a:off x="579120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grid-2-train-output-8-6"/>
          <p:cNvSpPr/>
          <p:nvPr/>
        </p:nvSpPr>
        <p:spPr>
          <a:xfrm>
            <a:off x="587044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grid-2-train-output-8-7"/>
          <p:cNvSpPr/>
          <p:nvPr/>
        </p:nvSpPr>
        <p:spPr>
          <a:xfrm>
            <a:off x="594969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grid-2-train-output-8-8"/>
          <p:cNvSpPr/>
          <p:nvPr/>
        </p:nvSpPr>
        <p:spPr>
          <a:xfrm>
            <a:off x="602894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grid-2-train-output-8-9"/>
          <p:cNvSpPr/>
          <p:nvPr/>
        </p:nvSpPr>
        <p:spPr>
          <a:xfrm>
            <a:off x="610819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grid-2-train-output-8-10"/>
          <p:cNvSpPr/>
          <p:nvPr/>
        </p:nvSpPr>
        <p:spPr>
          <a:xfrm>
            <a:off x="6187440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grid-2-train-output-8-11"/>
          <p:cNvSpPr/>
          <p:nvPr/>
        </p:nvSpPr>
        <p:spPr>
          <a:xfrm>
            <a:off x="6266688" y="237134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grid-2-train-output-8-12"/>
          <p:cNvSpPr/>
          <p:nvPr/>
        </p:nvSpPr>
        <p:spPr>
          <a:xfrm>
            <a:off x="634593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grid-2-train-output-8-13"/>
          <p:cNvSpPr/>
          <p:nvPr/>
        </p:nvSpPr>
        <p:spPr>
          <a:xfrm>
            <a:off x="642518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grid-2-train-output-8-14"/>
          <p:cNvSpPr/>
          <p:nvPr/>
        </p:nvSpPr>
        <p:spPr>
          <a:xfrm>
            <a:off x="650443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grid-2-train-output-8-15"/>
          <p:cNvSpPr/>
          <p:nvPr/>
        </p:nvSpPr>
        <p:spPr>
          <a:xfrm>
            <a:off x="658368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grid-2-train-output-8-16"/>
          <p:cNvSpPr/>
          <p:nvPr/>
        </p:nvSpPr>
        <p:spPr>
          <a:xfrm>
            <a:off x="666292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grid-2-train-output-8-17"/>
          <p:cNvSpPr/>
          <p:nvPr/>
        </p:nvSpPr>
        <p:spPr>
          <a:xfrm>
            <a:off x="674217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grid-2-train-output-8-18"/>
          <p:cNvSpPr/>
          <p:nvPr/>
        </p:nvSpPr>
        <p:spPr>
          <a:xfrm>
            <a:off x="682142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grid-2-train-output-8-19"/>
          <p:cNvSpPr/>
          <p:nvPr/>
        </p:nvSpPr>
        <p:spPr>
          <a:xfrm>
            <a:off x="690067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grid-2-train-output-8-20"/>
          <p:cNvSpPr/>
          <p:nvPr/>
        </p:nvSpPr>
        <p:spPr>
          <a:xfrm>
            <a:off x="697992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grid-2-train-output-8-21"/>
          <p:cNvSpPr/>
          <p:nvPr/>
        </p:nvSpPr>
        <p:spPr>
          <a:xfrm>
            <a:off x="705916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grid-2-train-output-8-22"/>
          <p:cNvSpPr/>
          <p:nvPr/>
        </p:nvSpPr>
        <p:spPr>
          <a:xfrm>
            <a:off x="713841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grid-2-train-output-8-23"/>
          <p:cNvSpPr/>
          <p:nvPr/>
        </p:nvSpPr>
        <p:spPr>
          <a:xfrm>
            <a:off x="721766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grid-2-train-output-8-24"/>
          <p:cNvSpPr/>
          <p:nvPr/>
        </p:nvSpPr>
        <p:spPr>
          <a:xfrm>
            <a:off x="729691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grid-2-train-output-8-25"/>
          <p:cNvSpPr/>
          <p:nvPr/>
        </p:nvSpPr>
        <p:spPr>
          <a:xfrm>
            <a:off x="73761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grid-2-train-output-8-26"/>
          <p:cNvSpPr/>
          <p:nvPr/>
        </p:nvSpPr>
        <p:spPr>
          <a:xfrm>
            <a:off x="745540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grid-2-train-output-8-27"/>
          <p:cNvSpPr/>
          <p:nvPr/>
        </p:nvSpPr>
        <p:spPr>
          <a:xfrm>
            <a:off x="75346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grid-2-train-output-8-28"/>
          <p:cNvSpPr/>
          <p:nvPr/>
        </p:nvSpPr>
        <p:spPr>
          <a:xfrm>
            <a:off x="761390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grid-2-train-output-8-29"/>
          <p:cNvSpPr/>
          <p:nvPr/>
        </p:nvSpPr>
        <p:spPr>
          <a:xfrm>
            <a:off x="76931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grid-2-train-output-9-0"/>
          <p:cNvSpPr/>
          <p:nvPr/>
        </p:nvSpPr>
        <p:spPr>
          <a:xfrm>
            <a:off x="53949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grid-2-train-output-9-1"/>
          <p:cNvSpPr/>
          <p:nvPr/>
        </p:nvSpPr>
        <p:spPr>
          <a:xfrm>
            <a:off x="547420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grid-2-train-output-9-2"/>
          <p:cNvSpPr/>
          <p:nvPr/>
        </p:nvSpPr>
        <p:spPr>
          <a:xfrm>
            <a:off x="55534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grid-2-train-output-9-3"/>
          <p:cNvSpPr/>
          <p:nvPr/>
        </p:nvSpPr>
        <p:spPr>
          <a:xfrm>
            <a:off x="5632704" y="2450591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grid-2-train-output-9-4"/>
          <p:cNvSpPr/>
          <p:nvPr/>
        </p:nvSpPr>
        <p:spPr>
          <a:xfrm>
            <a:off x="5711952" y="2450591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grid-2-train-output-9-5"/>
          <p:cNvSpPr/>
          <p:nvPr/>
        </p:nvSpPr>
        <p:spPr>
          <a:xfrm>
            <a:off x="5791200" y="2450591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grid-2-train-output-9-6"/>
          <p:cNvSpPr/>
          <p:nvPr/>
        </p:nvSpPr>
        <p:spPr>
          <a:xfrm>
            <a:off x="587044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grid-2-train-output-9-7"/>
          <p:cNvSpPr/>
          <p:nvPr/>
        </p:nvSpPr>
        <p:spPr>
          <a:xfrm>
            <a:off x="594969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grid-2-train-output-9-8"/>
          <p:cNvSpPr/>
          <p:nvPr/>
        </p:nvSpPr>
        <p:spPr>
          <a:xfrm>
            <a:off x="602894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grid-2-train-output-9-9"/>
          <p:cNvSpPr/>
          <p:nvPr/>
        </p:nvSpPr>
        <p:spPr>
          <a:xfrm>
            <a:off x="6108192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grid-2-train-output-9-10"/>
          <p:cNvSpPr/>
          <p:nvPr/>
        </p:nvSpPr>
        <p:spPr>
          <a:xfrm>
            <a:off x="6187440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grid-2-train-output-9-11"/>
          <p:cNvSpPr/>
          <p:nvPr/>
        </p:nvSpPr>
        <p:spPr>
          <a:xfrm>
            <a:off x="6266688" y="2450591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grid-2-train-output-9-12"/>
          <p:cNvSpPr/>
          <p:nvPr/>
        </p:nvSpPr>
        <p:spPr>
          <a:xfrm>
            <a:off x="634593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grid-2-train-output-9-13"/>
          <p:cNvSpPr/>
          <p:nvPr/>
        </p:nvSpPr>
        <p:spPr>
          <a:xfrm>
            <a:off x="642518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grid-2-train-output-9-14"/>
          <p:cNvSpPr/>
          <p:nvPr/>
        </p:nvSpPr>
        <p:spPr>
          <a:xfrm>
            <a:off x="650443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grid-2-train-output-9-15"/>
          <p:cNvSpPr/>
          <p:nvPr/>
        </p:nvSpPr>
        <p:spPr>
          <a:xfrm>
            <a:off x="658368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grid-2-train-output-9-16"/>
          <p:cNvSpPr/>
          <p:nvPr/>
        </p:nvSpPr>
        <p:spPr>
          <a:xfrm>
            <a:off x="666292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grid-2-train-output-9-17"/>
          <p:cNvSpPr/>
          <p:nvPr/>
        </p:nvSpPr>
        <p:spPr>
          <a:xfrm>
            <a:off x="674217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grid-2-train-output-9-18"/>
          <p:cNvSpPr/>
          <p:nvPr/>
        </p:nvSpPr>
        <p:spPr>
          <a:xfrm>
            <a:off x="682142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grid-2-train-output-9-19"/>
          <p:cNvSpPr/>
          <p:nvPr/>
        </p:nvSpPr>
        <p:spPr>
          <a:xfrm>
            <a:off x="690067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grid-2-train-output-9-20"/>
          <p:cNvSpPr/>
          <p:nvPr/>
        </p:nvSpPr>
        <p:spPr>
          <a:xfrm>
            <a:off x="697992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grid-2-train-output-9-21"/>
          <p:cNvSpPr/>
          <p:nvPr/>
        </p:nvSpPr>
        <p:spPr>
          <a:xfrm>
            <a:off x="705916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grid-2-train-output-9-22"/>
          <p:cNvSpPr/>
          <p:nvPr/>
        </p:nvSpPr>
        <p:spPr>
          <a:xfrm>
            <a:off x="713841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grid-2-train-output-9-23"/>
          <p:cNvSpPr/>
          <p:nvPr/>
        </p:nvSpPr>
        <p:spPr>
          <a:xfrm>
            <a:off x="721766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grid-2-train-output-9-24"/>
          <p:cNvSpPr/>
          <p:nvPr/>
        </p:nvSpPr>
        <p:spPr>
          <a:xfrm>
            <a:off x="729691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grid-2-train-output-9-25"/>
          <p:cNvSpPr/>
          <p:nvPr/>
        </p:nvSpPr>
        <p:spPr>
          <a:xfrm>
            <a:off x="73761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grid-2-train-output-9-26"/>
          <p:cNvSpPr/>
          <p:nvPr/>
        </p:nvSpPr>
        <p:spPr>
          <a:xfrm>
            <a:off x="745540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grid-2-train-output-9-27"/>
          <p:cNvSpPr/>
          <p:nvPr/>
        </p:nvSpPr>
        <p:spPr>
          <a:xfrm>
            <a:off x="75346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grid-2-train-output-9-28"/>
          <p:cNvSpPr/>
          <p:nvPr/>
        </p:nvSpPr>
        <p:spPr>
          <a:xfrm>
            <a:off x="761390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grid-2-train-output-9-29"/>
          <p:cNvSpPr/>
          <p:nvPr/>
        </p:nvSpPr>
        <p:spPr>
          <a:xfrm>
            <a:off x="76931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grid-2-train-output-10-0"/>
          <p:cNvSpPr/>
          <p:nvPr/>
        </p:nvSpPr>
        <p:spPr>
          <a:xfrm>
            <a:off x="539496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grid-2-train-output-10-1"/>
          <p:cNvSpPr/>
          <p:nvPr/>
        </p:nvSpPr>
        <p:spPr>
          <a:xfrm>
            <a:off x="547420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grid-2-train-output-10-2"/>
          <p:cNvSpPr/>
          <p:nvPr/>
        </p:nvSpPr>
        <p:spPr>
          <a:xfrm>
            <a:off x="5553456" y="252984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grid-2-train-output-10-3"/>
          <p:cNvSpPr/>
          <p:nvPr/>
        </p:nvSpPr>
        <p:spPr>
          <a:xfrm>
            <a:off x="5632704" y="252984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grid-2-train-output-10-4"/>
          <p:cNvSpPr/>
          <p:nvPr/>
        </p:nvSpPr>
        <p:spPr>
          <a:xfrm>
            <a:off x="57119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grid-2-train-output-10-5"/>
          <p:cNvSpPr/>
          <p:nvPr/>
        </p:nvSpPr>
        <p:spPr>
          <a:xfrm>
            <a:off x="5791200" y="252984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grid-2-train-output-10-6"/>
          <p:cNvSpPr/>
          <p:nvPr/>
        </p:nvSpPr>
        <p:spPr>
          <a:xfrm>
            <a:off x="5870448" y="252984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grid-2-train-output-10-7"/>
          <p:cNvSpPr/>
          <p:nvPr/>
        </p:nvSpPr>
        <p:spPr>
          <a:xfrm>
            <a:off x="594969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grid-2-train-output-10-8"/>
          <p:cNvSpPr/>
          <p:nvPr/>
        </p:nvSpPr>
        <p:spPr>
          <a:xfrm>
            <a:off x="6028944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grid-2-train-output-10-9"/>
          <p:cNvSpPr/>
          <p:nvPr/>
        </p:nvSpPr>
        <p:spPr>
          <a:xfrm>
            <a:off x="6108192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grid-2-train-output-10-10"/>
          <p:cNvSpPr/>
          <p:nvPr/>
        </p:nvSpPr>
        <p:spPr>
          <a:xfrm>
            <a:off x="6187440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grid-2-train-output-10-11"/>
          <p:cNvSpPr/>
          <p:nvPr/>
        </p:nvSpPr>
        <p:spPr>
          <a:xfrm>
            <a:off x="6266688" y="252984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grid-2-train-output-10-12"/>
          <p:cNvSpPr/>
          <p:nvPr/>
        </p:nvSpPr>
        <p:spPr>
          <a:xfrm>
            <a:off x="634593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grid-2-train-output-10-13"/>
          <p:cNvSpPr/>
          <p:nvPr/>
        </p:nvSpPr>
        <p:spPr>
          <a:xfrm>
            <a:off x="642518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grid-2-train-output-10-14"/>
          <p:cNvSpPr/>
          <p:nvPr/>
        </p:nvSpPr>
        <p:spPr>
          <a:xfrm>
            <a:off x="650443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grid-2-train-output-10-15"/>
          <p:cNvSpPr/>
          <p:nvPr/>
        </p:nvSpPr>
        <p:spPr>
          <a:xfrm>
            <a:off x="658368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grid-2-train-output-10-16"/>
          <p:cNvSpPr/>
          <p:nvPr/>
        </p:nvSpPr>
        <p:spPr>
          <a:xfrm>
            <a:off x="666292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grid-2-train-output-10-17"/>
          <p:cNvSpPr/>
          <p:nvPr/>
        </p:nvSpPr>
        <p:spPr>
          <a:xfrm>
            <a:off x="674217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grid-2-train-output-10-18"/>
          <p:cNvSpPr/>
          <p:nvPr/>
        </p:nvSpPr>
        <p:spPr>
          <a:xfrm>
            <a:off x="682142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grid-2-train-output-10-19"/>
          <p:cNvSpPr/>
          <p:nvPr/>
        </p:nvSpPr>
        <p:spPr>
          <a:xfrm>
            <a:off x="690067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grid-2-train-output-10-20"/>
          <p:cNvSpPr/>
          <p:nvPr/>
        </p:nvSpPr>
        <p:spPr>
          <a:xfrm>
            <a:off x="697992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grid-2-train-output-10-21"/>
          <p:cNvSpPr/>
          <p:nvPr/>
        </p:nvSpPr>
        <p:spPr>
          <a:xfrm>
            <a:off x="705916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grid-2-train-output-10-22"/>
          <p:cNvSpPr/>
          <p:nvPr/>
        </p:nvSpPr>
        <p:spPr>
          <a:xfrm>
            <a:off x="713841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grid-2-train-output-10-23"/>
          <p:cNvSpPr/>
          <p:nvPr/>
        </p:nvSpPr>
        <p:spPr>
          <a:xfrm>
            <a:off x="721766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grid-2-train-output-10-24"/>
          <p:cNvSpPr/>
          <p:nvPr/>
        </p:nvSpPr>
        <p:spPr>
          <a:xfrm>
            <a:off x="729691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grid-2-train-output-10-25"/>
          <p:cNvSpPr/>
          <p:nvPr/>
        </p:nvSpPr>
        <p:spPr>
          <a:xfrm>
            <a:off x="737616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grid-2-train-output-10-26"/>
          <p:cNvSpPr/>
          <p:nvPr/>
        </p:nvSpPr>
        <p:spPr>
          <a:xfrm>
            <a:off x="745540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grid-2-train-output-10-27"/>
          <p:cNvSpPr/>
          <p:nvPr/>
        </p:nvSpPr>
        <p:spPr>
          <a:xfrm>
            <a:off x="753465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grid-2-train-output-10-28"/>
          <p:cNvSpPr/>
          <p:nvPr/>
        </p:nvSpPr>
        <p:spPr>
          <a:xfrm>
            <a:off x="761390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grid-2-train-output-10-29"/>
          <p:cNvSpPr/>
          <p:nvPr/>
        </p:nvSpPr>
        <p:spPr>
          <a:xfrm>
            <a:off x="76931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grid-2-train-output-11-0"/>
          <p:cNvSpPr/>
          <p:nvPr/>
        </p:nvSpPr>
        <p:spPr>
          <a:xfrm>
            <a:off x="539496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grid-2-train-output-11-1"/>
          <p:cNvSpPr/>
          <p:nvPr/>
        </p:nvSpPr>
        <p:spPr>
          <a:xfrm>
            <a:off x="547420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grid-2-train-output-11-2"/>
          <p:cNvSpPr/>
          <p:nvPr/>
        </p:nvSpPr>
        <p:spPr>
          <a:xfrm>
            <a:off x="5553456" y="260908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grid-2-train-output-11-3"/>
          <p:cNvSpPr/>
          <p:nvPr/>
        </p:nvSpPr>
        <p:spPr>
          <a:xfrm>
            <a:off x="5632704" y="260908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grid-2-train-output-11-4"/>
          <p:cNvSpPr/>
          <p:nvPr/>
        </p:nvSpPr>
        <p:spPr>
          <a:xfrm>
            <a:off x="57119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grid-2-train-output-11-5"/>
          <p:cNvSpPr/>
          <p:nvPr/>
        </p:nvSpPr>
        <p:spPr>
          <a:xfrm>
            <a:off x="5791200" y="260908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grid-2-train-output-11-6"/>
          <p:cNvSpPr/>
          <p:nvPr/>
        </p:nvSpPr>
        <p:spPr>
          <a:xfrm>
            <a:off x="5870448" y="260908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grid-2-train-output-11-7"/>
          <p:cNvSpPr/>
          <p:nvPr/>
        </p:nvSpPr>
        <p:spPr>
          <a:xfrm>
            <a:off x="594969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grid-2-train-output-11-8"/>
          <p:cNvSpPr/>
          <p:nvPr/>
        </p:nvSpPr>
        <p:spPr>
          <a:xfrm>
            <a:off x="6028944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grid-2-train-output-11-9"/>
          <p:cNvSpPr/>
          <p:nvPr/>
        </p:nvSpPr>
        <p:spPr>
          <a:xfrm>
            <a:off x="6108192" y="260908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grid-2-train-output-11-10"/>
          <p:cNvSpPr/>
          <p:nvPr/>
        </p:nvSpPr>
        <p:spPr>
          <a:xfrm>
            <a:off x="618744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grid-2-train-output-11-11"/>
          <p:cNvSpPr/>
          <p:nvPr/>
        </p:nvSpPr>
        <p:spPr>
          <a:xfrm>
            <a:off x="626668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grid-2-train-output-11-12"/>
          <p:cNvSpPr/>
          <p:nvPr/>
        </p:nvSpPr>
        <p:spPr>
          <a:xfrm>
            <a:off x="634593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grid-2-train-output-11-13"/>
          <p:cNvSpPr/>
          <p:nvPr/>
        </p:nvSpPr>
        <p:spPr>
          <a:xfrm>
            <a:off x="642518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grid-2-train-output-11-14"/>
          <p:cNvSpPr/>
          <p:nvPr/>
        </p:nvSpPr>
        <p:spPr>
          <a:xfrm>
            <a:off x="650443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grid-2-train-output-11-15"/>
          <p:cNvSpPr/>
          <p:nvPr/>
        </p:nvSpPr>
        <p:spPr>
          <a:xfrm>
            <a:off x="658368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grid-2-train-output-11-16"/>
          <p:cNvSpPr/>
          <p:nvPr/>
        </p:nvSpPr>
        <p:spPr>
          <a:xfrm>
            <a:off x="666292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grid-2-train-output-11-17"/>
          <p:cNvSpPr/>
          <p:nvPr/>
        </p:nvSpPr>
        <p:spPr>
          <a:xfrm>
            <a:off x="674217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grid-2-train-output-11-18"/>
          <p:cNvSpPr/>
          <p:nvPr/>
        </p:nvSpPr>
        <p:spPr>
          <a:xfrm>
            <a:off x="682142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grid-2-train-output-11-19"/>
          <p:cNvSpPr/>
          <p:nvPr/>
        </p:nvSpPr>
        <p:spPr>
          <a:xfrm>
            <a:off x="690067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grid-2-train-output-11-20"/>
          <p:cNvSpPr/>
          <p:nvPr/>
        </p:nvSpPr>
        <p:spPr>
          <a:xfrm>
            <a:off x="6979920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grid-2-train-output-11-21"/>
          <p:cNvSpPr/>
          <p:nvPr/>
        </p:nvSpPr>
        <p:spPr>
          <a:xfrm>
            <a:off x="7059168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grid-2-train-output-11-22"/>
          <p:cNvSpPr/>
          <p:nvPr/>
        </p:nvSpPr>
        <p:spPr>
          <a:xfrm>
            <a:off x="7138416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grid-2-train-output-11-23"/>
          <p:cNvSpPr/>
          <p:nvPr/>
        </p:nvSpPr>
        <p:spPr>
          <a:xfrm>
            <a:off x="7217664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grid-2-train-output-11-24"/>
          <p:cNvSpPr/>
          <p:nvPr/>
        </p:nvSpPr>
        <p:spPr>
          <a:xfrm>
            <a:off x="7296912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grid-2-train-output-11-25"/>
          <p:cNvSpPr/>
          <p:nvPr/>
        </p:nvSpPr>
        <p:spPr>
          <a:xfrm>
            <a:off x="7376160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grid-2-train-output-11-26"/>
          <p:cNvSpPr/>
          <p:nvPr/>
        </p:nvSpPr>
        <p:spPr>
          <a:xfrm>
            <a:off x="745540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grid-2-train-output-11-27"/>
          <p:cNvSpPr/>
          <p:nvPr/>
        </p:nvSpPr>
        <p:spPr>
          <a:xfrm>
            <a:off x="753465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grid-2-train-output-11-28"/>
          <p:cNvSpPr/>
          <p:nvPr/>
        </p:nvSpPr>
        <p:spPr>
          <a:xfrm>
            <a:off x="761390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grid-2-train-output-11-29"/>
          <p:cNvSpPr/>
          <p:nvPr/>
        </p:nvSpPr>
        <p:spPr>
          <a:xfrm>
            <a:off x="76931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grid-2-train-output-12-0"/>
          <p:cNvSpPr/>
          <p:nvPr/>
        </p:nvSpPr>
        <p:spPr>
          <a:xfrm>
            <a:off x="539496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grid-2-train-output-12-1"/>
          <p:cNvSpPr/>
          <p:nvPr/>
        </p:nvSpPr>
        <p:spPr>
          <a:xfrm>
            <a:off x="547420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grid-2-train-output-12-2"/>
          <p:cNvSpPr/>
          <p:nvPr/>
        </p:nvSpPr>
        <p:spPr>
          <a:xfrm>
            <a:off x="55534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grid-2-train-output-12-3"/>
          <p:cNvSpPr/>
          <p:nvPr/>
        </p:nvSpPr>
        <p:spPr>
          <a:xfrm>
            <a:off x="5632704" y="268833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grid-2-train-output-12-4"/>
          <p:cNvSpPr/>
          <p:nvPr/>
        </p:nvSpPr>
        <p:spPr>
          <a:xfrm>
            <a:off x="5711952" y="268833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grid-2-train-output-12-5"/>
          <p:cNvSpPr/>
          <p:nvPr/>
        </p:nvSpPr>
        <p:spPr>
          <a:xfrm>
            <a:off x="5791200" y="268833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grid-2-train-output-12-6"/>
          <p:cNvSpPr/>
          <p:nvPr/>
        </p:nvSpPr>
        <p:spPr>
          <a:xfrm>
            <a:off x="5870448" y="2688336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grid-2-train-output-12-7"/>
          <p:cNvSpPr/>
          <p:nvPr/>
        </p:nvSpPr>
        <p:spPr>
          <a:xfrm>
            <a:off x="594969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grid-2-train-output-12-8"/>
          <p:cNvSpPr/>
          <p:nvPr/>
        </p:nvSpPr>
        <p:spPr>
          <a:xfrm>
            <a:off x="602894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grid-2-train-output-12-9"/>
          <p:cNvSpPr/>
          <p:nvPr/>
        </p:nvSpPr>
        <p:spPr>
          <a:xfrm>
            <a:off x="610819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grid-2-train-output-12-10"/>
          <p:cNvSpPr/>
          <p:nvPr/>
        </p:nvSpPr>
        <p:spPr>
          <a:xfrm>
            <a:off x="618744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grid-2-train-output-12-11"/>
          <p:cNvSpPr/>
          <p:nvPr/>
        </p:nvSpPr>
        <p:spPr>
          <a:xfrm>
            <a:off x="626668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grid-2-train-output-12-12"/>
          <p:cNvSpPr/>
          <p:nvPr/>
        </p:nvSpPr>
        <p:spPr>
          <a:xfrm>
            <a:off x="6345936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grid-2-train-output-12-13"/>
          <p:cNvSpPr/>
          <p:nvPr/>
        </p:nvSpPr>
        <p:spPr>
          <a:xfrm>
            <a:off x="6425184" y="268833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grid-2-train-output-12-14"/>
          <p:cNvSpPr/>
          <p:nvPr/>
        </p:nvSpPr>
        <p:spPr>
          <a:xfrm>
            <a:off x="650443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grid-2-train-output-12-15"/>
          <p:cNvSpPr/>
          <p:nvPr/>
        </p:nvSpPr>
        <p:spPr>
          <a:xfrm>
            <a:off x="658368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grid-2-train-output-12-16"/>
          <p:cNvSpPr/>
          <p:nvPr/>
        </p:nvSpPr>
        <p:spPr>
          <a:xfrm>
            <a:off x="666292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grid-2-train-output-12-17"/>
          <p:cNvSpPr/>
          <p:nvPr/>
        </p:nvSpPr>
        <p:spPr>
          <a:xfrm>
            <a:off x="674217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grid-2-train-output-12-18"/>
          <p:cNvSpPr/>
          <p:nvPr/>
        </p:nvSpPr>
        <p:spPr>
          <a:xfrm>
            <a:off x="682142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grid-2-train-output-12-19"/>
          <p:cNvSpPr/>
          <p:nvPr/>
        </p:nvSpPr>
        <p:spPr>
          <a:xfrm>
            <a:off x="6900672" y="268833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grid-2-train-output-12-20"/>
          <p:cNvSpPr/>
          <p:nvPr/>
        </p:nvSpPr>
        <p:spPr>
          <a:xfrm>
            <a:off x="6979920" y="268833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grid-2-train-output-12-21"/>
          <p:cNvSpPr/>
          <p:nvPr/>
        </p:nvSpPr>
        <p:spPr>
          <a:xfrm>
            <a:off x="705916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grid-2-train-output-12-22"/>
          <p:cNvSpPr/>
          <p:nvPr/>
        </p:nvSpPr>
        <p:spPr>
          <a:xfrm>
            <a:off x="713841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grid-2-train-output-12-23"/>
          <p:cNvSpPr/>
          <p:nvPr/>
        </p:nvSpPr>
        <p:spPr>
          <a:xfrm>
            <a:off x="721766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grid-2-train-output-12-24"/>
          <p:cNvSpPr/>
          <p:nvPr/>
        </p:nvSpPr>
        <p:spPr>
          <a:xfrm>
            <a:off x="7296912" y="268833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grid-2-train-output-12-25"/>
          <p:cNvSpPr/>
          <p:nvPr/>
        </p:nvSpPr>
        <p:spPr>
          <a:xfrm>
            <a:off x="7376160" y="268833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grid-2-train-output-12-26"/>
          <p:cNvSpPr/>
          <p:nvPr/>
        </p:nvSpPr>
        <p:spPr>
          <a:xfrm>
            <a:off x="745540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grid-2-train-output-12-27"/>
          <p:cNvSpPr/>
          <p:nvPr/>
        </p:nvSpPr>
        <p:spPr>
          <a:xfrm>
            <a:off x="75346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grid-2-train-output-12-28"/>
          <p:cNvSpPr/>
          <p:nvPr/>
        </p:nvSpPr>
        <p:spPr>
          <a:xfrm>
            <a:off x="761390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grid-2-train-output-12-29"/>
          <p:cNvSpPr/>
          <p:nvPr/>
        </p:nvSpPr>
        <p:spPr>
          <a:xfrm>
            <a:off x="769315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grid-2-train-output-13-0"/>
          <p:cNvSpPr/>
          <p:nvPr/>
        </p:nvSpPr>
        <p:spPr>
          <a:xfrm>
            <a:off x="539496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grid-2-train-output-13-1"/>
          <p:cNvSpPr/>
          <p:nvPr/>
        </p:nvSpPr>
        <p:spPr>
          <a:xfrm>
            <a:off x="547420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grid-2-train-output-13-2"/>
          <p:cNvSpPr/>
          <p:nvPr/>
        </p:nvSpPr>
        <p:spPr>
          <a:xfrm>
            <a:off x="555345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grid-2-train-output-13-3"/>
          <p:cNvSpPr/>
          <p:nvPr/>
        </p:nvSpPr>
        <p:spPr>
          <a:xfrm>
            <a:off x="56327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grid-2-train-output-13-4"/>
          <p:cNvSpPr/>
          <p:nvPr/>
        </p:nvSpPr>
        <p:spPr>
          <a:xfrm>
            <a:off x="571195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grid-2-train-output-13-5"/>
          <p:cNvSpPr/>
          <p:nvPr/>
        </p:nvSpPr>
        <p:spPr>
          <a:xfrm>
            <a:off x="579120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grid-2-train-output-13-6"/>
          <p:cNvSpPr/>
          <p:nvPr/>
        </p:nvSpPr>
        <p:spPr>
          <a:xfrm>
            <a:off x="587044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grid-2-train-output-13-7"/>
          <p:cNvSpPr/>
          <p:nvPr/>
        </p:nvSpPr>
        <p:spPr>
          <a:xfrm>
            <a:off x="594969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grid-2-train-output-13-8"/>
          <p:cNvSpPr/>
          <p:nvPr/>
        </p:nvSpPr>
        <p:spPr>
          <a:xfrm>
            <a:off x="602894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grid-2-train-output-13-9"/>
          <p:cNvSpPr/>
          <p:nvPr/>
        </p:nvSpPr>
        <p:spPr>
          <a:xfrm>
            <a:off x="610819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grid-2-train-output-13-10"/>
          <p:cNvSpPr/>
          <p:nvPr/>
        </p:nvSpPr>
        <p:spPr>
          <a:xfrm>
            <a:off x="618744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grid-2-train-output-13-11"/>
          <p:cNvSpPr/>
          <p:nvPr/>
        </p:nvSpPr>
        <p:spPr>
          <a:xfrm>
            <a:off x="6266688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grid-2-train-output-13-12"/>
          <p:cNvSpPr/>
          <p:nvPr/>
        </p:nvSpPr>
        <p:spPr>
          <a:xfrm>
            <a:off x="6345936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grid-2-train-output-13-13"/>
          <p:cNvSpPr/>
          <p:nvPr/>
        </p:nvSpPr>
        <p:spPr>
          <a:xfrm>
            <a:off x="6425184" y="276758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grid-2-train-output-13-14"/>
          <p:cNvSpPr/>
          <p:nvPr/>
        </p:nvSpPr>
        <p:spPr>
          <a:xfrm>
            <a:off x="650443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grid-2-train-output-13-15"/>
          <p:cNvSpPr/>
          <p:nvPr/>
        </p:nvSpPr>
        <p:spPr>
          <a:xfrm>
            <a:off x="658368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grid-2-train-output-13-16"/>
          <p:cNvSpPr/>
          <p:nvPr/>
        </p:nvSpPr>
        <p:spPr>
          <a:xfrm>
            <a:off x="666292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grid-2-train-output-13-17"/>
          <p:cNvSpPr/>
          <p:nvPr/>
        </p:nvSpPr>
        <p:spPr>
          <a:xfrm>
            <a:off x="674217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grid-2-train-output-13-18"/>
          <p:cNvSpPr/>
          <p:nvPr/>
        </p:nvSpPr>
        <p:spPr>
          <a:xfrm>
            <a:off x="6821424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grid-2-train-output-13-19"/>
          <p:cNvSpPr/>
          <p:nvPr/>
        </p:nvSpPr>
        <p:spPr>
          <a:xfrm>
            <a:off x="6900672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grid-2-train-output-13-20"/>
          <p:cNvSpPr/>
          <p:nvPr/>
        </p:nvSpPr>
        <p:spPr>
          <a:xfrm>
            <a:off x="6979920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grid-2-train-output-13-21"/>
          <p:cNvSpPr/>
          <p:nvPr/>
        </p:nvSpPr>
        <p:spPr>
          <a:xfrm>
            <a:off x="7059168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grid-2-train-output-13-22"/>
          <p:cNvSpPr/>
          <p:nvPr/>
        </p:nvSpPr>
        <p:spPr>
          <a:xfrm>
            <a:off x="7138416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grid-2-train-output-13-23"/>
          <p:cNvSpPr/>
          <p:nvPr/>
        </p:nvSpPr>
        <p:spPr>
          <a:xfrm>
            <a:off x="7217664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grid-2-train-output-13-24"/>
          <p:cNvSpPr/>
          <p:nvPr/>
        </p:nvSpPr>
        <p:spPr>
          <a:xfrm>
            <a:off x="7296912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grid-2-train-output-13-25"/>
          <p:cNvSpPr/>
          <p:nvPr/>
        </p:nvSpPr>
        <p:spPr>
          <a:xfrm>
            <a:off x="737616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grid-2-train-output-13-26"/>
          <p:cNvSpPr/>
          <p:nvPr/>
        </p:nvSpPr>
        <p:spPr>
          <a:xfrm>
            <a:off x="745540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grid-2-train-output-13-27"/>
          <p:cNvSpPr/>
          <p:nvPr/>
        </p:nvSpPr>
        <p:spPr>
          <a:xfrm>
            <a:off x="753465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grid-2-train-output-13-28"/>
          <p:cNvSpPr/>
          <p:nvPr/>
        </p:nvSpPr>
        <p:spPr>
          <a:xfrm>
            <a:off x="76139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grid-2-train-output-13-29"/>
          <p:cNvSpPr/>
          <p:nvPr/>
        </p:nvSpPr>
        <p:spPr>
          <a:xfrm>
            <a:off x="769315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grid-2-train-output-14-0"/>
          <p:cNvSpPr/>
          <p:nvPr/>
        </p:nvSpPr>
        <p:spPr>
          <a:xfrm>
            <a:off x="53949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grid-2-train-output-14-1"/>
          <p:cNvSpPr/>
          <p:nvPr/>
        </p:nvSpPr>
        <p:spPr>
          <a:xfrm>
            <a:off x="547420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grid-2-train-output-14-2"/>
          <p:cNvSpPr/>
          <p:nvPr/>
        </p:nvSpPr>
        <p:spPr>
          <a:xfrm>
            <a:off x="55534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grid-2-train-output-14-3"/>
          <p:cNvSpPr/>
          <p:nvPr/>
        </p:nvSpPr>
        <p:spPr>
          <a:xfrm>
            <a:off x="563270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grid-2-train-output-14-4"/>
          <p:cNvSpPr/>
          <p:nvPr/>
        </p:nvSpPr>
        <p:spPr>
          <a:xfrm>
            <a:off x="571195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grid-2-train-output-14-5"/>
          <p:cNvSpPr/>
          <p:nvPr/>
        </p:nvSpPr>
        <p:spPr>
          <a:xfrm>
            <a:off x="579120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grid-2-train-output-14-6"/>
          <p:cNvSpPr/>
          <p:nvPr/>
        </p:nvSpPr>
        <p:spPr>
          <a:xfrm>
            <a:off x="587044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grid-2-train-output-14-7"/>
          <p:cNvSpPr/>
          <p:nvPr/>
        </p:nvSpPr>
        <p:spPr>
          <a:xfrm>
            <a:off x="594969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grid-2-train-output-14-8"/>
          <p:cNvSpPr/>
          <p:nvPr/>
        </p:nvSpPr>
        <p:spPr>
          <a:xfrm>
            <a:off x="602894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grid-2-train-output-14-9"/>
          <p:cNvSpPr/>
          <p:nvPr/>
        </p:nvSpPr>
        <p:spPr>
          <a:xfrm>
            <a:off x="6108192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grid-2-train-output-14-10"/>
          <p:cNvSpPr/>
          <p:nvPr/>
        </p:nvSpPr>
        <p:spPr>
          <a:xfrm>
            <a:off x="6187440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grid-2-train-output-14-11"/>
          <p:cNvSpPr/>
          <p:nvPr/>
        </p:nvSpPr>
        <p:spPr>
          <a:xfrm>
            <a:off x="6266688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grid-2-train-output-14-12"/>
          <p:cNvSpPr/>
          <p:nvPr/>
        </p:nvSpPr>
        <p:spPr>
          <a:xfrm>
            <a:off x="6345936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grid-2-train-output-14-13"/>
          <p:cNvSpPr/>
          <p:nvPr/>
        </p:nvSpPr>
        <p:spPr>
          <a:xfrm>
            <a:off x="6425184" y="284683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grid-2-train-output-14-14"/>
          <p:cNvSpPr/>
          <p:nvPr/>
        </p:nvSpPr>
        <p:spPr>
          <a:xfrm>
            <a:off x="650443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grid-2-train-output-14-15"/>
          <p:cNvSpPr/>
          <p:nvPr/>
        </p:nvSpPr>
        <p:spPr>
          <a:xfrm>
            <a:off x="658368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grid-2-train-output-14-16"/>
          <p:cNvSpPr/>
          <p:nvPr/>
        </p:nvSpPr>
        <p:spPr>
          <a:xfrm>
            <a:off x="666292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grid-2-train-output-14-17"/>
          <p:cNvSpPr/>
          <p:nvPr/>
        </p:nvSpPr>
        <p:spPr>
          <a:xfrm>
            <a:off x="6742176" y="284683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grid-2-train-output-14-18"/>
          <p:cNvSpPr/>
          <p:nvPr/>
        </p:nvSpPr>
        <p:spPr>
          <a:xfrm>
            <a:off x="6821424" y="284683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grid-2-train-output-14-19"/>
          <p:cNvSpPr/>
          <p:nvPr/>
        </p:nvSpPr>
        <p:spPr>
          <a:xfrm>
            <a:off x="690067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grid-2-train-output-14-20"/>
          <p:cNvSpPr/>
          <p:nvPr/>
        </p:nvSpPr>
        <p:spPr>
          <a:xfrm>
            <a:off x="697992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grid-2-train-output-14-21"/>
          <p:cNvSpPr/>
          <p:nvPr/>
        </p:nvSpPr>
        <p:spPr>
          <a:xfrm>
            <a:off x="705916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grid-2-train-output-14-22"/>
          <p:cNvSpPr/>
          <p:nvPr/>
        </p:nvSpPr>
        <p:spPr>
          <a:xfrm>
            <a:off x="7138416" y="284683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grid-2-train-output-14-23"/>
          <p:cNvSpPr/>
          <p:nvPr/>
        </p:nvSpPr>
        <p:spPr>
          <a:xfrm>
            <a:off x="7217664" y="284683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grid-2-train-output-14-24"/>
          <p:cNvSpPr/>
          <p:nvPr/>
        </p:nvSpPr>
        <p:spPr>
          <a:xfrm>
            <a:off x="729691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grid-2-train-output-14-25"/>
          <p:cNvSpPr/>
          <p:nvPr/>
        </p:nvSpPr>
        <p:spPr>
          <a:xfrm>
            <a:off x="73761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grid-2-train-output-14-26"/>
          <p:cNvSpPr/>
          <p:nvPr/>
        </p:nvSpPr>
        <p:spPr>
          <a:xfrm>
            <a:off x="745540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grid-2-train-output-14-27"/>
          <p:cNvSpPr/>
          <p:nvPr/>
        </p:nvSpPr>
        <p:spPr>
          <a:xfrm>
            <a:off x="75346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grid-2-train-output-14-28"/>
          <p:cNvSpPr/>
          <p:nvPr/>
        </p:nvSpPr>
        <p:spPr>
          <a:xfrm>
            <a:off x="761390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grid-2-train-output-14-29"/>
          <p:cNvSpPr/>
          <p:nvPr/>
        </p:nvSpPr>
        <p:spPr>
          <a:xfrm>
            <a:off x="769315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grid-2-train-output-15-0"/>
          <p:cNvSpPr/>
          <p:nvPr/>
        </p:nvSpPr>
        <p:spPr>
          <a:xfrm>
            <a:off x="53949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grid-2-train-output-15-1"/>
          <p:cNvSpPr/>
          <p:nvPr/>
        </p:nvSpPr>
        <p:spPr>
          <a:xfrm>
            <a:off x="547420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grid-2-train-output-15-2"/>
          <p:cNvSpPr/>
          <p:nvPr/>
        </p:nvSpPr>
        <p:spPr>
          <a:xfrm>
            <a:off x="555345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grid-2-train-output-15-3"/>
          <p:cNvSpPr/>
          <p:nvPr/>
        </p:nvSpPr>
        <p:spPr>
          <a:xfrm>
            <a:off x="563270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grid-2-train-output-15-4"/>
          <p:cNvSpPr/>
          <p:nvPr/>
        </p:nvSpPr>
        <p:spPr>
          <a:xfrm>
            <a:off x="57119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grid-2-train-output-15-5"/>
          <p:cNvSpPr/>
          <p:nvPr/>
        </p:nvSpPr>
        <p:spPr>
          <a:xfrm>
            <a:off x="579120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grid-2-train-output-15-6"/>
          <p:cNvSpPr/>
          <p:nvPr/>
        </p:nvSpPr>
        <p:spPr>
          <a:xfrm>
            <a:off x="587044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grid-2-train-output-15-7"/>
          <p:cNvSpPr/>
          <p:nvPr/>
        </p:nvSpPr>
        <p:spPr>
          <a:xfrm>
            <a:off x="594969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grid-2-train-output-15-8"/>
          <p:cNvSpPr/>
          <p:nvPr/>
        </p:nvSpPr>
        <p:spPr>
          <a:xfrm>
            <a:off x="602894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grid-2-train-output-15-9"/>
          <p:cNvSpPr/>
          <p:nvPr/>
        </p:nvSpPr>
        <p:spPr>
          <a:xfrm>
            <a:off x="6108192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grid-2-train-output-15-10"/>
          <p:cNvSpPr/>
          <p:nvPr/>
        </p:nvSpPr>
        <p:spPr>
          <a:xfrm>
            <a:off x="6187440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grid-2-train-output-15-11"/>
          <p:cNvSpPr/>
          <p:nvPr/>
        </p:nvSpPr>
        <p:spPr>
          <a:xfrm>
            <a:off x="6266688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grid-2-train-output-15-12"/>
          <p:cNvSpPr/>
          <p:nvPr/>
        </p:nvSpPr>
        <p:spPr>
          <a:xfrm>
            <a:off x="6345936" y="292608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grid-2-train-output-15-13"/>
          <p:cNvSpPr/>
          <p:nvPr/>
        </p:nvSpPr>
        <p:spPr>
          <a:xfrm>
            <a:off x="642518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grid-2-train-output-15-14"/>
          <p:cNvSpPr/>
          <p:nvPr/>
        </p:nvSpPr>
        <p:spPr>
          <a:xfrm>
            <a:off x="650443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grid-2-train-output-15-15"/>
          <p:cNvSpPr/>
          <p:nvPr/>
        </p:nvSpPr>
        <p:spPr>
          <a:xfrm>
            <a:off x="658368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grid-2-train-output-15-16"/>
          <p:cNvSpPr/>
          <p:nvPr/>
        </p:nvSpPr>
        <p:spPr>
          <a:xfrm>
            <a:off x="666292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grid-2-train-output-15-17"/>
          <p:cNvSpPr/>
          <p:nvPr/>
        </p:nvSpPr>
        <p:spPr>
          <a:xfrm>
            <a:off x="6742176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grid-2-train-output-15-18"/>
          <p:cNvSpPr/>
          <p:nvPr/>
        </p:nvSpPr>
        <p:spPr>
          <a:xfrm>
            <a:off x="6821424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grid-2-train-output-15-19"/>
          <p:cNvSpPr/>
          <p:nvPr/>
        </p:nvSpPr>
        <p:spPr>
          <a:xfrm>
            <a:off x="6900672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grid-2-train-output-15-20"/>
          <p:cNvSpPr/>
          <p:nvPr/>
        </p:nvSpPr>
        <p:spPr>
          <a:xfrm>
            <a:off x="6979920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grid-2-train-output-15-21"/>
          <p:cNvSpPr/>
          <p:nvPr/>
        </p:nvSpPr>
        <p:spPr>
          <a:xfrm>
            <a:off x="7059168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grid-2-train-output-15-22"/>
          <p:cNvSpPr/>
          <p:nvPr/>
        </p:nvSpPr>
        <p:spPr>
          <a:xfrm>
            <a:off x="7138416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grid-2-train-output-15-23"/>
          <p:cNvSpPr/>
          <p:nvPr/>
        </p:nvSpPr>
        <p:spPr>
          <a:xfrm>
            <a:off x="7217664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grid-2-train-output-15-24"/>
          <p:cNvSpPr/>
          <p:nvPr/>
        </p:nvSpPr>
        <p:spPr>
          <a:xfrm>
            <a:off x="729691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grid-2-train-output-15-25"/>
          <p:cNvSpPr/>
          <p:nvPr/>
        </p:nvSpPr>
        <p:spPr>
          <a:xfrm>
            <a:off x="73761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grid-2-train-output-15-26"/>
          <p:cNvSpPr/>
          <p:nvPr/>
        </p:nvSpPr>
        <p:spPr>
          <a:xfrm>
            <a:off x="745540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grid-2-train-output-15-27"/>
          <p:cNvSpPr/>
          <p:nvPr/>
        </p:nvSpPr>
        <p:spPr>
          <a:xfrm>
            <a:off x="753465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grid-2-train-output-15-28"/>
          <p:cNvSpPr/>
          <p:nvPr/>
        </p:nvSpPr>
        <p:spPr>
          <a:xfrm>
            <a:off x="761390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grid-2-train-output-15-29"/>
          <p:cNvSpPr/>
          <p:nvPr/>
        </p:nvSpPr>
        <p:spPr>
          <a:xfrm>
            <a:off x="76931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grid-2-train-output-16-0"/>
          <p:cNvSpPr/>
          <p:nvPr/>
        </p:nvSpPr>
        <p:spPr>
          <a:xfrm>
            <a:off x="53949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grid-2-train-output-16-1"/>
          <p:cNvSpPr/>
          <p:nvPr/>
        </p:nvSpPr>
        <p:spPr>
          <a:xfrm>
            <a:off x="54742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grid-2-train-output-16-2"/>
          <p:cNvSpPr/>
          <p:nvPr/>
        </p:nvSpPr>
        <p:spPr>
          <a:xfrm>
            <a:off x="55534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grid-2-train-output-16-3"/>
          <p:cNvSpPr/>
          <p:nvPr/>
        </p:nvSpPr>
        <p:spPr>
          <a:xfrm>
            <a:off x="56327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grid-2-train-output-16-4"/>
          <p:cNvSpPr/>
          <p:nvPr/>
        </p:nvSpPr>
        <p:spPr>
          <a:xfrm>
            <a:off x="57119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grid-2-train-output-16-5"/>
          <p:cNvSpPr/>
          <p:nvPr/>
        </p:nvSpPr>
        <p:spPr>
          <a:xfrm>
            <a:off x="5791200" y="3005328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grid-2-train-output-16-6"/>
          <p:cNvSpPr/>
          <p:nvPr/>
        </p:nvSpPr>
        <p:spPr>
          <a:xfrm>
            <a:off x="587044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grid-2-train-output-16-7"/>
          <p:cNvSpPr/>
          <p:nvPr/>
        </p:nvSpPr>
        <p:spPr>
          <a:xfrm>
            <a:off x="594969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grid-2-train-output-16-8"/>
          <p:cNvSpPr/>
          <p:nvPr/>
        </p:nvSpPr>
        <p:spPr>
          <a:xfrm>
            <a:off x="602894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grid-2-train-output-16-9"/>
          <p:cNvSpPr/>
          <p:nvPr/>
        </p:nvSpPr>
        <p:spPr>
          <a:xfrm>
            <a:off x="610819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grid-2-train-output-16-10"/>
          <p:cNvSpPr/>
          <p:nvPr/>
        </p:nvSpPr>
        <p:spPr>
          <a:xfrm>
            <a:off x="618744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grid-2-train-output-16-11"/>
          <p:cNvSpPr/>
          <p:nvPr/>
        </p:nvSpPr>
        <p:spPr>
          <a:xfrm>
            <a:off x="626668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grid-2-train-output-16-12"/>
          <p:cNvSpPr/>
          <p:nvPr/>
        </p:nvSpPr>
        <p:spPr>
          <a:xfrm>
            <a:off x="634593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grid-2-train-output-16-13"/>
          <p:cNvSpPr/>
          <p:nvPr/>
        </p:nvSpPr>
        <p:spPr>
          <a:xfrm>
            <a:off x="642518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grid-2-train-output-16-14"/>
          <p:cNvSpPr/>
          <p:nvPr/>
        </p:nvSpPr>
        <p:spPr>
          <a:xfrm>
            <a:off x="650443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grid-2-train-output-16-15"/>
          <p:cNvSpPr/>
          <p:nvPr/>
        </p:nvSpPr>
        <p:spPr>
          <a:xfrm>
            <a:off x="658368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grid-2-train-output-16-16"/>
          <p:cNvSpPr/>
          <p:nvPr/>
        </p:nvSpPr>
        <p:spPr>
          <a:xfrm>
            <a:off x="666292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grid-2-train-output-16-17"/>
          <p:cNvSpPr/>
          <p:nvPr/>
        </p:nvSpPr>
        <p:spPr>
          <a:xfrm>
            <a:off x="674217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grid-2-train-output-16-18"/>
          <p:cNvSpPr/>
          <p:nvPr/>
        </p:nvSpPr>
        <p:spPr>
          <a:xfrm>
            <a:off x="6821424" y="300532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grid-2-train-output-16-19"/>
          <p:cNvSpPr/>
          <p:nvPr/>
        </p:nvSpPr>
        <p:spPr>
          <a:xfrm>
            <a:off x="6900672" y="300532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grid-2-train-output-16-20"/>
          <p:cNvSpPr/>
          <p:nvPr/>
        </p:nvSpPr>
        <p:spPr>
          <a:xfrm>
            <a:off x="6979920" y="300532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grid-2-train-output-16-21"/>
          <p:cNvSpPr/>
          <p:nvPr/>
        </p:nvSpPr>
        <p:spPr>
          <a:xfrm>
            <a:off x="705916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grid-2-train-output-16-22"/>
          <p:cNvSpPr/>
          <p:nvPr/>
        </p:nvSpPr>
        <p:spPr>
          <a:xfrm>
            <a:off x="713841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grid-2-train-output-16-23"/>
          <p:cNvSpPr/>
          <p:nvPr/>
        </p:nvSpPr>
        <p:spPr>
          <a:xfrm>
            <a:off x="721766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grid-2-train-output-16-24"/>
          <p:cNvSpPr/>
          <p:nvPr/>
        </p:nvSpPr>
        <p:spPr>
          <a:xfrm>
            <a:off x="729691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grid-2-train-output-16-25"/>
          <p:cNvSpPr/>
          <p:nvPr/>
        </p:nvSpPr>
        <p:spPr>
          <a:xfrm>
            <a:off x="73761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grid-2-train-output-16-26"/>
          <p:cNvSpPr/>
          <p:nvPr/>
        </p:nvSpPr>
        <p:spPr>
          <a:xfrm>
            <a:off x="74554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grid-2-train-output-16-27"/>
          <p:cNvSpPr/>
          <p:nvPr/>
        </p:nvSpPr>
        <p:spPr>
          <a:xfrm>
            <a:off x="75346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grid-2-train-output-16-28"/>
          <p:cNvSpPr/>
          <p:nvPr/>
        </p:nvSpPr>
        <p:spPr>
          <a:xfrm>
            <a:off x="76139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grid-2-train-output-16-29"/>
          <p:cNvSpPr/>
          <p:nvPr/>
        </p:nvSpPr>
        <p:spPr>
          <a:xfrm>
            <a:off x="76931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grid-2-train-output-17-0"/>
          <p:cNvSpPr/>
          <p:nvPr/>
        </p:nvSpPr>
        <p:spPr>
          <a:xfrm>
            <a:off x="53949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grid-2-train-output-17-1"/>
          <p:cNvSpPr/>
          <p:nvPr/>
        </p:nvSpPr>
        <p:spPr>
          <a:xfrm>
            <a:off x="547420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grid-2-train-output-17-2"/>
          <p:cNvSpPr/>
          <p:nvPr/>
        </p:nvSpPr>
        <p:spPr>
          <a:xfrm>
            <a:off x="555345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grid-2-train-output-17-3"/>
          <p:cNvSpPr/>
          <p:nvPr/>
        </p:nvSpPr>
        <p:spPr>
          <a:xfrm>
            <a:off x="5632704" y="3084575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grid-2-train-output-17-4"/>
          <p:cNvSpPr/>
          <p:nvPr/>
        </p:nvSpPr>
        <p:spPr>
          <a:xfrm>
            <a:off x="5711952" y="3084575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grid-2-train-output-17-5"/>
          <p:cNvSpPr/>
          <p:nvPr/>
        </p:nvSpPr>
        <p:spPr>
          <a:xfrm>
            <a:off x="5791200" y="3084575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grid-2-train-output-17-6"/>
          <p:cNvSpPr/>
          <p:nvPr/>
        </p:nvSpPr>
        <p:spPr>
          <a:xfrm>
            <a:off x="5870448" y="3084575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grid-2-train-output-17-7"/>
          <p:cNvSpPr/>
          <p:nvPr/>
        </p:nvSpPr>
        <p:spPr>
          <a:xfrm>
            <a:off x="594969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grid-2-train-output-17-8"/>
          <p:cNvSpPr/>
          <p:nvPr/>
        </p:nvSpPr>
        <p:spPr>
          <a:xfrm>
            <a:off x="602894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grid-2-train-output-17-9"/>
          <p:cNvSpPr/>
          <p:nvPr/>
        </p:nvSpPr>
        <p:spPr>
          <a:xfrm>
            <a:off x="610819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grid-2-train-output-17-10"/>
          <p:cNvSpPr/>
          <p:nvPr/>
        </p:nvSpPr>
        <p:spPr>
          <a:xfrm>
            <a:off x="618744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grid-2-train-output-17-11"/>
          <p:cNvSpPr/>
          <p:nvPr/>
        </p:nvSpPr>
        <p:spPr>
          <a:xfrm>
            <a:off x="626668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grid-2-train-output-17-12"/>
          <p:cNvSpPr/>
          <p:nvPr/>
        </p:nvSpPr>
        <p:spPr>
          <a:xfrm>
            <a:off x="634593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grid-2-train-output-17-13"/>
          <p:cNvSpPr/>
          <p:nvPr/>
        </p:nvSpPr>
        <p:spPr>
          <a:xfrm>
            <a:off x="642518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grid-2-train-output-17-14"/>
          <p:cNvSpPr/>
          <p:nvPr/>
        </p:nvSpPr>
        <p:spPr>
          <a:xfrm>
            <a:off x="650443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grid-2-train-output-17-15"/>
          <p:cNvSpPr/>
          <p:nvPr/>
        </p:nvSpPr>
        <p:spPr>
          <a:xfrm>
            <a:off x="658368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grid-2-train-output-17-16"/>
          <p:cNvSpPr/>
          <p:nvPr/>
        </p:nvSpPr>
        <p:spPr>
          <a:xfrm>
            <a:off x="666292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grid-2-train-output-17-17"/>
          <p:cNvSpPr/>
          <p:nvPr/>
        </p:nvSpPr>
        <p:spPr>
          <a:xfrm>
            <a:off x="674217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grid-2-train-output-17-18"/>
          <p:cNvSpPr/>
          <p:nvPr/>
        </p:nvSpPr>
        <p:spPr>
          <a:xfrm>
            <a:off x="682142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grid-2-train-output-17-19"/>
          <p:cNvSpPr/>
          <p:nvPr/>
        </p:nvSpPr>
        <p:spPr>
          <a:xfrm>
            <a:off x="690067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grid-2-train-output-17-20"/>
          <p:cNvSpPr/>
          <p:nvPr/>
        </p:nvSpPr>
        <p:spPr>
          <a:xfrm>
            <a:off x="697992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grid-2-train-output-17-21"/>
          <p:cNvSpPr/>
          <p:nvPr/>
        </p:nvSpPr>
        <p:spPr>
          <a:xfrm>
            <a:off x="705916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grid-2-train-output-17-22"/>
          <p:cNvSpPr/>
          <p:nvPr/>
        </p:nvSpPr>
        <p:spPr>
          <a:xfrm>
            <a:off x="713841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grid-2-train-output-17-23"/>
          <p:cNvSpPr/>
          <p:nvPr/>
        </p:nvSpPr>
        <p:spPr>
          <a:xfrm>
            <a:off x="721766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grid-2-train-output-17-24"/>
          <p:cNvSpPr/>
          <p:nvPr/>
        </p:nvSpPr>
        <p:spPr>
          <a:xfrm>
            <a:off x="729691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grid-2-train-output-17-25"/>
          <p:cNvSpPr/>
          <p:nvPr/>
        </p:nvSpPr>
        <p:spPr>
          <a:xfrm>
            <a:off x="73761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grid-2-train-output-17-26"/>
          <p:cNvSpPr/>
          <p:nvPr/>
        </p:nvSpPr>
        <p:spPr>
          <a:xfrm>
            <a:off x="745540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grid-2-train-output-17-27"/>
          <p:cNvSpPr/>
          <p:nvPr/>
        </p:nvSpPr>
        <p:spPr>
          <a:xfrm>
            <a:off x="753465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grid-2-train-output-17-28"/>
          <p:cNvSpPr/>
          <p:nvPr/>
        </p:nvSpPr>
        <p:spPr>
          <a:xfrm>
            <a:off x="761390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grid-2-train-output-17-29"/>
          <p:cNvSpPr/>
          <p:nvPr/>
        </p:nvSpPr>
        <p:spPr>
          <a:xfrm>
            <a:off x="769315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grid-2-train-output-18-0"/>
          <p:cNvSpPr/>
          <p:nvPr/>
        </p:nvSpPr>
        <p:spPr>
          <a:xfrm>
            <a:off x="53949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grid-2-train-output-18-1"/>
          <p:cNvSpPr/>
          <p:nvPr/>
        </p:nvSpPr>
        <p:spPr>
          <a:xfrm>
            <a:off x="547420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grid-2-train-output-18-2"/>
          <p:cNvSpPr/>
          <p:nvPr/>
        </p:nvSpPr>
        <p:spPr>
          <a:xfrm>
            <a:off x="55534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grid-2-train-output-18-3"/>
          <p:cNvSpPr/>
          <p:nvPr/>
        </p:nvSpPr>
        <p:spPr>
          <a:xfrm>
            <a:off x="5632704" y="316382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grid-2-train-output-18-4"/>
          <p:cNvSpPr/>
          <p:nvPr/>
        </p:nvSpPr>
        <p:spPr>
          <a:xfrm>
            <a:off x="57119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grid-2-train-output-18-5"/>
          <p:cNvSpPr/>
          <p:nvPr/>
        </p:nvSpPr>
        <p:spPr>
          <a:xfrm>
            <a:off x="579120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grid-2-train-output-18-6"/>
          <p:cNvSpPr/>
          <p:nvPr/>
        </p:nvSpPr>
        <p:spPr>
          <a:xfrm>
            <a:off x="5870448" y="3163824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grid-2-train-output-18-7"/>
          <p:cNvSpPr/>
          <p:nvPr/>
        </p:nvSpPr>
        <p:spPr>
          <a:xfrm>
            <a:off x="594969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grid-2-train-output-18-8"/>
          <p:cNvSpPr/>
          <p:nvPr/>
        </p:nvSpPr>
        <p:spPr>
          <a:xfrm>
            <a:off x="602894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grid-2-train-output-18-9"/>
          <p:cNvSpPr/>
          <p:nvPr/>
        </p:nvSpPr>
        <p:spPr>
          <a:xfrm>
            <a:off x="610819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grid-2-train-output-18-10"/>
          <p:cNvSpPr/>
          <p:nvPr/>
        </p:nvSpPr>
        <p:spPr>
          <a:xfrm>
            <a:off x="618744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grid-2-train-output-18-11"/>
          <p:cNvSpPr/>
          <p:nvPr/>
        </p:nvSpPr>
        <p:spPr>
          <a:xfrm>
            <a:off x="626668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grid-2-train-output-18-12"/>
          <p:cNvSpPr/>
          <p:nvPr/>
        </p:nvSpPr>
        <p:spPr>
          <a:xfrm>
            <a:off x="634593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grid-2-train-output-18-13"/>
          <p:cNvSpPr/>
          <p:nvPr/>
        </p:nvSpPr>
        <p:spPr>
          <a:xfrm>
            <a:off x="642518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grid-2-train-output-18-14"/>
          <p:cNvSpPr/>
          <p:nvPr/>
        </p:nvSpPr>
        <p:spPr>
          <a:xfrm>
            <a:off x="650443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grid-2-train-output-18-15"/>
          <p:cNvSpPr/>
          <p:nvPr/>
        </p:nvSpPr>
        <p:spPr>
          <a:xfrm>
            <a:off x="658368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grid-2-train-output-18-16"/>
          <p:cNvSpPr/>
          <p:nvPr/>
        </p:nvSpPr>
        <p:spPr>
          <a:xfrm>
            <a:off x="666292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grid-2-train-output-18-17"/>
          <p:cNvSpPr/>
          <p:nvPr/>
        </p:nvSpPr>
        <p:spPr>
          <a:xfrm>
            <a:off x="674217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grid-2-train-output-18-18"/>
          <p:cNvSpPr/>
          <p:nvPr/>
        </p:nvSpPr>
        <p:spPr>
          <a:xfrm>
            <a:off x="682142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grid-2-train-output-18-19"/>
          <p:cNvSpPr/>
          <p:nvPr/>
        </p:nvSpPr>
        <p:spPr>
          <a:xfrm>
            <a:off x="690067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grid-2-train-output-18-20"/>
          <p:cNvSpPr/>
          <p:nvPr/>
        </p:nvSpPr>
        <p:spPr>
          <a:xfrm>
            <a:off x="697992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grid-2-train-output-18-21"/>
          <p:cNvSpPr/>
          <p:nvPr/>
        </p:nvSpPr>
        <p:spPr>
          <a:xfrm>
            <a:off x="705916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grid-2-train-output-18-22"/>
          <p:cNvSpPr/>
          <p:nvPr/>
        </p:nvSpPr>
        <p:spPr>
          <a:xfrm>
            <a:off x="713841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grid-2-train-output-18-23"/>
          <p:cNvSpPr/>
          <p:nvPr/>
        </p:nvSpPr>
        <p:spPr>
          <a:xfrm>
            <a:off x="721766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grid-2-train-output-18-24"/>
          <p:cNvSpPr/>
          <p:nvPr/>
        </p:nvSpPr>
        <p:spPr>
          <a:xfrm>
            <a:off x="729691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grid-2-train-output-18-25"/>
          <p:cNvSpPr/>
          <p:nvPr/>
        </p:nvSpPr>
        <p:spPr>
          <a:xfrm>
            <a:off x="73761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grid-2-train-output-18-26"/>
          <p:cNvSpPr/>
          <p:nvPr/>
        </p:nvSpPr>
        <p:spPr>
          <a:xfrm>
            <a:off x="745540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grid-2-train-output-18-27"/>
          <p:cNvSpPr/>
          <p:nvPr/>
        </p:nvSpPr>
        <p:spPr>
          <a:xfrm>
            <a:off x="75346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grid-2-train-output-18-28"/>
          <p:cNvSpPr/>
          <p:nvPr/>
        </p:nvSpPr>
        <p:spPr>
          <a:xfrm>
            <a:off x="761390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grid-2-train-output-18-29"/>
          <p:cNvSpPr/>
          <p:nvPr/>
        </p:nvSpPr>
        <p:spPr>
          <a:xfrm>
            <a:off x="76931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grid-2-train-output-19-0"/>
          <p:cNvSpPr/>
          <p:nvPr/>
        </p:nvSpPr>
        <p:spPr>
          <a:xfrm>
            <a:off x="539496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grid-2-train-output-19-1"/>
          <p:cNvSpPr/>
          <p:nvPr/>
        </p:nvSpPr>
        <p:spPr>
          <a:xfrm>
            <a:off x="547420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grid-2-train-output-19-2"/>
          <p:cNvSpPr/>
          <p:nvPr/>
        </p:nvSpPr>
        <p:spPr>
          <a:xfrm>
            <a:off x="555345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grid-2-train-output-19-3"/>
          <p:cNvSpPr/>
          <p:nvPr/>
        </p:nvSpPr>
        <p:spPr>
          <a:xfrm>
            <a:off x="5632704" y="324307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grid-2-train-output-19-4"/>
          <p:cNvSpPr/>
          <p:nvPr/>
        </p:nvSpPr>
        <p:spPr>
          <a:xfrm>
            <a:off x="5711952" y="324307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grid-2-train-output-19-5"/>
          <p:cNvSpPr/>
          <p:nvPr/>
        </p:nvSpPr>
        <p:spPr>
          <a:xfrm>
            <a:off x="5791200" y="324307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grid-2-train-output-19-6"/>
          <p:cNvSpPr/>
          <p:nvPr/>
        </p:nvSpPr>
        <p:spPr>
          <a:xfrm>
            <a:off x="5870448" y="3243072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grid-2-train-output-19-7"/>
          <p:cNvSpPr/>
          <p:nvPr/>
        </p:nvSpPr>
        <p:spPr>
          <a:xfrm>
            <a:off x="594969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grid-2-train-output-19-8"/>
          <p:cNvSpPr/>
          <p:nvPr/>
        </p:nvSpPr>
        <p:spPr>
          <a:xfrm>
            <a:off x="602894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grid-2-train-output-19-9"/>
          <p:cNvSpPr/>
          <p:nvPr/>
        </p:nvSpPr>
        <p:spPr>
          <a:xfrm>
            <a:off x="610819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grid-2-train-output-19-10"/>
          <p:cNvSpPr/>
          <p:nvPr/>
        </p:nvSpPr>
        <p:spPr>
          <a:xfrm>
            <a:off x="618744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grid-2-train-output-19-11"/>
          <p:cNvSpPr/>
          <p:nvPr/>
        </p:nvSpPr>
        <p:spPr>
          <a:xfrm>
            <a:off x="626668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grid-2-train-output-19-12"/>
          <p:cNvSpPr/>
          <p:nvPr/>
        </p:nvSpPr>
        <p:spPr>
          <a:xfrm>
            <a:off x="634593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grid-2-train-output-19-13"/>
          <p:cNvSpPr/>
          <p:nvPr/>
        </p:nvSpPr>
        <p:spPr>
          <a:xfrm>
            <a:off x="642518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grid-2-train-output-19-14"/>
          <p:cNvSpPr/>
          <p:nvPr/>
        </p:nvSpPr>
        <p:spPr>
          <a:xfrm>
            <a:off x="6504432" y="324307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grid-2-train-output-19-15"/>
          <p:cNvSpPr/>
          <p:nvPr/>
        </p:nvSpPr>
        <p:spPr>
          <a:xfrm>
            <a:off x="6583680" y="324307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grid-2-train-output-19-16"/>
          <p:cNvSpPr/>
          <p:nvPr/>
        </p:nvSpPr>
        <p:spPr>
          <a:xfrm>
            <a:off x="666292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grid-2-train-output-19-17"/>
          <p:cNvSpPr/>
          <p:nvPr/>
        </p:nvSpPr>
        <p:spPr>
          <a:xfrm>
            <a:off x="674217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grid-2-train-output-19-18"/>
          <p:cNvSpPr/>
          <p:nvPr/>
        </p:nvSpPr>
        <p:spPr>
          <a:xfrm>
            <a:off x="682142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grid-2-train-output-19-19"/>
          <p:cNvSpPr/>
          <p:nvPr/>
        </p:nvSpPr>
        <p:spPr>
          <a:xfrm>
            <a:off x="690067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grid-2-train-output-19-20"/>
          <p:cNvSpPr/>
          <p:nvPr/>
        </p:nvSpPr>
        <p:spPr>
          <a:xfrm>
            <a:off x="697992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grid-2-train-output-19-21"/>
          <p:cNvSpPr/>
          <p:nvPr/>
        </p:nvSpPr>
        <p:spPr>
          <a:xfrm>
            <a:off x="705916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grid-2-train-output-19-22"/>
          <p:cNvSpPr/>
          <p:nvPr/>
        </p:nvSpPr>
        <p:spPr>
          <a:xfrm>
            <a:off x="713841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grid-2-train-output-19-23"/>
          <p:cNvSpPr/>
          <p:nvPr/>
        </p:nvSpPr>
        <p:spPr>
          <a:xfrm>
            <a:off x="721766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grid-2-train-output-19-24"/>
          <p:cNvSpPr/>
          <p:nvPr/>
        </p:nvSpPr>
        <p:spPr>
          <a:xfrm>
            <a:off x="7296912" y="324307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grid-2-train-output-19-25"/>
          <p:cNvSpPr/>
          <p:nvPr/>
        </p:nvSpPr>
        <p:spPr>
          <a:xfrm>
            <a:off x="7376160" y="324307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grid-2-train-output-19-26"/>
          <p:cNvSpPr/>
          <p:nvPr/>
        </p:nvSpPr>
        <p:spPr>
          <a:xfrm>
            <a:off x="7455408" y="324307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grid-2-train-output-19-27"/>
          <p:cNvSpPr/>
          <p:nvPr/>
        </p:nvSpPr>
        <p:spPr>
          <a:xfrm>
            <a:off x="7534656" y="324307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grid-2-train-output-19-28"/>
          <p:cNvSpPr/>
          <p:nvPr/>
        </p:nvSpPr>
        <p:spPr>
          <a:xfrm>
            <a:off x="761390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grid-2-train-output-19-29"/>
          <p:cNvSpPr/>
          <p:nvPr/>
        </p:nvSpPr>
        <p:spPr>
          <a:xfrm>
            <a:off x="769315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grid-2-train-output-20-0"/>
          <p:cNvSpPr/>
          <p:nvPr/>
        </p:nvSpPr>
        <p:spPr>
          <a:xfrm>
            <a:off x="53949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grid-2-train-output-20-1"/>
          <p:cNvSpPr/>
          <p:nvPr/>
        </p:nvSpPr>
        <p:spPr>
          <a:xfrm>
            <a:off x="547420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grid-2-train-output-20-2"/>
          <p:cNvSpPr/>
          <p:nvPr/>
        </p:nvSpPr>
        <p:spPr>
          <a:xfrm>
            <a:off x="555345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grid-2-train-output-20-3"/>
          <p:cNvSpPr/>
          <p:nvPr/>
        </p:nvSpPr>
        <p:spPr>
          <a:xfrm>
            <a:off x="5632704" y="332232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grid-2-train-output-20-4"/>
          <p:cNvSpPr/>
          <p:nvPr/>
        </p:nvSpPr>
        <p:spPr>
          <a:xfrm>
            <a:off x="5711952" y="332232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grid-2-train-output-20-5"/>
          <p:cNvSpPr/>
          <p:nvPr/>
        </p:nvSpPr>
        <p:spPr>
          <a:xfrm>
            <a:off x="5791200" y="3322320"/>
            <a:ext cx="79248" cy="79248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grid-2-train-output-20-6"/>
          <p:cNvSpPr/>
          <p:nvPr/>
        </p:nvSpPr>
        <p:spPr>
          <a:xfrm>
            <a:off x="587044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grid-2-train-output-20-7"/>
          <p:cNvSpPr/>
          <p:nvPr/>
        </p:nvSpPr>
        <p:spPr>
          <a:xfrm>
            <a:off x="594969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grid-2-train-output-20-8"/>
          <p:cNvSpPr/>
          <p:nvPr/>
        </p:nvSpPr>
        <p:spPr>
          <a:xfrm>
            <a:off x="602894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grid-2-train-output-20-9"/>
          <p:cNvSpPr/>
          <p:nvPr/>
        </p:nvSpPr>
        <p:spPr>
          <a:xfrm>
            <a:off x="610819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grid-2-train-output-20-10"/>
          <p:cNvSpPr/>
          <p:nvPr/>
        </p:nvSpPr>
        <p:spPr>
          <a:xfrm>
            <a:off x="618744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grid-2-train-output-20-11"/>
          <p:cNvSpPr/>
          <p:nvPr/>
        </p:nvSpPr>
        <p:spPr>
          <a:xfrm>
            <a:off x="626668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grid-2-train-output-20-12"/>
          <p:cNvSpPr/>
          <p:nvPr/>
        </p:nvSpPr>
        <p:spPr>
          <a:xfrm>
            <a:off x="6345936" y="3322320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grid-2-train-output-20-13"/>
          <p:cNvSpPr/>
          <p:nvPr/>
        </p:nvSpPr>
        <p:spPr>
          <a:xfrm>
            <a:off x="6425184" y="3322320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grid-2-train-output-20-14"/>
          <p:cNvSpPr/>
          <p:nvPr/>
        </p:nvSpPr>
        <p:spPr>
          <a:xfrm>
            <a:off x="6504432" y="3322320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grid-2-train-output-20-15"/>
          <p:cNvSpPr/>
          <p:nvPr/>
        </p:nvSpPr>
        <p:spPr>
          <a:xfrm>
            <a:off x="6583680" y="3322320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grid-2-train-output-20-16"/>
          <p:cNvSpPr/>
          <p:nvPr/>
        </p:nvSpPr>
        <p:spPr>
          <a:xfrm>
            <a:off x="6662928" y="3322320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grid-2-train-output-20-17"/>
          <p:cNvSpPr/>
          <p:nvPr/>
        </p:nvSpPr>
        <p:spPr>
          <a:xfrm>
            <a:off x="674217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grid-2-train-output-20-18"/>
          <p:cNvSpPr/>
          <p:nvPr/>
        </p:nvSpPr>
        <p:spPr>
          <a:xfrm>
            <a:off x="682142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grid-2-train-output-20-19"/>
          <p:cNvSpPr/>
          <p:nvPr/>
        </p:nvSpPr>
        <p:spPr>
          <a:xfrm>
            <a:off x="690067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grid-2-train-output-20-20"/>
          <p:cNvSpPr/>
          <p:nvPr/>
        </p:nvSpPr>
        <p:spPr>
          <a:xfrm>
            <a:off x="697992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grid-2-train-output-20-21"/>
          <p:cNvSpPr/>
          <p:nvPr/>
        </p:nvSpPr>
        <p:spPr>
          <a:xfrm>
            <a:off x="705916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grid-2-train-output-20-22"/>
          <p:cNvSpPr/>
          <p:nvPr/>
        </p:nvSpPr>
        <p:spPr>
          <a:xfrm>
            <a:off x="7138416" y="332232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grid-2-train-output-20-23"/>
          <p:cNvSpPr/>
          <p:nvPr/>
        </p:nvSpPr>
        <p:spPr>
          <a:xfrm>
            <a:off x="7217664" y="332232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grid-2-train-output-20-24"/>
          <p:cNvSpPr/>
          <p:nvPr/>
        </p:nvSpPr>
        <p:spPr>
          <a:xfrm>
            <a:off x="7296912" y="332232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grid-2-train-output-20-25"/>
          <p:cNvSpPr/>
          <p:nvPr/>
        </p:nvSpPr>
        <p:spPr>
          <a:xfrm>
            <a:off x="73761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grid-2-train-output-20-26"/>
          <p:cNvSpPr/>
          <p:nvPr/>
        </p:nvSpPr>
        <p:spPr>
          <a:xfrm>
            <a:off x="7455408" y="332232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grid-2-train-output-20-27"/>
          <p:cNvSpPr/>
          <p:nvPr/>
        </p:nvSpPr>
        <p:spPr>
          <a:xfrm>
            <a:off x="7534656" y="332232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grid-2-train-output-20-28"/>
          <p:cNvSpPr/>
          <p:nvPr/>
        </p:nvSpPr>
        <p:spPr>
          <a:xfrm>
            <a:off x="761390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grid-2-train-output-20-29"/>
          <p:cNvSpPr/>
          <p:nvPr/>
        </p:nvSpPr>
        <p:spPr>
          <a:xfrm>
            <a:off x="769315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grid-2-train-output-21-0"/>
          <p:cNvSpPr/>
          <p:nvPr/>
        </p:nvSpPr>
        <p:spPr>
          <a:xfrm>
            <a:off x="53949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grid-2-train-output-21-1"/>
          <p:cNvSpPr/>
          <p:nvPr/>
        </p:nvSpPr>
        <p:spPr>
          <a:xfrm>
            <a:off x="547420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grid-2-train-output-21-2"/>
          <p:cNvSpPr/>
          <p:nvPr/>
        </p:nvSpPr>
        <p:spPr>
          <a:xfrm>
            <a:off x="555345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grid-2-train-output-21-3"/>
          <p:cNvSpPr/>
          <p:nvPr/>
        </p:nvSpPr>
        <p:spPr>
          <a:xfrm>
            <a:off x="563270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grid-2-train-output-21-4"/>
          <p:cNvSpPr/>
          <p:nvPr/>
        </p:nvSpPr>
        <p:spPr>
          <a:xfrm>
            <a:off x="57119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grid-2-train-output-21-5"/>
          <p:cNvSpPr/>
          <p:nvPr/>
        </p:nvSpPr>
        <p:spPr>
          <a:xfrm>
            <a:off x="579120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grid-2-train-output-21-6"/>
          <p:cNvSpPr/>
          <p:nvPr/>
        </p:nvSpPr>
        <p:spPr>
          <a:xfrm>
            <a:off x="587044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grid-2-train-output-21-7"/>
          <p:cNvSpPr/>
          <p:nvPr/>
        </p:nvSpPr>
        <p:spPr>
          <a:xfrm>
            <a:off x="594969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grid-2-train-output-21-8"/>
          <p:cNvSpPr/>
          <p:nvPr/>
        </p:nvSpPr>
        <p:spPr>
          <a:xfrm>
            <a:off x="602894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grid-2-train-output-21-9"/>
          <p:cNvSpPr/>
          <p:nvPr/>
        </p:nvSpPr>
        <p:spPr>
          <a:xfrm>
            <a:off x="610819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grid-2-train-output-21-10"/>
          <p:cNvSpPr/>
          <p:nvPr/>
        </p:nvSpPr>
        <p:spPr>
          <a:xfrm>
            <a:off x="618744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grid-2-train-output-21-11"/>
          <p:cNvSpPr/>
          <p:nvPr/>
        </p:nvSpPr>
        <p:spPr>
          <a:xfrm>
            <a:off x="626668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grid-2-train-output-21-12"/>
          <p:cNvSpPr/>
          <p:nvPr/>
        </p:nvSpPr>
        <p:spPr>
          <a:xfrm>
            <a:off x="6345936" y="340156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grid-2-train-output-21-13"/>
          <p:cNvSpPr/>
          <p:nvPr/>
        </p:nvSpPr>
        <p:spPr>
          <a:xfrm>
            <a:off x="642518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grid-2-train-output-21-14"/>
          <p:cNvSpPr/>
          <p:nvPr/>
        </p:nvSpPr>
        <p:spPr>
          <a:xfrm>
            <a:off x="6504432" y="340156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grid-2-train-output-21-15"/>
          <p:cNvSpPr/>
          <p:nvPr/>
        </p:nvSpPr>
        <p:spPr>
          <a:xfrm>
            <a:off x="658368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grid-2-train-output-21-16"/>
          <p:cNvSpPr/>
          <p:nvPr/>
        </p:nvSpPr>
        <p:spPr>
          <a:xfrm>
            <a:off x="6662928" y="3401568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grid-2-train-output-21-17"/>
          <p:cNvSpPr/>
          <p:nvPr/>
        </p:nvSpPr>
        <p:spPr>
          <a:xfrm>
            <a:off x="674217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grid-2-train-output-21-18"/>
          <p:cNvSpPr/>
          <p:nvPr/>
        </p:nvSpPr>
        <p:spPr>
          <a:xfrm>
            <a:off x="682142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grid-2-train-output-21-19"/>
          <p:cNvSpPr/>
          <p:nvPr/>
        </p:nvSpPr>
        <p:spPr>
          <a:xfrm>
            <a:off x="690067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grid-2-train-output-21-20"/>
          <p:cNvSpPr/>
          <p:nvPr/>
        </p:nvSpPr>
        <p:spPr>
          <a:xfrm>
            <a:off x="697992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grid-2-train-output-21-21"/>
          <p:cNvSpPr/>
          <p:nvPr/>
        </p:nvSpPr>
        <p:spPr>
          <a:xfrm>
            <a:off x="7059168" y="340156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grid-2-train-output-21-22"/>
          <p:cNvSpPr/>
          <p:nvPr/>
        </p:nvSpPr>
        <p:spPr>
          <a:xfrm>
            <a:off x="7138416" y="340156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grid-2-train-output-21-23"/>
          <p:cNvSpPr/>
          <p:nvPr/>
        </p:nvSpPr>
        <p:spPr>
          <a:xfrm>
            <a:off x="7217664" y="340156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grid-2-train-output-21-24"/>
          <p:cNvSpPr/>
          <p:nvPr/>
        </p:nvSpPr>
        <p:spPr>
          <a:xfrm>
            <a:off x="7296912" y="340156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grid-2-train-output-21-25"/>
          <p:cNvSpPr/>
          <p:nvPr/>
        </p:nvSpPr>
        <p:spPr>
          <a:xfrm>
            <a:off x="73761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grid-2-train-output-21-26"/>
          <p:cNvSpPr/>
          <p:nvPr/>
        </p:nvSpPr>
        <p:spPr>
          <a:xfrm>
            <a:off x="745540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grid-2-train-output-21-27"/>
          <p:cNvSpPr/>
          <p:nvPr/>
        </p:nvSpPr>
        <p:spPr>
          <a:xfrm>
            <a:off x="7534656" y="340156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grid-2-train-output-21-28"/>
          <p:cNvSpPr/>
          <p:nvPr/>
        </p:nvSpPr>
        <p:spPr>
          <a:xfrm>
            <a:off x="761390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grid-2-train-output-21-29"/>
          <p:cNvSpPr/>
          <p:nvPr/>
        </p:nvSpPr>
        <p:spPr>
          <a:xfrm>
            <a:off x="76931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grid-2-train-output-22-0"/>
          <p:cNvSpPr/>
          <p:nvPr/>
        </p:nvSpPr>
        <p:spPr>
          <a:xfrm>
            <a:off x="53949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grid-2-train-output-22-1"/>
          <p:cNvSpPr/>
          <p:nvPr/>
        </p:nvSpPr>
        <p:spPr>
          <a:xfrm>
            <a:off x="547420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grid-2-train-output-22-2"/>
          <p:cNvSpPr/>
          <p:nvPr/>
        </p:nvSpPr>
        <p:spPr>
          <a:xfrm>
            <a:off x="555345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grid-2-train-output-22-3"/>
          <p:cNvSpPr/>
          <p:nvPr/>
        </p:nvSpPr>
        <p:spPr>
          <a:xfrm>
            <a:off x="563270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grid-2-train-output-22-4"/>
          <p:cNvSpPr/>
          <p:nvPr/>
        </p:nvSpPr>
        <p:spPr>
          <a:xfrm>
            <a:off x="57119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grid-2-train-output-22-5"/>
          <p:cNvSpPr/>
          <p:nvPr/>
        </p:nvSpPr>
        <p:spPr>
          <a:xfrm>
            <a:off x="579120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grid-2-train-output-22-6"/>
          <p:cNvSpPr/>
          <p:nvPr/>
        </p:nvSpPr>
        <p:spPr>
          <a:xfrm>
            <a:off x="587044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grid-2-train-output-22-7"/>
          <p:cNvSpPr/>
          <p:nvPr/>
        </p:nvSpPr>
        <p:spPr>
          <a:xfrm>
            <a:off x="594969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grid-2-train-output-22-8"/>
          <p:cNvSpPr/>
          <p:nvPr/>
        </p:nvSpPr>
        <p:spPr>
          <a:xfrm>
            <a:off x="602894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grid-2-train-output-22-9"/>
          <p:cNvSpPr/>
          <p:nvPr/>
        </p:nvSpPr>
        <p:spPr>
          <a:xfrm>
            <a:off x="610819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grid-2-train-output-22-10"/>
          <p:cNvSpPr/>
          <p:nvPr/>
        </p:nvSpPr>
        <p:spPr>
          <a:xfrm>
            <a:off x="618744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grid-2-train-output-22-11"/>
          <p:cNvSpPr/>
          <p:nvPr/>
        </p:nvSpPr>
        <p:spPr>
          <a:xfrm>
            <a:off x="626668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grid-2-train-output-22-12"/>
          <p:cNvSpPr/>
          <p:nvPr/>
        </p:nvSpPr>
        <p:spPr>
          <a:xfrm>
            <a:off x="6345936" y="348081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grid-2-train-output-22-13"/>
          <p:cNvSpPr/>
          <p:nvPr/>
        </p:nvSpPr>
        <p:spPr>
          <a:xfrm>
            <a:off x="6425184" y="348081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grid-2-train-output-22-14"/>
          <p:cNvSpPr/>
          <p:nvPr/>
        </p:nvSpPr>
        <p:spPr>
          <a:xfrm>
            <a:off x="6504432" y="348081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grid-2-train-output-22-15"/>
          <p:cNvSpPr/>
          <p:nvPr/>
        </p:nvSpPr>
        <p:spPr>
          <a:xfrm>
            <a:off x="6583680" y="348081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grid-2-train-output-22-16"/>
          <p:cNvSpPr/>
          <p:nvPr/>
        </p:nvSpPr>
        <p:spPr>
          <a:xfrm>
            <a:off x="6662928" y="348081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grid-2-train-output-22-17"/>
          <p:cNvSpPr/>
          <p:nvPr/>
        </p:nvSpPr>
        <p:spPr>
          <a:xfrm>
            <a:off x="6742176" y="3480816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grid-2-train-output-22-18"/>
          <p:cNvSpPr/>
          <p:nvPr/>
        </p:nvSpPr>
        <p:spPr>
          <a:xfrm>
            <a:off x="682142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grid-2-train-output-22-19"/>
          <p:cNvSpPr/>
          <p:nvPr/>
        </p:nvSpPr>
        <p:spPr>
          <a:xfrm>
            <a:off x="690067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grid-2-train-output-22-20"/>
          <p:cNvSpPr/>
          <p:nvPr/>
        </p:nvSpPr>
        <p:spPr>
          <a:xfrm>
            <a:off x="697992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grid-2-train-output-22-21"/>
          <p:cNvSpPr/>
          <p:nvPr/>
        </p:nvSpPr>
        <p:spPr>
          <a:xfrm>
            <a:off x="7059168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grid-2-train-output-22-22"/>
          <p:cNvSpPr/>
          <p:nvPr/>
        </p:nvSpPr>
        <p:spPr>
          <a:xfrm>
            <a:off x="7138416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grid-2-train-output-22-23"/>
          <p:cNvSpPr/>
          <p:nvPr/>
        </p:nvSpPr>
        <p:spPr>
          <a:xfrm>
            <a:off x="721766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grid-2-train-output-22-24"/>
          <p:cNvSpPr/>
          <p:nvPr/>
        </p:nvSpPr>
        <p:spPr>
          <a:xfrm>
            <a:off x="7296912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grid-2-train-output-22-25"/>
          <p:cNvSpPr/>
          <p:nvPr/>
        </p:nvSpPr>
        <p:spPr>
          <a:xfrm>
            <a:off x="7376160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grid-2-train-output-22-26"/>
          <p:cNvSpPr/>
          <p:nvPr/>
        </p:nvSpPr>
        <p:spPr>
          <a:xfrm>
            <a:off x="7455408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grid-2-train-output-22-27"/>
          <p:cNvSpPr/>
          <p:nvPr/>
        </p:nvSpPr>
        <p:spPr>
          <a:xfrm>
            <a:off x="7534656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grid-2-train-output-22-28"/>
          <p:cNvSpPr/>
          <p:nvPr/>
        </p:nvSpPr>
        <p:spPr>
          <a:xfrm>
            <a:off x="761390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grid-2-train-output-22-29"/>
          <p:cNvSpPr/>
          <p:nvPr/>
        </p:nvSpPr>
        <p:spPr>
          <a:xfrm>
            <a:off x="76931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grid-2-train-output-23-0"/>
          <p:cNvSpPr/>
          <p:nvPr/>
        </p:nvSpPr>
        <p:spPr>
          <a:xfrm>
            <a:off x="53949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grid-2-train-output-23-1"/>
          <p:cNvSpPr/>
          <p:nvPr/>
        </p:nvSpPr>
        <p:spPr>
          <a:xfrm>
            <a:off x="547420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grid-2-train-output-23-2"/>
          <p:cNvSpPr/>
          <p:nvPr/>
        </p:nvSpPr>
        <p:spPr>
          <a:xfrm>
            <a:off x="555345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grid-2-train-output-23-3"/>
          <p:cNvSpPr/>
          <p:nvPr/>
        </p:nvSpPr>
        <p:spPr>
          <a:xfrm>
            <a:off x="563270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grid-2-train-output-23-4"/>
          <p:cNvSpPr/>
          <p:nvPr/>
        </p:nvSpPr>
        <p:spPr>
          <a:xfrm>
            <a:off x="57119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grid-2-train-output-23-5"/>
          <p:cNvSpPr/>
          <p:nvPr/>
        </p:nvSpPr>
        <p:spPr>
          <a:xfrm>
            <a:off x="579120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grid-2-train-output-23-6"/>
          <p:cNvSpPr/>
          <p:nvPr/>
        </p:nvSpPr>
        <p:spPr>
          <a:xfrm>
            <a:off x="587044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grid-2-train-output-23-7"/>
          <p:cNvSpPr/>
          <p:nvPr/>
        </p:nvSpPr>
        <p:spPr>
          <a:xfrm>
            <a:off x="594969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grid-2-train-output-23-8"/>
          <p:cNvSpPr/>
          <p:nvPr/>
        </p:nvSpPr>
        <p:spPr>
          <a:xfrm>
            <a:off x="602894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grid-2-train-output-23-9"/>
          <p:cNvSpPr/>
          <p:nvPr/>
        </p:nvSpPr>
        <p:spPr>
          <a:xfrm>
            <a:off x="610819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grid-2-train-output-23-10"/>
          <p:cNvSpPr/>
          <p:nvPr/>
        </p:nvSpPr>
        <p:spPr>
          <a:xfrm>
            <a:off x="618744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grid-2-train-output-23-11"/>
          <p:cNvSpPr/>
          <p:nvPr/>
        </p:nvSpPr>
        <p:spPr>
          <a:xfrm>
            <a:off x="626668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grid-2-train-output-23-12"/>
          <p:cNvSpPr/>
          <p:nvPr/>
        </p:nvSpPr>
        <p:spPr>
          <a:xfrm>
            <a:off x="6345936" y="356006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grid-2-train-output-23-13"/>
          <p:cNvSpPr/>
          <p:nvPr/>
        </p:nvSpPr>
        <p:spPr>
          <a:xfrm>
            <a:off x="642518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grid-2-train-output-23-14"/>
          <p:cNvSpPr/>
          <p:nvPr/>
        </p:nvSpPr>
        <p:spPr>
          <a:xfrm>
            <a:off x="6504432" y="356006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grid-2-train-output-23-15"/>
          <p:cNvSpPr/>
          <p:nvPr/>
        </p:nvSpPr>
        <p:spPr>
          <a:xfrm>
            <a:off x="6583680" y="356006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grid-2-train-output-23-16"/>
          <p:cNvSpPr/>
          <p:nvPr/>
        </p:nvSpPr>
        <p:spPr>
          <a:xfrm>
            <a:off x="6662928" y="3560064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grid-2-train-output-23-17"/>
          <p:cNvSpPr/>
          <p:nvPr/>
        </p:nvSpPr>
        <p:spPr>
          <a:xfrm>
            <a:off x="674217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grid-2-train-output-23-18"/>
          <p:cNvSpPr/>
          <p:nvPr/>
        </p:nvSpPr>
        <p:spPr>
          <a:xfrm>
            <a:off x="682142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grid-2-train-output-23-19"/>
          <p:cNvSpPr/>
          <p:nvPr/>
        </p:nvSpPr>
        <p:spPr>
          <a:xfrm>
            <a:off x="690067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grid-2-train-output-23-20"/>
          <p:cNvSpPr/>
          <p:nvPr/>
        </p:nvSpPr>
        <p:spPr>
          <a:xfrm>
            <a:off x="697992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grid-2-train-output-23-21"/>
          <p:cNvSpPr/>
          <p:nvPr/>
        </p:nvSpPr>
        <p:spPr>
          <a:xfrm>
            <a:off x="7059168" y="356006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grid-2-train-output-23-22"/>
          <p:cNvSpPr/>
          <p:nvPr/>
        </p:nvSpPr>
        <p:spPr>
          <a:xfrm>
            <a:off x="7138416" y="356006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grid-2-train-output-23-23"/>
          <p:cNvSpPr/>
          <p:nvPr/>
        </p:nvSpPr>
        <p:spPr>
          <a:xfrm>
            <a:off x="721766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grid-2-train-output-23-24"/>
          <p:cNvSpPr/>
          <p:nvPr/>
        </p:nvSpPr>
        <p:spPr>
          <a:xfrm>
            <a:off x="729691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grid-2-train-output-23-25"/>
          <p:cNvSpPr/>
          <p:nvPr/>
        </p:nvSpPr>
        <p:spPr>
          <a:xfrm>
            <a:off x="7376160" y="356006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grid-2-train-output-23-26"/>
          <p:cNvSpPr/>
          <p:nvPr/>
        </p:nvSpPr>
        <p:spPr>
          <a:xfrm>
            <a:off x="7455408" y="356006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grid-2-train-output-23-27"/>
          <p:cNvSpPr/>
          <p:nvPr/>
        </p:nvSpPr>
        <p:spPr>
          <a:xfrm>
            <a:off x="7534656" y="356006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grid-2-train-output-23-28"/>
          <p:cNvSpPr/>
          <p:nvPr/>
        </p:nvSpPr>
        <p:spPr>
          <a:xfrm>
            <a:off x="761390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grid-2-train-output-23-29"/>
          <p:cNvSpPr/>
          <p:nvPr/>
        </p:nvSpPr>
        <p:spPr>
          <a:xfrm>
            <a:off x="76931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grid-2-train-output-24-0"/>
          <p:cNvSpPr/>
          <p:nvPr/>
        </p:nvSpPr>
        <p:spPr>
          <a:xfrm>
            <a:off x="53949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grid-2-train-output-24-1"/>
          <p:cNvSpPr/>
          <p:nvPr/>
        </p:nvSpPr>
        <p:spPr>
          <a:xfrm>
            <a:off x="547420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grid-2-train-output-24-2"/>
          <p:cNvSpPr/>
          <p:nvPr/>
        </p:nvSpPr>
        <p:spPr>
          <a:xfrm>
            <a:off x="55534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grid-2-train-output-24-3"/>
          <p:cNvSpPr/>
          <p:nvPr/>
        </p:nvSpPr>
        <p:spPr>
          <a:xfrm>
            <a:off x="563270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grid-2-train-output-24-4"/>
          <p:cNvSpPr/>
          <p:nvPr/>
        </p:nvSpPr>
        <p:spPr>
          <a:xfrm>
            <a:off x="57119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grid-2-train-output-24-5"/>
          <p:cNvSpPr/>
          <p:nvPr/>
        </p:nvSpPr>
        <p:spPr>
          <a:xfrm>
            <a:off x="579120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grid-2-train-output-24-6"/>
          <p:cNvSpPr/>
          <p:nvPr/>
        </p:nvSpPr>
        <p:spPr>
          <a:xfrm>
            <a:off x="587044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grid-2-train-output-24-7"/>
          <p:cNvSpPr/>
          <p:nvPr/>
        </p:nvSpPr>
        <p:spPr>
          <a:xfrm>
            <a:off x="594969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grid-2-train-output-24-8"/>
          <p:cNvSpPr/>
          <p:nvPr/>
        </p:nvSpPr>
        <p:spPr>
          <a:xfrm>
            <a:off x="602894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grid-2-train-output-24-9"/>
          <p:cNvSpPr/>
          <p:nvPr/>
        </p:nvSpPr>
        <p:spPr>
          <a:xfrm>
            <a:off x="610819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grid-2-train-output-24-10"/>
          <p:cNvSpPr/>
          <p:nvPr/>
        </p:nvSpPr>
        <p:spPr>
          <a:xfrm>
            <a:off x="618744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grid-2-train-output-24-11"/>
          <p:cNvSpPr/>
          <p:nvPr/>
        </p:nvSpPr>
        <p:spPr>
          <a:xfrm>
            <a:off x="626668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grid-2-train-output-24-12"/>
          <p:cNvSpPr/>
          <p:nvPr/>
        </p:nvSpPr>
        <p:spPr>
          <a:xfrm>
            <a:off x="6345936" y="363931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grid-2-train-output-24-13"/>
          <p:cNvSpPr/>
          <p:nvPr/>
        </p:nvSpPr>
        <p:spPr>
          <a:xfrm>
            <a:off x="6425184" y="363931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grid-2-train-output-24-14"/>
          <p:cNvSpPr/>
          <p:nvPr/>
        </p:nvSpPr>
        <p:spPr>
          <a:xfrm>
            <a:off x="6504432" y="3639312"/>
            <a:ext cx="79248" cy="79248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grid-2-train-output-24-15"/>
          <p:cNvSpPr/>
          <p:nvPr/>
        </p:nvSpPr>
        <p:spPr>
          <a:xfrm>
            <a:off x="658368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grid-2-train-output-24-16"/>
          <p:cNvSpPr/>
          <p:nvPr/>
        </p:nvSpPr>
        <p:spPr>
          <a:xfrm>
            <a:off x="666292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grid-2-train-output-24-17"/>
          <p:cNvSpPr/>
          <p:nvPr/>
        </p:nvSpPr>
        <p:spPr>
          <a:xfrm>
            <a:off x="674217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grid-2-train-output-24-18"/>
          <p:cNvSpPr/>
          <p:nvPr/>
        </p:nvSpPr>
        <p:spPr>
          <a:xfrm>
            <a:off x="682142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grid-2-train-output-24-19"/>
          <p:cNvSpPr/>
          <p:nvPr/>
        </p:nvSpPr>
        <p:spPr>
          <a:xfrm>
            <a:off x="690067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grid-2-train-output-24-20"/>
          <p:cNvSpPr/>
          <p:nvPr/>
        </p:nvSpPr>
        <p:spPr>
          <a:xfrm>
            <a:off x="697992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grid-2-train-output-24-21"/>
          <p:cNvSpPr/>
          <p:nvPr/>
        </p:nvSpPr>
        <p:spPr>
          <a:xfrm>
            <a:off x="705916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grid-2-train-output-24-22"/>
          <p:cNvSpPr/>
          <p:nvPr/>
        </p:nvSpPr>
        <p:spPr>
          <a:xfrm>
            <a:off x="7138416" y="363931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grid-2-train-output-24-23"/>
          <p:cNvSpPr/>
          <p:nvPr/>
        </p:nvSpPr>
        <p:spPr>
          <a:xfrm>
            <a:off x="7217664" y="363931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grid-2-train-output-24-24"/>
          <p:cNvSpPr/>
          <p:nvPr/>
        </p:nvSpPr>
        <p:spPr>
          <a:xfrm>
            <a:off x="7296912" y="363931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grid-2-train-output-24-25"/>
          <p:cNvSpPr/>
          <p:nvPr/>
        </p:nvSpPr>
        <p:spPr>
          <a:xfrm>
            <a:off x="7376160" y="363931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grid-2-train-output-24-26"/>
          <p:cNvSpPr/>
          <p:nvPr/>
        </p:nvSpPr>
        <p:spPr>
          <a:xfrm>
            <a:off x="7455408" y="363931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grid-2-train-output-24-27"/>
          <p:cNvSpPr/>
          <p:nvPr/>
        </p:nvSpPr>
        <p:spPr>
          <a:xfrm>
            <a:off x="75346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grid-2-train-output-24-28"/>
          <p:cNvSpPr/>
          <p:nvPr/>
        </p:nvSpPr>
        <p:spPr>
          <a:xfrm>
            <a:off x="761390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grid-2-train-output-24-29"/>
          <p:cNvSpPr/>
          <p:nvPr/>
        </p:nvSpPr>
        <p:spPr>
          <a:xfrm>
            <a:off x="76931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grid-2-train-output-25-0"/>
          <p:cNvSpPr/>
          <p:nvPr/>
        </p:nvSpPr>
        <p:spPr>
          <a:xfrm>
            <a:off x="53949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grid-2-train-output-25-1"/>
          <p:cNvSpPr/>
          <p:nvPr/>
        </p:nvSpPr>
        <p:spPr>
          <a:xfrm>
            <a:off x="547420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grid-2-train-output-25-2"/>
          <p:cNvSpPr/>
          <p:nvPr/>
        </p:nvSpPr>
        <p:spPr>
          <a:xfrm>
            <a:off x="555345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grid-2-train-output-25-3"/>
          <p:cNvSpPr/>
          <p:nvPr/>
        </p:nvSpPr>
        <p:spPr>
          <a:xfrm>
            <a:off x="563270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grid-2-train-output-25-4"/>
          <p:cNvSpPr/>
          <p:nvPr/>
        </p:nvSpPr>
        <p:spPr>
          <a:xfrm>
            <a:off x="57119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grid-2-train-output-25-5"/>
          <p:cNvSpPr/>
          <p:nvPr/>
        </p:nvSpPr>
        <p:spPr>
          <a:xfrm>
            <a:off x="579120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grid-2-train-output-25-6"/>
          <p:cNvSpPr/>
          <p:nvPr/>
        </p:nvSpPr>
        <p:spPr>
          <a:xfrm>
            <a:off x="587044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grid-2-train-output-25-7"/>
          <p:cNvSpPr/>
          <p:nvPr/>
        </p:nvSpPr>
        <p:spPr>
          <a:xfrm>
            <a:off x="594969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grid-2-train-output-25-8"/>
          <p:cNvSpPr/>
          <p:nvPr/>
        </p:nvSpPr>
        <p:spPr>
          <a:xfrm>
            <a:off x="602894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grid-2-train-output-25-9"/>
          <p:cNvSpPr/>
          <p:nvPr/>
        </p:nvSpPr>
        <p:spPr>
          <a:xfrm>
            <a:off x="610819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grid-2-train-output-25-10"/>
          <p:cNvSpPr/>
          <p:nvPr/>
        </p:nvSpPr>
        <p:spPr>
          <a:xfrm>
            <a:off x="618744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grid-2-train-output-25-11"/>
          <p:cNvSpPr/>
          <p:nvPr/>
        </p:nvSpPr>
        <p:spPr>
          <a:xfrm>
            <a:off x="626668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grid-2-train-output-25-12"/>
          <p:cNvSpPr/>
          <p:nvPr/>
        </p:nvSpPr>
        <p:spPr>
          <a:xfrm>
            <a:off x="634593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grid-2-train-output-25-13"/>
          <p:cNvSpPr/>
          <p:nvPr/>
        </p:nvSpPr>
        <p:spPr>
          <a:xfrm>
            <a:off x="642518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grid-2-train-output-25-14"/>
          <p:cNvSpPr/>
          <p:nvPr/>
        </p:nvSpPr>
        <p:spPr>
          <a:xfrm>
            <a:off x="650443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grid-2-train-output-25-15"/>
          <p:cNvSpPr/>
          <p:nvPr/>
        </p:nvSpPr>
        <p:spPr>
          <a:xfrm>
            <a:off x="658368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grid-2-train-output-25-16"/>
          <p:cNvSpPr/>
          <p:nvPr/>
        </p:nvSpPr>
        <p:spPr>
          <a:xfrm>
            <a:off x="666292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grid-2-train-output-25-17"/>
          <p:cNvSpPr/>
          <p:nvPr/>
        </p:nvSpPr>
        <p:spPr>
          <a:xfrm>
            <a:off x="674217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grid-2-train-output-25-18"/>
          <p:cNvSpPr/>
          <p:nvPr/>
        </p:nvSpPr>
        <p:spPr>
          <a:xfrm>
            <a:off x="682142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grid-2-train-output-25-19"/>
          <p:cNvSpPr/>
          <p:nvPr/>
        </p:nvSpPr>
        <p:spPr>
          <a:xfrm>
            <a:off x="690067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grid-2-train-output-25-20"/>
          <p:cNvSpPr/>
          <p:nvPr/>
        </p:nvSpPr>
        <p:spPr>
          <a:xfrm>
            <a:off x="697992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grid-2-train-output-25-21"/>
          <p:cNvSpPr/>
          <p:nvPr/>
        </p:nvSpPr>
        <p:spPr>
          <a:xfrm>
            <a:off x="705916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grid-2-train-output-25-22"/>
          <p:cNvSpPr/>
          <p:nvPr/>
        </p:nvSpPr>
        <p:spPr>
          <a:xfrm>
            <a:off x="713841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grid-2-train-output-25-23"/>
          <p:cNvSpPr/>
          <p:nvPr/>
        </p:nvSpPr>
        <p:spPr>
          <a:xfrm>
            <a:off x="721766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grid-2-train-output-25-24"/>
          <p:cNvSpPr/>
          <p:nvPr/>
        </p:nvSpPr>
        <p:spPr>
          <a:xfrm>
            <a:off x="729691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grid-2-train-output-25-25"/>
          <p:cNvSpPr/>
          <p:nvPr/>
        </p:nvSpPr>
        <p:spPr>
          <a:xfrm>
            <a:off x="73761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grid-2-train-output-25-26"/>
          <p:cNvSpPr/>
          <p:nvPr/>
        </p:nvSpPr>
        <p:spPr>
          <a:xfrm>
            <a:off x="745540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grid-2-train-output-25-27"/>
          <p:cNvSpPr/>
          <p:nvPr/>
        </p:nvSpPr>
        <p:spPr>
          <a:xfrm>
            <a:off x="753465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grid-2-train-output-25-28"/>
          <p:cNvSpPr/>
          <p:nvPr/>
        </p:nvSpPr>
        <p:spPr>
          <a:xfrm>
            <a:off x="761390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grid-2-train-output-25-29"/>
          <p:cNvSpPr/>
          <p:nvPr/>
        </p:nvSpPr>
        <p:spPr>
          <a:xfrm>
            <a:off x="76931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grid-2-train-output-26-0"/>
          <p:cNvSpPr/>
          <p:nvPr/>
        </p:nvSpPr>
        <p:spPr>
          <a:xfrm>
            <a:off x="53949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grid-2-train-output-26-1"/>
          <p:cNvSpPr/>
          <p:nvPr/>
        </p:nvSpPr>
        <p:spPr>
          <a:xfrm>
            <a:off x="547420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grid-2-train-output-26-2"/>
          <p:cNvSpPr/>
          <p:nvPr/>
        </p:nvSpPr>
        <p:spPr>
          <a:xfrm>
            <a:off x="55534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grid-2-train-output-26-3"/>
          <p:cNvSpPr/>
          <p:nvPr/>
        </p:nvSpPr>
        <p:spPr>
          <a:xfrm>
            <a:off x="563270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grid-2-train-output-26-4"/>
          <p:cNvSpPr/>
          <p:nvPr/>
        </p:nvSpPr>
        <p:spPr>
          <a:xfrm>
            <a:off x="57119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grid-2-train-output-26-5"/>
          <p:cNvSpPr/>
          <p:nvPr/>
        </p:nvSpPr>
        <p:spPr>
          <a:xfrm>
            <a:off x="579120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grid-2-train-output-26-6"/>
          <p:cNvSpPr/>
          <p:nvPr/>
        </p:nvSpPr>
        <p:spPr>
          <a:xfrm>
            <a:off x="587044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grid-2-train-output-26-7"/>
          <p:cNvSpPr/>
          <p:nvPr/>
        </p:nvSpPr>
        <p:spPr>
          <a:xfrm>
            <a:off x="594969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grid-2-train-output-26-8"/>
          <p:cNvSpPr/>
          <p:nvPr/>
        </p:nvSpPr>
        <p:spPr>
          <a:xfrm>
            <a:off x="602894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grid-2-train-output-26-9"/>
          <p:cNvSpPr/>
          <p:nvPr/>
        </p:nvSpPr>
        <p:spPr>
          <a:xfrm>
            <a:off x="610819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grid-2-train-output-26-10"/>
          <p:cNvSpPr/>
          <p:nvPr/>
        </p:nvSpPr>
        <p:spPr>
          <a:xfrm>
            <a:off x="618744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grid-2-train-output-26-11"/>
          <p:cNvSpPr/>
          <p:nvPr/>
        </p:nvSpPr>
        <p:spPr>
          <a:xfrm>
            <a:off x="626668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grid-2-train-output-26-12"/>
          <p:cNvSpPr/>
          <p:nvPr/>
        </p:nvSpPr>
        <p:spPr>
          <a:xfrm>
            <a:off x="634593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grid-2-train-output-26-13"/>
          <p:cNvSpPr/>
          <p:nvPr/>
        </p:nvSpPr>
        <p:spPr>
          <a:xfrm>
            <a:off x="642518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grid-2-train-output-26-14"/>
          <p:cNvSpPr/>
          <p:nvPr/>
        </p:nvSpPr>
        <p:spPr>
          <a:xfrm>
            <a:off x="650443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grid-2-train-output-26-15"/>
          <p:cNvSpPr/>
          <p:nvPr/>
        </p:nvSpPr>
        <p:spPr>
          <a:xfrm>
            <a:off x="658368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grid-2-train-output-26-16"/>
          <p:cNvSpPr/>
          <p:nvPr/>
        </p:nvSpPr>
        <p:spPr>
          <a:xfrm>
            <a:off x="666292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grid-2-train-output-26-17"/>
          <p:cNvSpPr/>
          <p:nvPr/>
        </p:nvSpPr>
        <p:spPr>
          <a:xfrm>
            <a:off x="6742176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grid-2-train-output-26-18"/>
          <p:cNvSpPr/>
          <p:nvPr/>
        </p:nvSpPr>
        <p:spPr>
          <a:xfrm>
            <a:off x="682142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grid-2-train-output-26-19"/>
          <p:cNvSpPr/>
          <p:nvPr/>
        </p:nvSpPr>
        <p:spPr>
          <a:xfrm>
            <a:off x="690067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grid-2-train-output-26-20"/>
          <p:cNvSpPr/>
          <p:nvPr/>
        </p:nvSpPr>
        <p:spPr>
          <a:xfrm>
            <a:off x="697992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grid-2-train-output-26-21"/>
          <p:cNvSpPr/>
          <p:nvPr/>
        </p:nvSpPr>
        <p:spPr>
          <a:xfrm>
            <a:off x="705916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grid-2-train-output-26-22"/>
          <p:cNvSpPr/>
          <p:nvPr/>
        </p:nvSpPr>
        <p:spPr>
          <a:xfrm>
            <a:off x="713841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grid-2-train-output-26-23"/>
          <p:cNvSpPr/>
          <p:nvPr/>
        </p:nvSpPr>
        <p:spPr>
          <a:xfrm>
            <a:off x="721766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grid-2-train-output-26-24"/>
          <p:cNvSpPr/>
          <p:nvPr/>
        </p:nvSpPr>
        <p:spPr>
          <a:xfrm>
            <a:off x="729691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grid-2-train-output-26-25"/>
          <p:cNvSpPr/>
          <p:nvPr/>
        </p:nvSpPr>
        <p:spPr>
          <a:xfrm>
            <a:off x="73761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grid-2-train-output-26-26"/>
          <p:cNvSpPr/>
          <p:nvPr/>
        </p:nvSpPr>
        <p:spPr>
          <a:xfrm>
            <a:off x="745540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grid-2-train-output-26-27"/>
          <p:cNvSpPr/>
          <p:nvPr/>
        </p:nvSpPr>
        <p:spPr>
          <a:xfrm>
            <a:off x="75346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grid-2-train-output-26-28"/>
          <p:cNvSpPr/>
          <p:nvPr/>
        </p:nvSpPr>
        <p:spPr>
          <a:xfrm>
            <a:off x="761390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grid-2-train-output-26-29"/>
          <p:cNvSpPr/>
          <p:nvPr/>
        </p:nvSpPr>
        <p:spPr>
          <a:xfrm>
            <a:off x="76931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grid-2-train-output-27-0"/>
          <p:cNvSpPr/>
          <p:nvPr/>
        </p:nvSpPr>
        <p:spPr>
          <a:xfrm>
            <a:off x="53949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grid-2-train-output-27-1"/>
          <p:cNvSpPr/>
          <p:nvPr/>
        </p:nvSpPr>
        <p:spPr>
          <a:xfrm>
            <a:off x="547420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grid-2-train-output-27-2"/>
          <p:cNvSpPr/>
          <p:nvPr/>
        </p:nvSpPr>
        <p:spPr>
          <a:xfrm>
            <a:off x="555345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grid-2-train-output-27-3"/>
          <p:cNvSpPr/>
          <p:nvPr/>
        </p:nvSpPr>
        <p:spPr>
          <a:xfrm>
            <a:off x="563270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grid-2-train-output-27-4"/>
          <p:cNvSpPr/>
          <p:nvPr/>
        </p:nvSpPr>
        <p:spPr>
          <a:xfrm>
            <a:off x="57119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grid-2-train-output-27-5"/>
          <p:cNvSpPr/>
          <p:nvPr/>
        </p:nvSpPr>
        <p:spPr>
          <a:xfrm>
            <a:off x="579120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grid-2-train-output-27-6"/>
          <p:cNvSpPr/>
          <p:nvPr/>
        </p:nvSpPr>
        <p:spPr>
          <a:xfrm>
            <a:off x="587044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grid-2-train-output-27-7"/>
          <p:cNvSpPr/>
          <p:nvPr/>
        </p:nvSpPr>
        <p:spPr>
          <a:xfrm>
            <a:off x="594969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grid-2-train-output-27-8"/>
          <p:cNvSpPr/>
          <p:nvPr/>
        </p:nvSpPr>
        <p:spPr>
          <a:xfrm>
            <a:off x="602894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grid-2-train-output-27-9"/>
          <p:cNvSpPr/>
          <p:nvPr/>
        </p:nvSpPr>
        <p:spPr>
          <a:xfrm>
            <a:off x="610819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grid-2-train-output-27-10"/>
          <p:cNvSpPr/>
          <p:nvPr/>
        </p:nvSpPr>
        <p:spPr>
          <a:xfrm>
            <a:off x="618744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grid-2-train-output-27-11"/>
          <p:cNvSpPr/>
          <p:nvPr/>
        </p:nvSpPr>
        <p:spPr>
          <a:xfrm>
            <a:off x="626668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grid-2-train-output-27-12"/>
          <p:cNvSpPr/>
          <p:nvPr/>
        </p:nvSpPr>
        <p:spPr>
          <a:xfrm>
            <a:off x="634593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grid-2-train-output-27-13"/>
          <p:cNvSpPr/>
          <p:nvPr/>
        </p:nvSpPr>
        <p:spPr>
          <a:xfrm>
            <a:off x="642518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grid-2-train-output-27-14"/>
          <p:cNvSpPr/>
          <p:nvPr/>
        </p:nvSpPr>
        <p:spPr>
          <a:xfrm>
            <a:off x="650443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grid-2-train-output-27-15"/>
          <p:cNvSpPr/>
          <p:nvPr/>
        </p:nvSpPr>
        <p:spPr>
          <a:xfrm>
            <a:off x="658368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grid-2-train-output-27-16"/>
          <p:cNvSpPr/>
          <p:nvPr/>
        </p:nvSpPr>
        <p:spPr>
          <a:xfrm>
            <a:off x="666292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grid-2-train-output-27-17"/>
          <p:cNvSpPr/>
          <p:nvPr/>
        </p:nvSpPr>
        <p:spPr>
          <a:xfrm>
            <a:off x="674217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grid-2-train-output-27-18"/>
          <p:cNvSpPr/>
          <p:nvPr/>
        </p:nvSpPr>
        <p:spPr>
          <a:xfrm>
            <a:off x="682142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grid-2-train-output-27-19"/>
          <p:cNvSpPr/>
          <p:nvPr/>
        </p:nvSpPr>
        <p:spPr>
          <a:xfrm>
            <a:off x="690067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grid-2-train-output-27-20"/>
          <p:cNvSpPr/>
          <p:nvPr/>
        </p:nvSpPr>
        <p:spPr>
          <a:xfrm>
            <a:off x="697992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grid-2-train-output-27-21"/>
          <p:cNvSpPr/>
          <p:nvPr/>
        </p:nvSpPr>
        <p:spPr>
          <a:xfrm>
            <a:off x="705916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grid-2-train-output-27-22"/>
          <p:cNvSpPr/>
          <p:nvPr/>
        </p:nvSpPr>
        <p:spPr>
          <a:xfrm>
            <a:off x="713841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grid-2-train-output-27-23"/>
          <p:cNvSpPr/>
          <p:nvPr/>
        </p:nvSpPr>
        <p:spPr>
          <a:xfrm>
            <a:off x="721766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grid-2-train-output-27-24"/>
          <p:cNvSpPr/>
          <p:nvPr/>
        </p:nvSpPr>
        <p:spPr>
          <a:xfrm>
            <a:off x="729691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grid-2-train-output-27-25"/>
          <p:cNvSpPr/>
          <p:nvPr/>
        </p:nvSpPr>
        <p:spPr>
          <a:xfrm>
            <a:off x="73761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grid-2-train-output-27-26"/>
          <p:cNvSpPr/>
          <p:nvPr/>
        </p:nvSpPr>
        <p:spPr>
          <a:xfrm>
            <a:off x="745540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grid-2-train-output-27-27"/>
          <p:cNvSpPr/>
          <p:nvPr/>
        </p:nvSpPr>
        <p:spPr>
          <a:xfrm>
            <a:off x="753465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grid-2-train-output-27-28"/>
          <p:cNvSpPr/>
          <p:nvPr/>
        </p:nvSpPr>
        <p:spPr>
          <a:xfrm>
            <a:off x="761390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grid-2-train-output-27-29"/>
          <p:cNvSpPr/>
          <p:nvPr/>
        </p:nvSpPr>
        <p:spPr>
          <a:xfrm>
            <a:off x="76931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grid-2-train-output-28-0"/>
          <p:cNvSpPr/>
          <p:nvPr/>
        </p:nvSpPr>
        <p:spPr>
          <a:xfrm>
            <a:off x="53949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grid-2-train-output-28-1"/>
          <p:cNvSpPr/>
          <p:nvPr/>
        </p:nvSpPr>
        <p:spPr>
          <a:xfrm>
            <a:off x="54742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grid-2-train-output-28-2"/>
          <p:cNvSpPr/>
          <p:nvPr/>
        </p:nvSpPr>
        <p:spPr>
          <a:xfrm>
            <a:off x="55534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grid-2-train-output-28-3"/>
          <p:cNvSpPr/>
          <p:nvPr/>
        </p:nvSpPr>
        <p:spPr>
          <a:xfrm>
            <a:off x="56327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grid-2-train-output-28-4"/>
          <p:cNvSpPr/>
          <p:nvPr/>
        </p:nvSpPr>
        <p:spPr>
          <a:xfrm>
            <a:off x="57119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grid-2-train-output-28-5"/>
          <p:cNvSpPr/>
          <p:nvPr/>
        </p:nvSpPr>
        <p:spPr>
          <a:xfrm>
            <a:off x="579120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grid-2-train-output-28-6"/>
          <p:cNvSpPr/>
          <p:nvPr/>
        </p:nvSpPr>
        <p:spPr>
          <a:xfrm>
            <a:off x="587044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grid-2-train-output-28-7"/>
          <p:cNvSpPr/>
          <p:nvPr/>
        </p:nvSpPr>
        <p:spPr>
          <a:xfrm>
            <a:off x="594969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grid-2-train-output-28-8"/>
          <p:cNvSpPr/>
          <p:nvPr/>
        </p:nvSpPr>
        <p:spPr>
          <a:xfrm>
            <a:off x="602894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grid-2-train-output-28-9"/>
          <p:cNvSpPr/>
          <p:nvPr/>
        </p:nvSpPr>
        <p:spPr>
          <a:xfrm>
            <a:off x="610819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grid-2-train-output-28-10"/>
          <p:cNvSpPr/>
          <p:nvPr/>
        </p:nvSpPr>
        <p:spPr>
          <a:xfrm>
            <a:off x="618744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grid-2-train-output-28-11"/>
          <p:cNvSpPr/>
          <p:nvPr/>
        </p:nvSpPr>
        <p:spPr>
          <a:xfrm>
            <a:off x="626668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grid-2-train-output-28-12"/>
          <p:cNvSpPr/>
          <p:nvPr/>
        </p:nvSpPr>
        <p:spPr>
          <a:xfrm>
            <a:off x="634593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grid-2-train-output-28-13"/>
          <p:cNvSpPr/>
          <p:nvPr/>
        </p:nvSpPr>
        <p:spPr>
          <a:xfrm>
            <a:off x="642518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grid-2-train-output-28-14"/>
          <p:cNvSpPr/>
          <p:nvPr/>
        </p:nvSpPr>
        <p:spPr>
          <a:xfrm>
            <a:off x="650443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grid-2-train-output-28-15"/>
          <p:cNvSpPr/>
          <p:nvPr/>
        </p:nvSpPr>
        <p:spPr>
          <a:xfrm>
            <a:off x="658368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grid-2-train-output-28-16"/>
          <p:cNvSpPr/>
          <p:nvPr/>
        </p:nvSpPr>
        <p:spPr>
          <a:xfrm>
            <a:off x="666292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grid-2-train-output-28-17"/>
          <p:cNvSpPr/>
          <p:nvPr/>
        </p:nvSpPr>
        <p:spPr>
          <a:xfrm>
            <a:off x="6742176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grid-2-train-output-28-18"/>
          <p:cNvSpPr/>
          <p:nvPr/>
        </p:nvSpPr>
        <p:spPr>
          <a:xfrm>
            <a:off x="682142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grid-2-train-output-28-19"/>
          <p:cNvSpPr/>
          <p:nvPr/>
        </p:nvSpPr>
        <p:spPr>
          <a:xfrm>
            <a:off x="690067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grid-2-train-output-28-20"/>
          <p:cNvSpPr/>
          <p:nvPr/>
        </p:nvSpPr>
        <p:spPr>
          <a:xfrm>
            <a:off x="697992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grid-2-train-output-28-21"/>
          <p:cNvSpPr/>
          <p:nvPr/>
        </p:nvSpPr>
        <p:spPr>
          <a:xfrm>
            <a:off x="705916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grid-2-train-output-28-22"/>
          <p:cNvSpPr/>
          <p:nvPr/>
        </p:nvSpPr>
        <p:spPr>
          <a:xfrm>
            <a:off x="713841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grid-2-train-output-28-23"/>
          <p:cNvSpPr/>
          <p:nvPr/>
        </p:nvSpPr>
        <p:spPr>
          <a:xfrm>
            <a:off x="721766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grid-2-train-output-28-24"/>
          <p:cNvSpPr/>
          <p:nvPr/>
        </p:nvSpPr>
        <p:spPr>
          <a:xfrm>
            <a:off x="729691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grid-2-train-output-28-25"/>
          <p:cNvSpPr/>
          <p:nvPr/>
        </p:nvSpPr>
        <p:spPr>
          <a:xfrm>
            <a:off x="73761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grid-2-train-output-28-26"/>
          <p:cNvSpPr/>
          <p:nvPr/>
        </p:nvSpPr>
        <p:spPr>
          <a:xfrm>
            <a:off x="74554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grid-2-train-output-28-27"/>
          <p:cNvSpPr/>
          <p:nvPr/>
        </p:nvSpPr>
        <p:spPr>
          <a:xfrm>
            <a:off x="75346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grid-2-train-output-28-28"/>
          <p:cNvSpPr/>
          <p:nvPr/>
        </p:nvSpPr>
        <p:spPr>
          <a:xfrm>
            <a:off x="76139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grid-2-train-output-28-29"/>
          <p:cNvSpPr/>
          <p:nvPr/>
        </p:nvSpPr>
        <p:spPr>
          <a:xfrm>
            <a:off x="76931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grid-2-train-output-29-0"/>
          <p:cNvSpPr/>
          <p:nvPr/>
        </p:nvSpPr>
        <p:spPr>
          <a:xfrm>
            <a:off x="53949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grid-2-train-output-29-1"/>
          <p:cNvSpPr/>
          <p:nvPr/>
        </p:nvSpPr>
        <p:spPr>
          <a:xfrm>
            <a:off x="54742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grid-2-train-output-29-2"/>
          <p:cNvSpPr/>
          <p:nvPr/>
        </p:nvSpPr>
        <p:spPr>
          <a:xfrm>
            <a:off x="55534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grid-2-train-output-29-3"/>
          <p:cNvSpPr/>
          <p:nvPr/>
        </p:nvSpPr>
        <p:spPr>
          <a:xfrm>
            <a:off x="56327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grid-2-train-output-29-4"/>
          <p:cNvSpPr/>
          <p:nvPr/>
        </p:nvSpPr>
        <p:spPr>
          <a:xfrm>
            <a:off x="57119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grid-2-train-output-29-5"/>
          <p:cNvSpPr/>
          <p:nvPr/>
        </p:nvSpPr>
        <p:spPr>
          <a:xfrm>
            <a:off x="579120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grid-2-train-output-29-6"/>
          <p:cNvSpPr/>
          <p:nvPr/>
        </p:nvSpPr>
        <p:spPr>
          <a:xfrm>
            <a:off x="587044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grid-2-train-output-29-7"/>
          <p:cNvSpPr/>
          <p:nvPr/>
        </p:nvSpPr>
        <p:spPr>
          <a:xfrm>
            <a:off x="594969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grid-2-train-output-29-8"/>
          <p:cNvSpPr/>
          <p:nvPr/>
        </p:nvSpPr>
        <p:spPr>
          <a:xfrm>
            <a:off x="602894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grid-2-train-output-29-9"/>
          <p:cNvSpPr/>
          <p:nvPr/>
        </p:nvSpPr>
        <p:spPr>
          <a:xfrm>
            <a:off x="610819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grid-2-train-output-29-10"/>
          <p:cNvSpPr/>
          <p:nvPr/>
        </p:nvSpPr>
        <p:spPr>
          <a:xfrm>
            <a:off x="618744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grid-2-train-output-29-11"/>
          <p:cNvSpPr/>
          <p:nvPr/>
        </p:nvSpPr>
        <p:spPr>
          <a:xfrm>
            <a:off x="626668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grid-2-train-output-29-12"/>
          <p:cNvSpPr/>
          <p:nvPr/>
        </p:nvSpPr>
        <p:spPr>
          <a:xfrm>
            <a:off x="634593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grid-2-train-output-29-13"/>
          <p:cNvSpPr/>
          <p:nvPr/>
        </p:nvSpPr>
        <p:spPr>
          <a:xfrm>
            <a:off x="642518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grid-2-train-output-29-14"/>
          <p:cNvSpPr/>
          <p:nvPr/>
        </p:nvSpPr>
        <p:spPr>
          <a:xfrm>
            <a:off x="650443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grid-2-train-output-29-15"/>
          <p:cNvSpPr/>
          <p:nvPr/>
        </p:nvSpPr>
        <p:spPr>
          <a:xfrm>
            <a:off x="658368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grid-2-train-output-29-16"/>
          <p:cNvSpPr/>
          <p:nvPr/>
        </p:nvSpPr>
        <p:spPr>
          <a:xfrm>
            <a:off x="666292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grid-2-train-output-29-17"/>
          <p:cNvSpPr/>
          <p:nvPr/>
        </p:nvSpPr>
        <p:spPr>
          <a:xfrm>
            <a:off x="674217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grid-2-train-output-29-18"/>
          <p:cNvSpPr/>
          <p:nvPr/>
        </p:nvSpPr>
        <p:spPr>
          <a:xfrm>
            <a:off x="682142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grid-2-train-output-29-19"/>
          <p:cNvSpPr/>
          <p:nvPr/>
        </p:nvSpPr>
        <p:spPr>
          <a:xfrm>
            <a:off x="690067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grid-2-train-output-29-20"/>
          <p:cNvSpPr/>
          <p:nvPr/>
        </p:nvSpPr>
        <p:spPr>
          <a:xfrm>
            <a:off x="697992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grid-2-train-output-29-21"/>
          <p:cNvSpPr/>
          <p:nvPr/>
        </p:nvSpPr>
        <p:spPr>
          <a:xfrm>
            <a:off x="705916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grid-2-train-output-29-22"/>
          <p:cNvSpPr/>
          <p:nvPr/>
        </p:nvSpPr>
        <p:spPr>
          <a:xfrm>
            <a:off x="713841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grid-2-train-output-29-23"/>
          <p:cNvSpPr/>
          <p:nvPr/>
        </p:nvSpPr>
        <p:spPr>
          <a:xfrm>
            <a:off x="721766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grid-2-train-output-29-24"/>
          <p:cNvSpPr/>
          <p:nvPr/>
        </p:nvSpPr>
        <p:spPr>
          <a:xfrm>
            <a:off x="729691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grid-2-train-output-29-25"/>
          <p:cNvSpPr/>
          <p:nvPr/>
        </p:nvSpPr>
        <p:spPr>
          <a:xfrm>
            <a:off x="73761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grid-2-train-output-29-26"/>
          <p:cNvSpPr/>
          <p:nvPr/>
        </p:nvSpPr>
        <p:spPr>
          <a:xfrm>
            <a:off x="74554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grid-2-train-output-29-27"/>
          <p:cNvSpPr/>
          <p:nvPr/>
        </p:nvSpPr>
        <p:spPr>
          <a:xfrm>
            <a:off x="75346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grid-2-train-output-29-28"/>
          <p:cNvSpPr/>
          <p:nvPr/>
        </p:nvSpPr>
        <p:spPr>
          <a:xfrm>
            <a:off x="76139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grid-2-train-output-29-29"/>
          <p:cNvSpPr/>
          <p:nvPr/>
        </p:nvSpPr>
        <p:spPr>
          <a:xfrm>
            <a:off x="76931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TextBox 18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提示例は全2組、テスト入力は全2個。ここでは各1番目を表示。</a:t>
            </a:r>
          </a:p>
        </p:txBody>
      </p:sp>
      <p:sp>
        <p:nvSpPr>
          <p:cNvPr id="1807" name="TextBox 18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e3721c99.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https://github.com/arcprize/ARC-AGI-2/blob/f3283f7/data/evaluation/e3721c99.json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実例3：穴の数から色を割り当てる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格子の変換規則と実例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2-test-input-0-0"/>
          <p:cNvSpPr/>
          <p:nvPr/>
        </p:nvSpPr>
        <p:spPr>
          <a:xfrm>
            <a:off x="12801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2-test-input-0-1"/>
          <p:cNvSpPr/>
          <p:nvPr/>
        </p:nvSpPr>
        <p:spPr>
          <a:xfrm>
            <a:off x="13594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2-test-input-0-2"/>
          <p:cNvSpPr/>
          <p:nvPr/>
        </p:nvSpPr>
        <p:spPr>
          <a:xfrm>
            <a:off x="14386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2-test-input-0-3"/>
          <p:cNvSpPr/>
          <p:nvPr/>
        </p:nvSpPr>
        <p:spPr>
          <a:xfrm>
            <a:off x="15179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2-test-input-0-4"/>
          <p:cNvSpPr/>
          <p:nvPr/>
        </p:nvSpPr>
        <p:spPr>
          <a:xfrm>
            <a:off x="15971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2-test-input-0-5"/>
          <p:cNvSpPr/>
          <p:nvPr/>
        </p:nvSpPr>
        <p:spPr>
          <a:xfrm>
            <a:off x="167640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2-test-input-0-6"/>
          <p:cNvSpPr/>
          <p:nvPr/>
        </p:nvSpPr>
        <p:spPr>
          <a:xfrm>
            <a:off x="175564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2-test-input-0-7"/>
          <p:cNvSpPr/>
          <p:nvPr/>
        </p:nvSpPr>
        <p:spPr>
          <a:xfrm>
            <a:off x="183489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2-test-input-0-8"/>
          <p:cNvSpPr/>
          <p:nvPr/>
        </p:nvSpPr>
        <p:spPr>
          <a:xfrm>
            <a:off x="191414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2-test-input-0-9"/>
          <p:cNvSpPr/>
          <p:nvPr/>
        </p:nvSpPr>
        <p:spPr>
          <a:xfrm>
            <a:off x="1993391" y="17373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2-test-input-0-10"/>
          <p:cNvSpPr/>
          <p:nvPr/>
        </p:nvSpPr>
        <p:spPr>
          <a:xfrm>
            <a:off x="2072640" y="17373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2-test-input-0-11"/>
          <p:cNvSpPr/>
          <p:nvPr/>
        </p:nvSpPr>
        <p:spPr>
          <a:xfrm>
            <a:off x="215188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2-test-input-0-12"/>
          <p:cNvSpPr/>
          <p:nvPr/>
        </p:nvSpPr>
        <p:spPr>
          <a:xfrm>
            <a:off x="223113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2-test-input-0-13"/>
          <p:cNvSpPr/>
          <p:nvPr/>
        </p:nvSpPr>
        <p:spPr>
          <a:xfrm>
            <a:off x="2310383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2-test-input-0-14"/>
          <p:cNvSpPr/>
          <p:nvPr/>
        </p:nvSpPr>
        <p:spPr>
          <a:xfrm>
            <a:off x="238963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2-test-input-0-15"/>
          <p:cNvSpPr/>
          <p:nvPr/>
        </p:nvSpPr>
        <p:spPr>
          <a:xfrm>
            <a:off x="246888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2-test-input-0-16"/>
          <p:cNvSpPr/>
          <p:nvPr/>
        </p:nvSpPr>
        <p:spPr>
          <a:xfrm>
            <a:off x="254812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2-test-input-0-17"/>
          <p:cNvSpPr/>
          <p:nvPr/>
        </p:nvSpPr>
        <p:spPr>
          <a:xfrm>
            <a:off x="2627375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2-test-input-0-18"/>
          <p:cNvSpPr/>
          <p:nvPr/>
        </p:nvSpPr>
        <p:spPr>
          <a:xfrm>
            <a:off x="270662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2-test-input-0-19"/>
          <p:cNvSpPr/>
          <p:nvPr/>
        </p:nvSpPr>
        <p:spPr>
          <a:xfrm>
            <a:off x="278587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2-test-input-0-20"/>
          <p:cNvSpPr/>
          <p:nvPr/>
        </p:nvSpPr>
        <p:spPr>
          <a:xfrm>
            <a:off x="286512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2-test-input-0-21"/>
          <p:cNvSpPr/>
          <p:nvPr/>
        </p:nvSpPr>
        <p:spPr>
          <a:xfrm>
            <a:off x="294436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2-test-input-0-22"/>
          <p:cNvSpPr/>
          <p:nvPr/>
        </p:nvSpPr>
        <p:spPr>
          <a:xfrm>
            <a:off x="302361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2-test-input-0-23"/>
          <p:cNvSpPr/>
          <p:nvPr/>
        </p:nvSpPr>
        <p:spPr>
          <a:xfrm>
            <a:off x="310286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2-test-input-0-24"/>
          <p:cNvSpPr/>
          <p:nvPr/>
        </p:nvSpPr>
        <p:spPr>
          <a:xfrm>
            <a:off x="3182112" y="173736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2-test-input-0-25"/>
          <p:cNvSpPr/>
          <p:nvPr/>
        </p:nvSpPr>
        <p:spPr>
          <a:xfrm>
            <a:off x="32613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2-test-input-0-26"/>
          <p:cNvSpPr/>
          <p:nvPr/>
        </p:nvSpPr>
        <p:spPr>
          <a:xfrm>
            <a:off x="33406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2-test-input-0-27"/>
          <p:cNvSpPr/>
          <p:nvPr/>
        </p:nvSpPr>
        <p:spPr>
          <a:xfrm>
            <a:off x="34198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2-test-input-0-28"/>
          <p:cNvSpPr/>
          <p:nvPr/>
        </p:nvSpPr>
        <p:spPr>
          <a:xfrm>
            <a:off x="34991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2-test-input-0-29"/>
          <p:cNvSpPr/>
          <p:nvPr/>
        </p:nvSpPr>
        <p:spPr>
          <a:xfrm>
            <a:off x="35783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2-test-input-1-0"/>
          <p:cNvSpPr/>
          <p:nvPr/>
        </p:nvSpPr>
        <p:spPr>
          <a:xfrm>
            <a:off x="12801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2-test-input-1-1"/>
          <p:cNvSpPr/>
          <p:nvPr/>
        </p:nvSpPr>
        <p:spPr>
          <a:xfrm>
            <a:off x="135940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2-test-input-1-2"/>
          <p:cNvSpPr/>
          <p:nvPr/>
        </p:nvSpPr>
        <p:spPr>
          <a:xfrm>
            <a:off x="1438656" y="18166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2-test-input-1-3"/>
          <p:cNvSpPr/>
          <p:nvPr/>
        </p:nvSpPr>
        <p:spPr>
          <a:xfrm>
            <a:off x="1517904" y="18166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2-test-input-1-4"/>
          <p:cNvSpPr/>
          <p:nvPr/>
        </p:nvSpPr>
        <p:spPr>
          <a:xfrm>
            <a:off x="15971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2-test-input-1-5"/>
          <p:cNvSpPr/>
          <p:nvPr/>
        </p:nvSpPr>
        <p:spPr>
          <a:xfrm>
            <a:off x="167640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2-test-input-1-6"/>
          <p:cNvSpPr/>
          <p:nvPr/>
        </p:nvSpPr>
        <p:spPr>
          <a:xfrm>
            <a:off x="175564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2-test-input-1-7"/>
          <p:cNvSpPr/>
          <p:nvPr/>
        </p:nvSpPr>
        <p:spPr>
          <a:xfrm>
            <a:off x="183489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2-test-input-1-8"/>
          <p:cNvSpPr/>
          <p:nvPr/>
        </p:nvSpPr>
        <p:spPr>
          <a:xfrm>
            <a:off x="191414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2-test-input-1-9"/>
          <p:cNvSpPr/>
          <p:nvPr/>
        </p:nvSpPr>
        <p:spPr>
          <a:xfrm>
            <a:off x="1993391" y="18166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2-test-input-1-10"/>
          <p:cNvSpPr/>
          <p:nvPr/>
        </p:nvSpPr>
        <p:spPr>
          <a:xfrm>
            <a:off x="2072640" y="18166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2-test-input-1-11"/>
          <p:cNvSpPr/>
          <p:nvPr/>
        </p:nvSpPr>
        <p:spPr>
          <a:xfrm>
            <a:off x="2151888" y="18166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2-test-input-1-12"/>
          <p:cNvSpPr/>
          <p:nvPr/>
        </p:nvSpPr>
        <p:spPr>
          <a:xfrm>
            <a:off x="223113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2-test-input-1-13"/>
          <p:cNvSpPr/>
          <p:nvPr/>
        </p:nvSpPr>
        <p:spPr>
          <a:xfrm>
            <a:off x="2310383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2-test-input-1-14"/>
          <p:cNvSpPr/>
          <p:nvPr/>
        </p:nvSpPr>
        <p:spPr>
          <a:xfrm>
            <a:off x="238963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2-test-input-1-15"/>
          <p:cNvSpPr/>
          <p:nvPr/>
        </p:nvSpPr>
        <p:spPr>
          <a:xfrm>
            <a:off x="246888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2-test-input-1-16"/>
          <p:cNvSpPr/>
          <p:nvPr/>
        </p:nvSpPr>
        <p:spPr>
          <a:xfrm>
            <a:off x="254812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2-test-input-1-17"/>
          <p:cNvSpPr/>
          <p:nvPr/>
        </p:nvSpPr>
        <p:spPr>
          <a:xfrm>
            <a:off x="2627375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2-test-input-1-18"/>
          <p:cNvSpPr/>
          <p:nvPr/>
        </p:nvSpPr>
        <p:spPr>
          <a:xfrm>
            <a:off x="270662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2-test-input-1-19"/>
          <p:cNvSpPr/>
          <p:nvPr/>
        </p:nvSpPr>
        <p:spPr>
          <a:xfrm>
            <a:off x="278587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2-test-input-1-20"/>
          <p:cNvSpPr/>
          <p:nvPr/>
        </p:nvSpPr>
        <p:spPr>
          <a:xfrm>
            <a:off x="286512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2-test-input-1-21"/>
          <p:cNvSpPr/>
          <p:nvPr/>
        </p:nvSpPr>
        <p:spPr>
          <a:xfrm>
            <a:off x="294436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2-test-input-1-22"/>
          <p:cNvSpPr/>
          <p:nvPr/>
        </p:nvSpPr>
        <p:spPr>
          <a:xfrm>
            <a:off x="302361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2-test-input-1-23"/>
          <p:cNvSpPr/>
          <p:nvPr/>
        </p:nvSpPr>
        <p:spPr>
          <a:xfrm>
            <a:off x="310286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2-test-input-1-24"/>
          <p:cNvSpPr/>
          <p:nvPr/>
        </p:nvSpPr>
        <p:spPr>
          <a:xfrm>
            <a:off x="3182112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2-test-input-1-25"/>
          <p:cNvSpPr/>
          <p:nvPr/>
        </p:nvSpPr>
        <p:spPr>
          <a:xfrm>
            <a:off x="32613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2-test-input-1-26"/>
          <p:cNvSpPr/>
          <p:nvPr/>
        </p:nvSpPr>
        <p:spPr>
          <a:xfrm>
            <a:off x="3340608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2-test-input-1-27"/>
          <p:cNvSpPr/>
          <p:nvPr/>
        </p:nvSpPr>
        <p:spPr>
          <a:xfrm>
            <a:off x="3419856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2-test-input-1-28"/>
          <p:cNvSpPr/>
          <p:nvPr/>
        </p:nvSpPr>
        <p:spPr>
          <a:xfrm>
            <a:off x="3499104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2-test-input-1-29"/>
          <p:cNvSpPr/>
          <p:nvPr/>
        </p:nvSpPr>
        <p:spPr>
          <a:xfrm>
            <a:off x="35783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2-test-input-2-0"/>
          <p:cNvSpPr/>
          <p:nvPr/>
        </p:nvSpPr>
        <p:spPr>
          <a:xfrm>
            <a:off x="12801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2-test-input-2-1"/>
          <p:cNvSpPr/>
          <p:nvPr/>
        </p:nvSpPr>
        <p:spPr>
          <a:xfrm>
            <a:off x="1359408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2-test-input-2-2"/>
          <p:cNvSpPr/>
          <p:nvPr/>
        </p:nvSpPr>
        <p:spPr>
          <a:xfrm>
            <a:off x="1438656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2-test-input-2-3"/>
          <p:cNvSpPr/>
          <p:nvPr/>
        </p:nvSpPr>
        <p:spPr>
          <a:xfrm>
            <a:off x="1517904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2-test-input-2-4"/>
          <p:cNvSpPr/>
          <p:nvPr/>
        </p:nvSpPr>
        <p:spPr>
          <a:xfrm>
            <a:off x="1597152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2-test-input-2-5"/>
          <p:cNvSpPr/>
          <p:nvPr/>
        </p:nvSpPr>
        <p:spPr>
          <a:xfrm>
            <a:off x="1676400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2-test-input-2-6"/>
          <p:cNvSpPr/>
          <p:nvPr/>
        </p:nvSpPr>
        <p:spPr>
          <a:xfrm>
            <a:off x="1755648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2-test-input-2-7"/>
          <p:cNvSpPr/>
          <p:nvPr/>
        </p:nvSpPr>
        <p:spPr>
          <a:xfrm>
            <a:off x="1834896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2-test-input-2-8"/>
          <p:cNvSpPr/>
          <p:nvPr/>
        </p:nvSpPr>
        <p:spPr>
          <a:xfrm>
            <a:off x="191414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2-test-input-2-9"/>
          <p:cNvSpPr/>
          <p:nvPr/>
        </p:nvSpPr>
        <p:spPr>
          <a:xfrm>
            <a:off x="1993391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2-test-input-2-10"/>
          <p:cNvSpPr/>
          <p:nvPr/>
        </p:nvSpPr>
        <p:spPr>
          <a:xfrm>
            <a:off x="2072640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2-test-input-2-11"/>
          <p:cNvSpPr/>
          <p:nvPr/>
        </p:nvSpPr>
        <p:spPr>
          <a:xfrm>
            <a:off x="2151888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2-test-input-2-12"/>
          <p:cNvSpPr/>
          <p:nvPr/>
        </p:nvSpPr>
        <p:spPr>
          <a:xfrm>
            <a:off x="223113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2-test-input-2-13"/>
          <p:cNvSpPr/>
          <p:nvPr/>
        </p:nvSpPr>
        <p:spPr>
          <a:xfrm>
            <a:off x="2310383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2-test-input-2-14"/>
          <p:cNvSpPr/>
          <p:nvPr/>
        </p:nvSpPr>
        <p:spPr>
          <a:xfrm>
            <a:off x="2389632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2-test-input-2-15"/>
          <p:cNvSpPr/>
          <p:nvPr/>
        </p:nvSpPr>
        <p:spPr>
          <a:xfrm>
            <a:off x="2468880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2-test-input-2-16"/>
          <p:cNvSpPr/>
          <p:nvPr/>
        </p:nvSpPr>
        <p:spPr>
          <a:xfrm>
            <a:off x="2548128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2-test-input-2-17"/>
          <p:cNvSpPr/>
          <p:nvPr/>
        </p:nvSpPr>
        <p:spPr>
          <a:xfrm>
            <a:off x="2627375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2-test-input-2-18"/>
          <p:cNvSpPr/>
          <p:nvPr/>
        </p:nvSpPr>
        <p:spPr>
          <a:xfrm>
            <a:off x="2706624" y="18958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2-test-input-2-19"/>
          <p:cNvSpPr/>
          <p:nvPr/>
        </p:nvSpPr>
        <p:spPr>
          <a:xfrm>
            <a:off x="278587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2-test-input-2-20"/>
          <p:cNvSpPr/>
          <p:nvPr/>
        </p:nvSpPr>
        <p:spPr>
          <a:xfrm>
            <a:off x="286512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2-test-input-2-21"/>
          <p:cNvSpPr/>
          <p:nvPr/>
        </p:nvSpPr>
        <p:spPr>
          <a:xfrm>
            <a:off x="294436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2-test-input-2-22"/>
          <p:cNvSpPr/>
          <p:nvPr/>
        </p:nvSpPr>
        <p:spPr>
          <a:xfrm>
            <a:off x="302361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2-test-input-2-23"/>
          <p:cNvSpPr/>
          <p:nvPr/>
        </p:nvSpPr>
        <p:spPr>
          <a:xfrm>
            <a:off x="310286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2-test-input-2-24"/>
          <p:cNvSpPr/>
          <p:nvPr/>
        </p:nvSpPr>
        <p:spPr>
          <a:xfrm>
            <a:off x="3182112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2-test-input-2-25"/>
          <p:cNvSpPr/>
          <p:nvPr/>
        </p:nvSpPr>
        <p:spPr>
          <a:xfrm>
            <a:off x="32613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2-test-input-2-26"/>
          <p:cNvSpPr/>
          <p:nvPr/>
        </p:nvSpPr>
        <p:spPr>
          <a:xfrm>
            <a:off x="3340608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2-test-input-2-27"/>
          <p:cNvSpPr/>
          <p:nvPr/>
        </p:nvSpPr>
        <p:spPr>
          <a:xfrm>
            <a:off x="341985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2-test-input-2-28"/>
          <p:cNvSpPr/>
          <p:nvPr/>
        </p:nvSpPr>
        <p:spPr>
          <a:xfrm>
            <a:off x="3499104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2-test-input-2-29"/>
          <p:cNvSpPr/>
          <p:nvPr/>
        </p:nvSpPr>
        <p:spPr>
          <a:xfrm>
            <a:off x="357835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2-test-input-3-0"/>
          <p:cNvSpPr/>
          <p:nvPr/>
        </p:nvSpPr>
        <p:spPr>
          <a:xfrm>
            <a:off x="12801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2-test-input-3-1"/>
          <p:cNvSpPr/>
          <p:nvPr/>
        </p:nvSpPr>
        <p:spPr>
          <a:xfrm>
            <a:off x="1359408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2-test-input-3-2"/>
          <p:cNvSpPr/>
          <p:nvPr/>
        </p:nvSpPr>
        <p:spPr>
          <a:xfrm>
            <a:off x="143865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2-test-input-3-3"/>
          <p:cNvSpPr/>
          <p:nvPr/>
        </p:nvSpPr>
        <p:spPr>
          <a:xfrm>
            <a:off x="1517904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2-test-input-3-4"/>
          <p:cNvSpPr/>
          <p:nvPr/>
        </p:nvSpPr>
        <p:spPr>
          <a:xfrm>
            <a:off x="1597152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2-test-input-3-5"/>
          <p:cNvSpPr/>
          <p:nvPr/>
        </p:nvSpPr>
        <p:spPr>
          <a:xfrm>
            <a:off x="167640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2-test-input-3-6"/>
          <p:cNvSpPr/>
          <p:nvPr/>
        </p:nvSpPr>
        <p:spPr>
          <a:xfrm>
            <a:off x="175564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2-test-input-3-7"/>
          <p:cNvSpPr/>
          <p:nvPr/>
        </p:nvSpPr>
        <p:spPr>
          <a:xfrm>
            <a:off x="1834896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2-test-input-3-8"/>
          <p:cNvSpPr/>
          <p:nvPr/>
        </p:nvSpPr>
        <p:spPr>
          <a:xfrm>
            <a:off x="191414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2-test-input-3-9"/>
          <p:cNvSpPr/>
          <p:nvPr/>
        </p:nvSpPr>
        <p:spPr>
          <a:xfrm>
            <a:off x="1993391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2-test-input-3-10"/>
          <p:cNvSpPr/>
          <p:nvPr/>
        </p:nvSpPr>
        <p:spPr>
          <a:xfrm>
            <a:off x="207264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2-test-input-3-11"/>
          <p:cNvSpPr/>
          <p:nvPr/>
        </p:nvSpPr>
        <p:spPr>
          <a:xfrm>
            <a:off x="215188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2-test-input-3-12"/>
          <p:cNvSpPr/>
          <p:nvPr/>
        </p:nvSpPr>
        <p:spPr>
          <a:xfrm>
            <a:off x="223113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2-test-input-3-13"/>
          <p:cNvSpPr/>
          <p:nvPr/>
        </p:nvSpPr>
        <p:spPr>
          <a:xfrm>
            <a:off x="2310383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2-test-input-3-14"/>
          <p:cNvSpPr/>
          <p:nvPr/>
        </p:nvSpPr>
        <p:spPr>
          <a:xfrm>
            <a:off x="2389632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2-test-input-3-15"/>
          <p:cNvSpPr/>
          <p:nvPr/>
        </p:nvSpPr>
        <p:spPr>
          <a:xfrm>
            <a:off x="246888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2-test-input-3-16"/>
          <p:cNvSpPr/>
          <p:nvPr/>
        </p:nvSpPr>
        <p:spPr>
          <a:xfrm>
            <a:off x="254812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2-test-input-3-17"/>
          <p:cNvSpPr/>
          <p:nvPr/>
        </p:nvSpPr>
        <p:spPr>
          <a:xfrm>
            <a:off x="2627375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2-test-input-3-18"/>
          <p:cNvSpPr/>
          <p:nvPr/>
        </p:nvSpPr>
        <p:spPr>
          <a:xfrm>
            <a:off x="2706624" y="197510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2-test-input-3-19"/>
          <p:cNvSpPr/>
          <p:nvPr/>
        </p:nvSpPr>
        <p:spPr>
          <a:xfrm>
            <a:off x="278587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2-test-input-3-20"/>
          <p:cNvSpPr/>
          <p:nvPr/>
        </p:nvSpPr>
        <p:spPr>
          <a:xfrm>
            <a:off x="286512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2-test-input-3-21"/>
          <p:cNvSpPr/>
          <p:nvPr/>
        </p:nvSpPr>
        <p:spPr>
          <a:xfrm>
            <a:off x="294436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2-test-input-3-22"/>
          <p:cNvSpPr/>
          <p:nvPr/>
        </p:nvSpPr>
        <p:spPr>
          <a:xfrm>
            <a:off x="302361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2-test-input-3-23"/>
          <p:cNvSpPr/>
          <p:nvPr/>
        </p:nvSpPr>
        <p:spPr>
          <a:xfrm>
            <a:off x="310286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2-test-input-3-24"/>
          <p:cNvSpPr/>
          <p:nvPr/>
        </p:nvSpPr>
        <p:spPr>
          <a:xfrm>
            <a:off x="3182112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2-test-input-3-25"/>
          <p:cNvSpPr/>
          <p:nvPr/>
        </p:nvSpPr>
        <p:spPr>
          <a:xfrm>
            <a:off x="32613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2-test-input-3-26"/>
          <p:cNvSpPr/>
          <p:nvPr/>
        </p:nvSpPr>
        <p:spPr>
          <a:xfrm>
            <a:off x="3340608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2-test-input-3-27"/>
          <p:cNvSpPr/>
          <p:nvPr/>
        </p:nvSpPr>
        <p:spPr>
          <a:xfrm>
            <a:off x="3419856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2-test-input-3-28"/>
          <p:cNvSpPr/>
          <p:nvPr/>
        </p:nvSpPr>
        <p:spPr>
          <a:xfrm>
            <a:off x="3499104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2-test-input-3-29"/>
          <p:cNvSpPr/>
          <p:nvPr/>
        </p:nvSpPr>
        <p:spPr>
          <a:xfrm>
            <a:off x="357835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2-test-input-4-0"/>
          <p:cNvSpPr/>
          <p:nvPr/>
        </p:nvSpPr>
        <p:spPr>
          <a:xfrm>
            <a:off x="12801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2-test-input-4-1"/>
          <p:cNvSpPr/>
          <p:nvPr/>
        </p:nvSpPr>
        <p:spPr>
          <a:xfrm>
            <a:off x="1359408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2-test-input-4-2"/>
          <p:cNvSpPr/>
          <p:nvPr/>
        </p:nvSpPr>
        <p:spPr>
          <a:xfrm>
            <a:off x="14386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2-test-input-4-3"/>
          <p:cNvSpPr/>
          <p:nvPr/>
        </p:nvSpPr>
        <p:spPr>
          <a:xfrm>
            <a:off x="15179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2-test-input-4-4"/>
          <p:cNvSpPr/>
          <p:nvPr/>
        </p:nvSpPr>
        <p:spPr>
          <a:xfrm>
            <a:off x="1597152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2-test-input-4-5"/>
          <p:cNvSpPr/>
          <p:nvPr/>
        </p:nvSpPr>
        <p:spPr>
          <a:xfrm>
            <a:off x="167640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2-test-input-4-6"/>
          <p:cNvSpPr/>
          <p:nvPr/>
        </p:nvSpPr>
        <p:spPr>
          <a:xfrm>
            <a:off x="175564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2-test-input-4-7"/>
          <p:cNvSpPr/>
          <p:nvPr/>
        </p:nvSpPr>
        <p:spPr>
          <a:xfrm>
            <a:off x="1834896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2-test-input-4-8"/>
          <p:cNvSpPr/>
          <p:nvPr/>
        </p:nvSpPr>
        <p:spPr>
          <a:xfrm>
            <a:off x="191414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2-test-input-4-9"/>
          <p:cNvSpPr/>
          <p:nvPr/>
        </p:nvSpPr>
        <p:spPr>
          <a:xfrm>
            <a:off x="1993391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2-test-input-4-10"/>
          <p:cNvSpPr/>
          <p:nvPr/>
        </p:nvSpPr>
        <p:spPr>
          <a:xfrm>
            <a:off x="207264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2-test-input-4-11"/>
          <p:cNvSpPr/>
          <p:nvPr/>
        </p:nvSpPr>
        <p:spPr>
          <a:xfrm>
            <a:off x="215188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2-test-input-4-12"/>
          <p:cNvSpPr/>
          <p:nvPr/>
        </p:nvSpPr>
        <p:spPr>
          <a:xfrm>
            <a:off x="223113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2-test-input-4-13"/>
          <p:cNvSpPr/>
          <p:nvPr/>
        </p:nvSpPr>
        <p:spPr>
          <a:xfrm>
            <a:off x="2310383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2-test-input-4-14"/>
          <p:cNvSpPr/>
          <p:nvPr/>
        </p:nvSpPr>
        <p:spPr>
          <a:xfrm>
            <a:off x="238963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2-test-input-4-15"/>
          <p:cNvSpPr/>
          <p:nvPr/>
        </p:nvSpPr>
        <p:spPr>
          <a:xfrm>
            <a:off x="246888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2-test-input-4-16"/>
          <p:cNvSpPr/>
          <p:nvPr/>
        </p:nvSpPr>
        <p:spPr>
          <a:xfrm>
            <a:off x="254812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2-test-input-4-17"/>
          <p:cNvSpPr/>
          <p:nvPr/>
        </p:nvSpPr>
        <p:spPr>
          <a:xfrm>
            <a:off x="2627375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2-test-input-4-18"/>
          <p:cNvSpPr/>
          <p:nvPr/>
        </p:nvSpPr>
        <p:spPr>
          <a:xfrm>
            <a:off x="2706624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2-test-input-4-19"/>
          <p:cNvSpPr/>
          <p:nvPr/>
        </p:nvSpPr>
        <p:spPr>
          <a:xfrm>
            <a:off x="278587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2-test-input-4-20"/>
          <p:cNvSpPr/>
          <p:nvPr/>
        </p:nvSpPr>
        <p:spPr>
          <a:xfrm>
            <a:off x="2865120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2-test-input-4-21"/>
          <p:cNvSpPr/>
          <p:nvPr/>
        </p:nvSpPr>
        <p:spPr>
          <a:xfrm>
            <a:off x="2944368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2-test-input-4-22"/>
          <p:cNvSpPr/>
          <p:nvPr/>
        </p:nvSpPr>
        <p:spPr>
          <a:xfrm>
            <a:off x="3023616" y="20543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2-test-input-4-23"/>
          <p:cNvSpPr/>
          <p:nvPr/>
        </p:nvSpPr>
        <p:spPr>
          <a:xfrm>
            <a:off x="310286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2-test-input-4-24"/>
          <p:cNvSpPr/>
          <p:nvPr/>
        </p:nvSpPr>
        <p:spPr>
          <a:xfrm>
            <a:off x="3182112" y="205435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2-test-input-4-25"/>
          <p:cNvSpPr/>
          <p:nvPr/>
        </p:nvSpPr>
        <p:spPr>
          <a:xfrm>
            <a:off x="32613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2-test-input-4-26"/>
          <p:cNvSpPr/>
          <p:nvPr/>
        </p:nvSpPr>
        <p:spPr>
          <a:xfrm>
            <a:off x="3340608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2-test-input-4-27"/>
          <p:cNvSpPr/>
          <p:nvPr/>
        </p:nvSpPr>
        <p:spPr>
          <a:xfrm>
            <a:off x="34198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2-test-input-4-28"/>
          <p:cNvSpPr/>
          <p:nvPr/>
        </p:nvSpPr>
        <p:spPr>
          <a:xfrm>
            <a:off x="3499104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2-test-input-4-29"/>
          <p:cNvSpPr/>
          <p:nvPr/>
        </p:nvSpPr>
        <p:spPr>
          <a:xfrm>
            <a:off x="357835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2-test-input-5-0"/>
          <p:cNvSpPr/>
          <p:nvPr/>
        </p:nvSpPr>
        <p:spPr>
          <a:xfrm>
            <a:off x="128016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2-test-input-5-1"/>
          <p:cNvSpPr/>
          <p:nvPr/>
        </p:nvSpPr>
        <p:spPr>
          <a:xfrm>
            <a:off x="1359408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2-test-input-5-2"/>
          <p:cNvSpPr/>
          <p:nvPr/>
        </p:nvSpPr>
        <p:spPr>
          <a:xfrm>
            <a:off x="1438656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2-test-input-5-3"/>
          <p:cNvSpPr/>
          <p:nvPr/>
        </p:nvSpPr>
        <p:spPr>
          <a:xfrm>
            <a:off x="1517904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2-test-input-5-4"/>
          <p:cNvSpPr/>
          <p:nvPr/>
        </p:nvSpPr>
        <p:spPr>
          <a:xfrm>
            <a:off x="1597152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2-test-input-5-5"/>
          <p:cNvSpPr/>
          <p:nvPr/>
        </p:nvSpPr>
        <p:spPr>
          <a:xfrm>
            <a:off x="167640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2-test-input-5-6"/>
          <p:cNvSpPr/>
          <p:nvPr/>
        </p:nvSpPr>
        <p:spPr>
          <a:xfrm>
            <a:off x="175564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2-test-input-5-7"/>
          <p:cNvSpPr/>
          <p:nvPr/>
        </p:nvSpPr>
        <p:spPr>
          <a:xfrm>
            <a:off x="1834896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2-test-input-5-8"/>
          <p:cNvSpPr/>
          <p:nvPr/>
        </p:nvSpPr>
        <p:spPr>
          <a:xfrm>
            <a:off x="191414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2-test-input-5-9"/>
          <p:cNvSpPr/>
          <p:nvPr/>
        </p:nvSpPr>
        <p:spPr>
          <a:xfrm>
            <a:off x="1993391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2-test-input-5-10"/>
          <p:cNvSpPr/>
          <p:nvPr/>
        </p:nvSpPr>
        <p:spPr>
          <a:xfrm>
            <a:off x="207264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2-test-input-5-11"/>
          <p:cNvSpPr/>
          <p:nvPr/>
        </p:nvSpPr>
        <p:spPr>
          <a:xfrm>
            <a:off x="215188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2-test-input-5-12"/>
          <p:cNvSpPr/>
          <p:nvPr/>
        </p:nvSpPr>
        <p:spPr>
          <a:xfrm>
            <a:off x="223113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2-test-input-5-13"/>
          <p:cNvSpPr/>
          <p:nvPr/>
        </p:nvSpPr>
        <p:spPr>
          <a:xfrm>
            <a:off x="2310383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2-test-input-5-14"/>
          <p:cNvSpPr/>
          <p:nvPr/>
        </p:nvSpPr>
        <p:spPr>
          <a:xfrm>
            <a:off x="2389632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2-test-input-5-15"/>
          <p:cNvSpPr/>
          <p:nvPr/>
        </p:nvSpPr>
        <p:spPr>
          <a:xfrm>
            <a:off x="246888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2-test-input-5-16"/>
          <p:cNvSpPr/>
          <p:nvPr/>
        </p:nvSpPr>
        <p:spPr>
          <a:xfrm>
            <a:off x="254812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2-test-input-5-17"/>
          <p:cNvSpPr/>
          <p:nvPr/>
        </p:nvSpPr>
        <p:spPr>
          <a:xfrm>
            <a:off x="2627375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2-test-input-5-18"/>
          <p:cNvSpPr/>
          <p:nvPr/>
        </p:nvSpPr>
        <p:spPr>
          <a:xfrm>
            <a:off x="2706624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2-test-input-5-19"/>
          <p:cNvSpPr/>
          <p:nvPr/>
        </p:nvSpPr>
        <p:spPr>
          <a:xfrm>
            <a:off x="278587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2-test-input-5-20"/>
          <p:cNvSpPr/>
          <p:nvPr/>
        </p:nvSpPr>
        <p:spPr>
          <a:xfrm>
            <a:off x="2865120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2-test-input-5-21"/>
          <p:cNvSpPr/>
          <p:nvPr/>
        </p:nvSpPr>
        <p:spPr>
          <a:xfrm>
            <a:off x="294436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2-test-input-5-22"/>
          <p:cNvSpPr/>
          <p:nvPr/>
        </p:nvSpPr>
        <p:spPr>
          <a:xfrm>
            <a:off x="3023616" y="2133599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2-test-input-5-23"/>
          <p:cNvSpPr/>
          <p:nvPr/>
        </p:nvSpPr>
        <p:spPr>
          <a:xfrm>
            <a:off x="310286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2-test-input-5-24"/>
          <p:cNvSpPr/>
          <p:nvPr/>
        </p:nvSpPr>
        <p:spPr>
          <a:xfrm>
            <a:off x="318211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2-test-input-5-25"/>
          <p:cNvSpPr/>
          <p:nvPr/>
        </p:nvSpPr>
        <p:spPr>
          <a:xfrm>
            <a:off x="326136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2-test-input-5-26"/>
          <p:cNvSpPr/>
          <p:nvPr/>
        </p:nvSpPr>
        <p:spPr>
          <a:xfrm>
            <a:off x="3340608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2-test-input-5-27"/>
          <p:cNvSpPr/>
          <p:nvPr/>
        </p:nvSpPr>
        <p:spPr>
          <a:xfrm>
            <a:off x="3419856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2-test-input-5-28"/>
          <p:cNvSpPr/>
          <p:nvPr/>
        </p:nvSpPr>
        <p:spPr>
          <a:xfrm>
            <a:off x="3499104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2-test-input-5-29"/>
          <p:cNvSpPr/>
          <p:nvPr/>
        </p:nvSpPr>
        <p:spPr>
          <a:xfrm>
            <a:off x="357835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2-test-input-6-0"/>
          <p:cNvSpPr/>
          <p:nvPr/>
        </p:nvSpPr>
        <p:spPr>
          <a:xfrm>
            <a:off x="12801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2-test-input-6-1"/>
          <p:cNvSpPr/>
          <p:nvPr/>
        </p:nvSpPr>
        <p:spPr>
          <a:xfrm>
            <a:off x="13594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2-test-input-6-2"/>
          <p:cNvSpPr/>
          <p:nvPr/>
        </p:nvSpPr>
        <p:spPr>
          <a:xfrm>
            <a:off x="1438656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2-test-input-6-3"/>
          <p:cNvSpPr/>
          <p:nvPr/>
        </p:nvSpPr>
        <p:spPr>
          <a:xfrm>
            <a:off x="1517904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2-test-input-6-4"/>
          <p:cNvSpPr/>
          <p:nvPr/>
        </p:nvSpPr>
        <p:spPr>
          <a:xfrm>
            <a:off x="1597152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2-test-input-6-5"/>
          <p:cNvSpPr/>
          <p:nvPr/>
        </p:nvSpPr>
        <p:spPr>
          <a:xfrm>
            <a:off x="167640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2-test-input-6-6"/>
          <p:cNvSpPr/>
          <p:nvPr/>
        </p:nvSpPr>
        <p:spPr>
          <a:xfrm>
            <a:off x="1755648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2-test-input-6-7"/>
          <p:cNvSpPr/>
          <p:nvPr/>
        </p:nvSpPr>
        <p:spPr>
          <a:xfrm>
            <a:off x="1834896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2-test-input-6-8"/>
          <p:cNvSpPr/>
          <p:nvPr/>
        </p:nvSpPr>
        <p:spPr>
          <a:xfrm>
            <a:off x="191414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2-test-input-6-9"/>
          <p:cNvSpPr/>
          <p:nvPr/>
        </p:nvSpPr>
        <p:spPr>
          <a:xfrm>
            <a:off x="1993391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2-test-input-6-10"/>
          <p:cNvSpPr/>
          <p:nvPr/>
        </p:nvSpPr>
        <p:spPr>
          <a:xfrm>
            <a:off x="207264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2-test-input-6-11"/>
          <p:cNvSpPr/>
          <p:nvPr/>
        </p:nvSpPr>
        <p:spPr>
          <a:xfrm>
            <a:off x="215188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2-test-input-6-12"/>
          <p:cNvSpPr/>
          <p:nvPr/>
        </p:nvSpPr>
        <p:spPr>
          <a:xfrm>
            <a:off x="223113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2-test-input-6-13"/>
          <p:cNvSpPr/>
          <p:nvPr/>
        </p:nvSpPr>
        <p:spPr>
          <a:xfrm>
            <a:off x="2310383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2-test-input-6-14"/>
          <p:cNvSpPr/>
          <p:nvPr/>
        </p:nvSpPr>
        <p:spPr>
          <a:xfrm>
            <a:off x="2389632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2-test-input-6-15"/>
          <p:cNvSpPr/>
          <p:nvPr/>
        </p:nvSpPr>
        <p:spPr>
          <a:xfrm>
            <a:off x="2468880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2-test-input-6-16"/>
          <p:cNvSpPr/>
          <p:nvPr/>
        </p:nvSpPr>
        <p:spPr>
          <a:xfrm>
            <a:off x="2548128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2-test-input-6-17"/>
          <p:cNvSpPr/>
          <p:nvPr/>
        </p:nvSpPr>
        <p:spPr>
          <a:xfrm>
            <a:off x="2627375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2-test-input-6-18"/>
          <p:cNvSpPr/>
          <p:nvPr/>
        </p:nvSpPr>
        <p:spPr>
          <a:xfrm>
            <a:off x="270662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2-test-input-6-19"/>
          <p:cNvSpPr/>
          <p:nvPr/>
        </p:nvSpPr>
        <p:spPr>
          <a:xfrm>
            <a:off x="278587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2-test-input-6-20"/>
          <p:cNvSpPr/>
          <p:nvPr/>
        </p:nvSpPr>
        <p:spPr>
          <a:xfrm>
            <a:off x="2865120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2-test-input-6-21"/>
          <p:cNvSpPr/>
          <p:nvPr/>
        </p:nvSpPr>
        <p:spPr>
          <a:xfrm>
            <a:off x="2944368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2-test-input-6-22"/>
          <p:cNvSpPr/>
          <p:nvPr/>
        </p:nvSpPr>
        <p:spPr>
          <a:xfrm>
            <a:off x="3023616" y="221284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2-test-input-6-23"/>
          <p:cNvSpPr/>
          <p:nvPr/>
        </p:nvSpPr>
        <p:spPr>
          <a:xfrm>
            <a:off x="310286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2-test-input-6-24"/>
          <p:cNvSpPr/>
          <p:nvPr/>
        </p:nvSpPr>
        <p:spPr>
          <a:xfrm>
            <a:off x="3182112" y="221284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2-test-input-6-25"/>
          <p:cNvSpPr/>
          <p:nvPr/>
        </p:nvSpPr>
        <p:spPr>
          <a:xfrm>
            <a:off x="32613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2-test-input-6-26"/>
          <p:cNvSpPr/>
          <p:nvPr/>
        </p:nvSpPr>
        <p:spPr>
          <a:xfrm>
            <a:off x="33406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2-test-input-6-27"/>
          <p:cNvSpPr/>
          <p:nvPr/>
        </p:nvSpPr>
        <p:spPr>
          <a:xfrm>
            <a:off x="341985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2-test-input-6-28"/>
          <p:cNvSpPr/>
          <p:nvPr/>
        </p:nvSpPr>
        <p:spPr>
          <a:xfrm>
            <a:off x="349910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2-test-input-6-29"/>
          <p:cNvSpPr/>
          <p:nvPr/>
        </p:nvSpPr>
        <p:spPr>
          <a:xfrm>
            <a:off x="357835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2-test-input-7-0"/>
          <p:cNvSpPr/>
          <p:nvPr/>
        </p:nvSpPr>
        <p:spPr>
          <a:xfrm>
            <a:off x="12801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2-test-input-7-1"/>
          <p:cNvSpPr/>
          <p:nvPr/>
        </p:nvSpPr>
        <p:spPr>
          <a:xfrm>
            <a:off x="135940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2-test-input-7-2"/>
          <p:cNvSpPr/>
          <p:nvPr/>
        </p:nvSpPr>
        <p:spPr>
          <a:xfrm>
            <a:off x="143865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2-test-input-7-3"/>
          <p:cNvSpPr/>
          <p:nvPr/>
        </p:nvSpPr>
        <p:spPr>
          <a:xfrm>
            <a:off x="151790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2-test-input-7-4"/>
          <p:cNvSpPr/>
          <p:nvPr/>
        </p:nvSpPr>
        <p:spPr>
          <a:xfrm>
            <a:off x="1597152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2-test-input-7-5"/>
          <p:cNvSpPr/>
          <p:nvPr/>
        </p:nvSpPr>
        <p:spPr>
          <a:xfrm>
            <a:off x="1676400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2-test-input-7-6"/>
          <p:cNvSpPr/>
          <p:nvPr/>
        </p:nvSpPr>
        <p:spPr>
          <a:xfrm>
            <a:off x="1755648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2-test-input-7-7"/>
          <p:cNvSpPr/>
          <p:nvPr/>
        </p:nvSpPr>
        <p:spPr>
          <a:xfrm>
            <a:off x="183489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2-test-input-7-8"/>
          <p:cNvSpPr/>
          <p:nvPr/>
        </p:nvSpPr>
        <p:spPr>
          <a:xfrm>
            <a:off x="191414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2-test-input-7-9"/>
          <p:cNvSpPr/>
          <p:nvPr/>
        </p:nvSpPr>
        <p:spPr>
          <a:xfrm>
            <a:off x="1993391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2-test-input-7-10"/>
          <p:cNvSpPr/>
          <p:nvPr/>
        </p:nvSpPr>
        <p:spPr>
          <a:xfrm>
            <a:off x="2072640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2-test-input-7-11"/>
          <p:cNvSpPr/>
          <p:nvPr/>
        </p:nvSpPr>
        <p:spPr>
          <a:xfrm>
            <a:off x="2151888" y="229209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2-test-input-7-12"/>
          <p:cNvSpPr/>
          <p:nvPr/>
        </p:nvSpPr>
        <p:spPr>
          <a:xfrm>
            <a:off x="223113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2-test-input-7-13"/>
          <p:cNvSpPr/>
          <p:nvPr/>
        </p:nvSpPr>
        <p:spPr>
          <a:xfrm>
            <a:off x="2310383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2-test-input-7-14"/>
          <p:cNvSpPr/>
          <p:nvPr/>
        </p:nvSpPr>
        <p:spPr>
          <a:xfrm>
            <a:off x="238963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2-test-input-7-15"/>
          <p:cNvSpPr/>
          <p:nvPr/>
        </p:nvSpPr>
        <p:spPr>
          <a:xfrm>
            <a:off x="246888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2-test-input-7-16"/>
          <p:cNvSpPr/>
          <p:nvPr/>
        </p:nvSpPr>
        <p:spPr>
          <a:xfrm>
            <a:off x="254812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2-test-input-7-17"/>
          <p:cNvSpPr/>
          <p:nvPr/>
        </p:nvSpPr>
        <p:spPr>
          <a:xfrm>
            <a:off x="2627375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2-test-input-7-18"/>
          <p:cNvSpPr/>
          <p:nvPr/>
        </p:nvSpPr>
        <p:spPr>
          <a:xfrm>
            <a:off x="270662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2-test-input-7-19"/>
          <p:cNvSpPr/>
          <p:nvPr/>
        </p:nvSpPr>
        <p:spPr>
          <a:xfrm>
            <a:off x="278587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2-test-input-7-20"/>
          <p:cNvSpPr/>
          <p:nvPr/>
        </p:nvSpPr>
        <p:spPr>
          <a:xfrm>
            <a:off x="286512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2-test-input-7-21"/>
          <p:cNvSpPr/>
          <p:nvPr/>
        </p:nvSpPr>
        <p:spPr>
          <a:xfrm>
            <a:off x="294436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2-test-input-7-22"/>
          <p:cNvSpPr/>
          <p:nvPr/>
        </p:nvSpPr>
        <p:spPr>
          <a:xfrm>
            <a:off x="302361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2-test-input-7-23"/>
          <p:cNvSpPr/>
          <p:nvPr/>
        </p:nvSpPr>
        <p:spPr>
          <a:xfrm>
            <a:off x="310286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2-test-input-7-24"/>
          <p:cNvSpPr/>
          <p:nvPr/>
        </p:nvSpPr>
        <p:spPr>
          <a:xfrm>
            <a:off x="3182112" y="229209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2-test-input-7-25"/>
          <p:cNvSpPr/>
          <p:nvPr/>
        </p:nvSpPr>
        <p:spPr>
          <a:xfrm>
            <a:off x="32613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2-test-input-7-26"/>
          <p:cNvSpPr/>
          <p:nvPr/>
        </p:nvSpPr>
        <p:spPr>
          <a:xfrm>
            <a:off x="3340608" y="229209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2-test-input-7-27"/>
          <p:cNvSpPr/>
          <p:nvPr/>
        </p:nvSpPr>
        <p:spPr>
          <a:xfrm>
            <a:off x="3419856" y="229209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2-test-input-7-28"/>
          <p:cNvSpPr/>
          <p:nvPr/>
        </p:nvSpPr>
        <p:spPr>
          <a:xfrm>
            <a:off x="3499104" y="229209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2-test-input-7-29"/>
          <p:cNvSpPr/>
          <p:nvPr/>
        </p:nvSpPr>
        <p:spPr>
          <a:xfrm>
            <a:off x="357835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2-test-input-8-0"/>
          <p:cNvSpPr/>
          <p:nvPr/>
        </p:nvSpPr>
        <p:spPr>
          <a:xfrm>
            <a:off x="1280160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2-test-input-8-1"/>
          <p:cNvSpPr/>
          <p:nvPr/>
        </p:nvSpPr>
        <p:spPr>
          <a:xfrm>
            <a:off x="1359408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2-test-input-8-2"/>
          <p:cNvSpPr/>
          <p:nvPr/>
        </p:nvSpPr>
        <p:spPr>
          <a:xfrm>
            <a:off x="14386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2-test-input-8-3"/>
          <p:cNvSpPr/>
          <p:nvPr/>
        </p:nvSpPr>
        <p:spPr>
          <a:xfrm>
            <a:off x="151790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2-test-input-8-4"/>
          <p:cNvSpPr/>
          <p:nvPr/>
        </p:nvSpPr>
        <p:spPr>
          <a:xfrm>
            <a:off x="15971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2-test-input-8-5"/>
          <p:cNvSpPr/>
          <p:nvPr/>
        </p:nvSpPr>
        <p:spPr>
          <a:xfrm>
            <a:off x="167640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2-test-input-8-6"/>
          <p:cNvSpPr/>
          <p:nvPr/>
        </p:nvSpPr>
        <p:spPr>
          <a:xfrm>
            <a:off x="175564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2-test-input-8-7"/>
          <p:cNvSpPr/>
          <p:nvPr/>
        </p:nvSpPr>
        <p:spPr>
          <a:xfrm>
            <a:off x="183489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2-test-input-8-8"/>
          <p:cNvSpPr/>
          <p:nvPr/>
        </p:nvSpPr>
        <p:spPr>
          <a:xfrm>
            <a:off x="191414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2-test-input-8-9"/>
          <p:cNvSpPr/>
          <p:nvPr/>
        </p:nvSpPr>
        <p:spPr>
          <a:xfrm>
            <a:off x="1993391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2-test-input-8-10"/>
          <p:cNvSpPr/>
          <p:nvPr/>
        </p:nvSpPr>
        <p:spPr>
          <a:xfrm>
            <a:off x="2072640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2-test-input-8-11"/>
          <p:cNvSpPr/>
          <p:nvPr/>
        </p:nvSpPr>
        <p:spPr>
          <a:xfrm>
            <a:off x="2151888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2-test-input-8-12"/>
          <p:cNvSpPr/>
          <p:nvPr/>
        </p:nvSpPr>
        <p:spPr>
          <a:xfrm>
            <a:off x="2231136" y="237134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2-test-input-8-13"/>
          <p:cNvSpPr/>
          <p:nvPr/>
        </p:nvSpPr>
        <p:spPr>
          <a:xfrm>
            <a:off x="2310383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2-test-input-8-14"/>
          <p:cNvSpPr/>
          <p:nvPr/>
        </p:nvSpPr>
        <p:spPr>
          <a:xfrm>
            <a:off x="238963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2-test-input-8-15"/>
          <p:cNvSpPr/>
          <p:nvPr/>
        </p:nvSpPr>
        <p:spPr>
          <a:xfrm>
            <a:off x="246888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2-test-input-8-16"/>
          <p:cNvSpPr/>
          <p:nvPr/>
        </p:nvSpPr>
        <p:spPr>
          <a:xfrm>
            <a:off x="254812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2-test-input-8-17"/>
          <p:cNvSpPr/>
          <p:nvPr/>
        </p:nvSpPr>
        <p:spPr>
          <a:xfrm>
            <a:off x="2627375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2-test-input-8-18"/>
          <p:cNvSpPr/>
          <p:nvPr/>
        </p:nvSpPr>
        <p:spPr>
          <a:xfrm>
            <a:off x="270662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2-test-input-8-19"/>
          <p:cNvSpPr/>
          <p:nvPr/>
        </p:nvSpPr>
        <p:spPr>
          <a:xfrm>
            <a:off x="278587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2-test-input-8-20"/>
          <p:cNvSpPr/>
          <p:nvPr/>
        </p:nvSpPr>
        <p:spPr>
          <a:xfrm>
            <a:off x="286512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2-test-input-8-21"/>
          <p:cNvSpPr/>
          <p:nvPr/>
        </p:nvSpPr>
        <p:spPr>
          <a:xfrm>
            <a:off x="294436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2-test-input-8-22"/>
          <p:cNvSpPr/>
          <p:nvPr/>
        </p:nvSpPr>
        <p:spPr>
          <a:xfrm>
            <a:off x="302361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2-test-input-8-23"/>
          <p:cNvSpPr/>
          <p:nvPr/>
        </p:nvSpPr>
        <p:spPr>
          <a:xfrm>
            <a:off x="310286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2-test-input-8-24"/>
          <p:cNvSpPr/>
          <p:nvPr/>
        </p:nvSpPr>
        <p:spPr>
          <a:xfrm>
            <a:off x="3182112" y="237134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2-test-input-8-25"/>
          <p:cNvSpPr/>
          <p:nvPr/>
        </p:nvSpPr>
        <p:spPr>
          <a:xfrm>
            <a:off x="32613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2-test-input-8-26"/>
          <p:cNvSpPr/>
          <p:nvPr/>
        </p:nvSpPr>
        <p:spPr>
          <a:xfrm>
            <a:off x="3340608" y="237134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2-test-input-8-27"/>
          <p:cNvSpPr/>
          <p:nvPr/>
        </p:nvSpPr>
        <p:spPr>
          <a:xfrm>
            <a:off x="34198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2-test-input-8-28"/>
          <p:cNvSpPr/>
          <p:nvPr/>
        </p:nvSpPr>
        <p:spPr>
          <a:xfrm>
            <a:off x="3499104" y="237134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2-test-input-8-29"/>
          <p:cNvSpPr/>
          <p:nvPr/>
        </p:nvSpPr>
        <p:spPr>
          <a:xfrm>
            <a:off x="35783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2-test-input-9-0"/>
          <p:cNvSpPr/>
          <p:nvPr/>
        </p:nvSpPr>
        <p:spPr>
          <a:xfrm>
            <a:off x="128016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2-test-input-9-1"/>
          <p:cNvSpPr/>
          <p:nvPr/>
        </p:nvSpPr>
        <p:spPr>
          <a:xfrm>
            <a:off x="1359408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2-test-input-9-2"/>
          <p:cNvSpPr/>
          <p:nvPr/>
        </p:nvSpPr>
        <p:spPr>
          <a:xfrm>
            <a:off x="14386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2-test-input-9-3"/>
          <p:cNvSpPr/>
          <p:nvPr/>
        </p:nvSpPr>
        <p:spPr>
          <a:xfrm>
            <a:off x="151790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2-test-input-9-4"/>
          <p:cNvSpPr/>
          <p:nvPr/>
        </p:nvSpPr>
        <p:spPr>
          <a:xfrm>
            <a:off x="15971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2-test-input-9-5"/>
          <p:cNvSpPr/>
          <p:nvPr/>
        </p:nvSpPr>
        <p:spPr>
          <a:xfrm>
            <a:off x="167640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2-test-input-9-6"/>
          <p:cNvSpPr/>
          <p:nvPr/>
        </p:nvSpPr>
        <p:spPr>
          <a:xfrm>
            <a:off x="175564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2-test-input-9-7"/>
          <p:cNvSpPr/>
          <p:nvPr/>
        </p:nvSpPr>
        <p:spPr>
          <a:xfrm>
            <a:off x="183489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2-test-input-9-8"/>
          <p:cNvSpPr/>
          <p:nvPr/>
        </p:nvSpPr>
        <p:spPr>
          <a:xfrm>
            <a:off x="191414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2-test-input-9-9"/>
          <p:cNvSpPr/>
          <p:nvPr/>
        </p:nvSpPr>
        <p:spPr>
          <a:xfrm>
            <a:off x="1993391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2-test-input-9-10"/>
          <p:cNvSpPr/>
          <p:nvPr/>
        </p:nvSpPr>
        <p:spPr>
          <a:xfrm>
            <a:off x="207264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2-test-input-9-11"/>
          <p:cNvSpPr/>
          <p:nvPr/>
        </p:nvSpPr>
        <p:spPr>
          <a:xfrm>
            <a:off x="2151888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2-test-input-9-12"/>
          <p:cNvSpPr/>
          <p:nvPr/>
        </p:nvSpPr>
        <p:spPr>
          <a:xfrm>
            <a:off x="2231136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2-test-input-9-13"/>
          <p:cNvSpPr/>
          <p:nvPr/>
        </p:nvSpPr>
        <p:spPr>
          <a:xfrm>
            <a:off x="2310383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2-test-input-9-14"/>
          <p:cNvSpPr/>
          <p:nvPr/>
        </p:nvSpPr>
        <p:spPr>
          <a:xfrm>
            <a:off x="238963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2-test-input-9-15"/>
          <p:cNvSpPr/>
          <p:nvPr/>
        </p:nvSpPr>
        <p:spPr>
          <a:xfrm>
            <a:off x="246888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2-test-input-9-16"/>
          <p:cNvSpPr/>
          <p:nvPr/>
        </p:nvSpPr>
        <p:spPr>
          <a:xfrm>
            <a:off x="2548128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2-test-input-9-17"/>
          <p:cNvSpPr/>
          <p:nvPr/>
        </p:nvSpPr>
        <p:spPr>
          <a:xfrm>
            <a:off x="2627375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2-test-input-9-18"/>
          <p:cNvSpPr/>
          <p:nvPr/>
        </p:nvSpPr>
        <p:spPr>
          <a:xfrm>
            <a:off x="2706624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2-test-input-9-19"/>
          <p:cNvSpPr/>
          <p:nvPr/>
        </p:nvSpPr>
        <p:spPr>
          <a:xfrm>
            <a:off x="2785872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2-test-input-9-20"/>
          <p:cNvSpPr/>
          <p:nvPr/>
        </p:nvSpPr>
        <p:spPr>
          <a:xfrm>
            <a:off x="2865120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2-test-input-9-21"/>
          <p:cNvSpPr/>
          <p:nvPr/>
        </p:nvSpPr>
        <p:spPr>
          <a:xfrm>
            <a:off x="2944368" y="2450591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2-test-input-9-22"/>
          <p:cNvSpPr/>
          <p:nvPr/>
        </p:nvSpPr>
        <p:spPr>
          <a:xfrm>
            <a:off x="302361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2-test-input-9-23"/>
          <p:cNvSpPr/>
          <p:nvPr/>
        </p:nvSpPr>
        <p:spPr>
          <a:xfrm>
            <a:off x="310286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2-test-input-9-24"/>
          <p:cNvSpPr/>
          <p:nvPr/>
        </p:nvSpPr>
        <p:spPr>
          <a:xfrm>
            <a:off x="3182112" y="2450591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2-test-input-9-25"/>
          <p:cNvSpPr/>
          <p:nvPr/>
        </p:nvSpPr>
        <p:spPr>
          <a:xfrm>
            <a:off x="32613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2-test-input-9-26"/>
          <p:cNvSpPr/>
          <p:nvPr/>
        </p:nvSpPr>
        <p:spPr>
          <a:xfrm>
            <a:off x="3340608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2-test-input-9-27"/>
          <p:cNvSpPr/>
          <p:nvPr/>
        </p:nvSpPr>
        <p:spPr>
          <a:xfrm>
            <a:off x="3419856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2-test-input-9-28"/>
          <p:cNvSpPr/>
          <p:nvPr/>
        </p:nvSpPr>
        <p:spPr>
          <a:xfrm>
            <a:off x="3499104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2-test-input-9-29"/>
          <p:cNvSpPr/>
          <p:nvPr/>
        </p:nvSpPr>
        <p:spPr>
          <a:xfrm>
            <a:off x="35783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2-test-input-10-0"/>
          <p:cNvSpPr/>
          <p:nvPr/>
        </p:nvSpPr>
        <p:spPr>
          <a:xfrm>
            <a:off x="128016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2-test-input-10-1"/>
          <p:cNvSpPr/>
          <p:nvPr/>
        </p:nvSpPr>
        <p:spPr>
          <a:xfrm>
            <a:off x="135940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2-test-input-10-2"/>
          <p:cNvSpPr/>
          <p:nvPr/>
        </p:nvSpPr>
        <p:spPr>
          <a:xfrm>
            <a:off x="1438656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2-test-input-10-3"/>
          <p:cNvSpPr/>
          <p:nvPr/>
        </p:nvSpPr>
        <p:spPr>
          <a:xfrm>
            <a:off x="151790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2-test-input-10-4"/>
          <p:cNvSpPr/>
          <p:nvPr/>
        </p:nvSpPr>
        <p:spPr>
          <a:xfrm>
            <a:off x="15971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2-test-input-10-5"/>
          <p:cNvSpPr/>
          <p:nvPr/>
        </p:nvSpPr>
        <p:spPr>
          <a:xfrm>
            <a:off x="167640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2-test-input-10-6"/>
          <p:cNvSpPr/>
          <p:nvPr/>
        </p:nvSpPr>
        <p:spPr>
          <a:xfrm>
            <a:off x="175564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2-test-input-10-7"/>
          <p:cNvSpPr/>
          <p:nvPr/>
        </p:nvSpPr>
        <p:spPr>
          <a:xfrm>
            <a:off x="183489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2-test-input-10-8"/>
          <p:cNvSpPr/>
          <p:nvPr/>
        </p:nvSpPr>
        <p:spPr>
          <a:xfrm>
            <a:off x="191414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2-test-input-10-9"/>
          <p:cNvSpPr/>
          <p:nvPr/>
        </p:nvSpPr>
        <p:spPr>
          <a:xfrm>
            <a:off x="1993391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2-test-input-10-10"/>
          <p:cNvSpPr/>
          <p:nvPr/>
        </p:nvSpPr>
        <p:spPr>
          <a:xfrm>
            <a:off x="207264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2-test-input-10-11"/>
          <p:cNvSpPr/>
          <p:nvPr/>
        </p:nvSpPr>
        <p:spPr>
          <a:xfrm>
            <a:off x="215188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2-test-input-10-12"/>
          <p:cNvSpPr/>
          <p:nvPr/>
        </p:nvSpPr>
        <p:spPr>
          <a:xfrm>
            <a:off x="223113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2-test-input-10-13"/>
          <p:cNvSpPr/>
          <p:nvPr/>
        </p:nvSpPr>
        <p:spPr>
          <a:xfrm>
            <a:off x="2310383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2-test-input-10-14"/>
          <p:cNvSpPr/>
          <p:nvPr/>
        </p:nvSpPr>
        <p:spPr>
          <a:xfrm>
            <a:off x="2389632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2-test-input-10-15"/>
          <p:cNvSpPr/>
          <p:nvPr/>
        </p:nvSpPr>
        <p:spPr>
          <a:xfrm>
            <a:off x="246888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2-test-input-10-16"/>
          <p:cNvSpPr/>
          <p:nvPr/>
        </p:nvSpPr>
        <p:spPr>
          <a:xfrm>
            <a:off x="254812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2-test-input-10-17"/>
          <p:cNvSpPr/>
          <p:nvPr/>
        </p:nvSpPr>
        <p:spPr>
          <a:xfrm>
            <a:off x="2627375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2-test-input-10-18"/>
          <p:cNvSpPr/>
          <p:nvPr/>
        </p:nvSpPr>
        <p:spPr>
          <a:xfrm>
            <a:off x="270662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2-test-input-10-19"/>
          <p:cNvSpPr/>
          <p:nvPr/>
        </p:nvSpPr>
        <p:spPr>
          <a:xfrm>
            <a:off x="2785872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2-test-input-10-20"/>
          <p:cNvSpPr/>
          <p:nvPr/>
        </p:nvSpPr>
        <p:spPr>
          <a:xfrm>
            <a:off x="2865120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2-test-input-10-21"/>
          <p:cNvSpPr/>
          <p:nvPr/>
        </p:nvSpPr>
        <p:spPr>
          <a:xfrm>
            <a:off x="2944368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2-test-input-10-22"/>
          <p:cNvSpPr/>
          <p:nvPr/>
        </p:nvSpPr>
        <p:spPr>
          <a:xfrm>
            <a:off x="3023616" y="252984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2-test-input-10-23"/>
          <p:cNvSpPr/>
          <p:nvPr/>
        </p:nvSpPr>
        <p:spPr>
          <a:xfrm>
            <a:off x="310286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2-test-input-10-24"/>
          <p:cNvSpPr/>
          <p:nvPr/>
        </p:nvSpPr>
        <p:spPr>
          <a:xfrm>
            <a:off x="3182112" y="252984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2-test-input-10-25"/>
          <p:cNvSpPr/>
          <p:nvPr/>
        </p:nvSpPr>
        <p:spPr>
          <a:xfrm>
            <a:off x="326136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2-test-input-10-26"/>
          <p:cNvSpPr/>
          <p:nvPr/>
        </p:nvSpPr>
        <p:spPr>
          <a:xfrm>
            <a:off x="3340608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2-test-input-10-27"/>
          <p:cNvSpPr/>
          <p:nvPr/>
        </p:nvSpPr>
        <p:spPr>
          <a:xfrm>
            <a:off x="341985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2-test-input-10-28"/>
          <p:cNvSpPr/>
          <p:nvPr/>
        </p:nvSpPr>
        <p:spPr>
          <a:xfrm>
            <a:off x="3499104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2-test-input-10-29"/>
          <p:cNvSpPr/>
          <p:nvPr/>
        </p:nvSpPr>
        <p:spPr>
          <a:xfrm>
            <a:off x="35783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2-test-input-11-0"/>
          <p:cNvSpPr/>
          <p:nvPr/>
        </p:nvSpPr>
        <p:spPr>
          <a:xfrm>
            <a:off x="128016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2-test-input-11-1"/>
          <p:cNvSpPr/>
          <p:nvPr/>
        </p:nvSpPr>
        <p:spPr>
          <a:xfrm>
            <a:off x="1359408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2-test-input-11-2"/>
          <p:cNvSpPr/>
          <p:nvPr/>
        </p:nvSpPr>
        <p:spPr>
          <a:xfrm>
            <a:off x="1438656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2-test-input-11-3"/>
          <p:cNvSpPr/>
          <p:nvPr/>
        </p:nvSpPr>
        <p:spPr>
          <a:xfrm>
            <a:off x="151790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2-test-input-11-4"/>
          <p:cNvSpPr/>
          <p:nvPr/>
        </p:nvSpPr>
        <p:spPr>
          <a:xfrm>
            <a:off x="15971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2-test-input-11-5"/>
          <p:cNvSpPr/>
          <p:nvPr/>
        </p:nvSpPr>
        <p:spPr>
          <a:xfrm>
            <a:off x="167640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2-test-input-11-6"/>
          <p:cNvSpPr/>
          <p:nvPr/>
        </p:nvSpPr>
        <p:spPr>
          <a:xfrm>
            <a:off x="1755648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2-test-input-11-7"/>
          <p:cNvSpPr/>
          <p:nvPr/>
        </p:nvSpPr>
        <p:spPr>
          <a:xfrm>
            <a:off x="1834896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2-test-input-11-8"/>
          <p:cNvSpPr/>
          <p:nvPr/>
        </p:nvSpPr>
        <p:spPr>
          <a:xfrm>
            <a:off x="191414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2-test-input-11-9"/>
          <p:cNvSpPr/>
          <p:nvPr/>
        </p:nvSpPr>
        <p:spPr>
          <a:xfrm>
            <a:off x="1993391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2-test-input-11-10"/>
          <p:cNvSpPr/>
          <p:nvPr/>
        </p:nvSpPr>
        <p:spPr>
          <a:xfrm>
            <a:off x="207264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2-test-input-11-11"/>
          <p:cNvSpPr/>
          <p:nvPr/>
        </p:nvSpPr>
        <p:spPr>
          <a:xfrm>
            <a:off x="215188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2-test-input-11-12"/>
          <p:cNvSpPr/>
          <p:nvPr/>
        </p:nvSpPr>
        <p:spPr>
          <a:xfrm>
            <a:off x="223113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2-test-input-11-13"/>
          <p:cNvSpPr/>
          <p:nvPr/>
        </p:nvSpPr>
        <p:spPr>
          <a:xfrm>
            <a:off x="2310383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2-test-input-11-14"/>
          <p:cNvSpPr/>
          <p:nvPr/>
        </p:nvSpPr>
        <p:spPr>
          <a:xfrm>
            <a:off x="2389632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2-test-input-11-15"/>
          <p:cNvSpPr/>
          <p:nvPr/>
        </p:nvSpPr>
        <p:spPr>
          <a:xfrm>
            <a:off x="2468880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2-test-input-11-16"/>
          <p:cNvSpPr/>
          <p:nvPr/>
        </p:nvSpPr>
        <p:spPr>
          <a:xfrm>
            <a:off x="2548128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2-test-input-11-17"/>
          <p:cNvSpPr/>
          <p:nvPr/>
        </p:nvSpPr>
        <p:spPr>
          <a:xfrm>
            <a:off x="2627375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2-test-input-11-18"/>
          <p:cNvSpPr/>
          <p:nvPr/>
        </p:nvSpPr>
        <p:spPr>
          <a:xfrm>
            <a:off x="2706624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2-test-input-11-19"/>
          <p:cNvSpPr/>
          <p:nvPr/>
        </p:nvSpPr>
        <p:spPr>
          <a:xfrm>
            <a:off x="2785872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2-test-input-11-20"/>
          <p:cNvSpPr/>
          <p:nvPr/>
        </p:nvSpPr>
        <p:spPr>
          <a:xfrm>
            <a:off x="286512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2-test-input-11-21"/>
          <p:cNvSpPr/>
          <p:nvPr/>
        </p:nvSpPr>
        <p:spPr>
          <a:xfrm>
            <a:off x="294436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2-test-input-11-22"/>
          <p:cNvSpPr/>
          <p:nvPr/>
        </p:nvSpPr>
        <p:spPr>
          <a:xfrm>
            <a:off x="3023616" y="260908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2-test-input-11-23"/>
          <p:cNvSpPr/>
          <p:nvPr/>
        </p:nvSpPr>
        <p:spPr>
          <a:xfrm>
            <a:off x="310286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2-test-input-11-24"/>
          <p:cNvSpPr/>
          <p:nvPr/>
        </p:nvSpPr>
        <p:spPr>
          <a:xfrm>
            <a:off x="3182112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2-test-input-11-25"/>
          <p:cNvSpPr/>
          <p:nvPr/>
        </p:nvSpPr>
        <p:spPr>
          <a:xfrm>
            <a:off x="326136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2-test-input-11-26"/>
          <p:cNvSpPr/>
          <p:nvPr/>
        </p:nvSpPr>
        <p:spPr>
          <a:xfrm>
            <a:off x="3340608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2-test-input-11-27"/>
          <p:cNvSpPr/>
          <p:nvPr/>
        </p:nvSpPr>
        <p:spPr>
          <a:xfrm>
            <a:off x="3419856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2-test-input-11-28"/>
          <p:cNvSpPr/>
          <p:nvPr/>
        </p:nvSpPr>
        <p:spPr>
          <a:xfrm>
            <a:off x="3499104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2-test-input-11-29"/>
          <p:cNvSpPr/>
          <p:nvPr/>
        </p:nvSpPr>
        <p:spPr>
          <a:xfrm>
            <a:off x="35783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2-test-input-12-0"/>
          <p:cNvSpPr/>
          <p:nvPr/>
        </p:nvSpPr>
        <p:spPr>
          <a:xfrm>
            <a:off x="128016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2-test-input-12-1"/>
          <p:cNvSpPr/>
          <p:nvPr/>
        </p:nvSpPr>
        <p:spPr>
          <a:xfrm>
            <a:off x="1359408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2-test-input-12-2"/>
          <p:cNvSpPr/>
          <p:nvPr/>
        </p:nvSpPr>
        <p:spPr>
          <a:xfrm>
            <a:off x="1438656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2-test-input-12-3"/>
          <p:cNvSpPr/>
          <p:nvPr/>
        </p:nvSpPr>
        <p:spPr>
          <a:xfrm>
            <a:off x="151790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2-test-input-12-4"/>
          <p:cNvSpPr/>
          <p:nvPr/>
        </p:nvSpPr>
        <p:spPr>
          <a:xfrm>
            <a:off x="1597152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2-test-input-12-5"/>
          <p:cNvSpPr/>
          <p:nvPr/>
        </p:nvSpPr>
        <p:spPr>
          <a:xfrm>
            <a:off x="167640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2-test-input-12-6"/>
          <p:cNvSpPr/>
          <p:nvPr/>
        </p:nvSpPr>
        <p:spPr>
          <a:xfrm>
            <a:off x="175564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2-test-input-12-7"/>
          <p:cNvSpPr/>
          <p:nvPr/>
        </p:nvSpPr>
        <p:spPr>
          <a:xfrm>
            <a:off x="1834896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2-test-input-12-8"/>
          <p:cNvSpPr/>
          <p:nvPr/>
        </p:nvSpPr>
        <p:spPr>
          <a:xfrm>
            <a:off x="1914144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2-test-input-12-9"/>
          <p:cNvSpPr/>
          <p:nvPr/>
        </p:nvSpPr>
        <p:spPr>
          <a:xfrm>
            <a:off x="1993391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2-test-input-12-10"/>
          <p:cNvSpPr/>
          <p:nvPr/>
        </p:nvSpPr>
        <p:spPr>
          <a:xfrm>
            <a:off x="2072640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2-test-input-12-11"/>
          <p:cNvSpPr/>
          <p:nvPr/>
        </p:nvSpPr>
        <p:spPr>
          <a:xfrm>
            <a:off x="215188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2-test-input-12-12"/>
          <p:cNvSpPr/>
          <p:nvPr/>
        </p:nvSpPr>
        <p:spPr>
          <a:xfrm>
            <a:off x="223113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2-test-input-12-13"/>
          <p:cNvSpPr/>
          <p:nvPr/>
        </p:nvSpPr>
        <p:spPr>
          <a:xfrm>
            <a:off x="2310383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2-test-input-12-14"/>
          <p:cNvSpPr/>
          <p:nvPr/>
        </p:nvSpPr>
        <p:spPr>
          <a:xfrm>
            <a:off x="238963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2-test-input-12-15"/>
          <p:cNvSpPr/>
          <p:nvPr/>
        </p:nvSpPr>
        <p:spPr>
          <a:xfrm>
            <a:off x="246888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2-test-input-12-16"/>
          <p:cNvSpPr/>
          <p:nvPr/>
        </p:nvSpPr>
        <p:spPr>
          <a:xfrm>
            <a:off x="2548128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2-test-input-12-17"/>
          <p:cNvSpPr/>
          <p:nvPr/>
        </p:nvSpPr>
        <p:spPr>
          <a:xfrm>
            <a:off x="2627375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2-test-input-12-18"/>
          <p:cNvSpPr/>
          <p:nvPr/>
        </p:nvSpPr>
        <p:spPr>
          <a:xfrm>
            <a:off x="2706624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2-test-input-12-19"/>
          <p:cNvSpPr/>
          <p:nvPr/>
        </p:nvSpPr>
        <p:spPr>
          <a:xfrm>
            <a:off x="278587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2-test-input-12-20"/>
          <p:cNvSpPr/>
          <p:nvPr/>
        </p:nvSpPr>
        <p:spPr>
          <a:xfrm>
            <a:off x="286512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2-test-input-12-21"/>
          <p:cNvSpPr/>
          <p:nvPr/>
        </p:nvSpPr>
        <p:spPr>
          <a:xfrm>
            <a:off x="294436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2-test-input-12-22"/>
          <p:cNvSpPr/>
          <p:nvPr/>
        </p:nvSpPr>
        <p:spPr>
          <a:xfrm>
            <a:off x="3023616" y="268833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2-test-input-12-23"/>
          <p:cNvSpPr/>
          <p:nvPr/>
        </p:nvSpPr>
        <p:spPr>
          <a:xfrm>
            <a:off x="310286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2-test-input-12-24"/>
          <p:cNvSpPr/>
          <p:nvPr/>
        </p:nvSpPr>
        <p:spPr>
          <a:xfrm>
            <a:off x="3182112" y="268833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2-test-input-12-25"/>
          <p:cNvSpPr/>
          <p:nvPr/>
        </p:nvSpPr>
        <p:spPr>
          <a:xfrm>
            <a:off x="326136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2-test-input-12-26"/>
          <p:cNvSpPr/>
          <p:nvPr/>
        </p:nvSpPr>
        <p:spPr>
          <a:xfrm>
            <a:off x="3340608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2-test-input-12-27"/>
          <p:cNvSpPr/>
          <p:nvPr/>
        </p:nvSpPr>
        <p:spPr>
          <a:xfrm>
            <a:off x="34198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2-test-input-12-28"/>
          <p:cNvSpPr/>
          <p:nvPr/>
        </p:nvSpPr>
        <p:spPr>
          <a:xfrm>
            <a:off x="3499104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2-test-input-12-29"/>
          <p:cNvSpPr/>
          <p:nvPr/>
        </p:nvSpPr>
        <p:spPr>
          <a:xfrm>
            <a:off x="357835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2-test-input-13-0"/>
          <p:cNvSpPr/>
          <p:nvPr/>
        </p:nvSpPr>
        <p:spPr>
          <a:xfrm>
            <a:off x="1280160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2-test-input-13-1"/>
          <p:cNvSpPr/>
          <p:nvPr/>
        </p:nvSpPr>
        <p:spPr>
          <a:xfrm>
            <a:off x="1359408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2-test-input-13-2"/>
          <p:cNvSpPr/>
          <p:nvPr/>
        </p:nvSpPr>
        <p:spPr>
          <a:xfrm>
            <a:off x="143865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2-test-input-13-3"/>
          <p:cNvSpPr/>
          <p:nvPr/>
        </p:nvSpPr>
        <p:spPr>
          <a:xfrm>
            <a:off x="15179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2-test-input-13-4"/>
          <p:cNvSpPr/>
          <p:nvPr/>
        </p:nvSpPr>
        <p:spPr>
          <a:xfrm>
            <a:off x="1597152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2-test-input-13-5"/>
          <p:cNvSpPr/>
          <p:nvPr/>
        </p:nvSpPr>
        <p:spPr>
          <a:xfrm>
            <a:off x="167640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2-test-input-13-6"/>
          <p:cNvSpPr/>
          <p:nvPr/>
        </p:nvSpPr>
        <p:spPr>
          <a:xfrm>
            <a:off x="175564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2-test-input-13-7"/>
          <p:cNvSpPr/>
          <p:nvPr/>
        </p:nvSpPr>
        <p:spPr>
          <a:xfrm>
            <a:off x="183489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2-test-input-13-8"/>
          <p:cNvSpPr/>
          <p:nvPr/>
        </p:nvSpPr>
        <p:spPr>
          <a:xfrm>
            <a:off x="1914144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2-test-input-13-9"/>
          <p:cNvSpPr/>
          <p:nvPr/>
        </p:nvSpPr>
        <p:spPr>
          <a:xfrm>
            <a:off x="1993391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2-test-input-13-10"/>
          <p:cNvSpPr/>
          <p:nvPr/>
        </p:nvSpPr>
        <p:spPr>
          <a:xfrm>
            <a:off x="2072640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2-test-input-13-11"/>
          <p:cNvSpPr/>
          <p:nvPr/>
        </p:nvSpPr>
        <p:spPr>
          <a:xfrm>
            <a:off x="215188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2-test-input-13-12"/>
          <p:cNvSpPr/>
          <p:nvPr/>
        </p:nvSpPr>
        <p:spPr>
          <a:xfrm>
            <a:off x="223113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2-test-input-13-13"/>
          <p:cNvSpPr/>
          <p:nvPr/>
        </p:nvSpPr>
        <p:spPr>
          <a:xfrm>
            <a:off x="2310383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2-test-input-13-14"/>
          <p:cNvSpPr/>
          <p:nvPr/>
        </p:nvSpPr>
        <p:spPr>
          <a:xfrm>
            <a:off x="238963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2-test-input-13-15"/>
          <p:cNvSpPr/>
          <p:nvPr/>
        </p:nvSpPr>
        <p:spPr>
          <a:xfrm>
            <a:off x="246888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2-test-input-13-16"/>
          <p:cNvSpPr/>
          <p:nvPr/>
        </p:nvSpPr>
        <p:spPr>
          <a:xfrm>
            <a:off x="254812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2-test-input-13-17"/>
          <p:cNvSpPr/>
          <p:nvPr/>
        </p:nvSpPr>
        <p:spPr>
          <a:xfrm>
            <a:off x="2627375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2-test-input-13-18"/>
          <p:cNvSpPr/>
          <p:nvPr/>
        </p:nvSpPr>
        <p:spPr>
          <a:xfrm>
            <a:off x="2706624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2-test-input-13-19"/>
          <p:cNvSpPr/>
          <p:nvPr/>
        </p:nvSpPr>
        <p:spPr>
          <a:xfrm>
            <a:off x="2785872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2-test-input-13-20"/>
          <p:cNvSpPr/>
          <p:nvPr/>
        </p:nvSpPr>
        <p:spPr>
          <a:xfrm>
            <a:off x="286512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2-test-input-13-21"/>
          <p:cNvSpPr/>
          <p:nvPr/>
        </p:nvSpPr>
        <p:spPr>
          <a:xfrm>
            <a:off x="294436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2-test-input-13-22"/>
          <p:cNvSpPr/>
          <p:nvPr/>
        </p:nvSpPr>
        <p:spPr>
          <a:xfrm>
            <a:off x="3023616" y="276758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2-test-input-13-23"/>
          <p:cNvSpPr/>
          <p:nvPr/>
        </p:nvSpPr>
        <p:spPr>
          <a:xfrm>
            <a:off x="310286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2-test-input-13-24"/>
          <p:cNvSpPr/>
          <p:nvPr/>
        </p:nvSpPr>
        <p:spPr>
          <a:xfrm>
            <a:off x="3182112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2-test-input-13-25"/>
          <p:cNvSpPr/>
          <p:nvPr/>
        </p:nvSpPr>
        <p:spPr>
          <a:xfrm>
            <a:off x="326136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2-test-input-13-26"/>
          <p:cNvSpPr/>
          <p:nvPr/>
        </p:nvSpPr>
        <p:spPr>
          <a:xfrm>
            <a:off x="3340608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2-test-input-13-27"/>
          <p:cNvSpPr/>
          <p:nvPr/>
        </p:nvSpPr>
        <p:spPr>
          <a:xfrm>
            <a:off x="3419856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2-test-input-13-28"/>
          <p:cNvSpPr/>
          <p:nvPr/>
        </p:nvSpPr>
        <p:spPr>
          <a:xfrm>
            <a:off x="3499104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2-test-input-13-29"/>
          <p:cNvSpPr/>
          <p:nvPr/>
        </p:nvSpPr>
        <p:spPr>
          <a:xfrm>
            <a:off x="357835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2-test-input-14-0"/>
          <p:cNvSpPr/>
          <p:nvPr/>
        </p:nvSpPr>
        <p:spPr>
          <a:xfrm>
            <a:off x="12801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2-test-input-14-1"/>
          <p:cNvSpPr/>
          <p:nvPr/>
        </p:nvSpPr>
        <p:spPr>
          <a:xfrm>
            <a:off x="135940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2-test-input-14-2"/>
          <p:cNvSpPr/>
          <p:nvPr/>
        </p:nvSpPr>
        <p:spPr>
          <a:xfrm>
            <a:off x="14386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2-test-input-14-3"/>
          <p:cNvSpPr/>
          <p:nvPr/>
        </p:nvSpPr>
        <p:spPr>
          <a:xfrm>
            <a:off x="151790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2-test-input-14-4"/>
          <p:cNvSpPr/>
          <p:nvPr/>
        </p:nvSpPr>
        <p:spPr>
          <a:xfrm>
            <a:off x="1597152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2-test-input-14-5"/>
          <p:cNvSpPr/>
          <p:nvPr/>
        </p:nvSpPr>
        <p:spPr>
          <a:xfrm>
            <a:off x="1676400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2-test-input-14-6"/>
          <p:cNvSpPr/>
          <p:nvPr/>
        </p:nvSpPr>
        <p:spPr>
          <a:xfrm>
            <a:off x="175564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2-test-input-14-7"/>
          <p:cNvSpPr/>
          <p:nvPr/>
        </p:nvSpPr>
        <p:spPr>
          <a:xfrm>
            <a:off x="183489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2-test-input-14-8"/>
          <p:cNvSpPr/>
          <p:nvPr/>
        </p:nvSpPr>
        <p:spPr>
          <a:xfrm>
            <a:off x="1914144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2-test-input-14-9"/>
          <p:cNvSpPr/>
          <p:nvPr/>
        </p:nvSpPr>
        <p:spPr>
          <a:xfrm>
            <a:off x="1993391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2-test-input-14-10"/>
          <p:cNvSpPr/>
          <p:nvPr/>
        </p:nvSpPr>
        <p:spPr>
          <a:xfrm>
            <a:off x="2072640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2-test-input-14-11"/>
          <p:cNvSpPr/>
          <p:nvPr/>
        </p:nvSpPr>
        <p:spPr>
          <a:xfrm>
            <a:off x="215188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2-test-input-14-12"/>
          <p:cNvSpPr/>
          <p:nvPr/>
        </p:nvSpPr>
        <p:spPr>
          <a:xfrm>
            <a:off x="223113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2-test-input-14-13"/>
          <p:cNvSpPr/>
          <p:nvPr/>
        </p:nvSpPr>
        <p:spPr>
          <a:xfrm>
            <a:off x="2310383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2-test-input-14-14"/>
          <p:cNvSpPr/>
          <p:nvPr/>
        </p:nvSpPr>
        <p:spPr>
          <a:xfrm>
            <a:off x="2389632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2-test-input-14-15"/>
          <p:cNvSpPr/>
          <p:nvPr/>
        </p:nvSpPr>
        <p:spPr>
          <a:xfrm>
            <a:off x="246888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2-test-input-14-16"/>
          <p:cNvSpPr/>
          <p:nvPr/>
        </p:nvSpPr>
        <p:spPr>
          <a:xfrm>
            <a:off x="254812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2-test-input-14-17"/>
          <p:cNvSpPr/>
          <p:nvPr/>
        </p:nvSpPr>
        <p:spPr>
          <a:xfrm>
            <a:off x="2627375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2-test-input-14-18"/>
          <p:cNvSpPr/>
          <p:nvPr/>
        </p:nvSpPr>
        <p:spPr>
          <a:xfrm>
            <a:off x="270662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2-test-input-14-19"/>
          <p:cNvSpPr/>
          <p:nvPr/>
        </p:nvSpPr>
        <p:spPr>
          <a:xfrm>
            <a:off x="2785872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2-test-input-14-20"/>
          <p:cNvSpPr/>
          <p:nvPr/>
        </p:nvSpPr>
        <p:spPr>
          <a:xfrm>
            <a:off x="2865120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2-test-input-14-21"/>
          <p:cNvSpPr/>
          <p:nvPr/>
        </p:nvSpPr>
        <p:spPr>
          <a:xfrm>
            <a:off x="2944368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2-test-input-14-22"/>
          <p:cNvSpPr/>
          <p:nvPr/>
        </p:nvSpPr>
        <p:spPr>
          <a:xfrm>
            <a:off x="3023616" y="284683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2-test-input-14-23"/>
          <p:cNvSpPr/>
          <p:nvPr/>
        </p:nvSpPr>
        <p:spPr>
          <a:xfrm>
            <a:off x="310286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2-test-input-14-24"/>
          <p:cNvSpPr/>
          <p:nvPr/>
        </p:nvSpPr>
        <p:spPr>
          <a:xfrm>
            <a:off x="3182112" y="284683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2-test-input-14-25"/>
          <p:cNvSpPr/>
          <p:nvPr/>
        </p:nvSpPr>
        <p:spPr>
          <a:xfrm>
            <a:off x="32613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2-test-input-14-26"/>
          <p:cNvSpPr/>
          <p:nvPr/>
        </p:nvSpPr>
        <p:spPr>
          <a:xfrm>
            <a:off x="3340608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2-test-input-14-27"/>
          <p:cNvSpPr/>
          <p:nvPr/>
        </p:nvSpPr>
        <p:spPr>
          <a:xfrm>
            <a:off x="34198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2-test-input-14-28"/>
          <p:cNvSpPr/>
          <p:nvPr/>
        </p:nvSpPr>
        <p:spPr>
          <a:xfrm>
            <a:off x="3499104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2-test-input-14-29"/>
          <p:cNvSpPr/>
          <p:nvPr/>
        </p:nvSpPr>
        <p:spPr>
          <a:xfrm>
            <a:off x="357835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2-test-input-15-0"/>
          <p:cNvSpPr/>
          <p:nvPr/>
        </p:nvSpPr>
        <p:spPr>
          <a:xfrm>
            <a:off x="12801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2-test-input-15-1"/>
          <p:cNvSpPr/>
          <p:nvPr/>
        </p:nvSpPr>
        <p:spPr>
          <a:xfrm>
            <a:off x="135940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2-test-input-15-2"/>
          <p:cNvSpPr/>
          <p:nvPr/>
        </p:nvSpPr>
        <p:spPr>
          <a:xfrm>
            <a:off x="143865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2-test-input-15-3"/>
          <p:cNvSpPr/>
          <p:nvPr/>
        </p:nvSpPr>
        <p:spPr>
          <a:xfrm>
            <a:off x="151790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2-test-input-15-4"/>
          <p:cNvSpPr/>
          <p:nvPr/>
        </p:nvSpPr>
        <p:spPr>
          <a:xfrm>
            <a:off x="15971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2-test-input-15-5"/>
          <p:cNvSpPr/>
          <p:nvPr/>
        </p:nvSpPr>
        <p:spPr>
          <a:xfrm>
            <a:off x="1676400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2-test-input-15-6"/>
          <p:cNvSpPr/>
          <p:nvPr/>
        </p:nvSpPr>
        <p:spPr>
          <a:xfrm>
            <a:off x="1755648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2-test-input-15-7"/>
          <p:cNvSpPr/>
          <p:nvPr/>
        </p:nvSpPr>
        <p:spPr>
          <a:xfrm>
            <a:off x="1834896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2-test-input-15-8"/>
          <p:cNvSpPr/>
          <p:nvPr/>
        </p:nvSpPr>
        <p:spPr>
          <a:xfrm>
            <a:off x="1914144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2-test-input-15-9"/>
          <p:cNvSpPr/>
          <p:nvPr/>
        </p:nvSpPr>
        <p:spPr>
          <a:xfrm>
            <a:off x="1993391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2-test-input-15-10"/>
          <p:cNvSpPr/>
          <p:nvPr/>
        </p:nvSpPr>
        <p:spPr>
          <a:xfrm>
            <a:off x="2072640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2-test-input-15-11"/>
          <p:cNvSpPr/>
          <p:nvPr/>
        </p:nvSpPr>
        <p:spPr>
          <a:xfrm>
            <a:off x="2151888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2-test-input-15-12"/>
          <p:cNvSpPr/>
          <p:nvPr/>
        </p:nvSpPr>
        <p:spPr>
          <a:xfrm>
            <a:off x="223113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2-test-input-15-13"/>
          <p:cNvSpPr/>
          <p:nvPr/>
        </p:nvSpPr>
        <p:spPr>
          <a:xfrm>
            <a:off x="2310383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2-test-input-15-14"/>
          <p:cNvSpPr/>
          <p:nvPr/>
        </p:nvSpPr>
        <p:spPr>
          <a:xfrm>
            <a:off x="2389632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2-test-input-15-15"/>
          <p:cNvSpPr/>
          <p:nvPr/>
        </p:nvSpPr>
        <p:spPr>
          <a:xfrm>
            <a:off x="2468880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2-test-input-15-16"/>
          <p:cNvSpPr/>
          <p:nvPr/>
        </p:nvSpPr>
        <p:spPr>
          <a:xfrm>
            <a:off x="2548128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2-test-input-15-17"/>
          <p:cNvSpPr/>
          <p:nvPr/>
        </p:nvSpPr>
        <p:spPr>
          <a:xfrm>
            <a:off x="2627375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2-test-input-15-18"/>
          <p:cNvSpPr/>
          <p:nvPr/>
        </p:nvSpPr>
        <p:spPr>
          <a:xfrm>
            <a:off x="270662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2-test-input-15-19"/>
          <p:cNvSpPr/>
          <p:nvPr/>
        </p:nvSpPr>
        <p:spPr>
          <a:xfrm>
            <a:off x="278587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2-test-input-15-20"/>
          <p:cNvSpPr/>
          <p:nvPr/>
        </p:nvSpPr>
        <p:spPr>
          <a:xfrm>
            <a:off x="286512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2-test-input-15-21"/>
          <p:cNvSpPr/>
          <p:nvPr/>
        </p:nvSpPr>
        <p:spPr>
          <a:xfrm>
            <a:off x="2944368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2-test-input-15-22"/>
          <p:cNvSpPr/>
          <p:nvPr/>
        </p:nvSpPr>
        <p:spPr>
          <a:xfrm>
            <a:off x="3023616" y="292608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2-test-input-15-23"/>
          <p:cNvSpPr/>
          <p:nvPr/>
        </p:nvSpPr>
        <p:spPr>
          <a:xfrm>
            <a:off x="310286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2-test-input-15-24"/>
          <p:cNvSpPr/>
          <p:nvPr/>
        </p:nvSpPr>
        <p:spPr>
          <a:xfrm>
            <a:off x="3182112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2-test-input-15-25"/>
          <p:cNvSpPr/>
          <p:nvPr/>
        </p:nvSpPr>
        <p:spPr>
          <a:xfrm>
            <a:off x="32613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2-test-input-15-26"/>
          <p:cNvSpPr/>
          <p:nvPr/>
        </p:nvSpPr>
        <p:spPr>
          <a:xfrm>
            <a:off x="3340608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2-test-input-15-27"/>
          <p:cNvSpPr/>
          <p:nvPr/>
        </p:nvSpPr>
        <p:spPr>
          <a:xfrm>
            <a:off x="3419856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2-test-input-15-28"/>
          <p:cNvSpPr/>
          <p:nvPr/>
        </p:nvSpPr>
        <p:spPr>
          <a:xfrm>
            <a:off x="3499104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2-test-input-15-29"/>
          <p:cNvSpPr/>
          <p:nvPr/>
        </p:nvSpPr>
        <p:spPr>
          <a:xfrm>
            <a:off x="35783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2-test-input-16-0"/>
          <p:cNvSpPr/>
          <p:nvPr/>
        </p:nvSpPr>
        <p:spPr>
          <a:xfrm>
            <a:off x="12801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2-test-input-16-1"/>
          <p:cNvSpPr/>
          <p:nvPr/>
        </p:nvSpPr>
        <p:spPr>
          <a:xfrm>
            <a:off x="13594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2-test-input-16-2"/>
          <p:cNvSpPr/>
          <p:nvPr/>
        </p:nvSpPr>
        <p:spPr>
          <a:xfrm>
            <a:off x="14386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2-test-input-16-3"/>
          <p:cNvSpPr/>
          <p:nvPr/>
        </p:nvSpPr>
        <p:spPr>
          <a:xfrm>
            <a:off x="15179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2-test-input-16-4"/>
          <p:cNvSpPr/>
          <p:nvPr/>
        </p:nvSpPr>
        <p:spPr>
          <a:xfrm>
            <a:off x="15971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2-test-input-16-5"/>
          <p:cNvSpPr/>
          <p:nvPr/>
        </p:nvSpPr>
        <p:spPr>
          <a:xfrm>
            <a:off x="167640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2-test-input-16-6"/>
          <p:cNvSpPr/>
          <p:nvPr/>
        </p:nvSpPr>
        <p:spPr>
          <a:xfrm>
            <a:off x="175564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2-test-input-16-7"/>
          <p:cNvSpPr/>
          <p:nvPr/>
        </p:nvSpPr>
        <p:spPr>
          <a:xfrm>
            <a:off x="183489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2-test-input-16-8"/>
          <p:cNvSpPr/>
          <p:nvPr/>
        </p:nvSpPr>
        <p:spPr>
          <a:xfrm>
            <a:off x="191414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2-test-input-16-9"/>
          <p:cNvSpPr/>
          <p:nvPr/>
        </p:nvSpPr>
        <p:spPr>
          <a:xfrm>
            <a:off x="1993391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2-test-input-16-10"/>
          <p:cNvSpPr/>
          <p:nvPr/>
        </p:nvSpPr>
        <p:spPr>
          <a:xfrm>
            <a:off x="2072640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2-test-input-16-11"/>
          <p:cNvSpPr/>
          <p:nvPr/>
        </p:nvSpPr>
        <p:spPr>
          <a:xfrm>
            <a:off x="2151888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2-test-input-16-12"/>
          <p:cNvSpPr/>
          <p:nvPr/>
        </p:nvSpPr>
        <p:spPr>
          <a:xfrm>
            <a:off x="2231136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2-test-input-16-13"/>
          <p:cNvSpPr/>
          <p:nvPr/>
        </p:nvSpPr>
        <p:spPr>
          <a:xfrm>
            <a:off x="2310383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2-test-input-16-14"/>
          <p:cNvSpPr/>
          <p:nvPr/>
        </p:nvSpPr>
        <p:spPr>
          <a:xfrm>
            <a:off x="238963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2-test-input-16-15"/>
          <p:cNvSpPr/>
          <p:nvPr/>
        </p:nvSpPr>
        <p:spPr>
          <a:xfrm>
            <a:off x="246888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2-test-input-16-16"/>
          <p:cNvSpPr/>
          <p:nvPr/>
        </p:nvSpPr>
        <p:spPr>
          <a:xfrm>
            <a:off x="2548128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2-test-input-16-17"/>
          <p:cNvSpPr/>
          <p:nvPr/>
        </p:nvSpPr>
        <p:spPr>
          <a:xfrm>
            <a:off x="2627375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2-test-input-16-18"/>
          <p:cNvSpPr/>
          <p:nvPr/>
        </p:nvSpPr>
        <p:spPr>
          <a:xfrm>
            <a:off x="2706624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2-test-input-16-19"/>
          <p:cNvSpPr/>
          <p:nvPr/>
        </p:nvSpPr>
        <p:spPr>
          <a:xfrm>
            <a:off x="2785872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2-test-input-16-20"/>
          <p:cNvSpPr/>
          <p:nvPr/>
        </p:nvSpPr>
        <p:spPr>
          <a:xfrm>
            <a:off x="286512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2-test-input-16-21"/>
          <p:cNvSpPr/>
          <p:nvPr/>
        </p:nvSpPr>
        <p:spPr>
          <a:xfrm>
            <a:off x="2944368" y="300532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2-test-input-16-22"/>
          <p:cNvSpPr/>
          <p:nvPr/>
        </p:nvSpPr>
        <p:spPr>
          <a:xfrm>
            <a:off x="302361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2-test-input-16-23"/>
          <p:cNvSpPr/>
          <p:nvPr/>
        </p:nvSpPr>
        <p:spPr>
          <a:xfrm>
            <a:off x="310286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2-test-input-16-24"/>
          <p:cNvSpPr/>
          <p:nvPr/>
        </p:nvSpPr>
        <p:spPr>
          <a:xfrm>
            <a:off x="3182112" y="300532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2-test-input-16-25"/>
          <p:cNvSpPr/>
          <p:nvPr/>
        </p:nvSpPr>
        <p:spPr>
          <a:xfrm>
            <a:off x="32613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2-test-input-16-26"/>
          <p:cNvSpPr/>
          <p:nvPr/>
        </p:nvSpPr>
        <p:spPr>
          <a:xfrm>
            <a:off x="33406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2-test-input-16-27"/>
          <p:cNvSpPr/>
          <p:nvPr/>
        </p:nvSpPr>
        <p:spPr>
          <a:xfrm>
            <a:off x="34198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grid-2-test-input-16-28"/>
          <p:cNvSpPr/>
          <p:nvPr/>
        </p:nvSpPr>
        <p:spPr>
          <a:xfrm>
            <a:off x="34991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grid-2-test-input-16-29"/>
          <p:cNvSpPr/>
          <p:nvPr/>
        </p:nvSpPr>
        <p:spPr>
          <a:xfrm>
            <a:off x="35783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grid-2-test-input-17-0"/>
          <p:cNvSpPr/>
          <p:nvPr/>
        </p:nvSpPr>
        <p:spPr>
          <a:xfrm>
            <a:off x="12801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grid-2-test-input-17-1"/>
          <p:cNvSpPr/>
          <p:nvPr/>
        </p:nvSpPr>
        <p:spPr>
          <a:xfrm>
            <a:off x="135940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grid-2-test-input-17-2"/>
          <p:cNvSpPr/>
          <p:nvPr/>
        </p:nvSpPr>
        <p:spPr>
          <a:xfrm>
            <a:off x="1438656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grid-2-test-input-17-3"/>
          <p:cNvSpPr/>
          <p:nvPr/>
        </p:nvSpPr>
        <p:spPr>
          <a:xfrm>
            <a:off x="1517904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grid-2-test-input-17-4"/>
          <p:cNvSpPr/>
          <p:nvPr/>
        </p:nvSpPr>
        <p:spPr>
          <a:xfrm>
            <a:off x="159715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grid-2-test-input-17-5"/>
          <p:cNvSpPr/>
          <p:nvPr/>
        </p:nvSpPr>
        <p:spPr>
          <a:xfrm>
            <a:off x="167640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grid-2-test-input-17-6"/>
          <p:cNvSpPr/>
          <p:nvPr/>
        </p:nvSpPr>
        <p:spPr>
          <a:xfrm>
            <a:off x="175564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grid-2-test-input-17-7"/>
          <p:cNvSpPr/>
          <p:nvPr/>
        </p:nvSpPr>
        <p:spPr>
          <a:xfrm>
            <a:off x="183489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grid-2-test-input-17-8"/>
          <p:cNvSpPr/>
          <p:nvPr/>
        </p:nvSpPr>
        <p:spPr>
          <a:xfrm>
            <a:off x="191414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grid-2-test-input-17-9"/>
          <p:cNvSpPr/>
          <p:nvPr/>
        </p:nvSpPr>
        <p:spPr>
          <a:xfrm>
            <a:off x="1993391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grid-2-test-input-17-10"/>
          <p:cNvSpPr/>
          <p:nvPr/>
        </p:nvSpPr>
        <p:spPr>
          <a:xfrm>
            <a:off x="207264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grid-2-test-input-17-11"/>
          <p:cNvSpPr/>
          <p:nvPr/>
        </p:nvSpPr>
        <p:spPr>
          <a:xfrm>
            <a:off x="2151888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grid-2-test-input-17-12"/>
          <p:cNvSpPr/>
          <p:nvPr/>
        </p:nvSpPr>
        <p:spPr>
          <a:xfrm>
            <a:off x="2231136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grid-2-test-input-17-13"/>
          <p:cNvSpPr/>
          <p:nvPr/>
        </p:nvSpPr>
        <p:spPr>
          <a:xfrm>
            <a:off x="2310383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grid-2-test-input-17-14"/>
          <p:cNvSpPr/>
          <p:nvPr/>
        </p:nvSpPr>
        <p:spPr>
          <a:xfrm>
            <a:off x="238963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grid-2-test-input-17-15"/>
          <p:cNvSpPr/>
          <p:nvPr/>
        </p:nvSpPr>
        <p:spPr>
          <a:xfrm>
            <a:off x="246888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grid-2-test-input-17-16"/>
          <p:cNvSpPr/>
          <p:nvPr/>
        </p:nvSpPr>
        <p:spPr>
          <a:xfrm>
            <a:off x="254812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grid-2-test-input-17-17"/>
          <p:cNvSpPr/>
          <p:nvPr/>
        </p:nvSpPr>
        <p:spPr>
          <a:xfrm>
            <a:off x="2627375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grid-2-test-input-17-18"/>
          <p:cNvSpPr/>
          <p:nvPr/>
        </p:nvSpPr>
        <p:spPr>
          <a:xfrm>
            <a:off x="270662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grid-2-test-input-17-19"/>
          <p:cNvSpPr/>
          <p:nvPr/>
        </p:nvSpPr>
        <p:spPr>
          <a:xfrm>
            <a:off x="2785872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grid-2-test-input-17-20"/>
          <p:cNvSpPr/>
          <p:nvPr/>
        </p:nvSpPr>
        <p:spPr>
          <a:xfrm>
            <a:off x="2865120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grid-2-test-input-17-21"/>
          <p:cNvSpPr/>
          <p:nvPr/>
        </p:nvSpPr>
        <p:spPr>
          <a:xfrm>
            <a:off x="2944368" y="3084575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grid-2-test-input-17-22"/>
          <p:cNvSpPr/>
          <p:nvPr/>
        </p:nvSpPr>
        <p:spPr>
          <a:xfrm>
            <a:off x="302361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grid-2-test-input-17-23"/>
          <p:cNvSpPr/>
          <p:nvPr/>
        </p:nvSpPr>
        <p:spPr>
          <a:xfrm>
            <a:off x="310286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grid-2-test-input-17-24"/>
          <p:cNvSpPr/>
          <p:nvPr/>
        </p:nvSpPr>
        <p:spPr>
          <a:xfrm>
            <a:off x="3182112" y="3084575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grid-2-test-input-17-25"/>
          <p:cNvSpPr/>
          <p:nvPr/>
        </p:nvSpPr>
        <p:spPr>
          <a:xfrm>
            <a:off x="32613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grid-2-test-input-17-26"/>
          <p:cNvSpPr/>
          <p:nvPr/>
        </p:nvSpPr>
        <p:spPr>
          <a:xfrm>
            <a:off x="334060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grid-2-test-input-17-27"/>
          <p:cNvSpPr/>
          <p:nvPr/>
        </p:nvSpPr>
        <p:spPr>
          <a:xfrm>
            <a:off x="341985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grid-2-test-input-17-28"/>
          <p:cNvSpPr/>
          <p:nvPr/>
        </p:nvSpPr>
        <p:spPr>
          <a:xfrm>
            <a:off x="349910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grid-2-test-input-17-29"/>
          <p:cNvSpPr/>
          <p:nvPr/>
        </p:nvSpPr>
        <p:spPr>
          <a:xfrm>
            <a:off x="357835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grid-2-test-input-18-0"/>
          <p:cNvSpPr/>
          <p:nvPr/>
        </p:nvSpPr>
        <p:spPr>
          <a:xfrm>
            <a:off x="12801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grid-2-test-input-18-1"/>
          <p:cNvSpPr/>
          <p:nvPr/>
        </p:nvSpPr>
        <p:spPr>
          <a:xfrm>
            <a:off x="1359408" y="316382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grid-2-test-input-18-2"/>
          <p:cNvSpPr/>
          <p:nvPr/>
        </p:nvSpPr>
        <p:spPr>
          <a:xfrm>
            <a:off x="1438656" y="316382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grid-2-test-input-18-3"/>
          <p:cNvSpPr/>
          <p:nvPr/>
        </p:nvSpPr>
        <p:spPr>
          <a:xfrm>
            <a:off x="1517904" y="316382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grid-2-test-input-18-4"/>
          <p:cNvSpPr/>
          <p:nvPr/>
        </p:nvSpPr>
        <p:spPr>
          <a:xfrm>
            <a:off x="1597152" y="316382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grid-2-test-input-18-5"/>
          <p:cNvSpPr/>
          <p:nvPr/>
        </p:nvSpPr>
        <p:spPr>
          <a:xfrm>
            <a:off x="1676400" y="316382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grid-2-test-input-18-6"/>
          <p:cNvSpPr/>
          <p:nvPr/>
        </p:nvSpPr>
        <p:spPr>
          <a:xfrm>
            <a:off x="175564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grid-2-test-input-18-7"/>
          <p:cNvSpPr/>
          <p:nvPr/>
        </p:nvSpPr>
        <p:spPr>
          <a:xfrm>
            <a:off x="183489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grid-2-test-input-18-8"/>
          <p:cNvSpPr/>
          <p:nvPr/>
        </p:nvSpPr>
        <p:spPr>
          <a:xfrm>
            <a:off x="191414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grid-2-test-input-18-9"/>
          <p:cNvSpPr/>
          <p:nvPr/>
        </p:nvSpPr>
        <p:spPr>
          <a:xfrm>
            <a:off x="1993391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grid-2-test-input-18-10"/>
          <p:cNvSpPr/>
          <p:nvPr/>
        </p:nvSpPr>
        <p:spPr>
          <a:xfrm>
            <a:off x="207264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grid-2-test-input-18-11"/>
          <p:cNvSpPr/>
          <p:nvPr/>
        </p:nvSpPr>
        <p:spPr>
          <a:xfrm>
            <a:off x="215188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grid-2-test-input-18-12"/>
          <p:cNvSpPr/>
          <p:nvPr/>
        </p:nvSpPr>
        <p:spPr>
          <a:xfrm>
            <a:off x="223113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grid-2-test-input-18-13"/>
          <p:cNvSpPr/>
          <p:nvPr/>
        </p:nvSpPr>
        <p:spPr>
          <a:xfrm>
            <a:off x="2310383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grid-2-test-input-18-14"/>
          <p:cNvSpPr/>
          <p:nvPr/>
        </p:nvSpPr>
        <p:spPr>
          <a:xfrm>
            <a:off x="238963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grid-2-test-input-18-15"/>
          <p:cNvSpPr/>
          <p:nvPr/>
        </p:nvSpPr>
        <p:spPr>
          <a:xfrm>
            <a:off x="246888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grid-2-test-input-18-16"/>
          <p:cNvSpPr/>
          <p:nvPr/>
        </p:nvSpPr>
        <p:spPr>
          <a:xfrm>
            <a:off x="254812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grid-2-test-input-18-17"/>
          <p:cNvSpPr/>
          <p:nvPr/>
        </p:nvSpPr>
        <p:spPr>
          <a:xfrm>
            <a:off x="2627375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grid-2-test-input-18-18"/>
          <p:cNvSpPr/>
          <p:nvPr/>
        </p:nvSpPr>
        <p:spPr>
          <a:xfrm>
            <a:off x="270662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grid-2-test-input-18-19"/>
          <p:cNvSpPr/>
          <p:nvPr/>
        </p:nvSpPr>
        <p:spPr>
          <a:xfrm>
            <a:off x="278587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grid-2-test-input-18-20"/>
          <p:cNvSpPr/>
          <p:nvPr/>
        </p:nvSpPr>
        <p:spPr>
          <a:xfrm>
            <a:off x="286512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grid-2-test-input-18-21"/>
          <p:cNvSpPr/>
          <p:nvPr/>
        </p:nvSpPr>
        <p:spPr>
          <a:xfrm>
            <a:off x="294436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grid-2-test-input-18-22"/>
          <p:cNvSpPr/>
          <p:nvPr/>
        </p:nvSpPr>
        <p:spPr>
          <a:xfrm>
            <a:off x="302361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grid-2-test-input-18-23"/>
          <p:cNvSpPr/>
          <p:nvPr/>
        </p:nvSpPr>
        <p:spPr>
          <a:xfrm>
            <a:off x="310286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grid-2-test-input-18-24"/>
          <p:cNvSpPr/>
          <p:nvPr/>
        </p:nvSpPr>
        <p:spPr>
          <a:xfrm>
            <a:off x="3182112" y="316382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grid-2-test-input-18-25"/>
          <p:cNvSpPr/>
          <p:nvPr/>
        </p:nvSpPr>
        <p:spPr>
          <a:xfrm>
            <a:off x="32613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grid-2-test-input-18-26"/>
          <p:cNvSpPr/>
          <p:nvPr/>
        </p:nvSpPr>
        <p:spPr>
          <a:xfrm>
            <a:off x="3340608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grid-2-test-input-18-27"/>
          <p:cNvSpPr/>
          <p:nvPr/>
        </p:nvSpPr>
        <p:spPr>
          <a:xfrm>
            <a:off x="34198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grid-2-test-input-18-28"/>
          <p:cNvSpPr/>
          <p:nvPr/>
        </p:nvSpPr>
        <p:spPr>
          <a:xfrm>
            <a:off x="3499104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grid-2-test-input-18-29"/>
          <p:cNvSpPr/>
          <p:nvPr/>
        </p:nvSpPr>
        <p:spPr>
          <a:xfrm>
            <a:off x="35783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grid-2-test-input-19-0"/>
          <p:cNvSpPr/>
          <p:nvPr/>
        </p:nvSpPr>
        <p:spPr>
          <a:xfrm>
            <a:off x="1280160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grid-2-test-input-19-1"/>
          <p:cNvSpPr/>
          <p:nvPr/>
        </p:nvSpPr>
        <p:spPr>
          <a:xfrm>
            <a:off x="1359408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grid-2-test-input-19-2"/>
          <p:cNvSpPr/>
          <p:nvPr/>
        </p:nvSpPr>
        <p:spPr>
          <a:xfrm>
            <a:off x="1438656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grid-2-test-input-19-3"/>
          <p:cNvSpPr/>
          <p:nvPr/>
        </p:nvSpPr>
        <p:spPr>
          <a:xfrm>
            <a:off x="1517904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grid-2-test-input-19-4"/>
          <p:cNvSpPr/>
          <p:nvPr/>
        </p:nvSpPr>
        <p:spPr>
          <a:xfrm>
            <a:off x="1597152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grid-2-test-input-19-5"/>
          <p:cNvSpPr/>
          <p:nvPr/>
        </p:nvSpPr>
        <p:spPr>
          <a:xfrm>
            <a:off x="1676400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grid-2-test-input-19-6"/>
          <p:cNvSpPr/>
          <p:nvPr/>
        </p:nvSpPr>
        <p:spPr>
          <a:xfrm>
            <a:off x="1755648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grid-2-test-input-19-7"/>
          <p:cNvSpPr/>
          <p:nvPr/>
        </p:nvSpPr>
        <p:spPr>
          <a:xfrm>
            <a:off x="183489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grid-2-test-input-19-8"/>
          <p:cNvSpPr/>
          <p:nvPr/>
        </p:nvSpPr>
        <p:spPr>
          <a:xfrm>
            <a:off x="191414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grid-2-test-input-19-9"/>
          <p:cNvSpPr/>
          <p:nvPr/>
        </p:nvSpPr>
        <p:spPr>
          <a:xfrm>
            <a:off x="1993391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grid-2-test-input-19-10"/>
          <p:cNvSpPr/>
          <p:nvPr/>
        </p:nvSpPr>
        <p:spPr>
          <a:xfrm>
            <a:off x="2072640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grid-2-test-input-19-11"/>
          <p:cNvSpPr/>
          <p:nvPr/>
        </p:nvSpPr>
        <p:spPr>
          <a:xfrm>
            <a:off x="2151888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grid-2-test-input-19-12"/>
          <p:cNvSpPr/>
          <p:nvPr/>
        </p:nvSpPr>
        <p:spPr>
          <a:xfrm>
            <a:off x="2231136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grid-2-test-input-19-13"/>
          <p:cNvSpPr/>
          <p:nvPr/>
        </p:nvSpPr>
        <p:spPr>
          <a:xfrm>
            <a:off x="2310383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grid-2-test-input-19-14"/>
          <p:cNvSpPr/>
          <p:nvPr/>
        </p:nvSpPr>
        <p:spPr>
          <a:xfrm>
            <a:off x="2389632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grid-2-test-input-19-15"/>
          <p:cNvSpPr/>
          <p:nvPr/>
        </p:nvSpPr>
        <p:spPr>
          <a:xfrm>
            <a:off x="2468880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grid-2-test-input-19-16"/>
          <p:cNvSpPr/>
          <p:nvPr/>
        </p:nvSpPr>
        <p:spPr>
          <a:xfrm>
            <a:off x="2548128" y="324307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id-2-test-input-19-17"/>
          <p:cNvSpPr/>
          <p:nvPr/>
        </p:nvSpPr>
        <p:spPr>
          <a:xfrm>
            <a:off x="2627375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grid-2-test-input-19-18"/>
          <p:cNvSpPr/>
          <p:nvPr/>
        </p:nvSpPr>
        <p:spPr>
          <a:xfrm>
            <a:off x="270662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id-2-test-input-19-19"/>
          <p:cNvSpPr/>
          <p:nvPr/>
        </p:nvSpPr>
        <p:spPr>
          <a:xfrm>
            <a:off x="278587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grid-2-test-input-19-20"/>
          <p:cNvSpPr/>
          <p:nvPr/>
        </p:nvSpPr>
        <p:spPr>
          <a:xfrm>
            <a:off x="286512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grid-2-test-input-19-21"/>
          <p:cNvSpPr/>
          <p:nvPr/>
        </p:nvSpPr>
        <p:spPr>
          <a:xfrm>
            <a:off x="294436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grid-2-test-input-19-22"/>
          <p:cNvSpPr/>
          <p:nvPr/>
        </p:nvSpPr>
        <p:spPr>
          <a:xfrm>
            <a:off x="302361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id-2-test-input-19-23"/>
          <p:cNvSpPr/>
          <p:nvPr/>
        </p:nvSpPr>
        <p:spPr>
          <a:xfrm>
            <a:off x="310286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grid-2-test-input-19-24"/>
          <p:cNvSpPr/>
          <p:nvPr/>
        </p:nvSpPr>
        <p:spPr>
          <a:xfrm>
            <a:off x="3182112" y="324307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grid-2-test-input-19-25"/>
          <p:cNvSpPr/>
          <p:nvPr/>
        </p:nvSpPr>
        <p:spPr>
          <a:xfrm>
            <a:off x="326136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grid-2-test-input-19-26"/>
          <p:cNvSpPr/>
          <p:nvPr/>
        </p:nvSpPr>
        <p:spPr>
          <a:xfrm>
            <a:off x="334060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id-2-test-input-19-27"/>
          <p:cNvSpPr/>
          <p:nvPr/>
        </p:nvSpPr>
        <p:spPr>
          <a:xfrm>
            <a:off x="341985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grid-2-test-input-19-28"/>
          <p:cNvSpPr/>
          <p:nvPr/>
        </p:nvSpPr>
        <p:spPr>
          <a:xfrm>
            <a:off x="3499104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grid-2-test-input-19-29"/>
          <p:cNvSpPr/>
          <p:nvPr/>
        </p:nvSpPr>
        <p:spPr>
          <a:xfrm>
            <a:off x="357835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grid-2-test-input-20-0"/>
          <p:cNvSpPr/>
          <p:nvPr/>
        </p:nvSpPr>
        <p:spPr>
          <a:xfrm>
            <a:off x="12801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id-2-test-input-20-1"/>
          <p:cNvSpPr/>
          <p:nvPr/>
        </p:nvSpPr>
        <p:spPr>
          <a:xfrm>
            <a:off x="1359408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grid-2-test-input-20-2"/>
          <p:cNvSpPr/>
          <p:nvPr/>
        </p:nvSpPr>
        <p:spPr>
          <a:xfrm>
            <a:off x="1438656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grid-2-test-input-20-3"/>
          <p:cNvSpPr/>
          <p:nvPr/>
        </p:nvSpPr>
        <p:spPr>
          <a:xfrm>
            <a:off x="1517904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grid-2-test-input-20-4"/>
          <p:cNvSpPr/>
          <p:nvPr/>
        </p:nvSpPr>
        <p:spPr>
          <a:xfrm>
            <a:off x="1597152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id-2-test-input-20-5"/>
          <p:cNvSpPr/>
          <p:nvPr/>
        </p:nvSpPr>
        <p:spPr>
          <a:xfrm>
            <a:off x="1676400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grid-2-test-input-20-6"/>
          <p:cNvSpPr/>
          <p:nvPr/>
        </p:nvSpPr>
        <p:spPr>
          <a:xfrm>
            <a:off x="1755648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grid-2-test-input-20-7"/>
          <p:cNvSpPr/>
          <p:nvPr/>
        </p:nvSpPr>
        <p:spPr>
          <a:xfrm>
            <a:off x="183489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grid-2-test-input-20-8"/>
          <p:cNvSpPr/>
          <p:nvPr/>
        </p:nvSpPr>
        <p:spPr>
          <a:xfrm>
            <a:off x="191414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grid-2-test-input-20-9"/>
          <p:cNvSpPr/>
          <p:nvPr/>
        </p:nvSpPr>
        <p:spPr>
          <a:xfrm>
            <a:off x="1993391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grid-2-test-input-20-10"/>
          <p:cNvSpPr/>
          <p:nvPr/>
        </p:nvSpPr>
        <p:spPr>
          <a:xfrm>
            <a:off x="2072640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grid-2-test-input-20-11"/>
          <p:cNvSpPr/>
          <p:nvPr/>
        </p:nvSpPr>
        <p:spPr>
          <a:xfrm>
            <a:off x="2151888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grid-2-test-input-20-12"/>
          <p:cNvSpPr/>
          <p:nvPr/>
        </p:nvSpPr>
        <p:spPr>
          <a:xfrm>
            <a:off x="2231136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grid-2-test-input-20-13"/>
          <p:cNvSpPr/>
          <p:nvPr/>
        </p:nvSpPr>
        <p:spPr>
          <a:xfrm>
            <a:off x="2310383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grid-2-test-input-20-14"/>
          <p:cNvSpPr/>
          <p:nvPr/>
        </p:nvSpPr>
        <p:spPr>
          <a:xfrm>
            <a:off x="238963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grid-2-test-input-20-15"/>
          <p:cNvSpPr/>
          <p:nvPr/>
        </p:nvSpPr>
        <p:spPr>
          <a:xfrm>
            <a:off x="246888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grid-2-test-input-20-16"/>
          <p:cNvSpPr/>
          <p:nvPr/>
        </p:nvSpPr>
        <p:spPr>
          <a:xfrm>
            <a:off x="2548128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grid-2-test-input-20-17"/>
          <p:cNvSpPr/>
          <p:nvPr/>
        </p:nvSpPr>
        <p:spPr>
          <a:xfrm>
            <a:off x="2627375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grid-2-test-input-20-18"/>
          <p:cNvSpPr/>
          <p:nvPr/>
        </p:nvSpPr>
        <p:spPr>
          <a:xfrm>
            <a:off x="2706624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grid-2-test-input-20-19"/>
          <p:cNvSpPr/>
          <p:nvPr/>
        </p:nvSpPr>
        <p:spPr>
          <a:xfrm>
            <a:off x="2785872" y="332232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grid-2-test-input-20-20"/>
          <p:cNvSpPr/>
          <p:nvPr/>
        </p:nvSpPr>
        <p:spPr>
          <a:xfrm>
            <a:off x="286512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grid-2-test-input-20-21"/>
          <p:cNvSpPr/>
          <p:nvPr/>
        </p:nvSpPr>
        <p:spPr>
          <a:xfrm>
            <a:off x="294436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grid-2-test-input-20-22"/>
          <p:cNvSpPr/>
          <p:nvPr/>
        </p:nvSpPr>
        <p:spPr>
          <a:xfrm>
            <a:off x="302361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grid-2-test-input-20-23"/>
          <p:cNvSpPr/>
          <p:nvPr/>
        </p:nvSpPr>
        <p:spPr>
          <a:xfrm>
            <a:off x="310286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grid-2-test-input-20-24"/>
          <p:cNvSpPr/>
          <p:nvPr/>
        </p:nvSpPr>
        <p:spPr>
          <a:xfrm>
            <a:off x="3182112" y="332232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grid-2-test-input-20-25"/>
          <p:cNvSpPr/>
          <p:nvPr/>
        </p:nvSpPr>
        <p:spPr>
          <a:xfrm>
            <a:off x="32613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grid-2-test-input-20-26"/>
          <p:cNvSpPr/>
          <p:nvPr/>
        </p:nvSpPr>
        <p:spPr>
          <a:xfrm>
            <a:off x="3340608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grid-2-test-input-20-27"/>
          <p:cNvSpPr/>
          <p:nvPr/>
        </p:nvSpPr>
        <p:spPr>
          <a:xfrm>
            <a:off x="341985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grid-2-test-input-20-28"/>
          <p:cNvSpPr/>
          <p:nvPr/>
        </p:nvSpPr>
        <p:spPr>
          <a:xfrm>
            <a:off x="3499104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grid-2-test-input-20-29"/>
          <p:cNvSpPr/>
          <p:nvPr/>
        </p:nvSpPr>
        <p:spPr>
          <a:xfrm>
            <a:off x="357835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grid-2-test-input-21-0"/>
          <p:cNvSpPr/>
          <p:nvPr/>
        </p:nvSpPr>
        <p:spPr>
          <a:xfrm>
            <a:off x="12801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grid-2-test-input-21-1"/>
          <p:cNvSpPr/>
          <p:nvPr/>
        </p:nvSpPr>
        <p:spPr>
          <a:xfrm>
            <a:off x="135940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grid-2-test-input-21-2"/>
          <p:cNvSpPr/>
          <p:nvPr/>
        </p:nvSpPr>
        <p:spPr>
          <a:xfrm>
            <a:off x="143865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grid-2-test-input-21-3"/>
          <p:cNvSpPr/>
          <p:nvPr/>
        </p:nvSpPr>
        <p:spPr>
          <a:xfrm>
            <a:off x="151790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grid-2-test-input-21-4"/>
          <p:cNvSpPr/>
          <p:nvPr/>
        </p:nvSpPr>
        <p:spPr>
          <a:xfrm>
            <a:off x="15971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grid-2-test-input-21-5"/>
          <p:cNvSpPr/>
          <p:nvPr/>
        </p:nvSpPr>
        <p:spPr>
          <a:xfrm>
            <a:off x="167640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grid-2-test-input-21-6"/>
          <p:cNvSpPr/>
          <p:nvPr/>
        </p:nvSpPr>
        <p:spPr>
          <a:xfrm>
            <a:off x="175564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grid-2-test-input-21-7"/>
          <p:cNvSpPr/>
          <p:nvPr/>
        </p:nvSpPr>
        <p:spPr>
          <a:xfrm>
            <a:off x="183489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grid-2-test-input-21-8"/>
          <p:cNvSpPr/>
          <p:nvPr/>
        </p:nvSpPr>
        <p:spPr>
          <a:xfrm>
            <a:off x="191414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grid-2-test-input-21-9"/>
          <p:cNvSpPr/>
          <p:nvPr/>
        </p:nvSpPr>
        <p:spPr>
          <a:xfrm>
            <a:off x="1993391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grid-2-test-input-21-10"/>
          <p:cNvSpPr/>
          <p:nvPr/>
        </p:nvSpPr>
        <p:spPr>
          <a:xfrm>
            <a:off x="207264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grid-2-test-input-21-11"/>
          <p:cNvSpPr/>
          <p:nvPr/>
        </p:nvSpPr>
        <p:spPr>
          <a:xfrm>
            <a:off x="215188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grid-2-test-input-21-12"/>
          <p:cNvSpPr/>
          <p:nvPr/>
        </p:nvSpPr>
        <p:spPr>
          <a:xfrm>
            <a:off x="2231136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grid-2-test-input-21-13"/>
          <p:cNvSpPr/>
          <p:nvPr/>
        </p:nvSpPr>
        <p:spPr>
          <a:xfrm>
            <a:off x="2310383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grid-2-test-input-21-14"/>
          <p:cNvSpPr/>
          <p:nvPr/>
        </p:nvSpPr>
        <p:spPr>
          <a:xfrm>
            <a:off x="238963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grid-2-test-input-21-15"/>
          <p:cNvSpPr/>
          <p:nvPr/>
        </p:nvSpPr>
        <p:spPr>
          <a:xfrm>
            <a:off x="246888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grid-2-test-input-21-16"/>
          <p:cNvSpPr/>
          <p:nvPr/>
        </p:nvSpPr>
        <p:spPr>
          <a:xfrm>
            <a:off x="254812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grid-2-test-input-21-17"/>
          <p:cNvSpPr/>
          <p:nvPr/>
        </p:nvSpPr>
        <p:spPr>
          <a:xfrm>
            <a:off x="2627375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grid-2-test-input-21-18"/>
          <p:cNvSpPr/>
          <p:nvPr/>
        </p:nvSpPr>
        <p:spPr>
          <a:xfrm>
            <a:off x="2706624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grid-2-test-input-21-19"/>
          <p:cNvSpPr/>
          <p:nvPr/>
        </p:nvSpPr>
        <p:spPr>
          <a:xfrm>
            <a:off x="2785872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grid-2-test-input-21-20"/>
          <p:cNvSpPr/>
          <p:nvPr/>
        </p:nvSpPr>
        <p:spPr>
          <a:xfrm>
            <a:off x="2865120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grid-2-test-input-21-21"/>
          <p:cNvSpPr/>
          <p:nvPr/>
        </p:nvSpPr>
        <p:spPr>
          <a:xfrm>
            <a:off x="2944368" y="340156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grid-2-test-input-21-22"/>
          <p:cNvSpPr/>
          <p:nvPr/>
        </p:nvSpPr>
        <p:spPr>
          <a:xfrm>
            <a:off x="302361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grid-2-test-input-21-23"/>
          <p:cNvSpPr/>
          <p:nvPr/>
        </p:nvSpPr>
        <p:spPr>
          <a:xfrm>
            <a:off x="310286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grid-2-test-input-21-24"/>
          <p:cNvSpPr/>
          <p:nvPr/>
        </p:nvSpPr>
        <p:spPr>
          <a:xfrm>
            <a:off x="3182112" y="340156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grid-2-test-input-21-25"/>
          <p:cNvSpPr/>
          <p:nvPr/>
        </p:nvSpPr>
        <p:spPr>
          <a:xfrm>
            <a:off x="32613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grid-2-test-input-21-26"/>
          <p:cNvSpPr/>
          <p:nvPr/>
        </p:nvSpPr>
        <p:spPr>
          <a:xfrm>
            <a:off x="3340608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grid-2-test-input-21-27"/>
          <p:cNvSpPr/>
          <p:nvPr/>
        </p:nvSpPr>
        <p:spPr>
          <a:xfrm>
            <a:off x="3419856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grid-2-test-input-21-28"/>
          <p:cNvSpPr/>
          <p:nvPr/>
        </p:nvSpPr>
        <p:spPr>
          <a:xfrm>
            <a:off x="349910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grid-2-test-input-21-29"/>
          <p:cNvSpPr/>
          <p:nvPr/>
        </p:nvSpPr>
        <p:spPr>
          <a:xfrm>
            <a:off x="35783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grid-2-test-input-22-0"/>
          <p:cNvSpPr/>
          <p:nvPr/>
        </p:nvSpPr>
        <p:spPr>
          <a:xfrm>
            <a:off x="12801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grid-2-test-input-22-1"/>
          <p:cNvSpPr/>
          <p:nvPr/>
        </p:nvSpPr>
        <p:spPr>
          <a:xfrm>
            <a:off x="135940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grid-2-test-input-22-2"/>
          <p:cNvSpPr/>
          <p:nvPr/>
        </p:nvSpPr>
        <p:spPr>
          <a:xfrm>
            <a:off x="143865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grid-2-test-input-22-3"/>
          <p:cNvSpPr/>
          <p:nvPr/>
        </p:nvSpPr>
        <p:spPr>
          <a:xfrm>
            <a:off x="151790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grid-2-test-input-22-4"/>
          <p:cNvSpPr/>
          <p:nvPr/>
        </p:nvSpPr>
        <p:spPr>
          <a:xfrm>
            <a:off x="15971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grid-2-test-input-22-5"/>
          <p:cNvSpPr/>
          <p:nvPr/>
        </p:nvSpPr>
        <p:spPr>
          <a:xfrm>
            <a:off x="167640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grid-2-test-input-22-6"/>
          <p:cNvSpPr/>
          <p:nvPr/>
        </p:nvSpPr>
        <p:spPr>
          <a:xfrm>
            <a:off x="175564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grid-2-test-input-22-7"/>
          <p:cNvSpPr/>
          <p:nvPr/>
        </p:nvSpPr>
        <p:spPr>
          <a:xfrm>
            <a:off x="183489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grid-2-test-input-22-8"/>
          <p:cNvSpPr/>
          <p:nvPr/>
        </p:nvSpPr>
        <p:spPr>
          <a:xfrm>
            <a:off x="1914144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grid-2-test-input-22-9"/>
          <p:cNvSpPr/>
          <p:nvPr/>
        </p:nvSpPr>
        <p:spPr>
          <a:xfrm>
            <a:off x="1993391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grid-2-test-input-22-10"/>
          <p:cNvSpPr/>
          <p:nvPr/>
        </p:nvSpPr>
        <p:spPr>
          <a:xfrm>
            <a:off x="207264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grid-2-test-input-22-11"/>
          <p:cNvSpPr/>
          <p:nvPr/>
        </p:nvSpPr>
        <p:spPr>
          <a:xfrm>
            <a:off x="215188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grid-2-test-input-22-12"/>
          <p:cNvSpPr/>
          <p:nvPr/>
        </p:nvSpPr>
        <p:spPr>
          <a:xfrm>
            <a:off x="2231136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grid-2-test-input-22-13"/>
          <p:cNvSpPr/>
          <p:nvPr/>
        </p:nvSpPr>
        <p:spPr>
          <a:xfrm>
            <a:off x="2310383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grid-2-test-input-22-14"/>
          <p:cNvSpPr/>
          <p:nvPr/>
        </p:nvSpPr>
        <p:spPr>
          <a:xfrm>
            <a:off x="238963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grid-2-test-input-22-15"/>
          <p:cNvSpPr/>
          <p:nvPr/>
        </p:nvSpPr>
        <p:spPr>
          <a:xfrm>
            <a:off x="246888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grid-2-test-input-22-16"/>
          <p:cNvSpPr/>
          <p:nvPr/>
        </p:nvSpPr>
        <p:spPr>
          <a:xfrm>
            <a:off x="254812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grid-2-test-input-22-17"/>
          <p:cNvSpPr/>
          <p:nvPr/>
        </p:nvSpPr>
        <p:spPr>
          <a:xfrm>
            <a:off x="2627375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grid-2-test-input-22-18"/>
          <p:cNvSpPr/>
          <p:nvPr/>
        </p:nvSpPr>
        <p:spPr>
          <a:xfrm>
            <a:off x="2706624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grid-2-test-input-22-19"/>
          <p:cNvSpPr/>
          <p:nvPr/>
        </p:nvSpPr>
        <p:spPr>
          <a:xfrm>
            <a:off x="278587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grid-2-test-input-22-20"/>
          <p:cNvSpPr/>
          <p:nvPr/>
        </p:nvSpPr>
        <p:spPr>
          <a:xfrm>
            <a:off x="2865120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grid-2-test-input-22-21"/>
          <p:cNvSpPr/>
          <p:nvPr/>
        </p:nvSpPr>
        <p:spPr>
          <a:xfrm>
            <a:off x="2944368" y="348081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grid-2-test-input-22-22"/>
          <p:cNvSpPr/>
          <p:nvPr/>
        </p:nvSpPr>
        <p:spPr>
          <a:xfrm>
            <a:off x="302361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grid-2-test-input-22-23"/>
          <p:cNvSpPr/>
          <p:nvPr/>
        </p:nvSpPr>
        <p:spPr>
          <a:xfrm>
            <a:off x="310286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grid-2-test-input-22-24"/>
          <p:cNvSpPr/>
          <p:nvPr/>
        </p:nvSpPr>
        <p:spPr>
          <a:xfrm>
            <a:off x="3182112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grid-2-test-input-22-25"/>
          <p:cNvSpPr/>
          <p:nvPr/>
        </p:nvSpPr>
        <p:spPr>
          <a:xfrm>
            <a:off x="32613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grid-2-test-input-22-26"/>
          <p:cNvSpPr/>
          <p:nvPr/>
        </p:nvSpPr>
        <p:spPr>
          <a:xfrm>
            <a:off x="3340608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grid-2-test-input-22-27"/>
          <p:cNvSpPr/>
          <p:nvPr/>
        </p:nvSpPr>
        <p:spPr>
          <a:xfrm>
            <a:off x="341985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grid-2-test-input-22-28"/>
          <p:cNvSpPr/>
          <p:nvPr/>
        </p:nvSpPr>
        <p:spPr>
          <a:xfrm>
            <a:off x="349910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grid-2-test-input-22-29"/>
          <p:cNvSpPr/>
          <p:nvPr/>
        </p:nvSpPr>
        <p:spPr>
          <a:xfrm>
            <a:off x="35783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grid-2-test-input-23-0"/>
          <p:cNvSpPr/>
          <p:nvPr/>
        </p:nvSpPr>
        <p:spPr>
          <a:xfrm>
            <a:off x="12801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grid-2-test-input-23-1"/>
          <p:cNvSpPr/>
          <p:nvPr/>
        </p:nvSpPr>
        <p:spPr>
          <a:xfrm>
            <a:off x="1359408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grid-2-test-input-23-2"/>
          <p:cNvSpPr/>
          <p:nvPr/>
        </p:nvSpPr>
        <p:spPr>
          <a:xfrm>
            <a:off x="1438656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grid-2-test-input-23-3"/>
          <p:cNvSpPr/>
          <p:nvPr/>
        </p:nvSpPr>
        <p:spPr>
          <a:xfrm>
            <a:off x="151790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grid-2-test-input-23-4"/>
          <p:cNvSpPr/>
          <p:nvPr/>
        </p:nvSpPr>
        <p:spPr>
          <a:xfrm>
            <a:off x="15971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grid-2-test-input-23-5"/>
          <p:cNvSpPr/>
          <p:nvPr/>
        </p:nvSpPr>
        <p:spPr>
          <a:xfrm>
            <a:off x="167640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grid-2-test-input-23-6"/>
          <p:cNvSpPr/>
          <p:nvPr/>
        </p:nvSpPr>
        <p:spPr>
          <a:xfrm>
            <a:off x="175564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grid-2-test-input-23-7"/>
          <p:cNvSpPr/>
          <p:nvPr/>
        </p:nvSpPr>
        <p:spPr>
          <a:xfrm>
            <a:off x="1834896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grid-2-test-input-23-8"/>
          <p:cNvSpPr/>
          <p:nvPr/>
        </p:nvSpPr>
        <p:spPr>
          <a:xfrm>
            <a:off x="1914144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grid-2-test-input-23-9"/>
          <p:cNvSpPr/>
          <p:nvPr/>
        </p:nvSpPr>
        <p:spPr>
          <a:xfrm>
            <a:off x="1993391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grid-2-test-input-23-10"/>
          <p:cNvSpPr/>
          <p:nvPr/>
        </p:nvSpPr>
        <p:spPr>
          <a:xfrm>
            <a:off x="207264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grid-2-test-input-23-11"/>
          <p:cNvSpPr/>
          <p:nvPr/>
        </p:nvSpPr>
        <p:spPr>
          <a:xfrm>
            <a:off x="215188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grid-2-test-input-23-12"/>
          <p:cNvSpPr/>
          <p:nvPr/>
        </p:nvSpPr>
        <p:spPr>
          <a:xfrm>
            <a:off x="2231136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grid-2-test-input-23-13"/>
          <p:cNvSpPr/>
          <p:nvPr/>
        </p:nvSpPr>
        <p:spPr>
          <a:xfrm>
            <a:off x="2310383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grid-2-test-input-23-14"/>
          <p:cNvSpPr/>
          <p:nvPr/>
        </p:nvSpPr>
        <p:spPr>
          <a:xfrm>
            <a:off x="238963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grid-2-test-input-23-15"/>
          <p:cNvSpPr/>
          <p:nvPr/>
        </p:nvSpPr>
        <p:spPr>
          <a:xfrm>
            <a:off x="246888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grid-2-test-input-23-16"/>
          <p:cNvSpPr/>
          <p:nvPr/>
        </p:nvSpPr>
        <p:spPr>
          <a:xfrm>
            <a:off x="2548128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grid-2-test-input-23-17"/>
          <p:cNvSpPr/>
          <p:nvPr/>
        </p:nvSpPr>
        <p:spPr>
          <a:xfrm>
            <a:off x="2627375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grid-2-test-input-23-18"/>
          <p:cNvSpPr/>
          <p:nvPr/>
        </p:nvSpPr>
        <p:spPr>
          <a:xfrm>
            <a:off x="270662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grid-2-test-input-23-19"/>
          <p:cNvSpPr/>
          <p:nvPr/>
        </p:nvSpPr>
        <p:spPr>
          <a:xfrm>
            <a:off x="278587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grid-2-test-input-23-20"/>
          <p:cNvSpPr/>
          <p:nvPr/>
        </p:nvSpPr>
        <p:spPr>
          <a:xfrm>
            <a:off x="2865120" y="3560064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grid-2-test-input-23-21"/>
          <p:cNvSpPr/>
          <p:nvPr/>
        </p:nvSpPr>
        <p:spPr>
          <a:xfrm>
            <a:off x="294436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grid-2-test-input-23-22"/>
          <p:cNvSpPr/>
          <p:nvPr/>
        </p:nvSpPr>
        <p:spPr>
          <a:xfrm>
            <a:off x="302361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grid-2-test-input-23-23"/>
          <p:cNvSpPr/>
          <p:nvPr/>
        </p:nvSpPr>
        <p:spPr>
          <a:xfrm>
            <a:off x="310286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grid-2-test-input-23-24"/>
          <p:cNvSpPr/>
          <p:nvPr/>
        </p:nvSpPr>
        <p:spPr>
          <a:xfrm>
            <a:off x="3182112" y="356006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grid-2-test-input-23-25"/>
          <p:cNvSpPr/>
          <p:nvPr/>
        </p:nvSpPr>
        <p:spPr>
          <a:xfrm>
            <a:off x="32613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grid-2-test-input-23-26"/>
          <p:cNvSpPr/>
          <p:nvPr/>
        </p:nvSpPr>
        <p:spPr>
          <a:xfrm>
            <a:off x="3340608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grid-2-test-input-23-27"/>
          <p:cNvSpPr/>
          <p:nvPr/>
        </p:nvSpPr>
        <p:spPr>
          <a:xfrm>
            <a:off x="341985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grid-2-test-input-23-28"/>
          <p:cNvSpPr/>
          <p:nvPr/>
        </p:nvSpPr>
        <p:spPr>
          <a:xfrm>
            <a:off x="349910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grid-2-test-input-23-29"/>
          <p:cNvSpPr/>
          <p:nvPr/>
        </p:nvSpPr>
        <p:spPr>
          <a:xfrm>
            <a:off x="35783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grid-2-test-input-24-0"/>
          <p:cNvSpPr/>
          <p:nvPr/>
        </p:nvSpPr>
        <p:spPr>
          <a:xfrm>
            <a:off x="12801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grid-2-test-input-24-1"/>
          <p:cNvSpPr/>
          <p:nvPr/>
        </p:nvSpPr>
        <p:spPr>
          <a:xfrm>
            <a:off x="1359408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grid-2-test-input-24-2"/>
          <p:cNvSpPr/>
          <p:nvPr/>
        </p:nvSpPr>
        <p:spPr>
          <a:xfrm>
            <a:off x="1438656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grid-2-test-input-24-3"/>
          <p:cNvSpPr/>
          <p:nvPr/>
        </p:nvSpPr>
        <p:spPr>
          <a:xfrm>
            <a:off x="1517904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grid-2-test-input-24-4"/>
          <p:cNvSpPr/>
          <p:nvPr/>
        </p:nvSpPr>
        <p:spPr>
          <a:xfrm>
            <a:off x="15971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grid-2-test-input-24-5"/>
          <p:cNvSpPr/>
          <p:nvPr/>
        </p:nvSpPr>
        <p:spPr>
          <a:xfrm>
            <a:off x="167640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grid-2-test-input-24-6"/>
          <p:cNvSpPr/>
          <p:nvPr/>
        </p:nvSpPr>
        <p:spPr>
          <a:xfrm>
            <a:off x="1755648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grid-2-test-input-24-7"/>
          <p:cNvSpPr/>
          <p:nvPr/>
        </p:nvSpPr>
        <p:spPr>
          <a:xfrm>
            <a:off x="1834896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grid-2-test-input-24-8"/>
          <p:cNvSpPr/>
          <p:nvPr/>
        </p:nvSpPr>
        <p:spPr>
          <a:xfrm>
            <a:off x="1914144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grid-2-test-input-24-9"/>
          <p:cNvSpPr/>
          <p:nvPr/>
        </p:nvSpPr>
        <p:spPr>
          <a:xfrm>
            <a:off x="1993391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grid-2-test-input-24-10"/>
          <p:cNvSpPr/>
          <p:nvPr/>
        </p:nvSpPr>
        <p:spPr>
          <a:xfrm>
            <a:off x="207264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grid-2-test-input-24-11"/>
          <p:cNvSpPr/>
          <p:nvPr/>
        </p:nvSpPr>
        <p:spPr>
          <a:xfrm>
            <a:off x="215188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grid-2-test-input-24-12"/>
          <p:cNvSpPr/>
          <p:nvPr/>
        </p:nvSpPr>
        <p:spPr>
          <a:xfrm>
            <a:off x="2231136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grid-2-test-input-24-13"/>
          <p:cNvSpPr/>
          <p:nvPr/>
        </p:nvSpPr>
        <p:spPr>
          <a:xfrm>
            <a:off x="2310383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grid-2-test-input-24-14"/>
          <p:cNvSpPr/>
          <p:nvPr/>
        </p:nvSpPr>
        <p:spPr>
          <a:xfrm>
            <a:off x="238963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grid-2-test-input-24-15"/>
          <p:cNvSpPr/>
          <p:nvPr/>
        </p:nvSpPr>
        <p:spPr>
          <a:xfrm>
            <a:off x="2468880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grid-2-test-input-24-16"/>
          <p:cNvSpPr/>
          <p:nvPr/>
        </p:nvSpPr>
        <p:spPr>
          <a:xfrm>
            <a:off x="2548128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grid-2-test-input-24-17"/>
          <p:cNvSpPr/>
          <p:nvPr/>
        </p:nvSpPr>
        <p:spPr>
          <a:xfrm>
            <a:off x="2627375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grid-2-test-input-24-18"/>
          <p:cNvSpPr/>
          <p:nvPr/>
        </p:nvSpPr>
        <p:spPr>
          <a:xfrm>
            <a:off x="270662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grid-2-test-input-24-19"/>
          <p:cNvSpPr/>
          <p:nvPr/>
        </p:nvSpPr>
        <p:spPr>
          <a:xfrm>
            <a:off x="278587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grid-2-test-input-24-20"/>
          <p:cNvSpPr/>
          <p:nvPr/>
        </p:nvSpPr>
        <p:spPr>
          <a:xfrm>
            <a:off x="2865120" y="363931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grid-2-test-input-24-21"/>
          <p:cNvSpPr/>
          <p:nvPr/>
        </p:nvSpPr>
        <p:spPr>
          <a:xfrm>
            <a:off x="294436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grid-2-test-input-24-22"/>
          <p:cNvSpPr/>
          <p:nvPr/>
        </p:nvSpPr>
        <p:spPr>
          <a:xfrm>
            <a:off x="302361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grid-2-test-input-24-23"/>
          <p:cNvSpPr/>
          <p:nvPr/>
        </p:nvSpPr>
        <p:spPr>
          <a:xfrm>
            <a:off x="310286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grid-2-test-input-24-24"/>
          <p:cNvSpPr/>
          <p:nvPr/>
        </p:nvSpPr>
        <p:spPr>
          <a:xfrm>
            <a:off x="3182112" y="363931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grid-2-test-input-24-25"/>
          <p:cNvSpPr/>
          <p:nvPr/>
        </p:nvSpPr>
        <p:spPr>
          <a:xfrm>
            <a:off x="32613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grid-2-test-input-24-26"/>
          <p:cNvSpPr/>
          <p:nvPr/>
        </p:nvSpPr>
        <p:spPr>
          <a:xfrm>
            <a:off x="3340608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grid-2-test-input-24-27"/>
          <p:cNvSpPr/>
          <p:nvPr/>
        </p:nvSpPr>
        <p:spPr>
          <a:xfrm>
            <a:off x="34198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grid-2-test-input-24-28"/>
          <p:cNvSpPr/>
          <p:nvPr/>
        </p:nvSpPr>
        <p:spPr>
          <a:xfrm>
            <a:off x="349910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grid-2-test-input-24-29"/>
          <p:cNvSpPr/>
          <p:nvPr/>
        </p:nvSpPr>
        <p:spPr>
          <a:xfrm>
            <a:off x="35783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grid-2-test-input-25-0"/>
          <p:cNvSpPr/>
          <p:nvPr/>
        </p:nvSpPr>
        <p:spPr>
          <a:xfrm>
            <a:off x="12801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grid-2-test-input-25-1"/>
          <p:cNvSpPr/>
          <p:nvPr/>
        </p:nvSpPr>
        <p:spPr>
          <a:xfrm>
            <a:off x="1359408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grid-2-test-input-25-2"/>
          <p:cNvSpPr/>
          <p:nvPr/>
        </p:nvSpPr>
        <p:spPr>
          <a:xfrm>
            <a:off x="1438656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grid-2-test-input-25-3"/>
          <p:cNvSpPr/>
          <p:nvPr/>
        </p:nvSpPr>
        <p:spPr>
          <a:xfrm>
            <a:off x="1517904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grid-2-test-input-25-4"/>
          <p:cNvSpPr/>
          <p:nvPr/>
        </p:nvSpPr>
        <p:spPr>
          <a:xfrm>
            <a:off x="15971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grid-2-test-input-25-5"/>
          <p:cNvSpPr/>
          <p:nvPr/>
        </p:nvSpPr>
        <p:spPr>
          <a:xfrm>
            <a:off x="1676400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grid-2-test-input-25-6"/>
          <p:cNvSpPr/>
          <p:nvPr/>
        </p:nvSpPr>
        <p:spPr>
          <a:xfrm>
            <a:off x="1755648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grid-2-test-input-25-7"/>
          <p:cNvSpPr/>
          <p:nvPr/>
        </p:nvSpPr>
        <p:spPr>
          <a:xfrm>
            <a:off x="183489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grid-2-test-input-25-8"/>
          <p:cNvSpPr/>
          <p:nvPr/>
        </p:nvSpPr>
        <p:spPr>
          <a:xfrm>
            <a:off x="1914144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grid-2-test-input-25-9"/>
          <p:cNvSpPr/>
          <p:nvPr/>
        </p:nvSpPr>
        <p:spPr>
          <a:xfrm>
            <a:off x="1993391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grid-2-test-input-25-10"/>
          <p:cNvSpPr/>
          <p:nvPr/>
        </p:nvSpPr>
        <p:spPr>
          <a:xfrm>
            <a:off x="2072640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grid-2-test-input-25-11"/>
          <p:cNvSpPr/>
          <p:nvPr/>
        </p:nvSpPr>
        <p:spPr>
          <a:xfrm>
            <a:off x="2151888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grid-2-test-input-25-12"/>
          <p:cNvSpPr/>
          <p:nvPr/>
        </p:nvSpPr>
        <p:spPr>
          <a:xfrm>
            <a:off x="2231136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grid-2-test-input-25-13"/>
          <p:cNvSpPr/>
          <p:nvPr/>
        </p:nvSpPr>
        <p:spPr>
          <a:xfrm>
            <a:off x="2310383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grid-2-test-input-25-14"/>
          <p:cNvSpPr/>
          <p:nvPr/>
        </p:nvSpPr>
        <p:spPr>
          <a:xfrm>
            <a:off x="2389632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grid-2-test-input-25-15"/>
          <p:cNvSpPr/>
          <p:nvPr/>
        </p:nvSpPr>
        <p:spPr>
          <a:xfrm>
            <a:off x="2468880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grid-2-test-input-25-16"/>
          <p:cNvSpPr/>
          <p:nvPr/>
        </p:nvSpPr>
        <p:spPr>
          <a:xfrm>
            <a:off x="254812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grid-2-test-input-25-17"/>
          <p:cNvSpPr/>
          <p:nvPr/>
        </p:nvSpPr>
        <p:spPr>
          <a:xfrm>
            <a:off x="2627375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grid-2-test-input-25-18"/>
          <p:cNvSpPr/>
          <p:nvPr/>
        </p:nvSpPr>
        <p:spPr>
          <a:xfrm>
            <a:off x="270662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grid-2-test-input-25-19"/>
          <p:cNvSpPr/>
          <p:nvPr/>
        </p:nvSpPr>
        <p:spPr>
          <a:xfrm>
            <a:off x="278587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grid-2-test-input-25-20"/>
          <p:cNvSpPr/>
          <p:nvPr/>
        </p:nvSpPr>
        <p:spPr>
          <a:xfrm>
            <a:off x="2865120" y="3718560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grid-2-test-input-25-21"/>
          <p:cNvSpPr/>
          <p:nvPr/>
        </p:nvSpPr>
        <p:spPr>
          <a:xfrm>
            <a:off x="294436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grid-2-test-input-25-22"/>
          <p:cNvSpPr/>
          <p:nvPr/>
        </p:nvSpPr>
        <p:spPr>
          <a:xfrm>
            <a:off x="302361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grid-2-test-input-25-23"/>
          <p:cNvSpPr/>
          <p:nvPr/>
        </p:nvSpPr>
        <p:spPr>
          <a:xfrm>
            <a:off x="310286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grid-2-test-input-25-24"/>
          <p:cNvSpPr/>
          <p:nvPr/>
        </p:nvSpPr>
        <p:spPr>
          <a:xfrm>
            <a:off x="3182112" y="371856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grid-2-test-input-25-25"/>
          <p:cNvSpPr/>
          <p:nvPr/>
        </p:nvSpPr>
        <p:spPr>
          <a:xfrm>
            <a:off x="32613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grid-2-test-input-25-26"/>
          <p:cNvSpPr/>
          <p:nvPr/>
        </p:nvSpPr>
        <p:spPr>
          <a:xfrm>
            <a:off x="3340608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grid-2-test-input-25-27"/>
          <p:cNvSpPr/>
          <p:nvPr/>
        </p:nvSpPr>
        <p:spPr>
          <a:xfrm>
            <a:off x="3419856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grid-2-test-input-25-28"/>
          <p:cNvSpPr/>
          <p:nvPr/>
        </p:nvSpPr>
        <p:spPr>
          <a:xfrm>
            <a:off x="349910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grid-2-test-input-25-29"/>
          <p:cNvSpPr/>
          <p:nvPr/>
        </p:nvSpPr>
        <p:spPr>
          <a:xfrm>
            <a:off x="35783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grid-2-test-input-26-0"/>
          <p:cNvSpPr/>
          <p:nvPr/>
        </p:nvSpPr>
        <p:spPr>
          <a:xfrm>
            <a:off x="12801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grid-2-test-input-26-1"/>
          <p:cNvSpPr/>
          <p:nvPr/>
        </p:nvSpPr>
        <p:spPr>
          <a:xfrm>
            <a:off x="1359408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grid-2-test-input-26-2"/>
          <p:cNvSpPr/>
          <p:nvPr/>
        </p:nvSpPr>
        <p:spPr>
          <a:xfrm>
            <a:off x="1438656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grid-2-test-input-26-3"/>
          <p:cNvSpPr/>
          <p:nvPr/>
        </p:nvSpPr>
        <p:spPr>
          <a:xfrm>
            <a:off x="151790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grid-2-test-input-26-4"/>
          <p:cNvSpPr/>
          <p:nvPr/>
        </p:nvSpPr>
        <p:spPr>
          <a:xfrm>
            <a:off x="15971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grid-2-test-input-26-5"/>
          <p:cNvSpPr/>
          <p:nvPr/>
        </p:nvSpPr>
        <p:spPr>
          <a:xfrm>
            <a:off x="1676400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grid-2-test-input-26-6"/>
          <p:cNvSpPr/>
          <p:nvPr/>
        </p:nvSpPr>
        <p:spPr>
          <a:xfrm>
            <a:off x="175564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grid-2-test-input-26-7"/>
          <p:cNvSpPr/>
          <p:nvPr/>
        </p:nvSpPr>
        <p:spPr>
          <a:xfrm>
            <a:off x="183489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grid-2-test-input-26-8"/>
          <p:cNvSpPr/>
          <p:nvPr/>
        </p:nvSpPr>
        <p:spPr>
          <a:xfrm>
            <a:off x="191414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grid-2-test-input-26-9"/>
          <p:cNvSpPr/>
          <p:nvPr/>
        </p:nvSpPr>
        <p:spPr>
          <a:xfrm>
            <a:off x="1993391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grid-2-test-input-26-10"/>
          <p:cNvSpPr/>
          <p:nvPr/>
        </p:nvSpPr>
        <p:spPr>
          <a:xfrm>
            <a:off x="2072640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grid-2-test-input-26-11"/>
          <p:cNvSpPr/>
          <p:nvPr/>
        </p:nvSpPr>
        <p:spPr>
          <a:xfrm>
            <a:off x="2151888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grid-2-test-input-26-12"/>
          <p:cNvSpPr/>
          <p:nvPr/>
        </p:nvSpPr>
        <p:spPr>
          <a:xfrm>
            <a:off x="223113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grid-2-test-input-26-13"/>
          <p:cNvSpPr/>
          <p:nvPr/>
        </p:nvSpPr>
        <p:spPr>
          <a:xfrm>
            <a:off x="2310383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grid-2-test-input-26-14"/>
          <p:cNvSpPr/>
          <p:nvPr/>
        </p:nvSpPr>
        <p:spPr>
          <a:xfrm>
            <a:off x="2389632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grid-2-test-input-26-15"/>
          <p:cNvSpPr/>
          <p:nvPr/>
        </p:nvSpPr>
        <p:spPr>
          <a:xfrm>
            <a:off x="246888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grid-2-test-input-26-16"/>
          <p:cNvSpPr/>
          <p:nvPr/>
        </p:nvSpPr>
        <p:spPr>
          <a:xfrm>
            <a:off x="254812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grid-2-test-input-26-17"/>
          <p:cNvSpPr/>
          <p:nvPr/>
        </p:nvSpPr>
        <p:spPr>
          <a:xfrm>
            <a:off x="2627375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grid-2-test-input-26-18"/>
          <p:cNvSpPr/>
          <p:nvPr/>
        </p:nvSpPr>
        <p:spPr>
          <a:xfrm>
            <a:off x="270662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grid-2-test-input-26-19"/>
          <p:cNvSpPr/>
          <p:nvPr/>
        </p:nvSpPr>
        <p:spPr>
          <a:xfrm>
            <a:off x="278587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grid-2-test-input-26-20"/>
          <p:cNvSpPr/>
          <p:nvPr/>
        </p:nvSpPr>
        <p:spPr>
          <a:xfrm>
            <a:off x="2865120" y="3797808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grid-2-test-input-26-21"/>
          <p:cNvSpPr/>
          <p:nvPr/>
        </p:nvSpPr>
        <p:spPr>
          <a:xfrm>
            <a:off x="294436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grid-2-test-input-26-22"/>
          <p:cNvSpPr/>
          <p:nvPr/>
        </p:nvSpPr>
        <p:spPr>
          <a:xfrm>
            <a:off x="302361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grid-2-test-input-26-23"/>
          <p:cNvSpPr/>
          <p:nvPr/>
        </p:nvSpPr>
        <p:spPr>
          <a:xfrm>
            <a:off x="310286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grid-2-test-input-26-24"/>
          <p:cNvSpPr/>
          <p:nvPr/>
        </p:nvSpPr>
        <p:spPr>
          <a:xfrm>
            <a:off x="3182112" y="37978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grid-2-test-input-26-25"/>
          <p:cNvSpPr/>
          <p:nvPr/>
        </p:nvSpPr>
        <p:spPr>
          <a:xfrm>
            <a:off x="32613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grid-2-test-input-26-26"/>
          <p:cNvSpPr/>
          <p:nvPr/>
        </p:nvSpPr>
        <p:spPr>
          <a:xfrm>
            <a:off x="3340608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grid-2-test-input-26-27"/>
          <p:cNvSpPr/>
          <p:nvPr/>
        </p:nvSpPr>
        <p:spPr>
          <a:xfrm>
            <a:off x="34198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grid-2-test-input-26-28"/>
          <p:cNvSpPr/>
          <p:nvPr/>
        </p:nvSpPr>
        <p:spPr>
          <a:xfrm>
            <a:off x="349910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grid-2-test-input-26-29"/>
          <p:cNvSpPr/>
          <p:nvPr/>
        </p:nvSpPr>
        <p:spPr>
          <a:xfrm>
            <a:off x="35783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grid-2-test-input-27-0"/>
          <p:cNvSpPr/>
          <p:nvPr/>
        </p:nvSpPr>
        <p:spPr>
          <a:xfrm>
            <a:off x="12801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grid-2-test-input-27-1"/>
          <p:cNvSpPr/>
          <p:nvPr/>
        </p:nvSpPr>
        <p:spPr>
          <a:xfrm>
            <a:off x="135940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grid-2-test-input-27-2"/>
          <p:cNvSpPr/>
          <p:nvPr/>
        </p:nvSpPr>
        <p:spPr>
          <a:xfrm>
            <a:off x="143865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grid-2-test-input-27-3"/>
          <p:cNvSpPr/>
          <p:nvPr/>
        </p:nvSpPr>
        <p:spPr>
          <a:xfrm>
            <a:off x="151790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grid-2-test-input-27-4"/>
          <p:cNvSpPr/>
          <p:nvPr/>
        </p:nvSpPr>
        <p:spPr>
          <a:xfrm>
            <a:off x="15971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grid-2-test-input-27-5"/>
          <p:cNvSpPr/>
          <p:nvPr/>
        </p:nvSpPr>
        <p:spPr>
          <a:xfrm>
            <a:off x="1676400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grid-2-test-input-27-6"/>
          <p:cNvSpPr/>
          <p:nvPr/>
        </p:nvSpPr>
        <p:spPr>
          <a:xfrm>
            <a:off x="175564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grid-2-test-input-27-7"/>
          <p:cNvSpPr/>
          <p:nvPr/>
        </p:nvSpPr>
        <p:spPr>
          <a:xfrm>
            <a:off x="183489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grid-2-test-input-27-8"/>
          <p:cNvSpPr/>
          <p:nvPr/>
        </p:nvSpPr>
        <p:spPr>
          <a:xfrm>
            <a:off x="191414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grid-2-test-input-27-9"/>
          <p:cNvSpPr/>
          <p:nvPr/>
        </p:nvSpPr>
        <p:spPr>
          <a:xfrm>
            <a:off x="1993391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grid-2-test-input-27-10"/>
          <p:cNvSpPr/>
          <p:nvPr/>
        </p:nvSpPr>
        <p:spPr>
          <a:xfrm>
            <a:off x="2072640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grid-2-test-input-27-11"/>
          <p:cNvSpPr/>
          <p:nvPr/>
        </p:nvSpPr>
        <p:spPr>
          <a:xfrm>
            <a:off x="215188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grid-2-test-input-27-12"/>
          <p:cNvSpPr/>
          <p:nvPr/>
        </p:nvSpPr>
        <p:spPr>
          <a:xfrm>
            <a:off x="223113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grid-2-test-input-27-13"/>
          <p:cNvSpPr/>
          <p:nvPr/>
        </p:nvSpPr>
        <p:spPr>
          <a:xfrm>
            <a:off x="2310383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grid-2-test-input-27-14"/>
          <p:cNvSpPr/>
          <p:nvPr/>
        </p:nvSpPr>
        <p:spPr>
          <a:xfrm>
            <a:off x="2389632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grid-2-test-input-27-15"/>
          <p:cNvSpPr/>
          <p:nvPr/>
        </p:nvSpPr>
        <p:spPr>
          <a:xfrm>
            <a:off x="246888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grid-2-test-input-27-16"/>
          <p:cNvSpPr/>
          <p:nvPr/>
        </p:nvSpPr>
        <p:spPr>
          <a:xfrm>
            <a:off x="254812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grid-2-test-input-27-17"/>
          <p:cNvSpPr/>
          <p:nvPr/>
        </p:nvSpPr>
        <p:spPr>
          <a:xfrm>
            <a:off x="2627375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grid-2-test-input-27-18"/>
          <p:cNvSpPr/>
          <p:nvPr/>
        </p:nvSpPr>
        <p:spPr>
          <a:xfrm>
            <a:off x="270662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grid-2-test-input-27-19"/>
          <p:cNvSpPr/>
          <p:nvPr/>
        </p:nvSpPr>
        <p:spPr>
          <a:xfrm>
            <a:off x="2785872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grid-2-test-input-27-20"/>
          <p:cNvSpPr/>
          <p:nvPr/>
        </p:nvSpPr>
        <p:spPr>
          <a:xfrm>
            <a:off x="2865120" y="3877056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grid-2-test-input-27-21"/>
          <p:cNvSpPr/>
          <p:nvPr/>
        </p:nvSpPr>
        <p:spPr>
          <a:xfrm>
            <a:off x="294436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grid-2-test-input-27-22"/>
          <p:cNvSpPr/>
          <p:nvPr/>
        </p:nvSpPr>
        <p:spPr>
          <a:xfrm>
            <a:off x="302361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grid-2-test-input-27-23"/>
          <p:cNvSpPr/>
          <p:nvPr/>
        </p:nvSpPr>
        <p:spPr>
          <a:xfrm>
            <a:off x="310286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grid-2-test-input-27-24"/>
          <p:cNvSpPr/>
          <p:nvPr/>
        </p:nvSpPr>
        <p:spPr>
          <a:xfrm>
            <a:off x="3182112" y="38770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grid-2-test-input-27-25"/>
          <p:cNvSpPr/>
          <p:nvPr/>
        </p:nvSpPr>
        <p:spPr>
          <a:xfrm>
            <a:off x="32613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grid-2-test-input-27-26"/>
          <p:cNvSpPr/>
          <p:nvPr/>
        </p:nvSpPr>
        <p:spPr>
          <a:xfrm>
            <a:off x="334060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grid-2-test-input-27-27"/>
          <p:cNvSpPr/>
          <p:nvPr/>
        </p:nvSpPr>
        <p:spPr>
          <a:xfrm>
            <a:off x="341985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grid-2-test-input-27-28"/>
          <p:cNvSpPr/>
          <p:nvPr/>
        </p:nvSpPr>
        <p:spPr>
          <a:xfrm>
            <a:off x="349910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grid-2-test-input-27-29"/>
          <p:cNvSpPr/>
          <p:nvPr/>
        </p:nvSpPr>
        <p:spPr>
          <a:xfrm>
            <a:off x="35783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grid-2-test-input-28-0"/>
          <p:cNvSpPr/>
          <p:nvPr/>
        </p:nvSpPr>
        <p:spPr>
          <a:xfrm>
            <a:off x="12801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grid-2-test-input-28-1"/>
          <p:cNvSpPr/>
          <p:nvPr/>
        </p:nvSpPr>
        <p:spPr>
          <a:xfrm>
            <a:off x="13594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grid-2-test-input-28-2"/>
          <p:cNvSpPr/>
          <p:nvPr/>
        </p:nvSpPr>
        <p:spPr>
          <a:xfrm>
            <a:off x="14386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grid-2-test-input-28-3"/>
          <p:cNvSpPr/>
          <p:nvPr/>
        </p:nvSpPr>
        <p:spPr>
          <a:xfrm>
            <a:off x="15179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grid-2-test-input-28-4"/>
          <p:cNvSpPr/>
          <p:nvPr/>
        </p:nvSpPr>
        <p:spPr>
          <a:xfrm>
            <a:off x="15971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grid-2-test-input-28-5"/>
          <p:cNvSpPr/>
          <p:nvPr/>
        </p:nvSpPr>
        <p:spPr>
          <a:xfrm>
            <a:off x="1676400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grid-2-test-input-28-6"/>
          <p:cNvSpPr/>
          <p:nvPr/>
        </p:nvSpPr>
        <p:spPr>
          <a:xfrm>
            <a:off x="1755648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grid-2-test-input-28-7"/>
          <p:cNvSpPr/>
          <p:nvPr/>
        </p:nvSpPr>
        <p:spPr>
          <a:xfrm>
            <a:off x="183489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grid-2-test-input-28-8"/>
          <p:cNvSpPr/>
          <p:nvPr/>
        </p:nvSpPr>
        <p:spPr>
          <a:xfrm>
            <a:off x="191414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grid-2-test-input-28-9"/>
          <p:cNvSpPr/>
          <p:nvPr/>
        </p:nvSpPr>
        <p:spPr>
          <a:xfrm>
            <a:off x="1993391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grid-2-test-input-28-10"/>
          <p:cNvSpPr/>
          <p:nvPr/>
        </p:nvSpPr>
        <p:spPr>
          <a:xfrm>
            <a:off x="2072640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grid-2-test-input-28-11"/>
          <p:cNvSpPr/>
          <p:nvPr/>
        </p:nvSpPr>
        <p:spPr>
          <a:xfrm>
            <a:off x="215188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grid-2-test-input-28-12"/>
          <p:cNvSpPr/>
          <p:nvPr/>
        </p:nvSpPr>
        <p:spPr>
          <a:xfrm>
            <a:off x="223113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grid-2-test-input-28-13"/>
          <p:cNvSpPr/>
          <p:nvPr/>
        </p:nvSpPr>
        <p:spPr>
          <a:xfrm>
            <a:off x="2310383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grid-2-test-input-28-14"/>
          <p:cNvSpPr/>
          <p:nvPr/>
        </p:nvSpPr>
        <p:spPr>
          <a:xfrm>
            <a:off x="2389632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grid-2-test-input-28-15"/>
          <p:cNvSpPr/>
          <p:nvPr/>
        </p:nvSpPr>
        <p:spPr>
          <a:xfrm>
            <a:off x="246888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grid-2-test-input-28-16"/>
          <p:cNvSpPr/>
          <p:nvPr/>
        </p:nvSpPr>
        <p:spPr>
          <a:xfrm>
            <a:off x="254812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grid-2-test-input-28-17"/>
          <p:cNvSpPr/>
          <p:nvPr/>
        </p:nvSpPr>
        <p:spPr>
          <a:xfrm>
            <a:off x="2627375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grid-2-test-input-28-18"/>
          <p:cNvSpPr/>
          <p:nvPr/>
        </p:nvSpPr>
        <p:spPr>
          <a:xfrm>
            <a:off x="2706624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grid-2-test-input-28-19"/>
          <p:cNvSpPr/>
          <p:nvPr/>
        </p:nvSpPr>
        <p:spPr>
          <a:xfrm>
            <a:off x="2785872" y="3956303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grid-2-test-input-28-20"/>
          <p:cNvSpPr/>
          <p:nvPr/>
        </p:nvSpPr>
        <p:spPr>
          <a:xfrm>
            <a:off x="286512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grid-2-test-input-28-21"/>
          <p:cNvSpPr/>
          <p:nvPr/>
        </p:nvSpPr>
        <p:spPr>
          <a:xfrm>
            <a:off x="294436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grid-2-test-input-28-22"/>
          <p:cNvSpPr/>
          <p:nvPr/>
        </p:nvSpPr>
        <p:spPr>
          <a:xfrm>
            <a:off x="302361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grid-2-test-input-28-23"/>
          <p:cNvSpPr/>
          <p:nvPr/>
        </p:nvSpPr>
        <p:spPr>
          <a:xfrm>
            <a:off x="310286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grid-2-test-input-28-24"/>
          <p:cNvSpPr/>
          <p:nvPr/>
        </p:nvSpPr>
        <p:spPr>
          <a:xfrm>
            <a:off x="3182112" y="395630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grid-2-test-input-28-25"/>
          <p:cNvSpPr/>
          <p:nvPr/>
        </p:nvSpPr>
        <p:spPr>
          <a:xfrm>
            <a:off x="32613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grid-2-test-input-28-26"/>
          <p:cNvSpPr/>
          <p:nvPr/>
        </p:nvSpPr>
        <p:spPr>
          <a:xfrm>
            <a:off x="33406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grid-2-test-input-28-27"/>
          <p:cNvSpPr/>
          <p:nvPr/>
        </p:nvSpPr>
        <p:spPr>
          <a:xfrm>
            <a:off x="34198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grid-2-test-input-28-28"/>
          <p:cNvSpPr/>
          <p:nvPr/>
        </p:nvSpPr>
        <p:spPr>
          <a:xfrm>
            <a:off x="34991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grid-2-test-input-28-29"/>
          <p:cNvSpPr/>
          <p:nvPr/>
        </p:nvSpPr>
        <p:spPr>
          <a:xfrm>
            <a:off x="35783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id-2-test-input-29-0"/>
          <p:cNvSpPr/>
          <p:nvPr/>
        </p:nvSpPr>
        <p:spPr>
          <a:xfrm>
            <a:off x="12801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grid-2-test-input-29-1"/>
          <p:cNvSpPr/>
          <p:nvPr/>
        </p:nvSpPr>
        <p:spPr>
          <a:xfrm>
            <a:off x="13594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grid-2-test-input-29-2"/>
          <p:cNvSpPr/>
          <p:nvPr/>
        </p:nvSpPr>
        <p:spPr>
          <a:xfrm>
            <a:off x="14386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grid-2-test-input-29-3"/>
          <p:cNvSpPr/>
          <p:nvPr/>
        </p:nvSpPr>
        <p:spPr>
          <a:xfrm>
            <a:off x="15179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grid-2-test-input-29-4"/>
          <p:cNvSpPr/>
          <p:nvPr/>
        </p:nvSpPr>
        <p:spPr>
          <a:xfrm>
            <a:off x="15971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grid-2-test-input-29-5"/>
          <p:cNvSpPr/>
          <p:nvPr/>
        </p:nvSpPr>
        <p:spPr>
          <a:xfrm>
            <a:off x="167640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grid-2-test-input-29-6"/>
          <p:cNvSpPr/>
          <p:nvPr/>
        </p:nvSpPr>
        <p:spPr>
          <a:xfrm>
            <a:off x="1755648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grid-2-test-input-29-7"/>
          <p:cNvSpPr/>
          <p:nvPr/>
        </p:nvSpPr>
        <p:spPr>
          <a:xfrm>
            <a:off x="1834896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grid-2-test-input-29-8"/>
          <p:cNvSpPr/>
          <p:nvPr/>
        </p:nvSpPr>
        <p:spPr>
          <a:xfrm>
            <a:off x="1914144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grid-2-test-input-29-9"/>
          <p:cNvSpPr/>
          <p:nvPr/>
        </p:nvSpPr>
        <p:spPr>
          <a:xfrm>
            <a:off x="1993391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grid-2-test-input-29-10"/>
          <p:cNvSpPr/>
          <p:nvPr/>
        </p:nvSpPr>
        <p:spPr>
          <a:xfrm>
            <a:off x="2072640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grid-2-test-input-29-11"/>
          <p:cNvSpPr/>
          <p:nvPr/>
        </p:nvSpPr>
        <p:spPr>
          <a:xfrm>
            <a:off x="2151888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grid-2-test-input-29-12"/>
          <p:cNvSpPr/>
          <p:nvPr/>
        </p:nvSpPr>
        <p:spPr>
          <a:xfrm>
            <a:off x="2231136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grid-2-test-input-29-13"/>
          <p:cNvSpPr/>
          <p:nvPr/>
        </p:nvSpPr>
        <p:spPr>
          <a:xfrm>
            <a:off x="2310383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grid-2-test-input-29-14"/>
          <p:cNvSpPr/>
          <p:nvPr/>
        </p:nvSpPr>
        <p:spPr>
          <a:xfrm>
            <a:off x="2389632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grid-2-test-input-29-15"/>
          <p:cNvSpPr/>
          <p:nvPr/>
        </p:nvSpPr>
        <p:spPr>
          <a:xfrm>
            <a:off x="2468880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grid-2-test-input-29-16"/>
          <p:cNvSpPr/>
          <p:nvPr/>
        </p:nvSpPr>
        <p:spPr>
          <a:xfrm>
            <a:off x="2548128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grid-2-test-input-29-17"/>
          <p:cNvSpPr/>
          <p:nvPr/>
        </p:nvSpPr>
        <p:spPr>
          <a:xfrm>
            <a:off x="2627375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grid-2-test-input-29-18"/>
          <p:cNvSpPr/>
          <p:nvPr/>
        </p:nvSpPr>
        <p:spPr>
          <a:xfrm>
            <a:off x="2706624" y="4035552"/>
            <a:ext cx="79248" cy="79248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grid-2-test-input-29-19"/>
          <p:cNvSpPr/>
          <p:nvPr/>
        </p:nvSpPr>
        <p:spPr>
          <a:xfrm>
            <a:off x="278587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grid-2-test-input-29-20"/>
          <p:cNvSpPr/>
          <p:nvPr/>
        </p:nvSpPr>
        <p:spPr>
          <a:xfrm>
            <a:off x="286512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grid-2-test-input-29-21"/>
          <p:cNvSpPr/>
          <p:nvPr/>
        </p:nvSpPr>
        <p:spPr>
          <a:xfrm>
            <a:off x="294436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grid-2-test-input-29-22"/>
          <p:cNvSpPr/>
          <p:nvPr/>
        </p:nvSpPr>
        <p:spPr>
          <a:xfrm>
            <a:off x="302361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grid-2-test-input-29-23"/>
          <p:cNvSpPr/>
          <p:nvPr/>
        </p:nvSpPr>
        <p:spPr>
          <a:xfrm>
            <a:off x="310286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grid-2-test-input-29-24"/>
          <p:cNvSpPr/>
          <p:nvPr/>
        </p:nvSpPr>
        <p:spPr>
          <a:xfrm>
            <a:off x="3182112" y="403555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grid-2-test-input-29-25"/>
          <p:cNvSpPr/>
          <p:nvPr/>
        </p:nvSpPr>
        <p:spPr>
          <a:xfrm>
            <a:off x="32613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grid-2-test-input-29-26"/>
          <p:cNvSpPr/>
          <p:nvPr/>
        </p:nvSpPr>
        <p:spPr>
          <a:xfrm>
            <a:off x="33406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grid-2-test-input-29-27"/>
          <p:cNvSpPr/>
          <p:nvPr/>
        </p:nvSpPr>
        <p:spPr>
          <a:xfrm>
            <a:off x="34198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grid-2-test-input-29-28"/>
          <p:cNvSpPr/>
          <p:nvPr/>
        </p:nvSpPr>
        <p:spPr>
          <a:xfrm>
            <a:off x="34991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grid-2-test-input-29-29"/>
          <p:cNvSpPr/>
          <p:nvPr/>
        </p:nvSpPr>
        <p:spPr>
          <a:xfrm>
            <a:off x="35783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grid-2-test-output-0-0"/>
          <p:cNvSpPr/>
          <p:nvPr/>
        </p:nvSpPr>
        <p:spPr>
          <a:xfrm>
            <a:off x="53949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grid-2-test-output-0-1"/>
          <p:cNvSpPr/>
          <p:nvPr/>
        </p:nvSpPr>
        <p:spPr>
          <a:xfrm>
            <a:off x="54742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grid-2-test-output-0-2"/>
          <p:cNvSpPr/>
          <p:nvPr/>
        </p:nvSpPr>
        <p:spPr>
          <a:xfrm>
            <a:off x="55534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grid-2-test-output-0-3"/>
          <p:cNvSpPr/>
          <p:nvPr/>
        </p:nvSpPr>
        <p:spPr>
          <a:xfrm>
            <a:off x="56327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grid-2-test-output-0-4"/>
          <p:cNvSpPr/>
          <p:nvPr/>
        </p:nvSpPr>
        <p:spPr>
          <a:xfrm>
            <a:off x="57119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grid-2-test-output-0-5"/>
          <p:cNvSpPr/>
          <p:nvPr/>
        </p:nvSpPr>
        <p:spPr>
          <a:xfrm>
            <a:off x="579120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grid-2-test-output-0-6"/>
          <p:cNvSpPr/>
          <p:nvPr/>
        </p:nvSpPr>
        <p:spPr>
          <a:xfrm>
            <a:off x="587044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grid-2-test-output-0-7"/>
          <p:cNvSpPr/>
          <p:nvPr/>
        </p:nvSpPr>
        <p:spPr>
          <a:xfrm>
            <a:off x="594969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grid-2-test-output-0-8"/>
          <p:cNvSpPr/>
          <p:nvPr/>
        </p:nvSpPr>
        <p:spPr>
          <a:xfrm>
            <a:off x="602894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grid-2-test-output-0-9"/>
          <p:cNvSpPr/>
          <p:nvPr/>
        </p:nvSpPr>
        <p:spPr>
          <a:xfrm>
            <a:off x="610819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grid-2-test-output-0-10"/>
          <p:cNvSpPr/>
          <p:nvPr/>
        </p:nvSpPr>
        <p:spPr>
          <a:xfrm>
            <a:off x="618744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grid-2-test-output-0-11"/>
          <p:cNvSpPr/>
          <p:nvPr/>
        </p:nvSpPr>
        <p:spPr>
          <a:xfrm>
            <a:off x="626668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grid-2-test-output-0-12"/>
          <p:cNvSpPr/>
          <p:nvPr/>
        </p:nvSpPr>
        <p:spPr>
          <a:xfrm>
            <a:off x="634593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grid-2-test-output-0-13"/>
          <p:cNvSpPr/>
          <p:nvPr/>
        </p:nvSpPr>
        <p:spPr>
          <a:xfrm>
            <a:off x="642518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grid-2-test-output-0-14"/>
          <p:cNvSpPr/>
          <p:nvPr/>
        </p:nvSpPr>
        <p:spPr>
          <a:xfrm>
            <a:off x="650443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grid-2-test-output-0-15"/>
          <p:cNvSpPr/>
          <p:nvPr/>
        </p:nvSpPr>
        <p:spPr>
          <a:xfrm>
            <a:off x="658368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grid-2-test-output-0-16"/>
          <p:cNvSpPr/>
          <p:nvPr/>
        </p:nvSpPr>
        <p:spPr>
          <a:xfrm>
            <a:off x="666292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grid-2-test-output-0-17"/>
          <p:cNvSpPr/>
          <p:nvPr/>
        </p:nvSpPr>
        <p:spPr>
          <a:xfrm>
            <a:off x="674217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grid-2-test-output-0-18"/>
          <p:cNvSpPr/>
          <p:nvPr/>
        </p:nvSpPr>
        <p:spPr>
          <a:xfrm>
            <a:off x="682142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grid-2-test-output-0-19"/>
          <p:cNvSpPr/>
          <p:nvPr/>
        </p:nvSpPr>
        <p:spPr>
          <a:xfrm>
            <a:off x="690067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grid-2-test-output-0-20"/>
          <p:cNvSpPr/>
          <p:nvPr/>
        </p:nvSpPr>
        <p:spPr>
          <a:xfrm>
            <a:off x="697992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grid-2-test-output-0-21"/>
          <p:cNvSpPr/>
          <p:nvPr/>
        </p:nvSpPr>
        <p:spPr>
          <a:xfrm>
            <a:off x="705916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grid-2-test-output-0-22"/>
          <p:cNvSpPr/>
          <p:nvPr/>
        </p:nvSpPr>
        <p:spPr>
          <a:xfrm>
            <a:off x="713841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grid-2-test-output-0-23"/>
          <p:cNvSpPr/>
          <p:nvPr/>
        </p:nvSpPr>
        <p:spPr>
          <a:xfrm>
            <a:off x="721766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grid-2-test-output-0-24"/>
          <p:cNvSpPr/>
          <p:nvPr/>
        </p:nvSpPr>
        <p:spPr>
          <a:xfrm>
            <a:off x="7296912" y="173736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grid-2-test-output-0-25"/>
          <p:cNvSpPr/>
          <p:nvPr/>
        </p:nvSpPr>
        <p:spPr>
          <a:xfrm>
            <a:off x="7376160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grid-2-test-output-0-26"/>
          <p:cNvSpPr/>
          <p:nvPr/>
        </p:nvSpPr>
        <p:spPr>
          <a:xfrm>
            <a:off x="7455408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grid-2-test-output-0-27"/>
          <p:cNvSpPr/>
          <p:nvPr/>
        </p:nvSpPr>
        <p:spPr>
          <a:xfrm>
            <a:off x="7534656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grid-2-test-output-0-28"/>
          <p:cNvSpPr/>
          <p:nvPr/>
        </p:nvSpPr>
        <p:spPr>
          <a:xfrm>
            <a:off x="7613904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grid-2-test-output-0-29"/>
          <p:cNvSpPr/>
          <p:nvPr/>
        </p:nvSpPr>
        <p:spPr>
          <a:xfrm>
            <a:off x="7693152" y="17373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grid-2-test-output-1-0"/>
          <p:cNvSpPr/>
          <p:nvPr/>
        </p:nvSpPr>
        <p:spPr>
          <a:xfrm>
            <a:off x="53949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grid-2-test-output-1-1"/>
          <p:cNvSpPr/>
          <p:nvPr/>
        </p:nvSpPr>
        <p:spPr>
          <a:xfrm>
            <a:off x="547420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grid-2-test-output-1-2"/>
          <p:cNvSpPr/>
          <p:nvPr/>
        </p:nvSpPr>
        <p:spPr>
          <a:xfrm>
            <a:off x="5553456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grid-2-test-output-1-3"/>
          <p:cNvSpPr/>
          <p:nvPr/>
        </p:nvSpPr>
        <p:spPr>
          <a:xfrm>
            <a:off x="5632704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grid-2-test-output-1-4"/>
          <p:cNvSpPr/>
          <p:nvPr/>
        </p:nvSpPr>
        <p:spPr>
          <a:xfrm>
            <a:off x="57119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grid-2-test-output-1-5"/>
          <p:cNvSpPr/>
          <p:nvPr/>
        </p:nvSpPr>
        <p:spPr>
          <a:xfrm>
            <a:off x="579120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grid-2-test-output-1-6"/>
          <p:cNvSpPr/>
          <p:nvPr/>
        </p:nvSpPr>
        <p:spPr>
          <a:xfrm>
            <a:off x="587044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grid-2-test-output-1-7"/>
          <p:cNvSpPr/>
          <p:nvPr/>
        </p:nvSpPr>
        <p:spPr>
          <a:xfrm>
            <a:off x="594969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grid-2-test-output-1-8"/>
          <p:cNvSpPr/>
          <p:nvPr/>
        </p:nvSpPr>
        <p:spPr>
          <a:xfrm>
            <a:off x="602894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grid-2-test-output-1-9"/>
          <p:cNvSpPr/>
          <p:nvPr/>
        </p:nvSpPr>
        <p:spPr>
          <a:xfrm>
            <a:off x="610819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grid-2-test-output-1-10"/>
          <p:cNvSpPr/>
          <p:nvPr/>
        </p:nvSpPr>
        <p:spPr>
          <a:xfrm>
            <a:off x="618744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grid-2-test-output-1-11"/>
          <p:cNvSpPr/>
          <p:nvPr/>
        </p:nvSpPr>
        <p:spPr>
          <a:xfrm>
            <a:off x="626668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grid-2-test-output-1-12"/>
          <p:cNvSpPr/>
          <p:nvPr/>
        </p:nvSpPr>
        <p:spPr>
          <a:xfrm>
            <a:off x="634593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grid-2-test-output-1-13"/>
          <p:cNvSpPr/>
          <p:nvPr/>
        </p:nvSpPr>
        <p:spPr>
          <a:xfrm>
            <a:off x="642518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grid-2-test-output-1-14"/>
          <p:cNvSpPr/>
          <p:nvPr/>
        </p:nvSpPr>
        <p:spPr>
          <a:xfrm>
            <a:off x="650443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grid-2-test-output-1-15"/>
          <p:cNvSpPr/>
          <p:nvPr/>
        </p:nvSpPr>
        <p:spPr>
          <a:xfrm>
            <a:off x="658368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grid-2-test-output-1-16"/>
          <p:cNvSpPr/>
          <p:nvPr/>
        </p:nvSpPr>
        <p:spPr>
          <a:xfrm>
            <a:off x="666292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grid-2-test-output-1-17"/>
          <p:cNvSpPr/>
          <p:nvPr/>
        </p:nvSpPr>
        <p:spPr>
          <a:xfrm>
            <a:off x="674217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grid-2-test-output-1-18"/>
          <p:cNvSpPr/>
          <p:nvPr/>
        </p:nvSpPr>
        <p:spPr>
          <a:xfrm>
            <a:off x="682142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grid-2-test-output-1-19"/>
          <p:cNvSpPr/>
          <p:nvPr/>
        </p:nvSpPr>
        <p:spPr>
          <a:xfrm>
            <a:off x="690067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grid-2-test-output-1-20"/>
          <p:cNvSpPr/>
          <p:nvPr/>
        </p:nvSpPr>
        <p:spPr>
          <a:xfrm>
            <a:off x="697992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grid-2-test-output-1-21"/>
          <p:cNvSpPr/>
          <p:nvPr/>
        </p:nvSpPr>
        <p:spPr>
          <a:xfrm>
            <a:off x="7059168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grid-2-test-output-1-22"/>
          <p:cNvSpPr/>
          <p:nvPr/>
        </p:nvSpPr>
        <p:spPr>
          <a:xfrm>
            <a:off x="7138416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grid-2-test-output-1-23"/>
          <p:cNvSpPr/>
          <p:nvPr/>
        </p:nvSpPr>
        <p:spPr>
          <a:xfrm>
            <a:off x="7217664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grid-2-test-output-1-24"/>
          <p:cNvSpPr/>
          <p:nvPr/>
        </p:nvSpPr>
        <p:spPr>
          <a:xfrm>
            <a:off x="7296912" y="18166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grid-2-test-output-1-25"/>
          <p:cNvSpPr/>
          <p:nvPr/>
        </p:nvSpPr>
        <p:spPr>
          <a:xfrm>
            <a:off x="7376160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grid-2-test-output-1-26"/>
          <p:cNvSpPr/>
          <p:nvPr/>
        </p:nvSpPr>
        <p:spPr>
          <a:xfrm>
            <a:off x="7455408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grid-2-test-output-1-27"/>
          <p:cNvSpPr/>
          <p:nvPr/>
        </p:nvSpPr>
        <p:spPr>
          <a:xfrm>
            <a:off x="7534656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grid-2-test-output-1-28"/>
          <p:cNvSpPr/>
          <p:nvPr/>
        </p:nvSpPr>
        <p:spPr>
          <a:xfrm>
            <a:off x="7613904" y="181660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grid-2-test-output-1-29"/>
          <p:cNvSpPr/>
          <p:nvPr/>
        </p:nvSpPr>
        <p:spPr>
          <a:xfrm>
            <a:off x="7693152" y="18166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grid-2-test-output-2-0"/>
          <p:cNvSpPr/>
          <p:nvPr/>
        </p:nvSpPr>
        <p:spPr>
          <a:xfrm>
            <a:off x="53949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grid-2-test-output-2-1"/>
          <p:cNvSpPr/>
          <p:nvPr/>
        </p:nvSpPr>
        <p:spPr>
          <a:xfrm>
            <a:off x="5474208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grid-2-test-output-2-2"/>
          <p:cNvSpPr/>
          <p:nvPr/>
        </p:nvSpPr>
        <p:spPr>
          <a:xfrm>
            <a:off x="5553456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grid-2-test-output-2-3"/>
          <p:cNvSpPr/>
          <p:nvPr/>
        </p:nvSpPr>
        <p:spPr>
          <a:xfrm>
            <a:off x="5632704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grid-2-test-output-2-4"/>
          <p:cNvSpPr/>
          <p:nvPr/>
        </p:nvSpPr>
        <p:spPr>
          <a:xfrm>
            <a:off x="5711952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grid-2-test-output-2-5"/>
          <p:cNvSpPr/>
          <p:nvPr/>
        </p:nvSpPr>
        <p:spPr>
          <a:xfrm>
            <a:off x="5791200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grid-2-test-output-2-6"/>
          <p:cNvSpPr/>
          <p:nvPr/>
        </p:nvSpPr>
        <p:spPr>
          <a:xfrm>
            <a:off x="5870448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grid-2-test-output-2-7"/>
          <p:cNvSpPr/>
          <p:nvPr/>
        </p:nvSpPr>
        <p:spPr>
          <a:xfrm>
            <a:off x="5949696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grid-2-test-output-2-8"/>
          <p:cNvSpPr/>
          <p:nvPr/>
        </p:nvSpPr>
        <p:spPr>
          <a:xfrm>
            <a:off x="602894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grid-2-test-output-2-9"/>
          <p:cNvSpPr/>
          <p:nvPr/>
        </p:nvSpPr>
        <p:spPr>
          <a:xfrm>
            <a:off x="610819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grid-2-test-output-2-10"/>
          <p:cNvSpPr/>
          <p:nvPr/>
        </p:nvSpPr>
        <p:spPr>
          <a:xfrm>
            <a:off x="618744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grid-2-test-output-2-11"/>
          <p:cNvSpPr/>
          <p:nvPr/>
        </p:nvSpPr>
        <p:spPr>
          <a:xfrm>
            <a:off x="626668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grid-2-test-output-2-12"/>
          <p:cNvSpPr/>
          <p:nvPr/>
        </p:nvSpPr>
        <p:spPr>
          <a:xfrm>
            <a:off x="634593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grid-2-test-output-2-13"/>
          <p:cNvSpPr/>
          <p:nvPr/>
        </p:nvSpPr>
        <p:spPr>
          <a:xfrm>
            <a:off x="642518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grid-2-test-output-2-14"/>
          <p:cNvSpPr/>
          <p:nvPr/>
        </p:nvSpPr>
        <p:spPr>
          <a:xfrm>
            <a:off x="650443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grid-2-test-output-2-15"/>
          <p:cNvSpPr/>
          <p:nvPr/>
        </p:nvSpPr>
        <p:spPr>
          <a:xfrm>
            <a:off x="658368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grid-2-test-output-2-16"/>
          <p:cNvSpPr/>
          <p:nvPr/>
        </p:nvSpPr>
        <p:spPr>
          <a:xfrm>
            <a:off x="666292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grid-2-test-output-2-17"/>
          <p:cNvSpPr/>
          <p:nvPr/>
        </p:nvSpPr>
        <p:spPr>
          <a:xfrm>
            <a:off x="674217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grid-2-test-output-2-18"/>
          <p:cNvSpPr/>
          <p:nvPr/>
        </p:nvSpPr>
        <p:spPr>
          <a:xfrm>
            <a:off x="682142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grid-2-test-output-2-19"/>
          <p:cNvSpPr/>
          <p:nvPr/>
        </p:nvSpPr>
        <p:spPr>
          <a:xfrm>
            <a:off x="690067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grid-2-test-output-2-20"/>
          <p:cNvSpPr/>
          <p:nvPr/>
        </p:nvSpPr>
        <p:spPr>
          <a:xfrm>
            <a:off x="697992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grid-2-test-output-2-21"/>
          <p:cNvSpPr/>
          <p:nvPr/>
        </p:nvSpPr>
        <p:spPr>
          <a:xfrm>
            <a:off x="7059168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grid-2-test-output-2-22"/>
          <p:cNvSpPr/>
          <p:nvPr/>
        </p:nvSpPr>
        <p:spPr>
          <a:xfrm>
            <a:off x="713841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grid-2-test-output-2-23"/>
          <p:cNvSpPr/>
          <p:nvPr/>
        </p:nvSpPr>
        <p:spPr>
          <a:xfrm>
            <a:off x="7217664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grid-2-test-output-2-24"/>
          <p:cNvSpPr/>
          <p:nvPr/>
        </p:nvSpPr>
        <p:spPr>
          <a:xfrm>
            <a:off x="7296912" y="18958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grid-2-test-output-2-25"/>
          <p:cNvSpPr/>
          <p:nvPr/>
        </p:nvSpPr>
        <p:spPr>
          <a:xfrm>
            <a:off x="7376160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grid-2-test-output-2-26"/>
          <p:cNvSpPr/>
          <p:nvPr/>
        </p:nvSpPr>
        <p:spPr>
          <a:xfrm>
            <a:off x="7455408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grid-2-test-output-2-27"/>
          <p:cNvSpPr/>
          <p:nvPr/>
        </p:nvSpPr>
        <p:spPr>
          <a:xfrm>
            <a:off x="7534656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grid-2-test-output-2-28"/>
          <p:cNvSpPr/>
          <p:nvPr/>
        </p:nvSpPr>
        <p:spPr>
          <a:xfrm>
            <a:off x="7613904" y="189585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grid-2-test-output-2-29"/>
          <p:cNvSpPr/>
          <p:nvPr/>
        </p:nvSpPr>
        <p:spPr>
          <a:xfrm>
            <a:off x="7693152" y="18958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grid-2-test-output-3-0"/>
          <p:cNvSpPr/>
          <p:nvPr/>
        </p:nvSpPr>
        <p:spPr>
          <a:xfrm>
            <a:off x="53949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grid-2-test-output-3-1"/>
          <p:cNvSpPr/>
          <p:nvPr/>
        </p:nvSpPr>
        <p:spPr>
          <a:xfrm>
            <a:off x="5474208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grid-2-test-output-3-2"/>
          <p:cNvSpPr/>
          <p:nvPr/>
        </p:nvSpPr>
        <p:spPr>
          <a:xfrm>
            <a:off x="555345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grid-2-test-output-3-3"/>
          <p:cNvSpPr/>
          <p:nvPr/>
        </p:nvSpPr>
        <p:spPr>
          <a:xfrm>
            <a:off x="5632704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grid-2-test-output-3-4"/>
          <p:cNvSpPr/>
          <p:nvPr/>
        </p:nvSpPr>
        <p:spPr>
          <a:xfrm>
            <a:off x="5711952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grid-2-test-output-3-5"/>
          <p:cNvSpPr/>
          <p:nvPr/>
        </p:nvSpPr>
        <p:spPr>
          <a:xfrm>
            <a:off x="579120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grid-2-test-output-3-6"/>
          <p:cNvSpPr/>
          <p:nvPr/>
        </p:nvSpPr>
        <p:spPr>
          <a:xfrm>
            <a:off x="587044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grid-2-test-output-3-7"/>
          <p:cNvSpPr/>
          <p:nvPr/>
        </p:nvSpPr>
        <p:spPr>
          <a:xfrm>
            <a:off x="5949696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grid-2-test-output-3-8"/>
          <p:cNvSpPr/>
          <p:nvPr/>
        </p:nvSpPr>
        <p:spPr>
          <a:xfrm>
            <a:off x="602894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grid-2-test-output-3-9"/>
          <p:cNvSpPr/>
          <p:nvPr/>
        </p:nvSpPr>
        <p:spPr>
          <a:xfrm>
            <a:off x="610819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grid-2-test-output-3-10"/>
          <p:cNvSpPr/>
          <p:nvPr/>
        </p:nvSpPr>
        <p:spPr>
          <a:xfrm>
            <a:off x="618744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grid-2-test-output-3-11"/>
          <p:cNvSpPr/>
          <p:nvPr/>
        </p:nvSpPr>
        <p:spPr>
          <a:xfrm>
            <a:off x="626668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grid-2-test-output-3-12"/>
          <p:cNvSpPr/>
          <p:nvPr/>
        </p:nvSpPr>
        <p:spPr>
          <a:xfrm>
            <a:off x="634593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grid-2-test-output-3-13"/>
          <p:cNvSpPr/>
          <p:nvPr/>
        </p:nvSpPr>
        <p:spPr>
          <a:xfrm>
            <a:off x="642518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grid-2-test-output-3-14"/>
          <p:cNvSpPr/>
          <p:nvPr/>
        </p:nvSpPr>
        <p:spPr>
          <a:xfrm>
            <a:off x="650443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grid-2-test-output-3-15"/>
          <p:cNvSpPr/>
          <p:nvPr/>
        </p:nvSpPr>
        <p:spPr>
          <a:xfrm>
            <a:off x="658368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grid-2-test-output-3-16"/>
          <p:cNvSpPr/>
          <p:nvPr/>
        </p:nvSpPr>
        <p:spPr>
          <a:xfrm>
            <a:off x="666292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grid-2-test-output-3-17"/>
          <p:cNvSpPr/>
          <p:nvPr/>
        </p:nvSpPr>
        <p:spPr>
          <a:xfrm>
            <a:off x="674217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grid-2-test-output-3-18"/>
          <p:cNvSpPr/>
          <p:nvPr/>
        </p:nvSpPr>
        <p:spPr>
          <a:xfrm>
            <a:off x="682142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grid-2-test-output-3-19"/>
          <p:cNvSpPr/>
          <p:nvPr/>
        </p:nvSpPr>
        <p:spPr>
          <a:xfrm>
            <a:off x="690067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grid-2-test-output-3-20"/>
          <p:cNvSpPr/>
          <p:nvPr/>
        </p:nvSpPr>
        <p:spPr>
          <a:xfrm>
            <a:off x="697992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grid-2-test-output-3-21"/>
          <p:cNvSpPr/>
          <p:nvPr/>
        </p:nvSpPr>
        <p:spPr>
          <a:xfrm>
            <a:off x="7059168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grid-2-test-output-3-22"/>
          <p:cNvSpPr/>
          <p:nvPr/>
        </p:nvSpPr>
        <p:spPr>
          <a:xfrm>
            <a:off x="7138416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grid-2-test-output-3-23"/>
          <p:cNvSpPr/>
          <p:nvPr/>
        </p:nvSpPr>
        <p:spPr>
          <a:xfrm>
            <a:off x="7217664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grid-2-test-output-3-24"/>
          <p:cNvSpPr/>
          <p:nvPr/>
        </p:nvSpPr>
        <p:spPr>
          <a:xfrm>
            <a:off x="7296912" y="197510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grid-2-test-output-3-25"/>
          <p:cNvSpPr/>
          <p:nvPr/>
        </p:nvSpPr>
        <p:spPr>
          <a:xfrm>
            <a:off x="7376160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grid-2-test-output-3-26"/>
          <p:cNvSpPr/>
          <p:nvPr/>
        </p:nvSpPr>
        <p:spPr>
          <a:xfrm>
            <a:off x="7455408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grid-2-test-output-3-27"/>
          <p:cNvSpPr/>
          <p:nvPr/>
        </p:nvSpPr>
        <p:spPr>
          <a:xfrm>
            <a:off x="7534656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grid-2-test-output-3-28"/>
          <p:cNvSpPr/>
          <p:nvPr/>
        </p:nvSpPr>
        <p:spPr>
          <a:xfrm>
            <a:off x="7613904" y="1975104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grid-2-test-output-3-29"/>
          <p:cNvSpPr/>
          <p:nvPr/>
        </p:nvSpPr>
        <p:spPr>
          <a:xfrm>
            <a:off x="7693152" y="197510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grid-2-test-output-4-0"/>
          <p:cNvSpPr/>
          <p:nvPr/>
        </p:nvSpPr>
        <p:spPr>
          <a:xfrm>
            <a:off x="53949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grid-2-test-output-4-1"/>
          <p:cNvSpPr/>
          <p:nvPr/>
        </p:nvSpPr>
        <p:spPr>
          <a:xfrm>
            <a:off x="5474208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grid-2-test-output-4-2"/>
          <p:cNvSpPr/>
          <p:nvPr/>
        </p:nvSpPr>
        <p:spPr>
          <a:xfrm>
            <a:off x="55534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grid-2-test-output-4-3"/>
          <p:cNvSpPr/>
          <p:nvPr/>
        </p:nvSpPr>
        <p:spPr>
          <a:xfrm>
            <a:off x="563270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grid-2-test-output-4-4"/>
          <p:cNvSpPr/>
          <p:nvPr/>
        </p:nvSpPr>
        <p:spPr>
          <a:xfrm>
            <a:off x="5711952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grid-2-test-output-4-5"/>
          <p:cNvSpPr/>
          <p:nvPr/>
        </p:nvSpPr>
        <p:spPr>
          <a:xfrm>
            <a:off x="579120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grid-2-test-output-4-6"/>
          <p:cNvSpPr/>
          <p:nvPr/>
        </p:nvSpPr>
        <p:spPr>
          <a:xfrm>
            <a:off x="587044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grid-2-test-output-4-7"/>
          <p:cNvSpPr/>
          <p:nvPr/>
        </p:nvSpPr>
        <p:spPr>
          <a:xfrm>
            <a:off x="5949696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grid-2-test-output-4-8"/>
          <p:cNvSpPr/>
          <p:nvPr/>
        </p:nvSpPr>
        <p:spPr>
          <a:xfrm>
            <a:off x="602894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grid-2-test-output-4-9"/>
          <p:cNvSpPr/>
          <p:nvPr/>
        </p:nvSpPr>
        <p:spPr>
          <a:xfrm>
            <a:off x="610819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grid-2-test-output-4-10"/>
          <p:cNvSpPr/>
          <p:nvPr/>
        </p:nvSpPr>
        <p:spPr>
          <a:xfrm>
            <a:off x="618744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grid-2-test-output-4-11"/>
          <p:cNvSpPr/>
          <p:nvPr/>
        </p:nvSpPr>
        <p:spPr>
          <a:xfrm>
            <a:off x="626668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grid-2-test-output-4-12"/>
          <p:cNvSpPr/>
          <p:nvPr/>
        </p:nvSpPr>
        <p:spPr>
          <a:xfrm>
            <a:off x="634593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grid-2-test-output-4-13"/>
          <p:cNvSpPr/>
          <p:nvPr/>
        </p:nvSpPr>
        <p:spPr>
          <a:xfrm>
            <a:off x="642518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grid-2-test-output-4-14"/>
          <p:cNvSpPr/>
          <p:nvPr/>
        </p:nvSpPr>
        <p:spPr>
          <a:xfrm>
            <a:off x="650443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grid-2-test-output-4-15"/>
          <p:cNvSpPr/>
          <p:nvPr/>
        </p:nvSpPr>
        <p:spPr>
          <a:xfrm>
            <a:off x="658368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grid-2-test-output-4-16"/>
          <p:cNvSpPr/>
          <p:nvPr/>
        </p:nvSpPr>
        <p:spPr>
          <a:xfrm>
            <a:off x="666292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grid-2-test-output-4-17"/>
          <p:cNvSpPr/>
          <p:nvPr/>
        </p:nvSpPr>
        <p:spPr>
          <a:xfrm>
            <a:off x="674217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grid-2-test-output-4-18"/>
          <p:cNvSpPr/>
          <p:nvPr/>
        </p:nvSpPr>
        <p:spPr>
          <a:xfrm>
            <a:off x="682142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grid-2-test-output-4-19"/>
          <p:cNvSpPr/>
          <p:nvPr/>
        </p:nvSpPr>
        <p:spPr>
          <a:xfrm>
            <a:off x="690067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grid-2-test-output-4-20"/>
          <p:cNvSpPr/>
          <p:nvPr/>
        </p:nvSpPr>
        <p:spPr>
          <a:xfrm>
            <a:off x="697992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grid-2-test-output-4-21"/>
          <p:cNvSpPr/>
          <p:nvPr/>
        </p:nvSpPr>
        <p:spPr>
          <a:xfrm>
            <a:off x="7059168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grid-2-test-output-4-22"/>
          <p:cNvSpPr/>
          <p:nvPr/>
        </p:nvSpPr>
        <p:spPr>
          <a:xfrm>
            <a:off x="713841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grid-2-test-output-4-23"/>
          <p:cNvSpPr/>
          <p:nvPr/>
        </p:nvSpPr>
        <p:spPr>
          <a:xfrm>
            <a:off x="7217664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grid-2-test-output-4-24"/>
          <p:cNvSpPr/>
          <p:nvPr/>
        </p:nvSpPr>
        <p:spPr>
          <a:xfrm>
            <a:off x="7296912" y="205435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grid-2-test-output-4-25"/>
          <p:cNvSpPr/>
          <p:nvPr/>
        </p:nvSpPr>
        <p:spPr>
          <a:xfrm>
            <a:off x="7376160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grid-2-test-output-4-26"/>
          <p:cNvSpPr/>
          <p:nvPr/>
        </p:nvSpPr>
        <p:spPr>
          <a:xfrm>
            <a:off x="7455408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grid-2-test-output-4-27"/>
          <p:cNvSpPr/>
          <p:nvPr/>
        </p:nvSpPr>
        <p:spPr>
          <a:xfrm>
            <a:off x="7534656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grid-2-test-output-4-28"/>
          <p:cNvSpPr/>
          <p:nvPr/>
        </p:nvSpPr>
        <p:spPr>
          <a:xfrm>
            <a:off x="7613904" y="205435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grid-2-test-output-4-29"/>
          <p:cNvSpPr/>
          <p:nvPr/>
        </p:nvSpPr>
        <p:spPr>
          <a:xfrm>
            <a:off x="7693152" y="20543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grid-2-test-output-5-0"/>
          <p:cNvSpPr/>
          <p:nvPr/>
        </p:nvSpPr>
        <p:spPr>
          <a:xfrm>
            <a:off x="539496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grid-2-test-output-5-1"/>
          <p:cNvSpPr/>
          <p:nvPr/>
        </p:nvSpPr>
        <p:spPr>
          <a:xfrm>
            <a:off x="5474208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grid-2-test-output-5-2"/>
          <p:cNvSpPr/>
          <p:nvPr/>
        </p:nvSpPr>
        <p:spPr>
          <a:xfrm>
            <a:off x="5553456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grid-2-test-output-5-3"/>
          <p:cNvSpPr/>
          <p:nvPr/>
        </p:nvSpPr>
        <p:spPr>
          <a:xfrm>
            <a:off x="5632704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grid-2-test-output-5-4"/>
          <p:cNvSpPr/>
          <p:nvPr/>
        </p:nvSpPr>
        <p:spPr>
          <a:xfrm>
            <a:off x="5711952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grid-2-test-output-5-5"/>
          <p:cNvSpPr/>
          <p:nvPr/>
        </p:nvSpPr>
        <p:spPr>
          <a:xfrm>
            <a:off x="579120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grid-2-test-output-5-6"/>
          <p:cNvSpPr/>
          <p:nvPr/>
        </p:nvSpPr>
        <p:spPr>
          <a:xfrm>
            <a:off x="587044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grid-2-test-output-5-7"/>
          <p:cNvSpPr/>
          <p:nvPr/>
        </p:nvSpPr>
        <p:spPr>
          <a:xfrm>
            <a:off x="5949696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grid-2-test-output-5-8"/>
          <p:cNvSpPr/>
          <p:nvPr/>
        </p:nvSpPr>
        <p:spPr>
          <a:xfrm>
            <a:off x="602894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grid-2-test-output-5-9"/>
          <p:cNvSpPr/>
          <p:nvPr/>
        </p:nvSpPr>
        <p:spPr>
          <a:xfrm>
            <a:off x="610819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grid-2-test-output-5-10"/>
          <p:cNvSpPr/>
          <p:nvPr/>
        </p:nvSpPr>
        <p:spPr>
          <a:xfrm>
            <a:off x="618744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grid-2-test-output-5-11"/>
          <p:cNvSpPr/>
          <p:nvPr/>
        </p:nvSpPr>
        <p:spPr>
          <a:xfrm>
            <a:off x="626668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grid-2-test-output-5-12"/>
          <p:cNvSpPr/>
          <p:nvPr/>
        </p:nvSpPr>
        <p:spPr>
          <a:xfrm>
            <a:off x="634593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grid-2-test-output-5-13"/>
          <p:cNvSpPr/>
          <p:nvPr/>
        </p:nvSpPr>
        <p:spPr>
          <a:xfrm>
            <a:off x="642518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grid-2-test-output-5-14"/>
          <p:cNvSpPr/>
          <p:nvPr/>
        </p:nvSpPr>
        <p:spPr>
          <a:xfrm>
            <a:off x="650443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grid-2-test-output-5-15"/>
          <p:cNvSpPr/>
          <p:nvPr/>
        </p:nvSpPr>
        <p:spPr>
          <a:xfrm>
            <a:off x="658368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grid-2-test-output-5-16"/>
          <p:cNvSpPr/>
          <p:nvPr/>
        </p:nvSpPr>
        <p:spPr>
          <a:xfrm>
            <a:off x="666292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grid-2-test-output-5-17"/>
          <p:cNvSpPr/>
          <p:nvPr/>
        </p:nvSpPr>
        <p:spPr>
          <a:xfrm>
            <a:off x="674217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grid-2-test-output-5-18"/>
          <p:cNvSpPr/>
          <p:nvPr/>
        </p:nvSpPr>
        <p:spPr>
          <a:xfrm>
            <a:off x="682142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grid-2-test-output-5-19"/>
          <p:cNvSpPr/>
          <p:nvPr/>
        </p:nvSpPr>
        <p:spPr>
          <a:xfrm>
            <a:off x="690067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grid-2-test-output-5-20"/>
          <p:cNvSpPr/>
          <p:nvPr/>
        </p:nvSpPr>
        <p:spPr>
          <a:xfrm>
            <a:off x="697992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grid-2-test-output-5-21"/>
          <p:cNvSpPr/>
          <p:nvPr/>
        </p:nvSpPr>
        <p:spPr>
          <a:xfrm>
            <a:off x="7059168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grid-2-test-output-5-22"/>
          <p:cNvSpPr/>
          <p:nvPr/>
        </p:nvSpPr>
        <p:spPr>
          <a:xfrm>
            <a:off x="7138416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grid-2-test-output-5-23"/>
          <p:cNvSpPr/>
          <p:nvPr/>
        </p:nvSpPr>
        <p:spPr>
          <a:xfrm>
            <a:off x="7217664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grid-2-test-output-5-24"/>
          <p:cNvSpPr/>
          <p:nvPr/>
        </p:nvSpPr>
        <p:spPr>
          <a:xfrm>
            <a:off x="7296912" y="2133599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grid-2-test-output-5-25"/>
          <p:cNvSpPr/>
          <p:nvPr/>
        </p:nvSpPr>
        <p:spPr>
          <a:xfrm>
            <a:off x="7376160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grid-2-test-output-5-26"/>
          <p:cNvSpPr/>
          <p:nvPr/>
        </p:nvSpPr>
        <p:spPr>
          <a:xfrm>
            <a:off x="7455408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grid-2-test-output-5-27"/>
          <p:cNvSpPr/>
          <p:nvPr/>
        </p:nvSpPr>
        <p:spPr>
          <a:xfrm>
            <a:off x="7534656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grid-2-test-output-5-28"/>
          <p:cNvSpPr/>
          <p:nvPr/>
        </p:nvSpPr>
        <p:spPr>
          <a:xfrm>
            <a:off x="7613904" y="2133599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grid-2-test-output-5-29"/>
          <p:cNvSpPr/>
          <p:nvPr/>
        </p:nvSpPr>
        <p:spPr>
          <a:xfrm>
            <a:off x="7693152" y="2133599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grid-2-test-output-6-0"/>
          <p:cNvSpPr/>
          <p:nvPr/>
        </p:nvSpPr>
        <p:spPr>
          <a:xfrm>
            <a:off x="53949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grid-2-test-output-6-1"/>
          <p:cNvSpPr/>
          <p:nvPr/>
        </p:nvSpPr>
        <p:spPr>
          <a:xfrm>
            <a:off x="54742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grid-2-test-output-6-2"/>
          <p:cNvSpPr/>
          <p:nvPr/>
        </p:nvSpPr>
        <p:spPr>
          <a:xfrm>
            <a:off x="5553456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grid-2-test-output-6-3"/>
          <p:cNvSpPr/>
          <p:nvPr/>
        </p:nvSpPr>
        <p:spPr>
          <a:xfrm>
            <a:off x="5632704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grid-2-test-output-6-4"/>
          <p:cNvSpPr/>
          <p:nvPr/>
        </p:nvSpPr>
        <p:spPr>
          <a:xfrm>
            <a:off x="5711952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grid-2-test-output-6-5"/>
          <p:cNvSpPr/>
          <p:nvPr/>
        </p:nvSpPr>
        <p:spPr>
          <a:xfrm>
            <a:off x="579120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grid-2-test-output-6-6"/>
          <p:cNvSpPr/>
          <p:nvPr/>
        </p:nvSpPr>
        <p:spPr>
          <a:xfrm>
            <a:off x="5870448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grid-2-test-output-6-7"/>
          <p:cNvSpPr/>
          <p:nvPr/>
        </p:nvSpPr>
        <p:spPr>
          <a:xfrm>
            <a:off x="5949696" y="221284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grid-2-test-output-6-8"/>
          <p:cNvSpPr/>
          <p:nvPr/>
        </p:nvSpPr>
        <p:spPr>
          <a:xfrm>
            <a:off x="602894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grid-2-test-output-6-9"/>
          <p:cNvSpPr/>
          <p:nvPr/>
        </p:nvSpPr>
        <p:spPr>
          <a:xfrm>
            <a:off x="610819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grid-2-test-output-6-10"/>
          <p:cNvSpPr/>
          <p:nvPr/>
        </p:nvSpPr>
        <p:spPr>
          <a:xfrm>
            <a:off x="618744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grid-2-test-output-6-11"/>
          <p:cNvSpPr/>
          <p:nvPr/>
        </p:nvSpPr>
        <p:spPr>
          <a:xfrm>
            <a:off x="626668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grid-2-test-output-6-12"/>
          <p:cNvSpPr/>
          <p:nvPr/>
        </p:nvSpPr>
        <p:spPr>
          <a:xfrm>
            <a:off x="634593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grid-2-test-output-6-13"/>
          <p:cNvSpPr/>
          <p:nvPr/>
        </p:nvSpPr>
        <p:spPr>
          <a:xfrm>
            <a:off x="642518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grid-2-test-output-6-14"/>
          <p:cNvSpPr/>
          <p:nvPr/>
        </p:nvSpPr>
        <p:spPr>
          <a:xfrm>
            <a:off x="650443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grid-2-test-output-6-15"/>
          <p:cNvSpPr/>
          <p:nvPr/>
        </p:nvSpPr>
        <p:spPr>
          <a:xfrm>
            <a:off x="658368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grid-2-test-output-6-16"/>
          <p:cNvSpPr/>
          <p:nvPr/>
        </p:nvSpPr>
        <p:spPr>
          <a:xfrm>
            <a:off x="666292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grid-2-test-output-6-17"/>
          <p:cNvSpPr/>
          <p:nvPr/>
        </p:nvSpPr>
        <p:spPr>
          <a:xfrm>
            <a:off x="674217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grid-2-test-output-6-18"/>
          <p:cNvSpPr/>
          <p:nvPr/>
        </p:nvSpPr>
        <p:spPr>
          <a:xfrm>
            <a:off x="682142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grid-2-test-output-6-19"/>
          <p:cNvSpPr/>
          <p:nvPr/>
        </p:nvSpPr>
        <p:spPr>
          <a:xfrm>
            <a:off x="690067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grid-2-test-output-6-20"/>
          <p:cNvSpPr/>
          <p:nvPr/>
        </p:nvSpPr>
        <p:spPr>
          <a:xfrm>
            <a:off x="697992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grid-2-test-output-6-21"/>
          <p:cNvSpPr/>
          <p:nvPr/>
        </p:nvSpPr>
        <p:spPr>
          <a:xfrm>
            <a:off x="705916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grid-2-test-output-6-22"/>
          <p:cNvSpPr/>
          <p:nvPr/>
        </p:nvSpPr>
        <p:spPr>
          <a:xfrm>
            <a:off x="713841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grid-2-test-output-6-23"/>
          <p:cNvSpPr/>
          <p:nvPr/>
        </p:nvSpPr>
        <p:spPr>
          <a:xfrm>
            <a:off x="721766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grid-2-test-output-6-24"/>
          <p:cNvSpPr/>
          <p:nvPr/>
        </p:nvSpPr>
        <p:spPr>
          <a:xfrm>
            <a:off x="7296912" y="221284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grid-2-test-output-6-25"/>
          <p:cNvSpPr/>
          <p:nvPr/>
        </p:nvSpPr>
        <p:spPr>
          <a:xfrm>
            <a:off x="7376160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grid-2-test-output-6-26"/>
          <p:cNvSpPr/>
          <p:nvPr/>
        </p:nvSpPr>
        <p:spPr>
          <a:xfrm>
            <a:off x="7455408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grid-2-test-output-6-27"/>
          <p:cNvSpPr/>
          <p:nvPr/>
        </p:nvSpPr>
        <p:spPr>
          <a:xfrm>
            <a:off x="7534656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grid-2-test-output-6-28"/>
          <p:cNvSpPr/>
          <p:nvPr/>
        </p:nvSpPr>
        <p:spPr>
          <a:xfrm>
            <a:off x="7613904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grid-2-test-output-6-29"/>
          <p:cNvSpPr/>
          <p:nvPr/>
        </p:nvSpPr>
        <p:spPr>
          <a:xfrm>
            <a:off x="7693152" y="221284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grid-2-test-output-7-0"/>
          <p:cNvSpPr/>
          <p:nvPr/>
        </p:nvSpPr>
        <p:spPr>
          <a:xfrm>
            <a:off x="53949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grid-2-test-output-7-1"/>
          <p:cNvSpPr/>
          <p:nvPr/>
        </p:nvSpPr>
        <p:spPr>
          <a:xfrm>
            <a:off x="547420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grid-2-test-output-7-2"/>
          <p:cNvSpPr/>
          <p:nvPr/>
        </p:nvSpPr>
        <p:spPr>
          <a:xfrm>
            <a:off x="555345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grid-2-test-output-7-3"/>
          <p:cNvSpPr/>
          <p:nvPr/>
        </p:nvSpPr>
        <p:spPr>
          <a:xfrm>
            <a:off x="563270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grid-2-test-output-7-4"/>
          <p:cNvSpPr/>
          <p:nvPr/>
        </p:nvSpPr>
        <p:spPr>
          <a:xfrm>
            <a:off x="5711952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grid-2-test-output-7-5"/>
          <p:cNvSpPr/>
          <p:nvPr/>
        </p:nvSpPr>
        <p:spPr>
          <a:xfrm>
            <a:off x="5791200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grid-2-test-output-7-6"/>
          <p:cNvSpPr/>
          <p:nvPr/>
        </p:nvSpPr>
        <p:spPr>
          <a:xfrm>
            <a:off x="5870448" y="229209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grid-2-test-output-7-7"/>
          <p:cNvSpPr/>
          <p:nvPr/>
        </p:nvSpPr>
        <p:spPr>
          <a:xfrm>
            <a:off x="594969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grid-2-test-output-7-8"/>
          <p:cNvSpPr/>
          <p:nvPr/>
        </p:nvSpPr>
        <p:spPr>
          <a:xfrm>
            <a:off x="602894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grid-2-test-output-7-9"/>
          <p:cNvSpPr/>
          <p:nvPr/>
        </p:nvSpPr>
        <p:spPr>
          <a:xfrm>
            <a:off x="610819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grid-2-test-output-7-10"/>
          <p:cNvSpPr/>
          <p:nvPr/>
        </p:nvSpPr>
        <p:spPr>
          <a:xfrm>
            <a:off x="618744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grid-2-test-output-7-11"/>
          <p:cNvSpPr/>
          <p:nvPr/>
        </p:nvSpPr>
        <p:spPr>
          <a:xfrm>
            <a:off x="626668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grid-2-test-output-7-12"/>
          <p:cNvSpPr/>
          <p:nvPr/>
        </p:nvSpPr>
        <p:spPr>
          <a:xfrm>
            <a:off x="634593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grid-2-test-output-7-13"/>
          <p:cNvSpPr/>
          <p:nvPr/>
        </p:nvSpPr>
        <p:spPr>
          <a:xfrm>
            <a:off x="642518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grid-2-test-output-7-14"/>
          <p:cNvSpPr/>
          <p:nvPr/>
        </p:nvSpPr>
        <p:spPr>
          <a:xfrm>
            <a:off x="650443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grid-2-test-output-7-15"/>
          <p:cNvSpPr/>
          <p:nvPr/>
        </p:nvSpPr>
        <p:spPr>
          <a:xfrm>
            <a:off x="658368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grid-2-test-output-7-16"/>
          <p:cNvSpPr/>
          <p:nvPr/>
        </p:nvSpPr>
        <p:spPr>
          <a:xfrm>
            <a:off x="666292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grid-2-test-output-7-17"/>
          <p:cNvSpPr/>
          <p:nvPr/>
        </p:nvSpPr>
        <p:spPr>
          <a:xfrm>
            <a:off x="674217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grid-2-test-output-7-18"/>
          <p:cNvSpPr/>
          <p:nvPr/>
        </p:nvSpPr>
        <p:spPr>
          <a:xfrm>
            <a:off x="682142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grid-2-test-output-7-19"/>
          <p:cNvSpPr/>
          <p:nvPr/>
        </p:nvSpPr>
        <p:spPr>
          <a:xfrm>
            <a:off x="690067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grid-2-test-output-7-20"/>
          <p:cNvSpPr/>
          <p:nvPr/>
        </p:nvSpPr>
        <p:spPr>
          <a:xfrm>
            <a:off x="697992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grid-2-test-output-7-21"/>
          <p:cNvSpPr/>
          <p:nvPr/>
        </p:nvSpPr>
        <p:spPr>
          <a:xfrm>
            <a:off x="7059168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grid-2-test-output-7-22"/>
          <p:cNvSpPr/>
          <p:nvPr/>
        </p:nvSpPr>
        <p:spPr>
          <a:xfrm>
            <a:off x="7138416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grid-2-test-output-7-23"/>
          <p:cNvSpPr/>
          <p:nvPr/>
        </p:nvSpPr>
        <p:spPr>
          <a:xfrm>
            <a:off x="7217664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grid-2-test-output-7-24"/>
          <p:cNvSpPr/>
          <p:nvPr/>
        </p:nvSpPr>
        <p:spPr>
          <a:xfrm>
            <a:off x="7296912" y="229209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grid-2-test-output-7-25"/>
          <p:cNvSpPr/>
          <p:nvPr/>
        </p:nvSpPr>
        <p:spPr>
          <a:xfrm>
            <a:off x="7376160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grid-2-test-output-7-26"/>
          <p:cNvSpPr/>
          <p:nvPr/>
        </p:nvSpPr>
        <p:spPr>
          <a:xfrm>
            <a:off x="7455408" y="229209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grid-2-test-output-7-27"/>
          <p:cNvSpPr/>
          <p:nvPr/>
        </p:nvSpPr>
        <p:spPr>
          <a:xfrm>
            <a:off x="7534656" y="229209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grid-2-test-output-7-28"/>
          <p:cNvSpPr/>
          <p:nvPr/>
        </p:nvSpPr>
        <p:spPr>
          <a:xfrm>
            <a:off x="7613904" y="229209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grid-2-test-output-7-29"/>
          <p:cNvSpPr/>
          <p:nvPr/>
        </p:nvSpPr>
        <p:spPr>
          <a:xfrm>
            <a:off x="7693152" y="229209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grid-2-test-output-8-0"/>
          <p:cNvSpPr/>
          <p:nvPr/>
        </p:nvSpPr>
        <p:spPr>
          <a:xfrm>
            <a:off x="53949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grid-2-test-output-8-1"/>
          <p:cNvSpPr/>
          <p:nvPr/>
        </p:nvSpPr>
        <p:spPr>
          <a:xfrm>
            <a:off x="547420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grid-2-test-output-8-2"/>
          <p:cNvSpPr/>
          <p:nvPr/>
        </p:nvSpPr>
        <p:spPr>
          <a:xfrm>
            <a:off x="55534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grid-2-test-output-8-3"/>
          <p:cNvSpPr/>
          <p:nvPr/>
        </p:nvSpPr>
        <p:spPr>
          <a:xfrm>
            <a:off x="563270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grid-2-test-output-8-4"/>
          <p:cNvSpPr/>
          <p:nvPr/>
        </p:nvSpPr>
        <p:spPr>
          <a:xfrm>
            <a:off x="57119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grid-2-test-output-8-5"/>
          <p:cNvSpPr/>
          <p:nvPr/>
        </p:nvSpPr>
        <p:spPr>
          <a:xfrm>
            <a:off x="579120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grid-2-test-output-8-6"/>
          <p:cNvSpPr/>
          <p:nvPr/>
        </p:nvSpPr>
        <p:spPr>
          <a:xfrm>
            <a:off x="587044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grid-2-test-output-8-7"/>
          <p:cNvSpPr/>
          <p:nvPr/>
        </p:nvSpPr>
        <p:spPr>
          <a:xfrm>
            <a:off x="594969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grid-2-test-output-8-8"/>
          <p:cNvSpPr/>
          <p:nvPr/>
        </p:nvSpPr>
        <p:spPr>
          <a:xfrm>
            <a:off x="602894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grid-2-test-output-8-9"/>
          <p:cNvSpPr/>
          <p:nvPr/>
        </p:nvSpPr>
        <p:spPr>
          <a:xfrm>
            <a:off x="610819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grid-2-test-output-8-10"/>
          <p:cNvSpPr/>
          <p:nvPr/>
        </p:nvSpPr>
        <p:spPr>
          <a:xfrm>
            <a:off x="618744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grid-2-test-output-8-11"/>
          <p:cNvSpPr/>
          <p:nvPr/>
        </p:nvSpPr>
        <p:spPr>
          <a:xfrm>
            <a:off x="626668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grid-2-test-output-8-12"/>
          <p:cNvSpPr/>
          <p:nvPr/>
        </p:nvSpPr>
        <p:spPr>
          <a:xfrm>
            <a:off x="634593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grid-2-test-output-8-13"/>
          <p:cNvSpPr/>
          <p:nvPr/>
        </p:nvSpPr>
        <p:spPr>
          <a:xfrm>
            <a:off x="642518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grid-2-test-output-8-14"/>
          <p:cNvSpPr/>
          <p:nvPr/>
        </p:nvSpPr>
        <p:spPr>
          <a:xfrm>
            <a:off x="650443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grid-2-test-output-8-15"/>
          <p:cNvSpPr/>
          <p:nvPr/>
        </p:nvSpPr>
        <p:spPr>
          <a:xfrm>
            <a:off x="658368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grid-2-test-output-8-16"/>
          <p:cNvSpPr/>
          <p:nvPr/>
        </p:nvSpPr>
        <p:spPr>
          <a:xfrm>
            <a:off x="666292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grid-2-test-output-8-17"/>
          <p:cNvSpPr/>
          <p:nvPr/>
        </p:nvSpPr>
        <p:spPr>
          <a:xfrm>
            <a:off x="674217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grid-2-test-output-8-18"/>
          <p:cNvSpPr/>
          <p:nvPr/>
        </p:nvSpPr>
        <p:spPr>
          <a:xfrm>
            <a:off x="682142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grid-2-test-output-8-19"/>
          <p:cNvSpPr/>
          <p:nvPr/>
        </p:nvSpPr>
        <p:spPr>
          <a:xfrm>
            <a:off x="690067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grid-2-test-output-8-20"/>
          <p:cNvSpPr/>
          <p:nvPr/>
        </p:nvSpPr>
        <p:spPr>
          <a:xfrm>
            <a:off x="697992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grid-2-test-output-8-21"/>
          <p:cNvSpPr/>
          <p:nvPr/>
        </p:nvSpPr>
        <p:spPr>
          <a:xfrm>
            <a:off x="7059168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grid-2-test-output-8-22"/>
          <p:cNvSpPr/>
          <p:nvPr/>
        </p:nvSpPr>
        <p:spPr>
          <a:xfrm>
            <a:off x="713841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grid-2-test-output-8-23"/>
          <p:cNvSpPr/>
          <p:nvPr/>
        </p:nvSpPr>
        <p:spPr>
          <a:xfrm>
            <a:off x="7217664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grid-2-test-output-8-24"/>
          <p:cNvSpPr/>
          <p:nvPr/>
        </p:nvSpPr>
        <p:spPr>
          <a:xfrm>
            <a:off x="7296912" y="237134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grid-2-test-output-8-25"/>
          <p:cNvSpPr/>
          <p:nvPr/>
        </p:nvSpPr>
        <p:spPr>
          <a:xfrm>
            <a:off x="7376160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grid-2-test-output-8-26"/>
          <p:cNvSpPr/>
          <p:nvPr/>
        </p:nvSpPr>
        <p:spPr>
          <a:xfrm>
            <a:off x="7455408" y="237134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grid-2-test-output-8-27"/>
          <p:cNvSpPr/>
          <p:nvPr/>
        </p:nvSpPr>
        <p:spPr>
          <a:xfrm>
            <a:off x="7534656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grid-2-test-output-8-28"/>
          <p:cNvSpPr/>
          <p:nvPr/>
        </p:nvSpPr>
        <p:spPr>
          <a:xfrm>
            <a:off x="7613904" y="2371344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grid-2-test-output-8-29"/>
          <p:cNvSpPr/>
          <p:nvPr/>
        </p:nvSpPr>
        <p:spPr>
          <a:xfrm>
            <a:off x="7693152" y="237134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grid-2-test-output-9-0"/>
          <p:cNvSpPr/>
          <p:nvPr/>
        </p:nvSpPr>
        <p:spPr>
          <a:xfrm>
            <a:off x="53949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grid-2-test-output-9-1"/>
          <p:cNvSpPr/>
          <p:nvPr/>
        </p:nvSpPr>
        <p:spPr>
          <a:xfrm>
            <a:off x="547420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grid-2-test-output-9-2"/>
          <p:cNvSpPr/>
          <p:nvPr/>
        </p:nvSpPr>
        <p:spPr>
          <a:xfrm>
            <a:off x="555345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grid-2-test-output-9-3"/>
          <p:cNvSpPr/>
          <p:nvPr/>
        </p:nvSpPr>
        <p:spPr>
          <a:xfrm>
            <a:off x="563270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grid-2-test-output-9-4"/>
          <p:cNvSpPr/>
          <p:nvPr/>
        </p:nvSpPr>
        <p:spPr>
          <a:xfrm>
            <a:off x="57119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grid-2-test-output-9-5"/>
          <p:cNvSpPr/>
          <p:nvPr/>
        </p:nvSpPr>
        <p:spPr>
          <a:xfrm>
            <a:off x="579120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grid-2-test-output-9-6"/>
          <p:cNvSpPr/>
          <p:nvPr/>
        </p:nvSpPr>
        <p:spPr>
          <a:xfrm>
            <a:off x="587044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grid-2-test-output-9-7"/>
          <p:cNvSpPr/>
          <p:nvPr/>
        </p:nvSpPr>
        <p:spPr>
          <a:xfrm>
            <a:off x="594969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grid-2-test-output-9-8"/>
          <p:cNvSpPr/>
          <p:nvPr/>
        </p:nvSpPr>
        <p:spPr>
          <a:xfrm>
            <a:off x="602894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grid-2-test-output-9-9"/>
          <p:cNvSpPr/>
          <p:nvPr/>
        </p:nvSpPr>
        <p:spPr>
          <a:xfrm>
            <a:off x="610819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grid-2-test-output-9-10"/>
          <p:cNvSpPr/>
          <p:nvPr/>
        </p:nvSpPr>
        <p:spPr>
          <a:xfrm>
            <a:off x="618744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grid-2-test-output-9-11"/>
          <p:cNvSpPr/>
          <p:nvPr/>
        </p:nvSpPr>
        <p:spPr>
          <a:xfrm>
            <a:off x="6266688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grid-2-test-output-9-12"/>
          <p:cNvSpPr/>
          <p:nvPr/>
        </p:nvSpPr>
        <p:spPr>
          <a:xfrm>
            <a:off x="634593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grid-2-test-output-9-13"/>
          <p:cNvSpPr/>
          <p:nvPr/>
        </p:nvSpPr>
        <p:spPr>
          <a:xfrm>
            <a:off x="642518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grid-2-test-output-9-14"/>
          <p:cNvSpPr/>
          <p:nvPr/>
        </p:nvSpPr>
        <p:spPr>
          <a:xfrm>
            <a:off x="650443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grid-2-test-output-9-15"/>
          <p:cNvSpPr/>
          <p:nvPr/>
        </p:nvSpPr>
        <p:spPr>
          <a:xfrm>
            <a:off x="658368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grid-2-test-output-9-16"/>
          <p:cNvSpPr/>
          <p:nvPr/>
        </p:nvSpPr>
        <p:spPr>
          <a:xfrm>
            <a:off x="6662928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grid-2-test-output-9-17"/>
          <p:cNvSpPr/>
          <p:nvPr/>
        </p:nvSpPr>
        <p:spPr>
          <a:xfrm>
            <a:off x="6742176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grid-2-test-output-9-18"/>
          <p:cNvSpPr/>
          <p:nvPr/>
        </p:nvSpPr>
        <p:spPr>
          <a:xfrm>
            <a:off x="6821424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grid-2-test-output-9-19"/>
          <p:cNvSpPr/>
          <p:nvPr/>
        </p:nvSpPr>
        <p:spPr>
          <a:xfrm>
            <a:off x="6900672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grid-2-test-output-9-20"/>
          <p:cNvSpPr/>
          <p:nvPr/>
        </p:nvSpPr>
        <p:spPr>
          <a:xfrm>
            <a:off x="6979920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grid-2-test-output-9-21"/>
          <p:cNvSpPr/>
          <p:nvPr/>
        </p:nvSpPr>
        <p:spPr>
          <a:xfrm>
            <a:off x="7059168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grid-2-test-output-9-22"/>
          <p:cNvSpPr/>
          <p:nvPr/>
        </p:nvSpPr>
        <p:spPr>
          <a:xfrm>
            <a:off x="7138416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grid-2-test-output-9-23"/>
          <p:cNvSpPr/>
          <p:nvPr/>
        </p:nvSpPr>
        <p:spPr>
          <a:xfrm>
            <a:off x="7217664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grid-2-test-output-9-24"/>
          <p:cNvSpPr/>
          <p:nvPr/>
        </p:nvSpPr>
        <p:spPr>
          <a:xfrm>
            <a:off x="7296912" y="2450591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grid-2-test-output-9-25"/>
          <p:cNvSpPr/>
          <p:nvPr/>
        </p:nvSpPr>
        <p:spPr>
          <a:xfrm>
            <a:off x="7376160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grid-2-test-output-9-26"/>
          <p:cNvSpPr/>
          <p:nvPr/>
        </p:nvSpPr>
        <p:spPr>
          <a:xfrm>
            <a:off x="7455408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grid-2-test-output-9-27"/>
          <p:cNvSpPr/>
          <p:nvPr/>
        </p:nvSpPr>
        <p:spPr>
          <a:xfrm>
            <a:off x="7534656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grid-2-test-output-9-28"/>
          <p:cNvSpPr/>
          <p:nvPr/>
        </p:nvSpPr>
        <p:spPr>
          <a:xfrm>
            <a:off x="7613904" y="2450591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grid-2-test-output-9-29"/>
          <p:cNvSpPr/>
          <p:nvPr/>
        </p:nvSpPr>
        <p:spPr>
          <a:xfrm>
            <a:off x="7693152" y="2450591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grid-2-test-output-10-0"/>
          <p:cNvSpPr/>
          <p:nvPr/>
        </p:nvSpPr>
        <p:spPr>
          <a:xfrm>
            <a:off x="539496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grid-2-test-output-10-1"/>
          <p:cNvSpPr/>
          <p:nvPr/>
        </p:nvSpPr>
        <p:spPr>
          <a:xfrm>
            <a:off x="547420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grid-2-test-output-10-2"/>
          <p:cNvSpPr/>
          <p:nvPr/>
        </p:nvSpPr>
        <p:spPr>
          <a:xfrm>
            <a:off x="555345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grid-2-test-output-10-3"/>
          <p:cNvSpPr/>
          <p:nvPr/>
        </p:nvSpPr>
        <p:spPr>
          <a:xfrm>
            <a:off x="563270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grid-2-test-output-10-4"/>
          <p:cNvSpPr/>
          <p:nvPr/>
        </p:nvSpPr>
        <p:spPr>
          <a:xfrm>
            <a:off x="57119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grid-2-test-output-10-5"/>
          <p:cNvSpPr/>
          <p:nvPr/>
        </p:nvSpPr>
        <p:spPr>
          <a:xfrm>
            <a:off x="579120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grid-2-test-output-10-6"/>
          <p:cNvSpPr/>
          <p:nvPr/>
        </p:nvSpPr>
        <p:spPr>
          <a:xfrm>
            <a:off x="587044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grid-2-test-output-10-7"/>
          <p:cNvSpPr/>
          <p:nvPr/>
        </p:nvSpPr>
        <p:spPr>
          <a:xfrm>
            <a:off x="594969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grid-2-test-output-10-8"/>
          <p:cNvSpPr/>
          <p:nvPr/>
        </p:nvSpPr>
        <p:spPr>
          <a:xfrm>
            <a:off x="602894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grid-2-test-output-10-9"/>
          <p:cNvSpPr/>
          <p:nvPr/>
        </p:nvSpPr>
        <p:spPr>
          <a:xfrm>
            <a:off x="610819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grid-2-test-output-10-10"/>
          <p:cNvSpPr/>
          <p:nvPr/>
        </p:nvSpPr>
        <p:spPr>
          <a:xfrm>
            <a:off x="618744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grid-2-test-output-10-11"/>
          <p:cNvSpPr/>
          <p:nvPr/>
        </p:nvSpPr>
        <p:spPr>
          <a:xfrm>
            <a:off x="6266688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grid-2-test-output-10-12"/>
          <p:cNvSpPr/>
          <p:nvPr/>
        </p:nvSpPr>
        <p:spPr>
          <a:xfrm>
            <a:off x="634593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grid-2-test-output-10-13"/>
          <p:cNvSpPr/>
          <p:nvPr/>
        </p:nvSpPr>
        <p:spPr>
          <a:xfrm>
            <a:off x="642518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grid-2-test-output-10-14"/>
          <p:cNvSpPr/>
          <p:nvPr/>
        </p:nvSpPr>
        <p:spPr>
          <a:xfrm>
            <a:off x="6504432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grid-2-test-output-10-15"/>
          <p:cNvSpPr/>
          <p:nvPr/>
        </p:nvSpPr>
        <p:spPr>
          <a:xfrm>
            <a:off x="6583680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grid-2-test-output-10-16"/>
          <p:cNvSpPr/>
          <p:nvPr/>
        </p:nvSpPr>
        <p:spPr>
          <a:xfrm>
            <a:off x="6662928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grid-2-test-output-10-17"/>
          <p:cNvSpPr/>
          <p:nvPr/>
        </p:nvSpPr>
        <p:spPr>
          <a:xfrm>
            <a:off x="674217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grid-2-test-output-10-18"/>
          <p:cNvSpPr/>
          <p:nvPr/>
        </p:nvSpPr>
        <p:spPr>
          <a:xfrm>
            <a:off x="682142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grid-2-test-output-10-19"/>
          <p:cNvSpPr/>
          <p:nvPr/>
        </p:nvSpPr>
        <p:spPr>
          <a:xfrm>
            <a:off x="6900672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grid-2-test-output-10-20"/>
          <p:cNvSpPr/>
          <p:nvPr/>
        </p:nvSpPr>
        <p:spPr>
          <a:xfrm>
            <a:off x="6979920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grid-2-test-output-10-21"/>
          <p:cNvSpPr/>
          <p:nvPr/>
        </p:nvSpPr>
        <p:spPr>
          <a:xfrm>
            <a:off x="7059168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grid-2-test-output-10-22"/>
          <p:cNvSpPr/>
          <p:nvPr/>
        </p:nvSpPr>
        <p:spPr>
          <a:xfrm>
            <a:off x="7138416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grid-2-test-output-10-23"/>
          <p:cNvSpPr/>
          <p:nvPr/>
        </p:nvSpPr>
        <p:spPr>
          <a:xfrm>
            <a:off x="7217664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grid-2-test-output-10-24"/>
          <p:cNvSpPr/>
          <p:nvPr/>
        </p:nvSpPr>
        <p:spPr>
          <a:xfrm>
            <a:off x="7296912" y="252984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grid-2-test-output-10-25"/>
          <p:cNvSpPr/>
          <p:nvPr/>
        </p:nvSpPr>
        <p:spPr>
          <a:xfrm>
            <a:off x="7376160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grid-2-test-output-10-26"/>
          <p:cNvSpPr/>
          <p:nvPr/>
        </p:nvSpPr>
        <p:spPr>
          <a:xfrm>
            <a:off x="7455408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grid-2-test-output-10-27"/>
          <p:cNvSpPr/>
          <p:nvPr/>
        </p:nvSpPr>
        <p:spPr>
          <a:xfrm>
            <a:off x="7534656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grid-2-test-output-10-28"/>
          <p:cNvSpPr/>
          <p:nvPr/>
        </p:nvSpPr>
        <p:spPr>
          <a:xfrm>
            <a:off x="7613904" y="252984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grid-2-test-output-10-29"/>
          <p:cNvSpPr/>
          <p:nvPr/>
        </p:nvSpPr>
        <p:spPr>
          <a:xfrm>
            <a:off x="7693152" y="252984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grid-2-test-output-11-0"/>
          <p:cNvSpPr/>
          <p:nvPr/>
        </p:nvSpPr>
        <p:spPr>
          <a:xfrm>
            <a:off x="539496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grid-2-test-output-11-1"/>
          <p:cNvSpPr/>
          <p:nvPr/>
        </p:nvSpPr>
        <p:spPr>
          <a:xfrm>
            <a:off x="547420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grid-2-test-output-11-2"/>
          <p:cNvSpPr/>
          <p:nvPr/>
        </p:nvSpPr>
        <p:spPr>
          <a:xfrm>
            <a:off x="555345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grid-2-test-output-11-3"/>
          <p:cNvSpPr/>
          <p:nvPr/>
        </p:nvSpPr>
        <p:spPr>
          <a:xfrm>
            <a:off x="563270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grid-2-test-output-11-4"/>
          <p:cNvSpPr/>
          <p:nvPr/>
        </p:nvSpPr>
        <p:spPr>
          <a:xfrm>
            <a:off x="57119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grid-2-test-output-11-5"/>
          <p:cNvSpPr/>
          <p:nvPr/>
        </p:nvSpPr>
        <p:spPr>
          <a:xfrm>
            <a:off x="5791200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grid-2-test-output-11-6"/>
          <p:cNvSpPr/>
          <p:nvPr/>
        </p:nvSpPr>
        <p:spPr>
          <a:xfrm>
            <a:off x="5870448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grid-2-test-output-11-7"/>
          <p:cNvSpPr/>
          <p:nvPr/>
        </p:nvSpPr>
        <p:spPr>
          <a:xfrm>
            <a:off x="5949696" y="260908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grid-2-test-output-11-8"/>
          <p:cNvSpPr/>
          <p:nvPr/>
        </p:nvSpPr>
        <p:spPr>
          <a:xfrm>
            <a:off x="602894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grid-2-test-output-11-9"/>
          <p:cNvSpPr/>
          <p:nvPr/>
        </p:nvSpPr>
        <p:spPr>
          <a:xfrm>
            <a:off x="610819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grid-2-test-output-11-10"/>
          <p:cNvSpPr/>
          <p:nvPr/>
        </p:nvSpPr>
        <p:spPr>
          <a:xfrm>
            <a:off x="618744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grid-2-test-output-11-11"/>
          <p:cNvSpPr/>
          <p:nvPr/>
        </p:nvSpPr>
        <p:spPr>
          <a:xfrm>
            <a:off x="626668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grid-2-test-output-11-12"/>
          <p:cNvSpPr/>
          <p:nvPr/>
        </p:nvSpPr>
        <p:spPr>
          <a:xfrm>
            <a:off x="634593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grid-2-test-output-11-13"/>
          <p:cNvSpPr/>
          <p:nvPr/>
        </p:nvSpPr>
        <p:spPr>
          <a:xfrm>
            <a:off x="6425184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grid-2-test-output-11-14"/>
          <p:cNvSpPr/>
          <p:nvPr/>
        </p:nvSpPr>
        <p:spPr>
          <a:xfrm>
            <a:off x="6504432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grid-2-test-output-11-15"/>
          <p:cNvSpPr/>
          <p:nvPr/>
        </p:nvSpPr>
        <p:spPr>
          <a:xfrm>
            <a:off x="6583680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grid-2-test-output-11-16"/>
          <p:cNvSpPr/>
          <p:nvPr/>
        </p:nvSpPr>
        <p:spPr>
          <a:xfrm>
            <a:off x="6662928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grid-2-test-output-11-17"/>
          <p:cNvSpPr/>
          <p:nvPr/>
        </p:nvSpPr>
        <p:spPr>
          <a:xfrm>
            <a:off x="6742176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grid-2-test-output-11-18"/>
          <p:cNvSpPr/>
          <p:nvPr/>
        </p:nvSpPr>
        <p:spPr>
          <a:xfrm>
            <a:off x="6821424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grid-2-test-output-11-19"/>
          <p:cNvSpPr/>
          <p:nvPr/>
        </p:nvSpPr>
        <p:spPr>
          <a:xfrm>
            <a:off x="6900672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grid-2-test-output-11-20"/>
          <p:cNvSpPr/>
          <p:nvPr/>
        </p:nvSpPr>
        <p:spPr>
          <a:xfrm>
            <a:off x="697992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grid-2-test-output-11-21"/>
          <p:cNvSpPr/>
          <p:nvPr/>
        </p:nvSpPr>
        <p:spPr>
          <a:xfrm>
            <a:off x="7059168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grid-2-test-output-11-22"/>
          <p:cNvSpPr/>
          <p:nvPr/>
        </p:nvSpPr>
        <p:spPr>
          <a:xfrm>
            <a:off x="7138416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grid-2-test-output-11-23"/>
          <p:cNvSpPr/>
          <p:nvPr/>
        </p:nvSpPr>
        <p:spPr>
          <a:xfrm>
            <a:off x="7217664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grid-2-test-output-11-24"/>
          <p:cNvSpPr/>
          <p:nvPr/>
        </p:nvSpPr>
        <p:spPr>
          <a:xfrm>
            <a:off x="7296912" y="260908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grid-2-test-output-11-25"/>
          <p:cNvSpPr/>
          <p:nvPr/>
        </p:nvSpPr>
        <p:spPr>
          <a:xfrm>
            <a:off x="7376160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grid-2-test-output-11-26"/>
          <p:cNvSpPr/>
          <p:nvPr/>
        </p:nvSpPr>
        <p:spPr>
          <a:xfrm>
            <a:off x="7455408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grid-2-test-output-11-27"/>
          <p:cNvSpPr/>
          <p:nvPr/>
        </p:nvSpPr>
        <p:spPr>
          <a:xfrm>
            <a:off x="7534656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grid-2-test-output-11-28"/>
          <p:cNvSpPr/>
          <p:nvPr/>
        </p:nvSpPr>
        <p:spPr>
          <a:xfrm>
            <a:off x="7613904" y="260908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grid-2-test-output-11-29"/>
          <p:cNvSpPr/>
          <p:nvPr/>
        </p:nvSpPr>
        <p:spPr>
          <a:xfrm>
            <a:off x="7693152" y="260908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grid-2-test-output-12-0"/>
          <p:cNvSpPr/>
          <p:nvPr/>
        </p:nvSpPr>
        <p:spPr>
          <a:xfrm>
            <a:off x="539496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grid-2-test-output-12-1"/>
          <p:cNvSpPr/>
          <p:nvPr/>
        </p:nvSpPr>
        <p:spPr>
          <a:xfrm>
            <a:off x="547420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grid-2-test-output-12-2"/>
          <p:cNvSpPr/>
          <p:nvPr/>
        </p:nvSpPr>
        <p:spPr>
          <a:xfrm>
            <a:off x="55534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grid-2-test-output-12-3"/>
          <p:cNvSpPr/>
          <p:nvPr/>
        </p:nvSpPr>
        <p:spPr>
          <a:xfrm>
            <a:off x="563270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grid-2-test-output-12-4"/>
          <p:cNvSpPr/>
          <p:nvPr/>
        </p:nvSpPr>
        <p:spPr>
          <a:xfrm>
            <a:off x="5711952" y="268833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grid-2-test-output-12-5"/>
          <p:cNvSpPr/>
          <p:nvPr/>
        </p:nvSpPr>
        <p:spPr>
          <a:xfrm>
            <a:off x="5791200" y="268833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grid-2-test-output-12-6"/>
          <p:cNvSpPr/>
          <p:nvPr/>
        </p:nvSpPr>
        <p:spPr>
          <a:xfrm>
            <a:off x="587044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grid-2-test-output-12-7"/>
          <p:cNvSpPr/>
          <p:nvPr/>
        </p:nvSpPr>
        <p:spPr>
          <a:xfrm>
            <a:off x="5949696" y="268833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grid-2-test-output-12-8"/>
          <p:cNvSpPr/>
          <p:nvPr/>
        </p:nvSpPr>
        <p:spPr>
          <a:xfrm>
            <a:off x="6028944" y="268833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grid-2-test-output-12-9"/>
          <p:cNvSpPr/>
          <p:nvPr/>
        </p:nvSpPr>
        <p:spPr>
          <a:xfrm>
            <a:off x="6108192" y="268833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grid-2-test-output-12-10"/>
          <p:cNvSpPr/>
          <p:nvPr/>
        </p:nvSpPr>
        <p:spPr>
          <a:xfrm>
            <a:off x="6187440" y="2688336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grid-2-test-output-12-11"/>
          <p:cNvSpPr/>
          <p:nvPr/>
        </p:nvSpPr>
        <p:spPr>
          <a:xfrm>
            <a:off x="626668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grid-2-test-output-12-12"/>
          <p:cNvSpPr/>
          <p:nvPr/>
        </p:nvSpPr>
        <p:spPr>
          <a:xfrm>
            <a:off x="634593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grid-2-test-output-12-13"/>
          <p:cNvSpPr/>
          <p:nvPr/>
        </p:nvSpPr>
        <p:spPr>
          <a:xfrm>
            <a:off x="6425184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grid-2-test-output-12-14"/>
          <p:cNvSpPr/>
          <p:nvPr/>
        </p:nvSpPr>
        <p:spPr>
          <a:xfrm>
            <a:off x="650443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grid-2-test-output-12-15"/>
          <p:cNvSpPr/>
          <p:nvPr/>
        </p:nvSpPr>
        <p:spPr>
          <a:xfrm>
            <a:off x="658368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grid-2-test-output-12-16"/>
          <p:cNvSpPr/>
          <p:nvPr/>
        </p:nvSpPr>
        <p:spPr>
          <a:xfrm>
            <a:off x="6662928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grid-2-test-output-12-17"/>
          <p:cNvSpPr/>
          <p:nvPr/>
        </p:nvSpPr>
        <p:spPr>
          <a:xfrm>
            <a:off x="6742176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grid-2-test-output-12-18"/>
          <p:cNvSpPr/>
          <p:nvPr/>
        </p:nvSpPr>
        <p:spPr>
          <a:xfrm>
            <a:off x="6821424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grid-2-test-output-12-19"/>
          <p:cNvSpPr/>
          <p:nvPr/>
        </p:nvSpPr>
        <p:spPr>
          <a:xfrm>
            <a:off x="690067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grid-2-test-output-12-20"/>
          <p:cNvSpPr/>
          <p:nvPr/>
        </p:nvSpPr>
        <p:spPr>
          <a:xfrm>
            <a:off x="697992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grid-2-test-output-12-21"/>
          <p:cNvSpPr/>
          <p:nvPr/>
        </p:nvSpPr>
        <p:spPr>
          <a:xfrm>
            <a:off x="7059168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grid-2-test-output-12-22"/>
          <p:cNvSpPr/>
          <p:nvPr/>
        </p:nvSpPr>
        <p:spPr>
          <a:xfrm>
            <a:off x="7138416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grid-2-test-output-12-23"/>
          <p:cNvSpPr/>
          <p:nvPr/>
        </p:nvSpPr>
        <p:spPr>
          <a:xfrm>
            <a:off x="7217664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grid-2-test-output-12-24"/>
          <p:cNvSpPr/>
          <p:nvPr/>
        </p:nvSpPr>
        <p:spPr>
          <a:xfrm>
            <a:off x="7296912" y="268833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grid-2-test-output-12-25"/>
          <p:cNvSpPr/>
          <p:nvPr/>
        </p:nvSpPr>
        <p:spPr>
          <a:xfrm>
            <a:off x="7376160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grid-2-test-output-12-26"/>
          <p:cNvSpPr/>
          <p:nvPr/>
        </p:nvSpPr>
        <p:spPr>
          <a:xfrm>
            <a:off x="7455408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grid-2-test-output-12-27"/>
          <p:cNvSpPr/>
          <p:nvPr/>
        </p:nvSpPr>
        <p:spPr>
          <a:xfrm>
            <a:off x="7534656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grid-2-test-output-12-28"/>
          <p:cNvSpPr/>
          <p:nvPr/>
        </p:nvSpPr>
        <p:spPr>
          <a:xfrm>
            <a:off x="7613904" y="2688336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grid-2-test-output-12-29"/>
          <p:cNvSpPr/>
          <p:nvPr/>
        </p:nvSpPr>
        <p:spPr>
          <a:xfrm>
            <a:off x="7693152" y="268833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grid-2-test-output-13-0"/>
          <p:cNvSpPr/>
          <p:nvPr/>
        </p:nvSpPr>
        <p:spPr>
          <a:xfrm>
            <a:off x="539496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grid-2-test-output-13-1"/>
          <p:cNvSpPr/>
          <p:nvPr/>
        </p:nvSpPr>
        <p:spPr>
          <a:xfrm>
            <a:off x="547420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grid-2-test-output-13-2"/>
          <p:cNvSpPr/>
          <p:nvPr/>
        </p:nvSpPr>
        <p:spPr>
          <a:xfrm>
            <a:off x="555345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grid-2-test-output-13-3"/>
          <p:cNvSpPr/>
          <p:nvPr/>
        </p:nvSpPr>
        <p:spPr>
          <a:xfrm>
            <a:off x="563270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grid-2-test-output-13-4"/>
          <p:cNvSpPr/>
          <p:nvPr/>
        </p:nvSpPr>
        <p:spPr>
          <a:xfrm>
            <a:off x="5711952" y="2767583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grid-2-test-output-13-5"/>
          <p:cNvSpPr/>
          <p:nvPr/>
        </p:nvSpPr>
        <p:spPr>
          <a:xfrm>
            <a:off x="579120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grid-2-test-output-13-6"/>
          <p:cNvSpPr/>
          <p:nvPr/>
        </p:nvSpPr>
        <p:spPr>
          <a:xfrm>
            <a:off x="587044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grid-2-test-output-13-7"/>
          <p:cNvSpPr/>
          <p:nvPr/>
        </p:nvSpPr>
        <p:spPr>
          <a:xfrm>
            <a:off x="594969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grid-2-test-output-13-8"/>
          <p:cNvSpPr/>
          <p:nvPr/>
        </p:nvSpPr>
        <p:spPr>
          <a:xfrm>
            <a:off x="6028944" y="2767583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grid-2-test-output-13-9"/>
          <p:cNvSpPr/>
          <p:nvPr/>
        </p:nvSpPr>
        <p:spPr>
          <a:xfrm>
            <a:off x="610819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grid-2-test-output-13-10"/>
          <p:cNvSpPr/>
          <p:nvPr/>
        </p:nvSpPr>
        <p:spPr>
          <a:xfrm>
            <a:off x="6187440" y="2767583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grid-2-test-output-13-11"/>
          <p:cNvSpPr/>
          <p:nvPr/>
        </p:nvSpPr>
        <p:spPr>
          <a:xfrm>
            <a:off x="626668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grid-2-test-output-13-12"/>
          <p:cNvSpPr/>
          <p:nvPr/>
        </p:nvSpPr>
        <p:spPr>
          <a:xfrm>
            <a:off x="6345936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grid-2-test-output-13-13"/>
          <p:cNvSpPr/>
          <p:nvPr/>
        </p:nvSpPr>
        <p:spPr>
          <a:xfrm>
            <a:off x="6425184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grid-2-test-output-13-14"/>
          <p:cNvSpPr/>
          <p:nvPr/>
        </p:nvSpPr>
        <p:spPr>
          <a:xfrm>
            <a:off x="650443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grid-2-test-output-13-15"/>
          <p:cNvSpPr/>
          <p:nvPr/>
        </p:nvSpPr>
        <p:spPr>
          <a:xfrm>
            <a:off x="658368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grid-2-test-output-13-16"/>
          <p:cNvSpPr/>
          <p:nvPr/>
        </p:nvSpPr>
        <p:spPr>
          <a:xfrm>
            <a:off x="666292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grid-2-test-output-13-17"/>
          <p:cNvSpPr/>
          <p:nvPr/>
        </p:nvSpPr>
        <p:spPr>
          <a:xfrm>
            <a:off x="6742176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grid-2-test-output-13-18"/>
          <p:cNvSpPr/>
          <p:nvPr/>
        </p:nvSpPr>
        <p:spPr>
          <a:xfrm>
            <a:off x="6821424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grid-2-test-output-13-19"/>
          <p:cNvSpPr/>
          <p:nvPr/>
        </p:nvSpPr>
        <p:spPr>
          <a:xfrm>
            <a:off x="6900672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grid-2-test-output-13-20"/>
          <p:cNvSpPr/>
          <p:nvPr/>
        </p:nvSpPr>
        <p:spPr>
          <a:xfrm>
            <a:off x="697992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grid-2-test-output-13-21"/>
          <p:cNvSpPr/>
          <p:nvPr/>
        </p:nvSpPr>
        <p:spPr>
          <a:xfrm>
            <a:off x="7059168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grid-2-test-output-13-22"/>
          <p:cNvSpPr/>
          <p:nvPr/>
        </p:nvSpPr>
        <p:spPr>
          <a:xfrm>
            <a:off x="7138416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grid-2-test-output-13-23"/>
          <p:cNvSpPr/>
          <p:nvPr/>
        </p:nvSpPr>
        <p:spPr>
          <a:xfrm>
            <a:off x="7217664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grid-2-test-output-13-24"/>
          <p:cNvSpPr/>
          <p:nvPr/>
        </p:nvSpPr>
        <p:spPr>
          <a:xfrm>
            <a:off x="7296912" y="276758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grid-2-test-output-13-25"/>
          <p:cNvSpPr/>
          <p:nvPr/>
        </p:nvSpPr>
        <p:spPr>
          <a:xfrm>
            <a:off x="7376160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grid-2-test-output-13-26"/>
          <p:cNvSpPr/>
          <p:nvPr/>
        </p:nvSpPr>
        <p:spPr>
          <a:xfrm>
            <a:off x="7455408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grid-2-test-output-13-27"/>
          <p:cNvSpPr/>
          <p:nvPr/>
        </p:nvSpPr>
        <p:spPr>
          <a:xfrm>
            <a:off x="7534656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grid-2-test-output-13-28"/>
          <p:cNvSpPr/>
          <p:nvPr/>
        </p:nvSpPr>
        <p:spPr>
          <a:xfrm>
            <a:off x="7613904" y="2767583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grid-2-test-output-13-29"/>
          <p:cNvSpPr/>
          <p:nvPr/>
        </p:nvSpPr>
        <p:spPr>
          <a:xfrm>
            <a:off x="7693152" y="276758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grid-2-test-output-14-0"/>
          <p:cNvSpPr/>
          <p:nvPr/>
        </p:nvSpPr>
        <p:spPr>
          <a:xfrm>
            <a:off x="53949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grid-2-test-output-14-1"/>
          <p:cNvSpPr/>
          <p:nvPr/>
        </p:nvSpPr>
        <p:spPr>
          <a:xfrm>
            <a:off x="547420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grid-2-test-output-14-2"/>
          <p:cNvSpPr/>
          <p:nvPr/>
        </p:nvSpPr>
        <p:spPr>
          <a:xfrm>
            <a:off x="55534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grid-2-test-output-14-3"/>
          <p:cNvSpPr/>
          <p:nvPr/>
        </p:nvSpPr>
        <p:spPr>
          <a:xfrm>
            <a:off x="563270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grid-2-test-output-14-4"/>
          <p:cNvSpPr/>
          <p:nvPr/>
        </p:nvSpPr>
        <p:spPr>
          <a:xfrm>
            <a:off x="5711952" y="284683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grid-2-test-output-14-5"/>
          <p:cNvSpPr/>
          <p:nvPr/>
        </p:nvSpPr>
        <p:spPr>
          <a:xfrm>
            <a:off x="5791200" y="284683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grid-2-test-output-14-6"/>
          <p:cNvSpPr/>
          <p:nvPr/>
        </p:nvSpPr>
        <p:spPr>
          <a:xfrm>
            <a:off x="587044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grid-2-test-output-14-7"/>
          <p:cNvSpPr/>
          <p:nvPr/>
        </p:nvSpPr>
        <p:spPr>
          <a:xfrm>
            <a:off x="594969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grid-2-test-output-14-8"/>
          <p:cNvSpPr/>
          <p:nvPr/>
        </p:nvSpPr>
        <p:spPr>
          <a:xfrm>
            <a:off x="6028944" y="284683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grid-2-test-output-14-9"/>
          <p:cNvSpPr/>
          <p:nvPr/>
        </p:nvSpPr>
        <p:spPr>
          <a:xfrm>
            <a:off x="6108192" y="284683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grid-2-test-output-14-10"/>
          <p:cNvSpPr/>
          <p:nvPr/>
        </p:nvSpPr>
        <p:spPr>
          <a:xfrm>
            <a:off x="6187440" y="2846832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grid-2-test-output-14-11"/>
          <p:cNvSpPr/>
          <p:nvPr/>
        </p:nvSpPr>
        <p:spPr>
          <a:xfrm>
            <a:off x="626668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grid-2-test-output-14-12"/>
          <p:cNvSpPr/>
          <p:nvPr/>
        </p:nvSpPr>
        <p:spPr>
          <a:xfrm>
            <a:off x="634593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grid-2-test-output-14-13"/>
          <p:cNvSpPr/>
          <p:nvPr/>
        </p:nvSpPr>
        <p:spPr>
          <a:xfrm>
            <a:off x="6425184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grid-2-test-output-14-14"/>
          <p:cNvSpPr/>
          <p:nvPr/>
        </p:nvSpPr>
        <p:spPr>
          <a:xfrm>
            <a:off x="6504432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grid-2-test-output-14-15"/>
          <p:cNvSpPr/>
          <p:nvPr/>
        </p:nvSpPr>
        <p:spPr>
          <a:xfrm>
            <a:off x="658368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grid-2-test-output-14-16"/>
          <p:cNvSpPr/>
          <p:nvPr/>
        </p:nvSpPr>
        <p:spPr>
          <a:xfrm>
            <a:off x="6662928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grid-2-test-output-14-17"/>
          <p:cNvSpPr/>
          <p:nvPr/>
        </p:nvSpPr>
        <p:spPr>
          <a:xfrm>
            <a:off x="6742176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grid-2-test-output-14-18"/>
          <p:cNvSpPr/>
          <p:nvPr/>
        </p:nvSpPr>
        <p:spPr>
          <a:xfrm>
            <a:off x="682142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grid-2-test-output-14-19"/>
          <p:cNvSpPr/>
          <p:nvPr/>
        </p:nvSpPr>
        <p:spPr>
          <a:xfrm>
            <a:off x="6900672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grid-2-test-output-14-20"/>
          <p:cNvSpPr/>
          <p:nvPr/>
        </p:nvSpPr>
        <p:spPr>
          <a:xfrm>
            <a:off x="6979920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grid-2-test-output-14-21"/>
          <p:cNvSpPr/>
          <p:nvPr/>
        </p:nvSpPr>
        <p:spPr>
          <a:xfrm>
            <a:off x="7059168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grid-2-test-output-14-22"/>
          <p:cNvSpPr/>
          <p:nvPr/>
        </p:nvSpPr>
        <p:spPr>
          <a:xfrm>
            <a:off x="7138416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grid-2-test-output-14-23"/>
          <p:cNvSpPr/>
          <p:nvPr/>
        </p:nvSpPr>
        <p:spPr>
          <a:xfrm>
            <a:off x="7217664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grid-2-test-output-14-24"/>
          <p:cNvSpPr/>
          <p:nvPr/>
        </p:nvSpPr>
        <p:spPr>
          <a:xfrm>
            <a:off x="7296912" y="284683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grid-2-test-output-14-25"/>
          <p:cNvSpPr/>
          <p:nvPr/>
        </p:nvSpPr>
        <p:spPr>
          <a:xfrm>
            <a:off x="7376160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grid-2-test-output-14-26"/>
          <p:cNvSpPr/>
          <p:nvPr/>
        </p:nvSpPr>
        <p:spPr>
          <a:xfrm>
            <a:off x="7455408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grid-2-test-output-14-27"/>
          <p:cNvSpPr/>
          <p:nvPr/>
        </p:nvSpPr>
        <p:spPr>
          <a:xfrm>
            <a:off x="7534656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grid-2-test-output-14-28"/>
          <p:cNvSpPr/>
          <p:nvPr/>
        </p:nvSpPr>
        <p:spPr>
          <a:xfrm>
            <a:off x="7613904" y="2846832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grid-2-test-output-14-29"/>
          <p:cNvSpPr/>
          <p:nvPr/>
        </p:nvSpPr>
        <p:spPr>
          <a:xfrm>
            <a:off x="7693152" y="284683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grid-2-test-output-15-0"/>
          <p:cNvSpPr/>
          <p:nvPr/>
        </p:nvSpPr>
        <p:spPr>
          <a:xfrm>
            <a:off x="53949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grid-2-test-output-15-1"/>
          <p:cNvSpPr/>
          <p:nvPr/>
        </p:nvSpPr>
        <p:spPr>
          <a:xfrm>
            <a:off x="5474208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grid-2-test-output-15-2"/>
          <p:cNvSpPr/>
          <p:nvPr/>
        </p:nvSpPr>
        <p:spPr>
          <a:xfrm>
            <a:off x="555345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grid-2-test-output-15-3"/>
          <p:cNvSpPr/>
          <p:nvPr/>
        </p:nvSpPr>
        <p:spPr>
          <a:xfrm>
            <a:off x="563270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grid-2-test-output-15-4"/>
          <p:cNvSpPr/>
          <p:nvPr/>
        </p:nvSpPr>
        <p:spPr>
          <a:xfrm>
            <a:off x="57119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grid-2-test-output-15-5"/>
          <p:cNvSpPr/>
          <p:nvPr/>
        </p:nvSpPr>
        <p:spPr>
          <a:xfrm>
            <a:off x="5791200" y="292608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grid-2-test-output-15-6"/>
          <p:cNvSpPr/>
          <p:nvPr/>
        </p:nvSpPr>
        <p:spPr>
          <a:xfrm>
            <a:off x="5870448" y="292608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grid-2-test-output-15-7"/>
          <p:cNvSpPr/>
          <p:nvPr/>
        </p:nvSpPr>
        <p:spPr>
          <a:xfrm>
            <a:off x="5949696" y="292608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grid-2-test-output-15-8"/>
          <p:cNvSpPr/>
          <p:nvPr/>
        </p:nvSpPr>
        <p:spPr>
          <a:xfrm>
            <a:off x="6028944" y="292608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grid-2-test-output-15-9"/>
          <p:cNvSpPr/>
          <p:nvPr/>
        </p:nvSpPr>
        <p:spPr>
          <a:xfrm>
            <a:off x="6108192" y="292608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grid-2-test-output-15-10"/>
          <p:cNvSpPr/>
          <p:nvPr/>
        </p:nvSpPr>
        <p:spPr>
          <a:xfrm>
            <a:off x="6187440" y="292608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grid-2-test-output-15-11"/>
          <p:cNvSpPr/>
          <p:nvPr/>
        </p:nvSpPr>
        <p:spPr>
          <a:xfrm>
            <a:off x="6266688" y="2926080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grid-2-test-output-15-12"/>
          <p:cNvSpPr/>
          <p:nvPr/>
        </p:nvSpPr>
        <p:spPr>
          <a:xfrm>
            <a:off x="6345936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grid-2-test-output-15-13"/>
          <p:cNvSpPr/>
          <p:nvPr/>
        </p:nvSpPr>
        <p:spPr>
          <a:xfrm>
            <a:off x="642518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grid-2-test-output-15-14"/>
          <p:cNvSpPr/>
          <p:nvPr/>
        </p:nvSpPr>
        <p:spPr>
          <a:xfrm>
            <a:off x="6504432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grid-2-test-output-15-15"/>
          <p:cNvSpPr/>
          <p:nvPr/>
        </p:nvSpPr>
        <p:spPr>
          <a:xfrm>
            <a:off x="6583680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grid-2-test-output-15-16"/>
          <p:cNvSpPr/>
          <p:nvPr/>
        </p:nvSpPr>
        <p:spPr>
          <a:xfrm>
            <a:off x="6662928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grid-2-test-output-15-17"/>
          <p:cNvSpPr/>
          <p:nvPr/>
        </p:nvSpPr>
        <p:spPr>
          <a:xfrm>
            <a:off x="6742176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grid-2-test-output-15-18"/>
          <p:cNvSpPr/>
          <p:nvPr/>
        </p:nvSpPr>
        <p:spPr>
          <a:xfrm>
            <a:off x="682142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grid-2-test-output-15-19"/>
          <p:cNvSpPr/>
          <p:nvPr/>
        </p:nvSpPr>
        <p:spPr>
          <a:xfrm>
            <a:off x="690067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grid-2-test-output-15-20"/>
          <p:cNvSpPr/>
          <p:nvPr/>
        </p:nvSpPr>
        <p:spPr>
          <a:xfrm>
            <a:off x="697992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grid-2-test-output-15-21"/>
          <p:cNvSpPr/>
          <p:nvPr/>
        </p:nvSpPr>
        <p:spPr>
          <a:xfrm>
            <a:off x="7059168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grid-2-test-output-15-22"/>
          <p:cNvSpPr/>
          <p:nvPr/>
        </p:nvSpPr>
        <p:spPr>
          <a:xfrm>
            <a:off x="7138416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grid-2-test-output-15-23"/>
          <p:cNvSpPr/>
          <p:nvPr/>
        </p:nvSpPr>
        <p:spPr>
          <a:xfrm>
            <a:off x="7217664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grid-2-test-output-15-24"/>
          <p:cNvSpPr/>
          <p:nvPr/>
        </p:nvSpPr>
        <p:spPr>
          <a:xfrm>
            <a:off x="7296912" y="292608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grid-2-test-output-15-25"/>
          <p:cNvSpPr/>
          <p:nvPr/>
        </p:nvSpPr>
        <p:spPr>
          <a:xfrm>
            <a:off x="7376160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grid-2-test-output-15-26"/>
          <p:cNvSpPr/>
          <p:nvPr/>
        </p:nvSpPr>
        <p:spPr>
          <a:xfrm>
            <a:off x="7455408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grid-2-test-output-15-27"/>
          <p:cNvSpPr/>
          <p:nvPr/>
        </p:nvSpPr>
        <p:spPr>
          <a:xfrm>
            <a:off x="7534656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grid-2-test-output-15-28"/>
          <p:cNvSpPr/>
          <p:nvPr/>
        </p:nvSpPr>
        <p:spPr>
          <a:xfrm>
            <a:off x="7613904" y="2926080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grid-2-test-output-15-29"/>
          <p:cNvSpPr/>
          <p:nvPr/>
        </p:nvSpPr>
        <p:spPr>
          <a:xfrm>
            <a:off x="7693152" y="292608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grid-2-test-output-16-0"/>
          <p:cNvSpPr/>
          <p:nvPr/>
        </p:nvSpPr>
        <p:spPr>
          <a:xfrm>
            <a:off x="53949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grid-2-test-output-16-1"/>
          <p:cNvSpPr/>
          <p:nvPr/>
        </p:nvSpPr>
        <p:spPr>
          <a:xfrm>
            <a:off x="54742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grid-2-test-output-16-2"/>
          <p:cNvSpPr/>
          <p:nvPr/>
        </p:nvSpPr>
        <p:spPr>
          <a:xfrm>
            <a:off x="55534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grid-2-test-output-16-3"/>
          <p:cNvSpPr/>
          <p:nvPr/>
        </p:nvSpPr>
        <p:spPr>
          <a:xfrm>
            <a:off x="56327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grid-2-test-output-16-4"/>
          <p:cNvSpPr/>
          <p:nvPr/>
        </p:nvSpPr>
        <p:spPr>
          <a:xfrm>
            <a:off x="57119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grid-2-test-output-16-5"/>
          <p:cNvSpPr/>
          <p:nvPr/>
        </p:nvSpPr>
        <p:spPr>
          <a:xfrm>
            <a:off x="579120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grid-2-test-output-16-6"/>
          <p:cNvSpPr/>
          <p:nvPr/>
        </p:nvSpPr>
        <p:spPr>
          <a:xfrm>
            <a:off x="587044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grid-2-test-output-16-7"/>
          <p:cNvSpPr/>
          <p:nvPr/>
        </p:nvSpPr>
        <p:spPr>
          <a:xfrm>
            <a:off x="594969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grid-2-test-output-16-8"/>
          <p:cNvSpPr/>
          <p:nvPr/>
        </p:nvSpPr>
        <p:spPr>
          <a:xfrm>
            <a:off x="602894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grid-2-test-output-16-9"/>
          <p:cNvSpPr/>
          <p:nvPr/>
        </p:nvSpPr>
        <p:spPr>
          <a:xfrm>
            <a:off x="610819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grid-2-test-output-16-10"/>
          <p:cNvSpPr/>
          <p:nvPr/>
        </p:nvSpPr>
        <p:spPr>
          <a:xfrm>
            <a:off x="6187440" y="300532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grid-2-test-output-16-11"/>
          <p:cNvSpPr/>
          <p:nvPr/>
        </p:nvSpPr>
        <p:spPr>
          <a:xfrm>
            <a:off x="6266688" y="300532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grid-2-test-output-16-12"/>
          <p:cNvSpPr/>
          <p:nvPr/>
        </p:nvSpPr>
        <p:spPr>
          <a:xfrm>
            <a:off x="6345936" y="3005328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grid-2-test-output-16-13"/>
          <p:cNvSpPr/>
          <p:nvPr/>
        </p:nvSpPr>
        <p:spPr>
          <a:xfrm>
            <a:off x="642518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grid-2-test-output-16-14"/>
          <p:cNvSpPr/>
          <p:nvPr/>
        </p:nvSpPr>
        <p:spPr>
          <a:xfrm>
            <a:off x="650443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grid-2-test-output-16-15"/>
          <p:cNvSpPr/>
          <p:nvPr/>
        </p:nvSpPr>
        <p:spPr>
          <a:xfrm>
            <a:off x="658368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grid-2-test-output-16-16"/>
          <p:cNvSpPr/>
          <p:nvPr/>
        </p:nvSpPr>
        <p:spPr>
          <a:xfrm>
            <a:off x="6662928" y="300532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grid-2-test-output-16-17"/>
          <p:cNvSpPr/>
          <p:nvPr/>
        </p:nvSpPr>
        <p:spPr>
          <a:xfrm>
            <a:off x="6742176" y="300532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grid-2-test-output-16-18"/>
          <p:cNvSpPr/>
          <p:nvPr/>
        </p:nvSpPr>
        <p:spPr>
          <a:xfrm>
            <a:off x="6821424" y="300532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grid-2-test-output-16-19"/>
          <p:cNvSpPr/>
          <p:nvPr/>
        </p:nvSpPr>
        <p:spPr>
          <a:xfrm>
            <a:off x="6900672" y="300532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grid-2-test-output-16-20"/>
          <p:cNvSpPr/>
          <p:nvPr/>
        </p:nvSpPr>
        <p:spPr>
          <a:xfrm>
            <a:off x="697992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grid-2-test-output-16-21"/>
          <p:cNvSpPr/>
          <p:nvPr/>
        </p:nvSpPr>
        <p:spPr>
          <a:xfrm>
            <a:off x="7059168" y="3005328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grid-2-test-output-16-22"/>
          <p:cNvSpPr/>
          <p:nvPr/>
        </p:nvSpPr>
        <p:spPr>
          <a:xfrm>
            <a:off x="713841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grid-2-test-output-16-23"/>
          <p:cNvSpPr/>
          <p:nvPr/>
        </p:nvSpPr>
        <p:spPr>
          <a:xfrm>
            <a:off x="721766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grid-2-test-output-16-24"/>
          <p:cNvSpPr/>
          <p:nvPr/>
        </p:nvSpPr>
        <p:spPr>
          <a:xfrm>
            <a:off x="7296912" y="300532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grid-2-test-output-16-25"/>
          <p:cNvSpPr/>
          <p:nvPr/>
        </p:nvSpPr>
        <p:spPr>
          <a:xfrm>
            <a:off x="7376160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grid-2-test-output-16-26"/>
          <p:cNvSpPr/>
          <p:nvPr/>
        </p:nvSpPr>
        <p:spPr>
          <a:xfrm>
            <a:off x="7455408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grid-2-test-output-16-27"/>
          <p:cNvSpPr/>
          <p:nvPr/>
        </p:nvSpPr>
        <p:spPr>
          <a:xfrm>
            <a:off x="7534656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grid-2-test-output-16-28"/>
          <p:cNvSpPr/>
          <p:nvPr/>
        </p:nvSpPr>
        <p:spPr>
          <a:xfrm>
            <a:off x="7613904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grid-2-test-output-16-29"/>
          <p:cNvSpPr/>
          <p:nvPr/>
        </p:nvSpPr>
        <p:spPr>
          <a:xfrm>
            <a:off x="7693152" y="300532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grid-2-test-output-17-0"/>
          <p:cNvSpPr/>
          <p:nvPr/>
        </p:nvSpPr>
        <p:spPr>
          <a:xfrm>
            <a:off x="53949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grid-2-test-output-17-1"/>
          <p:cNvSpPr/>
          <p:nvPr/>
        </p:nvSpPr>
        <p:spPr>
          <a:xfrm>
            <a:off x="547420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grid-2-test-output-17-2"/>
          <p:cNvSpPr/>
          <p:nvPr/>
        </p:nvSpPr>
        <p:spPr>
          <a:xfrm>
            <a:off x="555345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grid-2-test-output-17-3"/>
          <p:cNvSpPr/>
          <p:nvPr/>
        </p:nvSpPr>
        <p:spPr>
          <a:xfrm>
            <a:off x="563270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grid-2-test-output-17-4"/>
          <p:cNvSpPr/>
          <p:nvPr/>
        </p:nvSpPr>
        <p:spPr>
          <a:xfrm>
            <a:off x="571195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grid-2-test-output-17-5"/>
          <p:cNvSpPr/>
          <p:nvPr/>
        </p:nvSpPr>
        <p:spPr>
          <a:xfrm>
            <a:off x="579120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grid-2-test-output-17-6"/>
          <p:cNvSpPr/>
          <p:nvPr/>
        </p:nvSpPr>
        <p:spPr>
          <a:xfrm>
            <a:off x="587044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grid-2-test-output-17-7"/>
          <p:cNvSpPr/>
          <p:nvPr/>
        </p:nvSpPr>
        <p:spPr>
          <a:xfrm>
            <a:off x="594969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grid-2-test-output-17-8"/>
          <p:cNvSpPr/>
          <p:nvPr/>
        </p:nvSpPr>
        <p:spPr>
          <a:xfrm>
            <a:off x="602894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grid-2-test-output-17-9"/>
          <p:cNvSpPr/>
          <p:nvPr/>
        </p:nvSpPr>
        <p:spPr>
          <a:xfrm>
            <a:off x="610819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grid-2-test-output-17-10"/>
          <p:cNvSpPr/>
          <p:nvPr/>
        </p:nvSpPr>
        <p:spPr>
          <a:xfrm>
            <a:off x="618744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grid-2-test-output-17-11"/>
          <p:cNvSpPr/>
          <p:nvPr/>
        </p:nvSpPr>
        <p:spPr>
          <a:xfrm>
            <a:off x="6266688" y="3084575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grid-2-test-output-17-12"/>
          <p:cNvSpPr/>
          <p:nvPr/>
        </p:nvSpPr>
        <p:spPr>
          <a:xfrm>
            <a:off x="6345936" y="3084575"/>
            <a:ext cx="79248" cy="79248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grid-2-test-output-17-13"/>
          <p:cNvSpPr/>
          <p:nvPr/>
        </p:nvSpPr>
        <p:spPr>
          <a:xfrm>
            <a:off x="642518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grid-2-test-output-17-14"/>
          <p:cNvSpPr/>
          <p:nvPr/>
        </p:nvSpPr>
        <p:spPr>
          <a:xfrm>
            <a:off x="650443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grid-2-test-output-17-15"/>
          <p:cNvSpPr/>
          <p:nvPr/>
        </p:nvSpPr>
        <p:spPr>
          <a:xfrm>
            <a:off x="658368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grid-2-test-output-17-16"/>
          <p:cNvSpPr/>
          <p:nvPr/>
        </p:nvSpPr>
        <p:spPr>
          <a:xfrm>
            <a:off x="6662928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grid-2-test-output-17-17"/>
          <p:cNvSpPr/>
          <p:nvPr/>
        </p:nvSpPr>
        <p:spPr>
          <a:xfrm>
            <a:off x="674217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grid-2-test-output-17-18"/>
          <p:cNvSpPr/>
          <p:nvPr/>
        </p:nvSpPr>
        <p:spPr>
          <a:xfrm>
            <a:off x="682142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grid-2-test-output-17-19"/>
          <p:cNvSpPr/>
          <p:nvPr/>
        </p:nvSpPr>
        <p:spPr>
          <a:xfrm>
            <a:off x="6900672" y="3084575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grid-2-test-output-17-20"/>
          <p:cNvSpPr/>
          <p:nvPr/>
        </p:nvSpPr>
        <p:spPr>
          <a:xfrm>
            <a:off x="6979920" y="3084575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grid-2-test-output-17-21"/>
          <p:cNvSpPr/>
          <p:nvPr/>
        </p:nvSpPr>
        <p:spPr>
          <a:xfrm>
            <a:off x="7059168" y="3084575"/>
            <a:ext cx="79248" cy="79248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grid-2-test-output-17-22"/>
          <p:cNvSpPr/>
          <p:nvPr/>
        </p:nvSpPr>
        <p:spPr>
          <a:xfrm>
            <a:off x="7138416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grid-2-test-output-17-23"/>
          <p:cNvSpPr/>
          <p:nvPr/>
        </p:nvSpPr>
        <p:spPr>
          <a:xfrm>
            <a:off x="7217664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grid-2-test-output-17-24"/>
          <p:cNvSpPr/>
          <p:nvPr/>
        </p:nvSpPr>
        <p:spPr>
          <a:xfrm>
            <a:off x="7296912" y="3084575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grid-2-test-output-17-25"/>
          <p:cNvSpPr/>
          <p:nvPr/>
        </p:nvSpPr>
        <p:spPr>
          <a:xfrm>
            <a:off x="7376160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grid-2-test-output-17-26"/>
          <p:cNvSpPr/>
          <p:nvPr/>
        </p:nvSpPr>
        <p:spPr>
          <a:xfrm>
            <a:off x="7455408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grid-2-test-output-17-27"/>
          <p:cNvSpPr/>
          <p:nvPr/>
        </p:nvSpPr>
        <p:spPr>
          <a:xfrm>
            <a:off x="7534656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grid-2-test-output-17-28"/>
          <p:cNvSpPr/>
          <p:nvPr/>
        </p:nvSpPr>
        <p:spPr>
          <a:xfrm>
            <a:off x="7613904" y="3084575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grid-2-test-output-17-29"/>
          <p:cNvSpPr/>
          <p:nvPr/>
        </p:nvSpPr>
        <p:spPr>
          <a:xfrm>
            <a:off x="7693152" y="3084575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grid-2-test-output-18-0"/>
          <p:cNvSpPr/>
          <p:nvPr/>
        </p:nvSpPr>
        <p:spPr>
          <a:xfrm>
            <a:off x="53949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grid-2-test-output-18-1"/>
          <p:cNvSpPr/>
          <p:nvPr/>
        </p:nvSpPr>
        <p:spPr>
          <a:xfrm>
            <a:off x="547420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grid-2-test-output-18-2"/>
          <p:cNvSpPr/>
          <p:nvPr/>
        </p:nvSpPr>
        <p:spPr>
          <a:xfrm>
            <a:off x="55534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grid-2-test-output-18-3"/>
          <p:cNvSpPr/>
          <p:nvPr/>
        </p:nvSpPr>
        <p:spPr>
          <a:xfrm>
            <a:off x="563270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grid-2-test-output-18-4"/>
          <p:cNvSpPr/>
          <p:nvPr/>
        </p:nvSpPr>
        <p:spPr>
          <a:xfrm>
            <a:off x="57119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grid-2-test-output-18-5"/>
          <p:cNvSpPr/>
          <p:nvPr/>
        </p:nvSpPr>
        <p:spPr>
          <a:xfrm>
            <a:off x="579120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grid-2-test-output-18-6"/>
          <p:cNvSpPr/>
          <p:nvPr/>
        </p:nvSpPr>
        <p:spPr>
          <a:xfrm>
            <a:off x="587044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grid-2-test-output-18-7"/>
          <p:cNvSpPr/>
          <p:nvPr/>
        </p:nvSpPr>
        <p:spPr>
          <a:xfrm>
            <a:off x="594969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grid-2-test-output-18-8"/>
          <p:cNvSpPr/>
          <p:nvPr/>
        </p:nvSpPr>
        <p:spPr>
          <a:xfrm>
            <a:off x="602894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grid-2-test-output-18-9"/>
          <p:cNvSpPr/>
          <p:nvPr/>
        </p:nvSpPr>
        <p:spPr>
          <a:xfrm>
            <a:off x="610819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grid-2-test-output-18-10"/>
          <p:cNvSpPr/>
          <p:nvPr/>
        </p:nvSpPr>
        <p:spPr>
          <a:xfrm>
            <a:off x="618744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grid-2-test-output-18-11"/>
          <p:cNvSpPr/>
          <p:nvPr/>
        </p:nvSpPr>
        <p:spPr>
          <a:xfrm>
            <a:off x="626668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grid-2-test-output-18-12"/>
          <p:cNvSpPr/>
          <p:nvPr/>
        </p:nvSpPr>
        <p:spPr>
          <a:xfrm>
            <a:off x="634593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grid-2-test-output-18-13"/>
          <p:cNvSpPr/>
          <p:nvPr/>
        </p:nvSpPr>
        <p:spPr>
          <a:xfrm>
            <a:off x="642518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grid-2-test-output-18-14"/>
          <p:cNvSpPr/>
          <p:nvPr/>
        </p:nvSpPr>
        <p:spPr>
          <a:xfrm>
            <a:off x="650443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grid-2-test-output-18-15"/>
          <p:cNvSpPr/>
          <p:nvPr/>
        </p:nvSpPr>
        <p:spPr>
          <a:xfrm>
            <a:off x="658368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grid-2-test-output-18-16"/>
          <p:cNvSpPr/>
          <p:nvPr/>
        </p:nvSpPr>
        <p:spPr>
          <a:xfrm>
            <a:off x="666292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grid-2-test-output-18-17"/>
          <p:cNvSpPr/>
          <p:nvPr/>
        </p:nvSpPr>
        <p:spPr>
          <a:xfrm>
            <a:off x="674217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grid-2-test-output-18-18"/>
          <p:cNvSpPr/>
          <p:nvPr/>
        </p:nvSpPr>
        <p:spPr>
          <a:xfrm>
            <a:off x="682142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grid-2-test-output-18-19"/>
          <p:cNvSpPr/>
          <p:nvPr/>
        </p:nvSpPr>
        <p:spPr>
          <a:xfrm>
            <a:off x="690067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grid-2-test-output-18-20"/>
          <p:cNvSpPr/>
          <p:nvPr/>
        </p:nvSpPr>
        <p:spPr>
          <a:xfrm>
            <a:off x="697992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grid-2-test-output-18-21"/>
          <p:cNvSpPr/>
          <p:nvPr/>
        </p:nvSpPr>
        <p:spPr>
          <a:xfrm>
            <a:off x="7059168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grid-2-test-output-18-22"/>
          <p:cNvSpPr/>
          <p:nvPr/>
        </p:nvSpPr>
        <p:spPr>
          <a:xfrm>
            <a:off x="713841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grid-2-test-output-18-23"/>
          <p:cNvSpPr/>
          <p:nvPr/>
        </p:nvSpPr>
        <p:spPr>
          <a:xfrm>
            <a:off x="7217664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grid-2-test-output-18-24"/>
          <p:cNvSpPr/>
          <p:nvPr/>
        </p:nvSpPr>
        <p:spPr>
          <a:xfrm>
            <a:off x="7296912" y="316382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grid-2-test-output-18-25"/>
          <p:cNvSpPr/>
          <p:nvPr/>
        </p:nvSpPr>
        <p:spPr>
          <a:xfrm>
            <a:off x="7376160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grid-2-test-output-18-26"/>
          <p:cNvSpPr/>
          <p:nvPr/>
        </p:nvSpPr>
        <p:spPr>
          <a:xfrm>
            <a:off x="7455408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grid-2-test-output-18-27"/>
          <p:cNvSpPr/>
          <p:nvPr/>
        </p:nvSpPr>
        <p:spPr>
          <a:xfrm>
            <a:off x="7534656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grid-2-test-output-18-28"/>
          <p:cNvSpPr/>
          <p:nvPr/>
        </p:nvSpPr>
        <p:spPr>
          <a:xfrm>
            <a:off x="7613904" y="316382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grid-2-test-output-18-29"/>
          <p:cNvSpPr/>
          <p:nvPr/>
        </p:nvSpPr>
        <p:spPr>
          <a:xfrm>
            <a:off x="7693152" y="316382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grid-2-test-output-19-0"/>
          <p:cNvSpPr/>
          <p:nvPr/>
        </p:nvSpPr>
        <p:spPr>
          <a:xfrm>
            <a:off x="539496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grid-2-test-output-19-1"/>
          <p:cNvSpPr/>
          <p:nvPr/>
        </p:nvSpPr>
        <p:spPr>
          <a:xfrm>
            <a:off x="547420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grid-2-test-output-19-2"/>
          <p:cNvSpPr/>
          <p:nvPr/>
        </p:nvSpPr>
        <p:spPr>
          <a:xfrm>
            <a:off x="555345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grid-2-test-output-19-3"/>
          <p:cNvSpPr/>
          <p:nvPr/>
        </p:nvSpPr>
        <p:spPr>
          <a:xfrm>
            <a:off x="563270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grid-2-test-output-19-4"/>
          <p:cNvSpPr/>
          <p:nvPr/>
        </p:nvSpPr>
        <p:spPr>
          <a:xfrm>
            <a:off x="571195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grid-2-test-output-19-5"/>
          <p:cNvSpPr/>
          <p:nvPr/>
        </p:nvSpPr>
        <p:spPr>
          <a:xfrm>
            <a:off x="579120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grid-2-test-output-19-6"/>
          <p:cNvSpPr/>
          <p:nvPr/>
        </p:nvSpPr>
        <p:spPr>
          <a:xfrm>
            <a:off x="587044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grid-2-test-output-19-7"/>
          <p:cNvSpPr/>
          <p:nvPr/>
        </p:nvSpPr>
        <p:spPr>
          <a:xfrm>
            <a:off x="594969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grid-2-test-output-19-8"/>
          <p:cNvSpPr/>
          <p:nvPr/>
        </p:nvSpPr>
        <p:spPr>
          <a:xfrm>
            <a:off x="602894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grid-2-test-output-19-9"/>
          <p:cNvSpPr/>
          <p:nvPr/>
        </p:nvSpPr>
        <p:spPr>
          <a:xfrm>
            <a:off x="610819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grid-2-test-output-19-10"/>
          <p:cNvSpPr/>
          <p:nvPr/>
        </p:nvSpPr>
        <p:spPr>
          <a:xfrm>
            <a:off x="6187440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grid-2-test-output-19-11"/>
          <p:cNvSpPr/>
          <p:nvPr/>
        </p:nvSpPr>
        <p:spPr>
          <a:xfrm>
            <a:off x="626668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grid-2-test-output-19-12"/>
          <p:cNvSpPr/>
          <p:nvPr/>
        </p:nvSpPr>
        <p:spPr>
          <a:xfrm>
            <a:off x="634593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grid-2-test-output-19-13"/>
          <p:cNvSpPr/>
          <p:nvPr/>
        </p:nvSpPr>
        <p:spPr>
          <a:xfrm>
            <a:off x="6425184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grid-2-test-output-19-14"/>
          <p:cNvSpPr/>
          <p:nvPr/>
        </p:nvSpPr>
        <p:spPr>
          <a:xfrm>
            <a:off x="6504432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grid-2-test-output-19-15"/>
          <p:cNvSpPr/>
          <p:nvPr/>
        </p:nvSpPr>
        <p:spPr>
          <a:xfrm>
            <a:off x="6583680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grid-2-test-output-19-16"/>
          <p:cNvSpPr/>
          <p:nvPr/>
        </p:nvSpPr>
        <p:spPr>
          <a:xfrm>
            <a:off x="666292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grid-2-test-output-19-17"/>
          <p:cNvSpPr/>
          <p:nvPr/>
        </p:nvSpPr>
        <p:spPr>
          <a:xfrm>
            <a:off x="674217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grid-2-test-output-19-18"/>
          <p:cNvSpPr/>
          <p:nvPr/>
        </p:nvSpPr>
        <p:spPr>
          <a:xfrm>
            <a:off x="682142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grid-2-test-output-19-19"/>
          <p:cNvSpPr/>
          <p:nvPr/>
        </p:nvSpPr>
        <p:spPr>
          <a:xfrm>
            <a:off x="690067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grid-2-test-output-19-20"/>
          <p:cNvSpPr/>
          <p:nvPr/>
        </p:nvSpPr>
        <p:spPr>
          <a:xfrm>
            <a:off x="697992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grid-2-test-output-19-21"/>
          <p:cNvSpPr/>
          <p:nvPr/>
        </p:nvSpPr>
        <p:spPr>
          <a:xfrm>
            <a:off x="7059168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grid-2-test-output-19-22"/>
          <p:cNvSpPr/>
          <p:nvPr/>
        </p:nvSpPr>
        <p:spPr>
          <a:xfrm>
            <a:off x="7138416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grid-2-test-output-19-23"/>
          <p:cNvSpPr/>
          <p:nvPr/>
        </p:nvSpPr>
        <p:spPr>
          <a:xfrm>
            <a:off x="7217664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grid-2-test-output-19-24"/>
          <p:cNvSpPr/>
          <p:nvPr/>
        </p:nvSpPr>
        <p:spPr>
          <a:xfrm>
            <a:off x="7296912" y="324307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grid-2-test-output-19-25"/>
          <p:cNvSpPr/>
          <p:nvPr/>
        </p:nvSpPr>
        <p:spPr>
          <a:xfrm>
            <a:off x="7376160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grid-2-test-output-19-26"/>
          <p:cNvSpPr/>
          <p:nvPr/>
        </p:nvSpPr>
        <p:spPr>
          <a:xfrm>
            <a:off x="7455408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grid-2-test-output-19-27"/>
          <p:cNvSpPr/>
          <p:nvPr/>
        </p:nvSpPr>
        <p:spPr>
          <a:xfrm>
            <a:off x="7534656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grid-2-test-output-19-28"/>
          <p:cNvSpPr/>
          <p:nvPr/>
        </p:nvSpPr>
        <p:spPr>
          <a:xfrm>
            <a:off x="7613904" y="324307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grid-2-test-output-19-29"/>
          <p:cNvSpPr/>
          <p:nvPr/>
        </p:nvSpPr>
        <p:spPr>
          <a:xfrm>
            <a:off x="7693152" y="324307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grid-2-test-output-20-0"/>
          <p:cNvSpPr/>
          <p:nvPr/>
        </p:nvSpPr>
        <p:spPr>
          <a:xfrm>
            <a:off x="53949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grid-2-test-output-20-1"/>
          <p:cNvSpPr/>
          <p:nvPr/>
        </p:nvSpPr>
        <p:spPr>
          <a:xfrm>
            <a:off x="547420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grid-2-test-output-20-2"/>
          <p:cNvSpPr/>
          <p:nvPr/>
        </p:nvSpPr>
        <p:spPr>
          <a:xfrm>
            <a:off x="555345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grid-2-test-output-20-3"/>
          <p:cNvSpPr/>
          <p:nvPr/>
        </p:nvSpPr>
        <p:spPr>
          <a:xfrm>
            <a:off x="563270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grid-2-test-output-20-4"/>
          <p:cNvSpPr/>
          <p:nvPr/>
        </p:nvSpPr>
        <p:spPr>
          <a:xfrm>
            <a:off x="571195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grid-2-test-output-20-5"/>
          <p:cNvSpPr/>
          <p:nvPr/>
        </p:nvSpPr>
        <p:spPr>
          <a:xfrm>
            <a:off x="579120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grid-2-test-output-20-6"/>
          <p:cNvSpPr/>
          <p:nvPr/>
        </p:nvSpPr>
        <p:spPr>
          <a:xfrm>
            <a:off x="587044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grid-2-test-output-20-7"/>
          <p:cNvSpPr/>
          <p:nvPr/>
        </p:nvSpPr>
        <p:spPr>
          <a:xfrm>
            <a:off x="594969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grid-2-test-output-20-8"/>
          <p:cNvSpPr/>
          <p:nvPr/>
        </p:nvSpPr>
        <p:spPr>
          <a:xfrm>
            <a:off x="602894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grid-2-test-output-20-9"/>
          <p:cNvSpPr/>
          <p:nvPr/>
        </p:nvSpPr>
        <p:spPr>
          <a:xfrm>
            <a:off x="6108192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grid-2-test-output-20-10"/>
          <p:cNvSpPr/>
          <p:nvPr/>
        </p:nvSpPr>
        <p:spPr>
          <a:xfrm>
            <a:off x="6187440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grid-2-test-output-20-11"/>
          <p:cNvSpPr/>
          <p:nvPr/>
        </p:nvSpPr>
        <p:spPr>
          <a:xfrm>
            <a:off x="6266688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grid-2-test-output-20-12"/>
          <p:cNvSpPr/>
          <p:nvPr/>
        </p:nvSpPr>
        <p:spPr>
          <a:xfrm>
            <a:off x="6345936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grid-2-test-output-20-13"/>
          <p:cNvSpPr/>
          <p:nvPr/>
        </p:nvSpPr>
        <p:spPr>
          <a:xfrm>
            <a:off x="642518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grid-2-test-output-20-14"/>
          <p:cNvSpPr/>
          <p:nvPr/>
        </p:nvSpPr>
        <p:spPr>
          <a:xfrm>
            <a:off x="650443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grid-2-test-output-20-15"/>
          <p:cNvSpPr/>
          <p:nvPr/>
        </p:nvSpPr>
        <p:spPr>
          <a:xfrm>
            <a:off x="658368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grid-2-test-output-20-16"/>
          <p:cNvSpPr/>
          <p:nvPr/>
        </p:nvSpPr>
        <p:spPr>
          <a:xfrm>
            <a:off x="6662928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grid-2-test-output-20-17"/>
          <p:cNvSpPr/>
          <p:nvPr/>
        </p:nvSpPr>
        <p:spPr>
          <a:xfrm>
            <a:off x="6742176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grid-2-test-output-20-18"/>
          <p:cNvSpPr/>
          <p:nvPr/>
        </p:nvSpPr>
        <p:spPr>
          <a:xfrm>
            <a:off x="6821424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grid-2-test-output-20-19"/>
          <p:cNvSpPr/>
          <p:nvPr/>
        </p:nvSpPr>
        <p:spPr>
          <a:xfrm>
            <a:off x="6900672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grid-2-test-output-20-20"/>
          <p:cNvSpPr/>
          <p:nvPr/>
        </p:nvSpPr>
        <p:spPr>
          <a:xfrm>
            <a:off x="697992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grid-2-test-output-20-21"/>
          <p:cNvSpPr/>
          <p:nvPr/>
        </p:nvSpPr>
        <p:spPr>
          <a:xfrm>
            <a:off x="7059168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grid-2-test-output-20-22"/>
          <p:cNvSpPr/>
          <p:nvPr/>
        </p:nvSpPr>
        <p:spPr>
          <a:xfrm>
            <a:off x="713841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grid-2-test-output-20-23"/>
          <p:cNvSpPr/>
          <p:nvPr/>
        </p:nvSpPr>
        <p:spPr>
          <a:xfrm>
            <a:off x="7217664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grid-2-test-output-20-24"/>
          <p:cNvSpPr/>
          <p:nvPr/>
        </p:nvSpPr>
        <p:spPr>
          <a:xfrm>
            <a:off x="7296912" y="332232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grid-2-test-output-20-25"/>
          <p:cNvSpPr/>
          <p:nvPr/>
        </p:nvSpPr>
        <p:spPr>
          <a:xfrm>
            <a:off x="7376160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grid-2-test-output-20-26"/>
          <p:cNvSpPr/>
          <p:nvPr/>
        </p:nvSpPr>
        <p:spPr>
          <a:xfrm>
            <a:off x="7455408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grid-2-test-output-20-27"/>
          <p:cNvSpPr/>
          <p:nvPr/>
        </p:nvSpPr>
        <p:spPr>
          <a:xfrm>
            <a:off x="7534656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grid-2-test-output-20-28"/>
          <p:cNvSpPr/>
          <p:nvPr/>
        </p:nvSpPr>
        <p:spPr>
          <a:xfrm>
            <a:off x="7613904" y="332232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grid-2-test-output-20-29"/>
          <p:cNvSpPr/>
          <p:nvPr/>
        </p:nvSpPr>
        <p:spPr>
          <a:xfrm>
            <a:off x="7693152" y="332232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grid-2-test-output-21-0"/>
          <p:cNvSpPr/>
          <p:nvPr/>
        </p:nvSpPr>
        <p:spPr>
          <a:xfrm>
            <a:off x="53949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grid-2-test-output-21-1"/>
          <p:cNvSpPr/>
          <p:nvPr/>
        </p:nvSpPr>
        <p:spPr>
          <a:xfrm>
            <a:off x="547420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grid-2-test-output-21-2"/>
          <p:cNvSpPr/>
          <p:nvPr/>
        </p:nvSpPr>
        <p:spPr>
          <a:xfrm>
            <a:off x="555345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grid-2-test-output-21-3"/>
          <p:cNvSpPr/>
          <p:nvPr/>
        </p:nvSpPr>
        <p:spPr>
          <a:xfrm>
            <a:off x="563270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grid-2-test-output-21-4"/>
          <p:cNvSpPr/>
          <p:nvPr/>
        </p:nvSpPr>
        <p:spPr>
          <a:xfrm>
            <a:off x="57119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grid-2-test-output-21-5"/>
          <p:cNvSpPr/>
          <p:nvPr/>
        </p:nvSpPr>
        <p:spPr>
          <a:xfrm>
            <a:off x="579120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grid-2-test-output-21-6"/>
          <p:cNvSpPr/>
          <p:nvPr/>
        </p:nvSpPr>
        <p:spPr>
          <a:xfrm>
            <a:off x="587044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grid-2-test-output-21-7"/>
          <p:cNvSpPr/>
          <p:nvPr/>
        </p:nvSpPr>
        <p:spPr>
          <a:xfrm>
            <a:off x="594969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grid-2-test-output-21-8"/>
          <p:cNvSpPr/>
          <p:nvPr/>
        </p:nvSpPr>
        <p:spPr>
          <a:xfrm>
            <a:off x="602894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grid-2-test-output-21-9"/>
          <p:cNvSpPr/>
          <p:nvPr/>
        </p:nvSpPr>
        <p:spPr>
          <a:xfrm>
            <a:off x="610819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grid-2-test-output-21-10"/>
          <p:cNvSpPr/>
          <p:nvPr/>
        </p:nvSpPr>
        <p:spPr>
          <a:xfrm>
            <a:off x="618744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grid-2-test-output-21-11"/>
          <p:cNvSpPr/>
          <p:nvPr/>
        </p:nvSpPr>
        <p:spPr>
          <a:xfrm>
            <a:off x="626668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grid-2-test-output-21-12"/>
          <p:cNvSpPr/>
          <p:nvPr/>
        </p:nvSpPr>
        <p:spPr>
          <a:xfrm>
            <a:off x="6345936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grid-2-test-output-21-13"/>
          <p:cNvSpPr/>
          <p:nvPr/>
        </p:nvSpPr>
        <p:spPr>
          <a:xfrm>
            <a:off x="642518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grid-2-test-output-21-14"/>
          <p:cNvSpPr/>
          <p:nvPr/>
        </p:nvSpPr>
        <p:spPr>
          <a:xfrm>
            <a:off x="650443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grid-2-test-output-21-15"/>
          <p:cNvSpPr/>
          <p:nvPr/>
        </p:nvSpPr>
        <p:spPr>
          <a:xfrm>
            <a:off x="658368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grid-2-test-output-21-16"/>
          <p:cNvSpPr/>
          <p:nvPr/>
        </p:nvSpPr>
        <p:spPr>
          <a:xfrm>
            <a:off x="6662928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grid-2-test-output-21-17"/>
          <p:cNvSpPr/>
          <p:nvPr/>
        </p:nvSpPr>
        <p:spPr>
          <a:xfrm>
            <a:off x="674217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grid-2-test-output-21-18"/>
          <p:cNvSpPr/>
          <p:nvPr/>
        </p:nvSpPr>
        <p:spPr>
          <a:xfrm>
            <a:off x="682142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grid-2-test-output-21-19"/>
          <p:cNvSpPr/>
          <p:nvPr/>
        </p:nvSpPr>
        <p:spPr>
          <a:xfrm>
            <a:off x="6900672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grid-2-test-output-21-20"/>
          <p:cNvSpPr/>
          <p:nvPr/>
        </p:nvSpPr>
        <p:spPr>
          <a:xfrm>
            <a:off x="6979920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grid-2-test-output-21-21"/>
          <p:cNvSpPr/>
          <p:nvPr/>
        </p:nvSpPr>
        <p:spPr>
          <a:xfrm>
            <a:off x="7059168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grid-2-test-output-21-22"/>
          <p:cNvSpPr/>
          <p:nvPr/>
        </p:nvSpPr>
        <p:spPr>
          <a:xfrm>
            <a:off x="7138416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grid-2-test-output-21-23"/>
          <p:cNvSpPr/>
          <p:nvPr/>
        </p:nvSpPr>
        <p:spPr>
          <a:xfrm>
            <a:off x="7217664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grid-2-test-output-21-24"/>
          <p:cNvSpPr/>
          <p:nvPr/>
        </p:nvSpPr>
        <p:spPr>
          <a:xfrm>
            <a:off x="7296912" y="340156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grid-2-test-output-21-25"/>
          <p:cNvSpPr/>
          <p:nvPr/>
        </p:nvSpPr>
        <p:spPr>
          <a:xfrm>
            <a:off x="7376160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grid-2-test-output-21-26"/>
          <p:cNvSpPr/>
          <p:nvPr/>
        </p:nvSpPr>
        <p:spPr>
          <a:xfrm>
            <a:off x="7455408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grid-2-test-output-21-27"/>
          <p:cNvSpPr/>
          <p:nvPr/>
        </p:nvSpPr>
        <p:spPr>
          <a:xfrm>
            <a:off x="7534656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grid-2-test-output-21-28"/>
          <p:cNvSpPr/>
          <p:nvPr/>
        </p:nvSpPr>
        <p:spPr>
          <a:xfrm>
            <a:off x="7613904" y="340156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grid-2-test-output-21-29"/>
          <p:cNvSpPr/>
          <p:nvPr/>
        </p:nvSpPr>
        <p:spPr>
          <a:xfrm>
            <a:off x="7693152" y="340156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grid-2-test-output-22-0"/>
          <p:cNvSpPr/>
          <p:nvPr/>
        </p:nvSpPr>
        <p:spPr>
          <a:xfrm>
            <a:off x="53949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grid-2-test-output-22-1"/>
          <p:cNvSpPr/>
          <p:nvPr/>
        </p:nvSpPr>
        <p:spPr>
          <a:xfrm>
            <a:off x="547420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grid-2-test-output-22-2"/>
          <p:cNvSpPr/>
          <p:nvPr/>
        </p:nvSpPr>
        <p:spPr>
          <a:xfrm>
            <a:off x="555345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grid-2-test-output-22-3"/>
          <p:cNvSpPr/>
          <p:nvPr/>
        </p:nvSpPr>
        <p:spPr>
          <a:xfrm>
            <a:off x="563270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grid-2-test-output-22-4"/>
          <p:cNvSpPr/>
          <p:nvPr/>
        </p:nvSpPr>
        <p:spPr>
          <a:xfrm>
            <a:off x="57119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grid-2-test-output-22-5"/>
          <p:cNvSpPr/>
          <p:nvPr/>
        </p:nvSpPr>
        <p:spPr>
          <a:xfrm>
            <a:off x="579120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grid-2-test-output-22-6"/>
          <p:cNvSpPr/>
          <p:nvPr/>
        </p:nvSpPr>
        <p:spPr>
          <a:xfrm>
            <a:off x="587044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grid-2-test-output-22-7"/>
          <p:cNvSpPr/>
          <p:nvPr/>
        </p:nvSpPr>
        <p:spPr>
          <a:xfrm>
            <a:off x="594969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grid-2-test-output-22-8"/>
          <p:cNvSpPr/>
          <p:nvPr/>
        </p:nvSpPr>
        <p:spPr>
          <a:xfrm>
            <a:off x="602894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grid-2-test-output-22-9"/>
          <p:cNvSpPr/>
          <p:nvPr/>
        </p:nvSpPr>
        <p:spPr>
          <a:xfrm>
            <a:off x="6108192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grid-2-test-output-22-10"/>
          <p:cNvSpPr/>
          <p:nvPr/>
        </p:nvSpPr>
        <p:spPr>
          <a:xfrm>
            <a:off x="618744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grid-2-test-output-22-11"/>
          <p:cNvSpPr/>
          <p:nvPr/>
        </p:nvSpPr>
        <p:spPr>
          <a:xfrm>
            <a:off x="626668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grid-2-test-output-22-12"/>
          <p:cNvSpPr/>
          <p:nvPr/>
        </p:nvSpPr>
        <p:spPr>
          <a:xfrm>
            <a:off x="6345936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grid-2-test-output-22-13"/>
          <p:cNvSpPr/>
          <p:nvPr/>
        </p:nvSpPr>
        <p:spPr>
          <a:xfrm>
            <a:off x="642518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grid-2-test-output-22-14"/>
          <p:cNvSpPr/>
          <p:nvPr/>
        </p:nvSpPr>
        <p:spPr>
          <a:xfrm>
            <a:off x="650443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grid-2-test-output-22-15"/>
          <p:cNvSpPr/>
          <p:nvPr/>
        </p:nvSpPr>
        <p:spPr>
          <a:xfrm>
            <a:off x="658368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grid-2-test-output-22-16"/>
          <p:cNvSpPr/>
          <p:nvPr/>
        </p:nvSpPr>
        <p:spPr>
          <a:xfrm>
            <a:off x="6662928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grid-2-test-output-22-17"/>
          <p:cNvSpPr/>
          <p:nvPr/>
        </p:nvSpPr>
        <p:spPr>
          <a:xfrm>
            <a:off x="6742176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grid-2-test-output-22-18"/>
          <p:cNvSpPr/>
          <p:nvPr/>
        </p:nvSpPr>
        <p:spPr>
          <a:xfrm>
            <a:off x="682142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grid-2-test-output-22-19"/>
          <p:cNvSpPr/>
          <p:nvPr/>
        </p:nvSpPr>
        <p:spPr>
          <a:xfrm>
            <a:off x="690067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grid-2-test-output-22-20"/>
          <p:cNvSpPr/>
          <p:nvPr/>
        </p:nvSpPr>
        <p:spPr>
          <a:xfrm>
            <a:off x="6979920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grid-2-test-output-22-21"/>
          <p:cNvSpPr/>
          <p:nvPr/>
        </p:nvSpPr>
        <p:spPr>
          <a:xfrm>
            <a:off x="7059168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grid-2-test-output-22-22"/>
          <p:cNvSpPr/>
          <p:nvPr/>
        </p:nvSpPr>
        <p:spPr>
          <a:xfrm>
            <a:off x="713841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grid-2-test-output-22-23"/>
          <p:cNvSpPr/>
          <p:nvPr/>
        </p:nvSpPr>
        <p:spPr>
          <a:xfrm>
            <a:off x="7217664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grid-2-test-output-22-24"/>
          <p:cNvSpPr/>
          <p:nvPr/>
        </p:nvSpPr>
        <p:spPr>
          <a:xfrm>
            <a:off x="7296912" y="348081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grid-2-test-output-22-25"/>
          <p:cNvSpPr/>
          <p:nvPr/>
        </p:nvSpPr>
        <p:spPr>
          <a:xfrm>
            <a:off x="7376160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grid-2-test-output-22-26"/>
          <p:cNvSpPr/>
          <p:nvPr/>
        </p:nvSpPr>
        <p:spPr>
          <a:xfrm>
            <a:off x="7455408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grid-2-test-output-22-27"/>
          <p:cNvSpPr/>
          <p:nvPr/>
        </p:nvSpPr>
        <p:spPr>
          <a:xfrm>
            <a:off x="7534656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grid-2-test-output-22-28"/>
          <p:cNvSpPr/>
          <p:nvPr/>
        </p:nvSpPr>
        <p:spPr>
          <a:xfrm>
            <a:off x="7613904" y="348081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grid-2-test-output-22-29"/>
          <p:cNvSpPr/>
          <p:nvPr/>
        </p:nvSpPr>
        <p:spPr>
          <a:xfrm>
            <a:off x="7693152" y="348081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grid-2-test-output-23-0"/>
          <p:cNvSpPr/>
          <p:nvPr/>
        </p:nvSpPr>
        <p:spPr>
          <a:xfrm>
            <a:off x="53949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grid-2-test-output-23-1"/>
          <p:cNvSpPr/>
          <p:nvPr/>
        </p:nvSpPr>
        <p:spPr>
          <a:xfrm>
            <a:off x="547420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grid-2-test-output-23-2"/>
          <p:cNvSpPr/>
          <p:nvPr/>
        </p:nvSpPr>
        <p:spPr>
          <a:xfrm>
            <a:off x="555345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grid-2-test-output-23-3"/>
          <p:cNvSpPr/>
          <p:nvPr/>
        </p:nvSpPr>
        <p:spPr>
          <a:xfrm>
            <a:off x="563270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grid-2-test-output-23-4"/>
          <p:cNvSpPr/>
          <p:nvPr/>
        </p:nvSpPr>
        <p:spPr>
          <a:xfrm>
            <a:off x="57119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grid-2-test-output-23-5"/>
          <p:cNvSpPr/>
          <p:nvPr/>
        </p:nvSpPr>
        <p:spPr>
          <a:xfrm>
            <a:off x="579120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grid-2-test-output-23-6"/>
          <p:cNvSpPr/>
          <p:nvPr/>
        </p:nvSpPr>
        <p:spPr>
          <a:xfrm>
            <a:off x="587044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grid-2-test-output-23-7"/>
          <p:cNvSpPr/>
          <p:nvPr/>
        </p:nvSpPr>
        <p:spPr>
          <a:xfrm>
            <a:off x="594969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grid-2-test-output-23-8"/>
          <p:cNvSpPr/>
          <p:nvPr/>
        </p:nvSpPr>
        <p:spPr>
          <a:xfrm>
            <a:off x="602894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grid-2-test-output-23-9"/>
          <p:cNvSpPr/>
          <p:nvPr/>
        </p:nvSpPr>
        <p:spPr>
          <a:xfrm>
            <a:off x="610819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grid-2-test-output-23-10"/>
          <p:cNvSpPr/>
          <p:nvPr/>
        </p:nvSpPr>
        <p:spPr>
          <a:xfrm>
            <a:off x="618744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grid-2-test-output-23-11"/>
          <p:cNvSpPr/>
          <p:nvPr/>
        </p:nvSpPr>
        <p:spPr>
          <a:xfrm>
            <a:off x="626668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grid-2-test-output-23-12"/>
          <p:cNvSpPr/>
          <p:nvPr/>
        </p:nvSpPr>
        <p:spPr>
          <a:xfrm>
            <a:off x="634593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grid-2-test-output-23-13"/>
          <p:cNvSpPr/>
          <p:nvPr/>
        </p:nvSpPr>
        <p:spPr>
          <a:xfrm>
            <a:off x="642518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grid-2-test-output-23-14"/>
          <p:cNvSpPr/>
          <p:nvPr/>
        </p:nvSpPr>
        <p:spPr>
          <a:xfrm>
            <a:off x="650443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grid-2-test-output-23-15"/>
          <p:cNvSpPr/>
          <p:nvPr/>
        </p:nvSpPr>
        <p:spPr>
          <a:xfrm>
            <a:off x="658368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grid-2-test-output-23-16"/>
          <p:cNvSpPr/>
          <p:nvPr/>
        </p:nvSpPr>
        <p:spPr>
          <a:xfrm>
            <a:off x="6662928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grid-2-test-output-23-17"/>
          <p:cNvSpPr/>
          <p:nvPr/>
        </p:nvSpPr>
        <p:spPr>
          <a:xfrm>
            <a:off x="674217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grid-2-test-output-23-18"/>
          <p:cNvSpPr/>
          <p:nvPr/>
        </p:nvSpPr>
        <p:spPr>
          <a:xfrm>
            <a:off x="682142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grid-2-test-output-23-19"/>
          <p:cNvSpPr/>
          <p:nvPr/>
        </p:nvSpPr>
        <p:spPr>
          <a:xfrm>
            <a:off x="690067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grid-2-test-output-23-20"/>
          <p:cNvSpPr/>
          <p:nvPr/>
        </p:nvSpPr>
        <p:spPr>
          <a:xfrm>
            <a:off x="6979920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grid-2-test-output-23-21"/>
          <p:cNvSpPr/>
          <p:nvPr/>
        </p:nvSpPr>
        <p:spPr>
          <a:xfrm>
            <a:off x="7059168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grid-2-test-output-23-22"/>
          <p:cNvSpPr/>
          <p:nvPr/>
        </p:nvSpPr>
        <p:spPr>
          <a:xfrm>
            <a:off x="7138416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grid-2-test-output-23-23"/>
          <p:cNvSpPr/>
          <p:nvPr/>
        </p:nvSpPr>
        <p:spPr>
          <a:xfrm>
            <a:off x="7217664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grid-2-test-output-23-24"/>
          <p:cNvSpPr/>
          <p:nvPr/>
        </p:nvSpPr>
        <p:spPr>
          <a:xfrm>
            <a:off x="7296912" y="3560064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grid-2-test-output-23-25"/>
          <p:cNvSpPr/>
          <p:nvPr/>
        </p:nvSpPr>
        <p:spPr>
          <a:xfrm>
            <a:off x="7376160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grid-2-test-output-23-26"/>
          <p:cNvSpPr/>
          <p:nvPr/>
        </p:nvSpPr>
        <p:spPr>
          <a:xfrm>
            <a:off x="7455408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grid-2-test-output-23-27"/>
          <p:cNvSpPr/>
          <p:nvPr/>
        </p:nvSpPr>
        <p:spPr>
          <a:xfrm>
            <a:off x="7534656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grid-2-test-output-23-28"/>
          <p:cNvSpPr/>
          <p:nvPr/>
        </p:nvSpPr>
        <p:spPr>
          <a:xfrm>
            <a:off x="7613904" y="3560064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grid-2-test-output-23-29"/>
          <p:cNvSpPr/>
          <p:nvPr/>
        </p:nvSpPr>
        <p:spPr>
          <a:xfrm>
            <a:off x="7693152" y="3560064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grid-2-test-output-24-0"/>
          <p:cNvSpPr/>
          <p:nvPr/>
        </p:nvSpPr>
        <p:spPr>
          <a:xfrm>
            <a:off x="53949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grid-2-test-output-24-1"/>
          <p:cNvSpPr/>
          <p:nvPr/>
        </p:nvSpPr>
        <p:spPr>
          <a:xfrm>
            <a:off x="547420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grid-2-test-output-24-2"/>
          <p:cNvSpPr/>
          <p:nvPr/>
        </p:nvSpPr>
        <p:spPr>
          <a:xfrm>
            <a:off x="55534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grid-2-test-output-24-3"/>
          <p:cNvSpPr/>
          <p:nvPr/>
        </p:nvSpPr>
        <p:spPr>
          <a:xfrm>
            <a:off x="563270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grid-2-test-output-24-4"/>
          <p:cNvSpPr/>
          <p:nvPr/>
        </p:nvSpPr>
        <p:spPr>
          <a:xfrm>
            <a:off x="57119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grid-2-test-output-24-5"/>
          <p:cNvSpPr/>
          <p:nvPr/>
        </p:nvSpPr>
        <p:spPr>
          <a:xfrm>
            <a:off x="579120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grid-2-test-output-24-6"/>
          <p:cNvSpPr/>
          <p:nvPr/>
        </p:nvSpPr>
        <p:spPr>
          <a:xfrm>
            <a:off x="5870448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grid-2-test-output-24-7"/>
          <p:cNvSpPr/>
          <p:nvPr/>
        </p:nvSpPr>
        <p:spPr>
          <a:xfrm>
            <a:off x="5949696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grid-2-test-output-24-8"/>
          <p:cNvSpPr/>
          <p:nvPr/>
        </p:nvSpPr>
        <p:spPr>
          <a:xfrm>
            <a:off x="602894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grid-2-test-output-24-9"/>
          <p:cNvSpPr/>
          <p:nvPr/>
        </p:nvSpPr>
        <p:spPr>
          <a:xfrm>
            <a:off x="610819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grid-2-test-output-24-10"/>
          <p:cNvSpPr/>
          <p:nvPr/>
        </p:nvSpPr>
        <p:spPr>
          <a:xfrm>
            <a:off x="618744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grid-2-test-output-24-11"/>
          <p:cNvSpPr/>
          <p:nvPr/>
        </p:nvSpPr>
        <p:spPr>
          <a:xfrm>
            <a:off x="626668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grid-2-test-output-24-12"/>
          <p:cNvSpPr/>
          <p:nvPr/>
        </p:nvSpPr>
        <p:spPr>
          <a:xfrm>
            <a:off x="6345936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grid-2-test-output-24-13"/>
          <p:cNvSpPr/>
          <p:nvPr/>
        </p:nvSpPr>
        <p:spPr>
          <a:xfrm>
            <a:off x="642518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grid-2-test-output-24-14"/>
          <p:cNvSpPr/>
          <p:nvPr/>
        </p:nvSpPr>
        <p:spPr>
          <a:xfrm>
            <a:off x="650443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grid-2-test-output-24-15"/>
          <p:cNvSpPr/>
          <p:nvPr/>
        </p:nvSpPr>
        <p:spPr>
          <a:xfrm>
            <a:off x="6583680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grid-2-test-output-24-16"/>
          <p:cNvSpPr/>
          <p:nvPr/>
        </p:nvSpPr>
        <p:spPr>
          <a:xfrm>
            <a:off x="6662928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grid-2-test-output-24-17"/>
          <p:cNvSpPr/>
          <p:nvPr/>
        </p:nvSpPr>
        <p:spPr>
          <a:xfrm>
            <a:off x="674217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grid-2-test-output-24-18"/>
          <p:cNvSpPr/>
          <p:nvPr/>
        </p:nvSpPr>
        <p:spPr>
          <a:xfrm>
            <a:off x="682142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grid-2-test-output-24-19"/>
          <p:cNvSpPr/>
          <p:nvPr/>
        </p:nvSpPr>
        <p:spPr>
          <a:xfrm>
            <a:off x="690067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grid-2-test-output-24-20"/>
          <p:cNvSpPr/>
          <p:nvPr/>
        </p:nvSpPr>
        <p:spPr>
          <a:xfrm>
            <a:off x="6979920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grid-2-test-output-24-21"/>
          <p:cNvSpPr/>
          <p:nvPr/>
        </p:nvSpPr>
        <p:spPr>
          <a:xfrm>
            <a:off x="7059168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grid-2-test-output-24-22"/>
          <p:cNvSpPr/>
          <p:nvPr/>
        </p:nvSpPr>
        <p:spPr>
          <a:xfrm>
            <a:off x="713841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grid-2-test-output-24-23"/>
          <p:cNvSpPr/>
          <p:nvPr/>
        </p:nvSpPr>
        <p:spPr>
          <a:xfrm>
            <a:off x="7217664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grid-2-test-output-24-24"/>
          <p:cNvSpPr/>
          <p:nvPr/>
        </p:nvSpPr>
        <p:spPr>
          <a:xfrm>
            <a:off x="7296912" y="363931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grid-2-test-output-24-25"/>
          <p:cNvSpPr/>
          <p:nvPr/>
        </p:nvSpPr>
        <p:spPr>
          <a:xfrm>
            <a:off x="7376160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grid-2-test-output-24-26"/>
          <p:cNvSpPr/>
          <p:nvPr/>
        </p:nvSpPr>
        <p:spPr>
          <a:xfrm>
            <a:off x="7455408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grid-2-test-output-24-27"/>
          <p:cNvSpPr/>
          <p:nvPr/>
        </p:nvSpPr>
        <p:spPr>
          <a:xfrm>
            <a:off x="7534656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grid-2-test-output-24-28"/>
          <p:cNvSpPr/>
          <p:nvPr/>
        </p:nvSpPr>
        <p:spPr>
          <a:xfrm>
            <a:off x="7613904" y="363931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grid-2-test-output-24-29"/>
          <p:cNvSpPr/>
          <p:nvPr/>
        </p:nvSpPr>
        <p:spPr>
          <a:xfrm>
            <a:off x="7693152" y="363931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grid-2-test-output-25-0"/>
          <p:cNvSpPr/>
          <p:nvPr/>
        </p:nvSpPr>
        <p:spPr>
          <a:xfrm>
            <a:off x="53949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grid-2-test-output-25-1"/>
          <p:cNvSpPr/>
          <p:nvPr/>
        </p:nvSpPr>
        <p:spPr>
          <a:xfrm>
            <a:off x="547420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grid-2-test-output-25-2"/>
          <p:cNvSpPr/>
          <p:nvPr/>
        </p:nvSpPr>
        <p:spPr>
          <a:xfrm>
            <a:off x="555345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grid-2-test-output-25-3"/>
          <p:cNvSpPr/>
          <p:nvPr/>
        </p:nvSpPr>
        <p:spPr>
          <a:xfrm>
            <a:off x="563270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grid-2-test-output-25-4"/>
          <p:cNvSpPr/>
          <p:nvPr/>
        </p:nvSpPr>
        <p:spPr>
          <a:xfrm>
            <a:off x="57119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grid-2-test-output-25-5"/>
          <p:cNvSpPr/>
          <p:nvPr/>
        </p:nvSpPr>
        <p:spPr>
          <a:xfrm>
            <a:off x="579120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grid-2-test-output-25-6"/>
          <p:cNvSpPr/>
          <p:nvPr/>
        </p:nvSpPr>
        <p:spPr>
          <a:xfrm>
            <a:off x="5870448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grid-2-test-output-25-7"/>
          <p:cNvSpPr/>
          <p:nvPr/>
        </p:nvSpPr>
        <p:spPr>
          <a:xfrm>
            <a:off x="594969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grid-2-test-output-25-8"/>
          <p:cNvSpPr/>
          <p:nvPr/>
        </p:nvSpPr>
        <p:spPr>
          <a:xfrm>
            <a:off x="602894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grid-2-test-output-25-9"/>
          <p:cNvSpPr/>
          <p:nvPr/>
        </p:nvSpPr>
        <p:spPr>
          <a:xfrm>
            <a:off x="6108192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grid-2-test-output-25-10"/>
          <p:cNvSpPr/>
          <p:nvPr/>
        </p:nvSpPr>
        <p:spPr>
          <a:xfrm>
            <a:off x="618744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grid-2-test-output-25-11"/>
          <p:cNvSpPr/>
          <p:nvPr/>
        </p:nvSpPr>
        <p:spPr>
          <a:xfrm>
            <a:off x="6266688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grid-2-test-output-25-12"/>
          <p:cNvSpPr/>
          <p:nvPr/>
        </p:nvSpPr>
        <p:spPr>
          <a:xfrm>
            <a:off x="6345936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grid-2-test-output-25-13"/>
          <p:cNvSpPr/>
          <p:nvPr/>
        </p:nvSpPr>
        <p:spPr>
          <a:xfrm>
            <a:off x="642518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grid-2-test-output-25-14"/>
          <p:cNvSpPr/>
          <p:nvPr/>
        </p:nvSpPr>
        <p:spPr>
          <a:xfrm>
            <a:off x="6504432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grid-2-test-output-25-15"/>
          <p:cNvSpPr/>
          <p:nvPr/>
        </p:nvSpPr>
        <p:spPr>
          <a:xfrm>
            <a:off x="658368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grid-2-test-output-25-16"/>
          <p:cNvSpPr/>
          <p:nvPr/>
        </p:nvSpPr>
        <p:spPr>
          <a:xfrm>
            <a:off x="666292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grid-2-test-output-25-17"/>
          <p:cNvSpPr/>
          <p:nvPr/>
        </p:nvSpPr>
        <p:spPr>
          <a:xfrm>
            <a:off x="674217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grid-2-test-output-25-18"/>
          <p:cNvSpPr/>
          <p:nvPr/>
        </p:nvSpPr>
        <p:spPr>
          <a:xfrm>
            <a:off x="682142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grid-2-test-output-25-19"/>
          <p:cNvSpPr/>
          <p:nvPr/>
        </p:nvSpPr>
        <p:spPr>
          <a:xfrm>
            <a:off x="690067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grid-2-test-output-25-20"/>
          <p:cNvSpPr/>
          <p:nvPr/>
        </p:nvSpPr>
        <p:spPr>
          <a:xfrm>
            <a:off x="6979920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grid-2-test-output-25-21"/>
          <p:cNvSpPr/>
          <p:nvPr/>
        </p:nvSpPr>
        <p:spPr>
          <a:xfrm>
            <a:off x="7059168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grid-2-test-output-25-22"/>
          <p:cNvSpPr/>
          <p:nvPr/>
        </p:nvSpPr>
        <p:spPr>
          <a:xfrm>
            <a:off x="7138416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grid-2-test-output-25-23"/>
          <p:cNvSpPr/>
          <p:nvPr/>
        </p:nvSpPr>
        <p:spPr>
          <a:xfrm>
            <a:off x="7217664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grid-2-test-output-25-24"/>
          <p:cNvSpPr/>
          <p:nvPr/>
        </p:nvSpPr>
        <p:spPr>
          <a:xfrm>
            <a:off x="7296912" y="3718560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grid-2-test-output-25-25"/>
          <p:cNvSpPr/>
          <p:nvPr/>
        </p:nvSpPr>
        <p:spPr>
          <a:xfrm>
            <a:off x="7376160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grid-2-test-output-25-26"/>
          <p:cNvSpPr/>
          <p:nvPr/>
        </p:nvSpPr>
        <p:spPr>
          <a:xfrm>
            <a:off x="7455408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grid-2-test-output-25-27"/>
          <p:cNvSpPr/>
          <p:nvPr/>
        </p:nvSpPr>
        <p:spPr>
          <a:xfrm>
            <a:off x="7534656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grid-2-test-output-25-28"/>
          <p:cNvSpPr/>
          <p:nvPr/>
        </p:nvSpPr>
        <p:spPr>
          <a:xfrm>
            <a:off x="7613904" y="3718560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grid-2-test-output-25-29"/>
          <p:cNvSpPr/>
          <p:nvPr/>
        </p:nvSpPr>
        <p:spPr>
          <a:xfrm>
            <a:off x="7693152" y="3718560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grid-2-test-output-26-0"/>
          <p:cNvSpPr/>
          <p:nvPr/>
        </p:nvSpPr>
        <p:spPr>
          <a:xfrm>
            <a:off x="53949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grid-2-test-output-26-1"/>
          <p:cNvSpPr/>
          <p:nvPr/>
        </p:nvSpPr>
        <p:spPr>
          <a:xfrm>
            <a:off x="547420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grid-2-test-output-26-2"/>
          <p:cNvSpPr/>
          <p:nvPr/>
        </p:nvSpPr>
        <p:spPr>
          <a:xfrm>
            <a:off x="55534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grid-2-test-output-26-3"/>
          <p:cNvSpPr/>
          <p:nvPr/>
        </p:nvSpPr>
        <p:spPr>
          <a:xfrm>
            <a:off x="563270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grid-2-test-output-26-4"/>
          <p:cNvSpPr/>
          <p:nvPr/>
        </p:nvSpPr>
        <p:spPr>
          <a:xfrm>
            <a:off x="57119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grid-2-test-output-26-5"/>
          <p:cNvSpPr/>
          <p:nvPr/>
        </p:nvSpPr>
        <p:spPr>
          <a:xfrm>
            <a:off x="5791200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grid-2-test-output-26-6"/>
          <p:cNvSpPr/>
          <p:nvPr/>
        </p:nvSpPr>
        <p:spPr>
          <a:xfrm>
            <a:off x="587044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grid-2-test-output-26-7"/>
          <p:cNvSpPr/>
          <p:nvPr/>
        </p:nvSpPr>
        <p:spPr>
          <a:xfrm>
            <a:off x="594969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grid-2-test-output-26-8"/>
          <p:cNvSpPr/>
          <p:nvPr/>
        </p:nvSpPr>
        <p:spPr>
          <a:xfrm>
            <a:off x="602894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grid-2-test-output-26-9"/>
          <p:cNvSpPr/>
          <p:nvPr/>
        </p:nvSpPr>
        <p:spPr>
          <a:xfrm>
            <a:off x="610819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grid-2-test-output-26-10"/>
          <p:cNvSpPr/>
          <p:nvPr/>
        </p:nvSpPr>
        <p:spPr>
          <a:xfrm>
            <a:off x="6187440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grid-2-test-output-26-11"/>
          <p:cNvSpPr/>
          <p:nvPr/>
        </p:nvSpPr>
        <p:spPr>
          <a:xfrm>
            <a:off x="6266688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grid-2-test-output-26-12"/>
          <p:cNvSpPr/>
          <p:nvPr/>
        </p:nvSpPr>
        <p:spPr>
          <a:xfrm>
            <a:off x="634593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grid-2-test-output-26-13"/>
          <p:cNvSpPr/>
          <p:nvPr/>
        </p:nvSpPr>
        <p:spPr>
          <a:xfrm>
            <a:off x="642518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grid-2-test-output-26-14"/>
          <p:cNvSpPr/>
          <p:nvPr/>
        </p:nvSpPr>
        <p:spPr>
          <a:xfrm>
            <a:off x="6504432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grid-2-test-output-26-15"/>
          <p:cNvSpPr/>
          <p:nvPr/>
        </p:nvSpPr>
        <p:spPr>
          <a:xfrm>
            <a:off x="658368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grid-2-test-output-26-16"/>
          <p:cNvSpPr/>
          <p:nvPr/>
        </p:nvSpPr>
        <p:spPr>
          <a:xfrm>
            <a:off x="666292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grid-2-test-output-26-17"/>
          <p:cNvSpPr/>
          <p:nvPr/>
        </p:nvSpPr>
        <p:spPr>
          <a:xfrm>
            <a:off x="674217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grid-2-test-output-26-18"/>
          <p:cNvSpPr/>
          <p:nvPr/>
        </p:nvSpPr>
        <p:spPr>
          <a:xfrm>
            <a:off x="682142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grid-2-test-output-26-19"/>
          <p:cNvSpPr/>
          <p:nvPr/>
        </p:nvSpPr>
        <p:spPr>
          <a:xfrm>
            <a:off x="690067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grid-2-test-output-26-20"/>
          <p:cNvSpPr/>
          <p:nvPr/>
        </p:nvSpPr>
        <p:spPr>
          <a:xfrm>
            <a:off x="6979920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grid-2-test-output-26-21"/>
          <p:cNvSpPr/>
          <p:nvPr/>
        </p:nvSpPr>
        <p:spPr>
          <a:xfrm>
            <a:off x="7059168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grid-2-test-output-26-22"/>
          <p:cNvSpPr/>
          <p:nvPr/>
        </p:nvSpPr>
        <p:spPr>
          <a:xfrm>
            <a:off x="713841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grid-2-test-output-26-23"/>
          <p:cNvSpPr/>
          <p:nvPr/>
        </p:nvSpPr>
        <p:spPr>
          <a:xfrm>
            <a:off x="7217664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grid-2-test-output-26-24"/>
          <p:cNvSpPr/>
          <p:nvPr/>
        </p:nvSpPr>
        <p:spPr>
          <a:xfrm>
            <a:off x="7296912" y="3797808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grid-2-test-output-26-25"/>
          <p:cNvSpPr/>
          <p:nvPr/>
        </p:nvSpPr>
        <p:spPr>
          <a:xfrm>
            <a:off x="7376160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grid-2-test-output-26-26"/>
          <p:cNvSpPr/>
          <p:nvPr/>
        </p:nvSpPr>
        <p:spPr>
          <a:xfrm>
            <a:off x="7455408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grid-2-test-output-26-27"/>
          <p:cNvSpPr/>
          <p:nvPr/>
        </p:nvSpPr>
        <p:spPr>
          <a:xfrm>
            <a:off x="7534656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grid-2-test-output-26-28"/>
          <p:cNvSpPr/>
          <p:nvPr/>
        </p:nvSpPr>
        <p:spPr>
          <a:xfrm>
            <a:off x="7613904" y="3797808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grid-2-test-output-26-29"/>
          <p:cNvSpPr/>
          <p:nvPr/>
        </p:nvSpPr>
        <p:spPr>
          <a:xfrm>
            <a:off x="7693152" y="3797808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grid-2-test-output-27-0"/>
          <p:cNvSpPr/>
          <p:nvPr/>
        </p:nvSpPr>
        <p:spPr>
          <a:xfrm>
            <a:off x="53949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grid-2-test-output-27-1"/>
          <p:cNvSpPr/>
          <p:nvPr/>
        </p:nvSpPr>
        <p:spPr>
          <a:xfrm>
            <a:off x="547420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grid-2-test-output-27-2"/>
          <p:cNvSpPr/>
          <p:nvPr/>
        </p:nvSpPr>
        <p:spPr>
          <a:xfrm>
            <a:off x="555345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grid-2-test-output-27-3"/>
          <p:cNvSpPr/>
          <p:nvPr/>
        </p:nvSpPr>
        <p:spPr>
          <a:xfrm>
            <a:off x="563270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grid-2-test-output-27-4"/>
          <p:cNvSpPr/>
          <p:nvPr/>
        </p:nvSpPr>
        <p:spPr>
          <a:xfrm>
            <a:off x="57119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grid-2-test-output-27-5"/>
          <p:cNvSpPr/>
          <p:nvPr/>
        </p:nvSpPr>
        <p:spPr>
          <a:xfrm>
            <a:off x="579120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grid-2-test-output-27-6"/>
          <p:cNvSpPr/>
          <p:nvPr/>
        </p:nvSpPr>
        <p:spPr>
          <a:xfrm>
            <a:off x="587044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grid-2-test-output-27-7"/>
          <p:cNvSpPr/>
          <p:nvPr/>
        </p:nvSpPr>
        <p:spPr>
          <a:xfrm>
            <a:off x="594969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grid-2-test-output-27-8"/>
          <p:cNvSpPr/>
          <p:nvPr/>
        </p:nvSpPr>
        <p:spPr>
          <a:xfrm>
            <a:off x="602894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grid-2-test-output-27-9"/>
          <p:cNvSpPr/>
          <p:nvPr/>
        </p:nvSpPr>
        <p:spPr>
          <a:xfrm>
            <a:off x="610819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grid-2-test-output-27-10"/>
          <p:cNvSpPr/>
          <p:nvPr/>
        </p:nvSpPr>
        <p:spPr>
          <a:xfrm>
            <a:off x="618744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grid-2-test-output-27-11"/>
          <p:cNvSpPr/>
          <p:nvPr/>
        </p:nvSpPr>
        <p:spPr>
          <a:xfrm>
            <a:off x="626668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grid-2-test-output-27-12"/>
          <p:cNvSpPr/>
          <p:nvPr/>
        </p:nvSpPr>
        <p:spPr>
          <a:xfrm>
            <a:off x="634593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grid-2-test-output-27-13"/>
          <p:cNvSpPr/>
          <p:nvPr/>
        </p:nvSpPr>
        <p:spPr>
          <a:xfrm>
            <a:off x="642518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grid-2-test-output-27-14"/>
          <p:cNvSpPr/>
          <p:nvPr/>
        </p:nvSpPr>
        <p:spPr>
          <a:xfrm>
            <a:off x="650443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grid-2-test-output-27-15"/>
          <p:cNvSpPr/>
          <p:nvPr/>
        </p:nvSpPr>
        <p:spPr>
          <a:xfrm>
            <a:off x="658368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grid-2-test-output-27-16"/>
          <p:cNvSpPr/>
          <p:nvPr/>
        </p:nvSpPr>
        <p:spPr>
          <a:xfrm>
            <a:off x="666292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grid-2-test-output-27-17"/>
          <p:cNvSpPr/>
          <p:nvPr/>
        </p:nvSpPr>
        <p:spPr>
          <a:xfrm>
            <a:off x="674217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grid-2-test-output-27-18"/>
          <p:cNvSpPr/>
          <p:nvPr/>
        </p:nvSpPr>
        <p:spPr>
          <a:xfrm>
            <a:off x="682142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grid-2-test-output-27-19"/>
          <p:cNvSpPr/>
          <p:nvPr/>
        </p:nvSpPr>
        <p:spPr>
          <a:xfrm>
            <a:off x="6900672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grid-2-test-output-27-20"/>
          <p:cNvSpPr/>
          <p:nvPr/>
        </p:nvSpPr>
        <p:spPr>
          <a:xfrm>
            <a:off x="6979920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grid-2-test-output-27-21"/>
          <p:cNvSpPr/>
          <p:nvPr/>
        </p:nvSpPr>
        <p:spPr>
          <a:xfrm>
            <a:off x="7059168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grid-2-test-output-27-22"/>
          <p:cNvSpPr/>
          <p:nvPr/>
        </p:nvSpPr>
        <p:spPr>
          <a:xfrm>
            <a:off x="7138416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grid-2-test-output-27-23"/>
          <p:cNvSpPr/>
          <p:nvPr/>
        </p:nvSpPr>
        <p:spPr>
          <a:xfrm>
            <a:off x="7217664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grid-2-test-output-27-24"/>
          <p:cNvSpPr/>
          <p:nvPr/>
        </p:nvSpPr>
        <p:spPr>
          <a:xfrm>
            <a:off x="7296912" y="3877056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grid-2-test-output-27-25"/>
          <p:cNvSpPr/>
          <p:nvPr/>
        </p:nvSpPr>
        <p:spPr>
          <a:xfrm>
            <a:off x="7376160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grid-2-test-output-27-26"/>
          <p:cNvSpPr/>
          <p:nvPr/>
        </p:nvSpPr>
        <p:spPr>
          <a:xfrm>
            <a:off x="7455408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grid-2-test-output-27-27"/>
          <p:cNvSpPr/>
          <p:nvPr/>
        </p:nvSpPr>
        <p:spPr>
          <a:xfrm>
            <a:off x="7534656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grid-2-test-output-27-28"/>
          <p:cNvSpPr/>
          <p:nvPr/>
        </p:nvSpPr>
        <p:spPr>
          <a:xfrm>
            <a:off x="7613904" y="3877056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grid-2-test-output-27-29"/>
          <p:cNvSpPr/>
          <p:nvPr/>
        </p:nvSpPr>
        <p:spPr>
          <a:xfrm>
            <a:off x="7693152" y="3877056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grid-2-test-output-28-0"/>
          <p:cNvSpPr/>
          <p:nvPr/>
        </p:nvSpPr>
        <p:spPr>
          <a:xfrm>
            <a:off x="53949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grid-2-test-output-28-1"/>
          <p:cNvSpPr/>
          <p:nvPr/>
        </p:nvSpPr>
        <p:spPr>
          <a:xfrm>
            <a:off x="54742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grid-2-test-output-28-2"/>
          <p:cNvSpPr/>
          <p:nvPr/>
        </p:nvSpPr>
        <p:spPr>
          <a:xfrm>
            <a:off x="55534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grid-2-test-output-28-3"/>
          <p:cNvSpPr/>
          <p:nvPr/>
        </p:nvSpPr>
        <p:spPr>
          <a:xfrm>
            <a:off x="56327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grid-2-test-output-28-4"/>
          <p:cNvSpPr/>
          <p:nvPr/>
        </p:nvSpPr>
        <p:spPr>
          <a:xfrm>
            <a:off x="57119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grid-2-test-output-28-5"/>
          <p:cNvSpPr/>
          <p:nvPr/>
        </p:nvSpPr>
        <p:spPr>
          <a:xfrm>
            <a:off x="579120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grid-2-test-output-28-6"/>
          <p:cNvSpPr/>
          <p:nvPr/>
        </p:nvSpPr>
        <p:spPr>
          <a:xfrm>
            <a:off x="5870448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grid-2-test-output-28-7"/>
          <p:cNvSpPr/>
          <p:nvPr/>
        </p:nvSpPr>
        <p:spPr>
          <a:xfrm>
            <a:off x="594969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grid-2-test-output-28-8"/>
          <p:cNvSpPr/>
          <p:nvPr/>
        </p:nvSpPr>
        <p:spPr>
          <a:xfrm>
            <a:off x="602894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grid-2-test-output-28-9"/>
          <p:cNvSpPr/>
          <p:nvPr/>
        </p:nvSpPr>
        <p:spPr>
          <a:xfrm>
            <a:off x="610819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grid-2-test-output-28-10"/>
          <p:cNvSpPr/>
          <p:nvPr/>
        </p:nvSpPr>
        <p:spPr>
          <a:xfrm>
            <a:off x="6187440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grid-2-test-output-28-11"/>
          <p:cNvSpPr/>
          <p:nvPr/>
        </p:nvSpPr>
        <p:spPr>
          <a:xfrm>
            <a:off x="626668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grid-2-test-output-28-12"/>
          <p:cNvSpPr/>
          <p:nvPr/>
        </p:nvSpPr>
        <p:spPr>
          <a:xfrm>
            <a:off x="634593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grid-2-test-output-28-13"/>
          <p:cNvSpPr/>
          <p:nvPr/>
        </p:nvSpPr>
        <p:spPr>
          <a:xfrm>
            <a:off x="642518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grid-2-test-output-28-14"/>
          <p:cNvSpPr/>
          <p:nvPr/>
        </p:nvSpPr>
        <p:spPr>
          <a:xfrm>
            <a:off x="650443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grid-2-test-output-28-15"/>
          <p:cNvSpPr/>
          <p:nvPr/>
        </p:nvSpPr>
        <p:spPr>
          <a:xfrm>
            <a:off x="658368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grid-2-test-output-28-16"/>
          <p:cNvSpPr/>
          <p:nvPr/>
        </p:nvSpPr>
        <p:spPr>
          <a:xfrm>
            <a:off x="666292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grid-2-test-output-28-17"/>
          <p:cNvSpPr/>
          <p:nvPr/>
        </p:nvSpPr>
        <p:spPr>
          <a:xfrm>
            <a:off x="674217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grid-2-test-output-28-18"/>
          <p:cNvSpPr/>
          <p:nvPr/>
        </p:nvSpPr>
        <p:spPr>
          <a:xfrm>
            <a:off x="6821424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grid-2-test-output-28-19"/>
          <p:cNvSpPr/>
          <p:nvPr/>
        </p:nvSpPr>
        <p:spPr>
          <a:xfrm>
            <a:off x="6900672" y="3956303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grid-2-test-output-28-20"/>
          <p:cNvSpPr/>
          <p:nvPr/>
        </p:nvSpPr>
        <p:spPr>
          <a:xfrm>
            <a:off x="697992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grid-2-test-output-28-21"/>
          <p:cNvSpPr/>
          <p:nvPr/>
        </p:nvSpPr>
        <p:spPr>
          <a:xfrm>
            <a:off x="705916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grid-2-test-output-28-22"/>
          <p:cNvSpPr/>
          <p:nvPr/>
        </p:nvSpPr>
        <p:spPr>
          <a:xfrm>
            <a:off x="713841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grid-2-test-output-28-23"/>
          <p:cNvSpPr/>
          <p:nvPr/>
        </p:nvSpPr>
        <p:spPr>
          <a:xfrm>
            <a:off x="721766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grid-2-test-output-28-24"/>
          <p:cNvSpPr/>
          <p:nvPr/>
        </p:nvSpPr>
        <p:spPr>
          <a:xfrm>
            <a:off x="7296912" y="3956303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grid-2-test-output-28-25"/>
          <p:cNvSpPr/>
          <p:nvPr/>
        </p:nvSpPr>
        <p:spPr>
          <a:xfrm>
            <a:off x="7376160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grid-2-test-output-28-26"/>
          <p:cNvSpPr/>
          <p:nvPr/>
        </p:nvSpPr>
        <p:spPr>
          <a:xfrm>
            <a:off x="7455408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grid-2-test-output-28-27"/>
          <p:cNvSpPr/>
          <p:nvPr/>
        </p:nvSpPr>
        <p:spPr>
          <a:xfrm>
            <a:off x="7534656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grid-2-test-output-28-28"/>
          <p:cNvSpPr/>
          <p:nvPr/>
        </p:nvSpPr>
        <p:spPr>
          <a:xfrm>
            <a:off x="7613904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grid-2-test-output-28-29"/>
          <p:cNvSpPr/>
          <p:nvPr/>
        </p:nvSpPr>
        <p:spPr>
          <a:xfrm>
            <a:off x="7693152" y="3956303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grid-2-test-output-29-0"/>
          <p:cNvSpPr/>
          <p:nvPr/>
        </p:nvSpPr>
        <p:spPr>
          <a:xfrm>
            <a:off x="53949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grid-2-test-output-29-1"/>
          <p:cNvSpPr/>
          <p:nvPr/>
        </p:nvSpPr>
        <p:spPr>
          <a:xfrm>
            <a:off x="54742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grid-2-test-output-29-2"/>
          <p:cNvSpPr/>
          <p:nvPr/>
        </p:nvSpPr>
        <p:spPr>
          <a:xfrm>
            <a:off x="55534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grid-2-test-output-29-3"/>
          <p:cNvSpPr/>
          <p:nvPr/>
        </p:nvSpPr>
        <p:spPr>
          <a:xfrm>
            <a:off x="56327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grid-2-test-output-29-4"/>
          <p:cNvSpPr/>
          <p:nvPr/>
        </p:nvSpPr>
        <p:spPr>
          <a:xfrm>
            <a:off x="57119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grid-2-test-output-29-5"/>
          <p:cNvSpPr/>
          <p:nvPr/>
        </p:nvSpPr>
        <p:spPr>
          <a:xfrm>
            <a:off x="579120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grid-2-test-output-29-6"/>
          <p:cNvSpPr/>
          <p:nvPr/>
        </p:nvSpPr>
        <p:spPr>
          <a:xfrm>
            <a:off x="587044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grid-2-test-output-29-7"/>
          <p:cNvSpPr/>
          <p:nvPr/>
        </p:nvSpPr>
        <p:spPr>
          <a:xfrm>
            <a:off x="594969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grid-2-test-output-29-8"/>
          <p:cNvSpPr/>
          <p:nvPr/>
        </p:nvSpPr>
        <p:spPr>
          <a:xfrm>
            <a:off x="602894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grid-2-test-output-29-9"/>
          <p:cNvSpPr/>
          <p:nvPr/>
        </p:nvSpPr>
        <p:spPr>
          <a:xfrm>
            <a:off x="610819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grid-2-test-output-29-10"/>
          <p:cNvSpPr/>
          <p:nvPr/>
        </p:nvSpPr>
        <p:spPr>
          <a:xfrm>
            <a:off x="618744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grid-2-test-output-29-11"/>
          <p:cNvSpPr/>
          <p:nvPr/>
        </p:nvSpPr>
        <p:spPr>
          <a:xfrm>
            <a:off x="626668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grid-2-test-output-29-12"/>
          <p:cNvSpPr/>
          <p:nvPr/>
        </p:nvSpPr>
        <p:spPr>
          <a:xfrm>
            <a:off x="634593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grid-2-test-output-29-13"/>
          <p:cNvSpPr/>
          <p:nvPr/>
        </p:nvSpPr>
        <p:spPr>
          <a:xfrm>
            <a:off x="642518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grid-2-test-output-29-14"/>
          <p:cNvSpPr/>
          <p:nvPr/>
        </p:nvSpPr>
        <p:spPr>
          <a:xfrm>
            <a:off x="6504432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grid-2-test-output-29-15"/>
          <p:cNvSpPr/>
          <p:nvPr/>
        </p:nvSpPr>
        <p:spPr>
          <a:xfrm>
            <a:off x="6583680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grid-2-test-output-29-16"/>
          <p:cNvSpPr/>
          <p:nvPr/>
        </p:nvSpPr>
        <p:spPr>
          <a:xfrm>
            <a:off x="6662928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grid-2-test-output-29-17"/>
          <p:cNvSpPr/>
          <p:nvPr/>
        </p:nvSpPr>
        <p:spPr>
          <a:xfrm>
            <a:off x="6742176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grid-2-test-output-29-18"/>
          <p:cNvSpPr/>
          <p:nvPr/>
        </p:nvSpPr>
        <p:spPr>
          <a:xfrm>
            <a:off x="6821424" y="4035552"/>
            <a:ext cx="79248" cy="79248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grid-2-test-output-29-19"/>
          <p:cNvSpPr/>
          <p:nvPr/>
        </p:nvSpPr>
        <p:spPr>
          <a:xfrm>
            <a:off x="690067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grid-2-test-output-29-20"/>
          <p:cNvSpPr/>
          <p:nvPr/>
        </p:nvSpPr>
        <p:spPr>
          <a:xfrm>
            <a:off x="697992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grid-2-test-output-29-21"/>
          <p:cNvSpPr/>
          <p:nvPr/>
        </p:nvSpPr>
        <p:spPr>
          <a:xfrm>
            <a:off x="705916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grid-2-test-output-29-22"/>
          <p:cNvSpPr/>
          <p:nvPr/>
        </p:nvSpPr>
        <p:spPr>
          <a:xfrm>
            <a:off x="713841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grid-2-test-output-29-23"/>
          <p:cNvSpPr/>
          <p:nvPr/>
        </p:nvSpPr>
        <p:spPr>
          <a:xfrm>
            <a:off x="721766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grid-2-test-output-29-24"/>
          <p:cNvSpPr/>
          <p:nvPr/>
        </p:nvSpPr>
        <p:spPr>
          <a:xfrm>
            <a:off x="7296912" y="4035552"/>
            <a:ext cx="79248" cy="79248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grid-2-test-output-29-25"/>
          <p:cNvSpPr/>
          <p:nvPr/>
        </p:nvSpPr>
        <p:spPr>
          <a:xfrm>
            <a:off x="7376160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grid-2-test-output-29-26"/>
          <p:cNvSpPr/>
          <p:nvPr/>
        </p:nvSpPr>
        <p:spPr>
          <a:xfrm>
            <a:off x="7455408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grid-2-test-output-29-27"/>
          <p:cNvSpPr/>
          <p:nvPr/>
        </p:nvSpPr>
        <p:spPr>
          <a:xfrm>
            <a:off x="7534656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grid-2-test-output-29-28"/>
          <p:cNvSpPr/>
          <p:nvPr/>
        </p:nvSpPr>
        <p:spPr>
          <a:xfrm>
            <a:off x="7613904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grid-2-test-output-29-29"/>
          <p:cNvSpPr/>
          <p:nvPr/>
        </p:nvSpPr>
        <p:spPr>
          <a:xfrm>
            <a:off x="7693152" y="4035552"/>
            <a:ext cx="79248" cy="79248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TextBox 18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凡例と穴の数を対応させ、各物体を対応する色で塗る。</a:t>
            </a:r>
          </a:p>
        </p:txBody>
      </p:sp>
      <p:sp>
        <p:nvSpPr>
          <p:cNvPr id="1807" name="TextBox 18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e3721c99.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https://github.com/arcprize/ARC-AGI-2/blob/f3283f7/data/evaluation/e3721c99.json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格子全体が一致した出力を正解とする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各テスト入力に対して、出力候補を2つ提出できる。一方が正解と完全に一致すれば、そのテスト入力を正解とする。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比較するのは格子の縦横と全セルの値である。色の意味や変換の説明文を提出する形式ではなく、出力の格子そのものを採点する。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公式評価実装は、テスト入力ごとの正誤を課題内で平均し、その課題ごとの得点をさらに平均する。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ARCScorer.score_task / score_submission. 公式採点実装。改訂9e2828f。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https://github.com/arcprize/arc-agi-benchmarking/blob/9e2828f/src/arc_agi_benchmarking/scoring/scoring.py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採点例：1セルの違いも不一致になる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正解の格子</a:t>
            </a:r>
          </a:p>
        </p:txBody>
      </p:sp>
      <p:sp>
        <p:nvSpPr>
          <p:cNvPr id="5" name="grid-grading-0-0-0"/>
          <p:cNvSpPr/>
          <p:nvPr/>
        </p:nvSpPr>
        <p:spPr>
          <a:xfrm>
            <a:off x="662940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rid-grading-0-0-1"/>
          <p:cNvSpPr/>
          <p:nvPr/>
        </p:nvSpPr>
        <p:spPr>
          <a:xfrm>
            <a:off x="835269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grading-0-0-2"/>
          <p:cNvSpPr/>
          <p:nvPr/>
        </p:nvSpPr>
        <p:spPr>
          <a:xfrm>
            <a:off x="1007598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grading-0-0-3"/>
          <p:cNvSpPr/>
          <p:nvPr/>
        </p:nvSpPr>
        <p:spPr>
          <a:xfrm>
            <a:off x="1179927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grading-0-0-4"/>
          <p:cNvSpPr/>
          <p:nvPr/>
        </p:nvSpPr>
        <p:spPr>
          <a:xfrm>
            <a:off x="1352256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grading-0-0-5"/>
          <p:cNvSpPr/>
          <p:nvPr/>
        </p:nvSpPr>
        <p:spPr>
          <a:xfrm>
            <a:off x="1524586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grading-0-0-6"/>
          <p:cNvSpPr/>
          <p:nvPr/>
        </p:nvSpPr>
        <p:spPr>
          <a:xfrm>
            <a:off x="1696915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grading-0-0-7"/>
          <p:cNvSpPr/>
          <p:nvPr/>
        </p:nvSpPr>
        <p:spPr>
          <a:xfrm>
            <a:off x="1869244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grading-0-0-8"/>
          <p:cNvSpPr/>
          <p:nvPr/>
        </p:nvSpPr>
        <p:spPr>
          <a:xfrm>
            <a:off x="2041573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grading-0-0-9"/>
          <p:cNvSpPr/>
          <p:nvPr/>
        </p:nvSpPr>
        <p:spPr>
          <a:xfrm>
            <a:off x="2213903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grading-0-0-10"/>
          <p:cNvSpPr/>
          <p:nvPr/>
        </p:nvSpPr>
        <p:spPr>
          <a:xfrm>
            <a:off x="2386232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grading-0-0-11"/>
          <p:cNvSpPr/>
          <p:nvPr/>
        </p:nvSpPr>
        <p:spPr>
          <a:xfrm>
            <a:off x="2558561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grading-0-0-12"/>
          <p:cNvSpPr/>
          <p:nvPr/>
        </p:nvSpPr>
        <p:spPr>
          <a:xfrm>
            <a:off x="2730890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grading-0-1-0"/>
          <p:cNvSpPr/>
          <p:nvPr/>
        </p:nvSpPr>
        <p:spPr>
          <a:xfrm>
            <a:off x="662940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grading-0-1-1"/>
          <p:cNvSpPr/>
          <p:nvPr/>
        </p:nvSpPr>
        <p:spPr>
          <a:xfrm>
            <a:off x="835269" y="2001129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grading-0-1-2"/>
          <p:cNvSpPr/>
          <p:nvPr/>
        </p:nvSpPr>
        <p:spPr>
          <a:xfrm>
            <a:off x="1007598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grading-0-1-3"/>
          <p:cNvSpPr/>
          <p:nvPr/>
        </p:nvSpPr>
        <p:spPr>
          <a:xfrm>
            <a:off x="1179927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grading-0-1-4"/>
          <p:cNvSpPr/>
          <p:nvPr/>
        </p:nvSpPr>
        <p:spPr>
          <a:xfrm>
            <a:off x="1352256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grading-0-1-5"/>
          <p:cNvSpPr/>
          <p:nvPr/>
        </p:nvSpPr>
        <p:spPr>
          <a:xfrm>
            <a:off x="1524586" y="2001129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grading-0-1-6"/>
          <p:cNvSpPr/>
          <p:nvPr/>
        </p:nvSpPr>
        <p:spPr>
          <a:xfrm>
            <a:off x="1696915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grading-0-1-7"/>
          <p:cNvSpPr/>
          <p:nvPr/>
        </p:nvSpPr>
        <p:spPr>
          <a:xfrm>
            <a:off x="1869244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grading-0-1-8"/>
          <p:cNvSpPr/>
          <p:nvPr/>
        </p:nvSpPr>
        <p:spPr>
          <a:xfrm>
            <a:off x="2041573" y="2001129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grading-0-1-9"/>
          <p:cNvSpPr/>
          <p:nvPr/>
        </p:nvSpPr>
        <p:spPr>
          <a:xfrm>
            <a:off x="2213903" y="2001129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grading-0-1-10"/>
          <p:cNvSpPr/>
          <p:nvPr/>
        </p:nvSpPr>
        <p:spPr>
          <a:xfrm>
            <a:off x="2386232" y="2001129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grading-0-1-11"/>
          <p:cNvSpPr/>
          <p:nvPr/>
        </p:nvSpPr>
        <p:spPr>
          <a:xfrm>
            <a:off x="2558561" y="2001129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grading-0-1-12"/>
          <p:cNvSpPr/>
          <p:nvPr/>
        </p:nvSpPr>
        <p:spPr>
          <a:xfrm>
            <a:off x="2730890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grading-0-2-0"/>
          <p:cNvSpPr/>
          <p:nvPr/>
        </p:nvSpPr>
        <p:spPr>
          <a:xfrm>
            <a:off x="662940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grading-0-2-1"/>
          <p:cNvSpPr/>
          <p:nvPr/>
        </p:nvSpPr>
        <p:spPr>
          <a:xfrm>
            <a:off x="835269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grading-0-2-2"/>
          <p:cNvSpPr/>
          <p:nvPr/>
        </p:nvSpPr>
        <p:spPr>
          <a:xfrm>
            <a:off x="1007598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grading-0-2-3"/>
          <p:cNvSpPr/>
          <p:nvPr/>
        </p:nvSpPr>
        <p:spPr>
          <a:xfrm>
            <a:off x="1179927" y="2173458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grading-0-2-4"/>
          <p:cNvSpPr/>
          <p:nvPr/>
        </p:nvSpPr>
        <p:spPr>
          <a:xfrm>
            <a:off x="1352256" y="2173458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grading-0-2-5"/>
          <p:cNvSpPr/>
          <p:nvPr/>
        </p:nvSpPr>
        <p:spPr>
          <a:xfrm>
            <a:off x="1524586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grading-0-2-6"/>
          <p:cNvSpPr/>
          <p:nvPr/>
        </p:nvSpPr>
        <p:spPr>
          <a:xfrm>
            <a:off x="1696915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grading-0-2-7"/>
          <p:cNvSpPr/>
          <p:nvPr/>
        </p:nvSpPr>
        <p:spPr>
          <a:xfrm>
            <a:off x="1869244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grading-0-2-8"/>
          <p:cNvSpPr/>
          <p:nvPr/>
        </p:nvSpPr>
        <p:spPr>
          <a:xfrm>
            <a:off x="2041573" y="2173458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grading-0-2-9"/>
          <p:cNvSpPr/>
          <p:nvPr/>
        </p:nvSpPr>
        <p:spPr>
          <a:xfrm>
            <a:off x="2213903" y="2173458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grading-0-2-10"/>
          <p:cNvSpPr/>
          <p:nvPr/>
        </p:nvSpPr>
        <p:spPr>
          <a:xfrm>
            <a:off x="2386232" y="2173458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grading-0-2-11"/>
          <p:cNvSpPr/>
          <p:nvPr/>
        </p:nvSpPr>
        <p:spPr>
          <a:xfrm>
            <a:off x="2558561" y="2173458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grading-0-2-12"/>
          <p:cNvSpPr/>
          <p:nvPr/>
        </p:nvSpPr>
        <p:spPr>
          <a:xfrm>
            <a:off x="2730890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grading-0-3-0"/>
          <p:cNvSpPr/>
          <p:nvPr/>
        </p:nvSpPr>
        <p:spPr>
          <a:xfrm>
            <a:off x="662940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grading-0-3-1"/>
          <p:cNvSpPr/>
          <p:nvPr/>
        </p:nvSpPr>
        <p:spPr>
          <a:xfrm>
            <a:off x="835269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grading-0-3-2"/>
          <p:cNvSpPr/>
          <p:nvPr/>
        </p:nvSpPr>
        <p:spPr>
          <a:xfrm>
            <a:off x="1007598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grading-0-3-3"/>
          <p:cNvSpPr/>
          <p:nvPr/>
        </p:nvSpPr>
        <p:spPr>
          <a:xfrm>
            <a:off x="1179927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grading-0-3-4"/>
          <p:cNvSpPr/>
          <p:nvPr/>
        </p:nvSpPr>
        <p:spPr>
          <a:xfrm>
            <a:off x="1352256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grading-0-3-5"/>
          <p:cNvSpPr/>
          <p:nvPr/>
        </p:nvSpPr>
        <p:spPr>
          <a:xfrm>
            <a:off x="1524586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grading-0-3-6"/>
          <p:cNvSpPr/>
          <p:nvPr/>
        </p:nvSpPr>
        <p:spPr>
          <a:xfrm>
            <a:off x="1696915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grading-0-3-7"/>
          <p:cNvSpPr/>
          <p:nvPr/>
        </p:nvSpPr>
        <p:spPr>
          <a:xfrm>
            <a:off x="1869244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grading-0-3-8"/>
          <p:cNvSpPr/>
          <p:nvPr/>
        </p:nvSpPr>
        <p:spPr>
          <a:xfrm>
            <a:off x="2041573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grading-0-3-9"/>
          <p:cNvSpPr/>
          <p:nvPr/>
        </p:nvSpPr>
        <p:spPr>
          <a:xfrm>
            <a:off x="2213903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grading-0-3-10"/>
          <p:cNvSpPr/>
          <p:nvPr/>
        </p:nvSpPr>
        <p:spPr>
          <a:xfrm>
            <a:off x="2386232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grading-0-3-11"/>
          <p:cNvSpPr/>
          <p:nvPr/>
        </p:nvSpPr>
        <p:spPr>
          <a:xfrm>
            <a:off x="2558561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grading-0-3-12"/>
          <p:cNvSpPr/>
          <p:nvPr/>
        </p:nvSpPr>
        <p:spPr>
          <a:xfrm>
            <a:off x="2730890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grading-0-4-0"/>
          <p:cNvSpPr/>
          <p:nvPr/>
        </p:nvSpPr>
        <p:spPr>
          <a:xfrm>
            <a:off x="662940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grading-0-4-1"/>
          <p:cNvSpPr/>
          <p:nvPr/>
        </p:nvSpPr>
        <p:spPr>
          <a:xfrm>
            <a:off x="835269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grading-0-4-2"/>
          <p:cNvSpPr/>
          <p:nvPr/>
        </p:nvSpPr>
        <p:spPr>
          <a:xfrm>
            <a:off x="1007598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grading-0-4-3"/>
          <p:cNvSpPr/>
          <p:nvPr/>
        </p:nvSpPr>
        <p:spPr>
          <a:xfrm>
            <a:off x="1179927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grading-0-4-4"/>
          <p:cNvSpPr/>
          <p:nvPr/>
        </p:nvSpPr>
        <p:spPr>
          <a:xfrm>
            <a:off x="1352256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grading-0-4-5"/>
          <p:cNvSpPr/>
          <p:nvPr/>
        </p:nvSpPr>
        <p:spPr>
          <a:xfrm>
            <a:off x="1524586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grading-0-4-6"/>
          <p:cNvSpPr/>
          <p:nvPr/>
        </p:nvSpPr>
        <p:spPr>
          <a:xfrm>
            <a:off x="1696915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grading-0-4-7"/>
          <p:cNvSpPr/>
          <p:nvPr/>
        </p:nvSpPr>
        <p:spPr>
          <a:xfrm>
            <a:off x="1869244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grading-0-4-8"/>
          <p:cNvSpPr/>
          <p:nvPr/>
        </p:nvSpPr>
        <p:spPr>
          <a:xfrm>
            <a:off x="2041573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grading-0-4-9"/>
          <p:cNvSpPr/>
          <p:nvPr/>
        </p:nvSpPr>
        <p:spPr>
          <a:xfrm>
            <a:off x="2213903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grading-0-4-10"/>
          <p:cNvSpPr/>
          <p:nvPr/>
        </p:nvSpPr>
        <p:spPr>
          <a:xfrm>
            <a:off x="2386232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grading-0-4-11"/>
          <p:cNvSpPr/>
          <p:nvPr/>
        </p:nvSpPr>
        <p:spPr>
          <a:xfrm>
            <a:off x="2558561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grading-0-4-12"/>
          <p:cNvSpPr/>
          <p:nvPr/>
        </p:nvSpPr>
        <p:spPr>
          <a:xfrm>
            <a:off x="2730890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grading-0-5-0"/>
          <p:cNvSpPr/>
          <p:nvPr/>
        </p:nvSpPr>
        <p:spPr>
          <a:xfrm>
            <a:off x="662940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grading-0-5-1"/>
          <p:cNvSpPr/>
          <p:nvPr/>
        </p:nvSpPr>
        <p:spPr>
          <a:xfrm>
            <a:off x="835269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grading-0-5-2"/>
          <p:cNvSpPr/>
          <p:nvPr/>
        </p:nvSpPr>
        <p:spPr>
          <a:xfrm>
            <a:off x="1007598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grading-0-5-3"/>
          <p:cNvSpPr/>
          <p:nvPr/>
        </p:nvSpPr>
        <p:spPr>
          <a:xfrm>
            <a:off x="1179927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grading-0-5-4"/>
          <p:cNvSpPr/>
          <p:nvPr/>
        </p:nvSpPr>
        <p:spPr>
          <a:xfrm>
            <a:off x="1352256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grading-0-5-5"/>
          <p:cNvSpPr/>
          <p:nvPr/>
        </p:nvSpPr>
        <p:spPr>
          <a:xfrm>
            <a:off x="1524586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grading-0-5-6"/>
          <p:cNvSpPr/>
          <p:nvPr/>
        </p:nvSpPr>
        <p:spPr>
          <a:xfrm>
            <a:off x="1696915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grading-0-5-7"/>
          <p:cNvSpPr/>
          <p:nvPr/>
        </p:nvSpPr>
        <p:spPr>
          <a:xfrm>
            <a:off x="1869244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grading-0-5-8"/>
          <p:cNvSpPr/>
          <p:nvPr/>
        </p:nvSpPr>
        <p:spPr>
          <a:xfrm>
            <a:off x="2041573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grading-0-5-9"/>
          <p:cNvSpPr/>
          <p:nvPr/>
        </p:nvSpPr>
        <p:spPr>
          <a:xfrm>
            <a:off x="2213903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grading-0-5-10"/>
          <p:cNvSpPr/>
          <p:nvPr/>
        </p:nvSpPr>
        <p:spPr>
          <a:xfrm>
            <a:off x="2386232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grading-0-5-11"/>
          <p:cNvSpPr/>
          <p:nvPr/>
        </p:nvSpPr>
        <p:spPr>
          <a:xfrm>
            <a:off x="2558561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grading-0-5-12"/>
          <p:cNvSpPr/>
          <p:nvPr/>
        </p:nvSpPr>
        <p:spPr>
          <a:xfrm>
            <a:off x="2730890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grading-0-6-0"/>
          <p:cNvSpPr/>
          <p:nvPr/>
        </p:nvSpPr>
        <p:spPr>
          <a:xfrm>
            <a:off x="662940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grading-0-6-1"/>
          <p:cNvSpPr/>
          <p:nvPr/>
        </p:nvSpPr>
        <p:spPr>
          <a:xfrm>
            <a:off x="835269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grading-0-6-2"/>
          <p:cNvSpPr/>
          <p:nvPr/>
        </p:nvSpPr>
        <p:spPr>
          <a:xfrm>
            <a:off x="1007598" y="2862775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grading-0-6-3"/>
          <p:cNvSpPr/>
          <p:nvPr/>
        </p:nvSpPr>
        <p:spPr>
          <a:xfrm>
            <a:off x="1179927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grading-0-6-4"/>
          <p:cNvSpPr/>
          <p:nvPr/>
        </p:nvSpPr>
        <p:spPr>
          <a:xfrm>
            <a:off x="1352256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grading-0-6-5"/>
          <p:cNvSpPr/>
          <p:nvPr/>
        </p:nvSpPr>
        <p:spPr>
          <a:xfrm>
            <a:off x="1524586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grading-0-6-6"/>
          <p:cNvSpPr/>
          <p:nvPr/>
        </p:nvSpPr>
        <p:spPr>
          <a:xfrm>
            <a:off x="1696915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grading-0-6-7"/>
          <p:cNvSpPr/>
          <p:nvPr/>
        </p:nvSpPr>
        <p:spPr>
          <a:xfrm>
            <a:off x="1869244" y="2862775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grading-0-6-8"/>
          <p:cNvSpPr/>
          <p:nvPr/>
        </p:nvSpPr>
        <p:spPr>
          <a:xfrm>
            <a:off x="2041573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grading-0-6-9"/>
          <p:cNvSpPr/>
          <p:nvPr/>
        </p:nvSpPr>
        <p:spPr>
          <a:xfrm>
            <a:off x="2213903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grading-0-6-10"/>
          <p:cNvSpPr/>
          <p:nvPr/>
        </p:nvSpPr>
        <p:spPr>
          <a:xfrm>
            <a:off x="2386232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grading-0-6-11"/>
          <p:cNvSpPr/>
          <p:nvPr/>
        </p:nvSpPr>
        <p:spPr>
          <a:xfrm>
            <a:off x="2558561" y="2862775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grading-0-6-12"/>
          <p:cNvSpPr/>
          <p:nvPr/>
        </p:nvSpPr>
        <p:spPr>
          <a:xfrm>
            <a:off x="2730890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grading-0-7-0"/>
          <p:cNvSpPr/>
          <p:nvPr/>
        </p:nvSpPr>
        <p:spPr>
          <a:xfrm>
            <a:off x="662940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grading-0-7-1"/>
          <p:cNvSpPr/>
          <p:nvPr/>
        </p:nvSpPr>
        <p:spPr>
          <a:xfrm>
            <a:off x="835269" y="3035104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grading-0-7-2"/>
          <p:cNvSpPr/>
          <p:nvPr/>
        </p:nvSpPr>
        <p:spPr>
          <a:xfrm>
            <a:off x="1007598" y="3035104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grading-0-7-3"/>
          <p:cNvSpPr/>
          <p:nvPr/>
        </p:nvSpPr>
        <p:spPr>
          <a:xfrm>
            <a:off x="1179927" y="3035104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grading-0-7-4"/>
          <p:cNvSpPr/>
          <p:nvPr/>
        </p:nvSpPr>
        <p:spPr>
          <a:xfrm>
            <a:off x="1352256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grading-0-7-5"/>
          <p:cNvSpPr/>
          <p:nvPr/>
        </p:nvSpPr>
        <p:spPr>
          <a:xfrm>
            <a:off x="1524586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grading-0-7-6"/>
          <p:cNvSpPr/>
          <p:nvPr/>
        </p:nvSpPr>
        <p:spPr>
          <a:xfrm>
            <a:off x="1696915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grading-0-7-7"/>
          <p:cNvSpPr/>
          <p:nvPr/>
        </p:nvSpPr>
        <p:spPr>
          <a:xfrm>
            <a:off x="1869244" y="3035104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grading-0-7-8"/>
          <p:cNvSpPr/>
          <p:nvPr/>
        </p:nvSpPr>
        <p:spPr>
          <a:xfrm>
            <a:off x="2041573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grading-0-7-9"/>
          <p:cNvSpPr/>
          <p:nvPr/>
        </p:nvSpPr>
        <p:spPr>
          <a:xfrm>
            <a:off x="2213903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grading-0-7-10"/>
          <p:cNvSpPr/>
          <p:nvPr/>
        </p:nvSpPr>
        <p:spPr>
          <a:xfrm>
            <a:off x="2386232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grading-0-7-11"/>
          <p:cNvSpPr/>
          <p:nvPr/>
        </p:nvSpPr>
        <p:spPr>
          <a:xfrm>
            <a:off x="2558561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grading-0-7-12"/>
          <p:cNvSpPr/>
          <p:nvPr/>
        </p:nvSpPr>
        <p:spPr>
          <a:xfrm>
            <a:off x="2730890" y="3035104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grading-0-8-0"/>
          <p:cNvSpPr/>
          <p:nvPr/>
        </p:nvSpPr>
        <p:spPr>
          <a:xfrm>
            <a:off x="662940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grading-0-8-1"/>
          <p:cNvSpPr/>
          <p:nvPr/>
        </p:nvSpPr>
        <p:spPr>
          <a:xfrm>
            <a:off x="835269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grading-0-8-2"/>
          <p:cNvSpPr/>
          <p:nvPr/>
        </p:nvSpPr>
        <p:spPr>
          <a:xfrm>
            <a:off x="1007598" y="3207433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grading-0-8-3"/>
          <p:cNvSpPr/>
          <p:nvPr/>
        </p:nvSpPr>
        <p:spPr>
          <a:xfrm>
            <a:off x="1179927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grading-0-8-4"/>
          <p:cNvSpPr/>
          <p:nvPr/>
        </p:nvSpPr>
        <p:spPr>
          <a:xfrm>
            <a:off x="1352256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grading-0-8-5"/>
          <p:cNvSpPr/>
          <p:nvPr/>
        </p:nvSpPr>
        <p:spPr>
          <a:xfrm>
            <a:off x="1524586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grading-0-8-6"/>
          <p:cNvSpPr/>
          <p:nvPr/>
        </p:nvSpPr>
        <p:spPr>
          <a:xfrm>
            <a:off x="1696915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grading-0-8-7"/>
          <p:cNvSpPr/>
          <p:nvPr/>
        </p:nvSpPr>
        <p:spPr>
          <a:xfrm>
            <a:off x="1869244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grading-0-8-8"/>
          <p:cNvSpPr/>
          <p:nvPr/>
        </p:nvSpPr>
        <p:spPr>
          <a:xfrm>
            <a:off x="2041573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grading-0-8-9"/>
          <p:cNvSpPr/>
          <p:nvPr/>
        </p:nvSpPr>
        <p:spPr>
          <a:xfrm>
            <a:off x="2213903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grading-0-8-10"/>
          <p:cNvSpPr/>
          <p:nvPr/>
        </p:nvSpPr>
        <p:spPr>
          <a:xfrm>
            <a:off x="2386232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grading-0-8-11"/>
          <p:cNvSpPr/>
          <p:nvPr/>
        </p:nvSpPr>
        <p:spPr>
          <a:xfrm>
            <a:off x="2558561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grading-0-8-12"/>
          <p:cNvSpPr/>
          <p:nvPr/>
        </p:nvSpPr>
        <p:spPr>
          <a:xfrm>
            <a:off x="2730890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grading-0-9-0"/>
          <p:cNvSpPr/>
          <p:nvPr/>
        </p:nvSpPr>
        <p:spPr>
          <a:xfrm>
            <a:off x="662940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grading-0-9-1"/>
          <p:cNvSpPr/>
          <p:nvPr/>
        </p:nvSpPr>
        <p:spPr>
          <a:xfrm>
            <a:off x="835269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grading-0-9-2"/>
          <p:cNvSpPr/>
          <p:nvPr/>
        </p:nvSpPr>
        <p:spPr>
          <a:xfrm>
            <a:off x="1007598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grading-0-9-3"/>
          <p:cNvSpPr/>
          <p:nvPr/>
        </p:nvSpPr>
        <p:spPr>
          <a:xfrm>
            <a:off x="1179927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grading-0-9-4"/>
          <p:cNvSpPr/>
          <p:nvPr/>
        </p:nvSpPr>
        <p:spPr>
          <a:xfrm>
            <a:off x="1352256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grading-0-9-5"/>
          <p:cNvSpPr/>
          <p:nvPr/>
        </p:nvSpPr>
        <p:spPr>
          <a:xfrm>
            <a:off x="1524586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grading-0-9-6"/>
          <p:cNvSpPr/>
          <p:nvPr/>
        </p:nvSpPr>
        <p:spPr>
          <a:xfrm>
            <a:off x="1696915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grading-0-9-7"/>
          <p:cNvSpPr/>
          <p:nvPr/>
        </p:nvSpPr>
        <p:spPr>
          <a:xfrm>
            <a:off x="1869244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grading-0-9-8"/>
          <p:cNvSpPr/>
          <p:nvPr/>
        </p:nvSpPr>
        <p:spPr>
          <a:xfrm>
            <a:off x="2041573" y="337976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grading-0-9-9"/>
          <p:cNvSpPr/>
          <p:nvPr/>
        </p:nvSpPr>
        <p:spPr>
          <a:xfrm>
            <a:off x="2213903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grading-0-9-10"/>
          <p:cNvSpPr/>
          <p:nvPr/>
        </p:nvSpPr>
        <p:spPr>
          <a:xfrm>
            <a:off x="2386232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grading-0-9-11"/>
          <p:cNvSpPr/>
          <p:nvPr/>
        </p:nvSpPr>
        <p:spPr>
          <a:xfrm>
            <a:off x="2558561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grading-0-9-12"/>
          <p:cNvSpPr/>
          <p:nvPr/>
        </p:nvSpPr>
        <p:spPr>
          <a:xfrm>
            <a:off x="2730890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grading-0-10-0"/>
          <p:cNvSpPr/>
          <p:nvPr/>
        </p:nvSpPr>
        <p:spPr>
          <a:xfrm>
            <a:off x="662940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grading-0-10-1"/>
          <p:cNvSpPr/>
          <p:nvPr/>
        </p:nvSpPr>
        <p:spPr>
          <a:xfrm>
            <a:off x="835269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grading-0-10-2"/>
          <p:cNvSpPr/>
          <p:nvPr/>
        </p:nvSpPr>
        <p:spPr>
          <a:xfrm>
            <a:off x="1007598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grading-0-10-3"/>
          <p:cNvSpPr/>
          <p:nvPr/>
        </p:nvSpPr>
        <p:spPr>
          <a:xfrm>
            <a:off x="1179927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grading-0-10-4"/>
          <p:cNvSpPr/>
          <p:nvPr/>
        </p:nvSpPr>
        <p:spPr>
          <a:xfrm>
            <a:off x="1352256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grading-0-10-5"/>
          <p:cNvSpPr/>
          <p:nvPr/>
        </p:nvSpPr>
        <p:spPr>
          <a:xfrm>
            <a:off x="1524586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grading-0-10-6"/>
          <p:cNvSpPr/>
          <p:nvPr/>
        </p:nvSpPr>
        <p:spPr>
          <a:xfrm>
            <a:off x="1696915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grading-0-10-7"/>
          <p:cNvSpPr/>
          <p:nvPr/>
        </p:nvSpPr>
        <p:spPr>
          <a:xfrm>
            <a:off x="1869244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grading-0-10-8"/>
          <p:cNvSpPr/>
          <p:nvPr/>
        </p:nvSpPr>
        <p:spPr>
          <a:xfrm>
            <a:off x="2041573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grading-0-10-9"/>
          <p:cNvSpPr/>
          <p:nvPr/>
        </p:nvSpPr>
        <p:spPr>
          <a:xfrm>
            <a:off x="2213903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grading-0-10-10"/>
          <p:cNvSpPr/>
          <p:nvPr/>
        </p:nvSpPr>
        <p:spPr>
          <a:xfrm>
            <a:off x="2386232" y="3552092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grading-0-10-11"/>
          <p:cNvSpPr/>
          <p:nvPr/>
        </p:nvSpPr>
        <p:spPr>
          <a:xfrm>
            <a:off x="2558561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grading-0-10-12"/>
          <p:cNvSpPr/>
          <p:nvPr/>
        </p:nvSpPr>
        <p:spPr>
          <a:xfrm>
            <a:off x="2730890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grading-0-11-0"/>
          <p:cNvSpPr/>
          <p:nvPr/>
        </p:nvSpPr>
        <p:spPr>
          <a:xfrm>
            <a:off x="662940" y="3724421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grading-0-11-1"/>
          <p:cNvSpPr/>
          <p:nvPr/>
        </p:nvSpPr>
        <p:spPr>
          <a:xfrm>
            <a:off x="835269" y="3724421"/>
            <a:ext cx="172329" cy="172329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grading-0-11-2"/>
          <p:cNvSpPr/>
          <p:nvPr/>
        </p:nvSpPr>
        <p:spPr>
          <a:xfrm>
            <a:off x="1007598" y="3724421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grading-0-11-3"/>
          <p:cNvSpPr/>
          <p:nvPr/>
        </p:nvSpPr>
        <p:spPr>
          <a:xfrm>
            <a:off x="1179927" y="3724421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grading-0-11-4"/>
          <p:cNvSpPr/>
          <p:nvPr/>
        </p:nvSpPr>
        <p:spPr>
          <a:xfrm>
            <a:off x="1352256" y="3724421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grading-0-11-5"/>
          <p:cNvSpPr/>
          <p:nvPr/>
        </p:nvSpPr>
        <p:spPr>
          <a:xfrm>
            <a:off x="1524586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grading-0-11-6"/>
          <p:cNvSpPr/>
          <p:nvPr/>
        </p:nvSpPr>
        <p:spPr>
          <a:xfrm>
            <a:off x="1696915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grading-0-11-7"/>
          <p:cNvSpPr/>
          <p:nvPr/>
        </p:nvSpPr>
        <p:spPr>
          <a:xfrm>
            <a:off x="1869244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grading-0-11-8"/>
          <p:cNvSpPr/>
          <p:nvPr/>
        </p:nvSpPr>
        <p:spPr>
          <a:xfrm>
            <a:off x="2041573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grading-0-11-9"/>
          <p:cNvSpPr/>
          <p:nvPr/>
        </p:nvSpPr>
        <p:spPr>
          <a:xfrm>
            <a:off x="2213903" y="3724421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grading-0-11-10"/>
          <p:cNvSpPr/>
          <p:nvPr/>
        </p:nvSpPr>
        <p:spPr>
          <a:xfrm>
            <a:off x="2386232" y="3724421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grading-0-11-11"/>
          <p:cNvSpPr/>
          <p:nvPr/>
        </p:nvSpPr>
        <p:spPr>
          <a:xfrm>
            <a:off x="2558561" y="3724421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grading-0-11-12"/>
          <p:cNvSpPr/>
          <p:nvPr/>
        </p:nvSpPr>
        <p:spPr>
          <a:xfrm>
            <a:off x="2730890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grading-0-12-0"/>
          <p:cNvSpPr/>
          <p:nvPr/>
        </p:nvSpPr>
        <p:spPr>
          <a:xfrm>
            <a:off x="662940" y="3896750"/>
            <a:ext cx="172329" cy="172329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grading-0-12-1"/>
          <p:cNvSpPr/>
          <p:nvPr/>
        </p:nvSpPr>
        <p:spPr>
          <a:xfrm>
            <a:off x="835269" y="3896750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grading-0-12-2"/>
          <p:cNvSpPr/>
          <p:nvPr/>
        </p:nvSpPr>
        <p:spPr>
          <a:xfrm>
            <a:off x="1007598" y="389675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grading-0-12-3"/>
          <p:cNvSpPr/>
          <p:nvPr/>
        </p:nvSpPr>
        <p:spPr>
          <a:xfrm>
            <a:off x="1179927" y="389675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grading-0-12-4"/>
          <p:cNvSpPr/>
          <p:nvPr/>
        </p:nvSpPr>
        <p:spPr>
          <a:xfrm>
            <a:off x="1352256" y="3896750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grading-0-12-5"/>
          <p:cNvSpPr/>
          <p:nvPr/>
        </p:nvSpPr>
        <p:spPr>
          <a:xfrm>
            <a:off x="1524586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grading-0-12-6"/>
          <p:cNvSpPr/>
          <p:nvPr/>
        </p:nvSpPr>
        <p:spPr>
          <a:xfrm>
            <a:off x="1696915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grading-0-12-7"/>
          <p:cNvSpPr/>
          <p:nvPr/>
        </p:nvSpPr>
        <p:spPr>
          <a:xfrm>
            <a:off x="1869244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grading-0-12-8"/>
          <p:cNvSpPr/>
          <p:nvPr/>
        </p:nvSpPr>
        <p:spPr>
          <a:xfrm>
            <a:off x="2041573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grading-0-12-9"/>
          <p:cNvSpPr/>
          <p:nvPr/>
        </p:nvSpPr>
        <p:spPr>
          <a:xfrm>
            <a:off x="2213903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grading-0-12-10"/>
          <p:cNvSpPr/>
          <p:nvPr/>
        </p:nvSpPr>
        <p:spPr>
          <a:xfrm>
            <a:off x="2386232" y="3896750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grading-0-12-11"/>
          <p:cNvSpPr/>
          <p:nvPr/>
        </p:nvSpPr>
        <p:spPr>
          <a:xfrm>
            <a:off x="2558561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grading-0-12-12"/>
          <p:cNvSpPr/>
          <p:nvPr/>
        </p:nvSpPr>
        <p:spPr>
          <a:xfrm>
            <a:off x="2730890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383279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提出候補A：不一致</a:t>
            </a:r>
          </a:p>
        </p:txBody>
      </p:sp>
      <p:sp>
        <p:nvSpPr>
          <p:cNvPr id="175" name="grid-grading-1-0-0"/>
          <p:cNvSpPr/>
          <p:nvPr/>
        </p:nvSpPr>
        <p:spPr>
          <a:xfrm>
            <a:off x="3451859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grading-1-0-1"/>
          <p:cNvSpPr/>
          <p:nvPr/>
        </p:nvSpPr>
        <p:spPr>
          <a:xfrm>
            <a:off x="3624189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grading-1-0-2"/>
          <p:cNvSpPr/>
          <p:nvPr/>
        </p:nvSpPr>
        <p:spPr>
          <a:xfrm>
            <a:off x="3796518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grading-1-0-3"/>
          <p:cNvSpPr/>
          <p:nvPr/>
        </p:nvSpPr>
        <p:spPr>
          <a:xfrm>
            <a:off x="3968847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grading-1-0-4"/>
          <p:cNvSpPr/>
          <p:nvPr/>
        </p:nvSpPr>
        <p:spPr>
          <a:xfrm>
            <a:off x="4141176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grading-1-0-5"/>
          <p:cNvSpPr/>
          <p:nvPr/>
        </p:nvSpPr>
        <p:spPr>
          <a:xfrm>
            <a:off x="4313506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grading-1-0-6"/>
          <p:cNvSpPr/>
          <p:nvPr/>
        </p:nvSpPr>
        <p:spPr>
          <a:xfrm>
            <a:off x="4485835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grading-1-0-7"/>
          <p:cNvSpPr/>
          <p:nvPr/>
        </p:nvSpPr>
        <p:spPr>
          <a:xfrm>
            <a:off x="4658164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grading-1-0-8"/>
          <p:cNvSpPr/>
          <p:nvPr/>
        </p:nvSpPr>
        <p:spPr>
          <a:xfrm>
            <a:off x="4830493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grading-1-0-9"/>
          <p:cNvSpPr/>
          <p:nvPr/>
        </p:nvSpPr>
        <p:spPr>
          <a:xfrm>
            <a:off x="5002823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grading-1-0-10"/>
          <p:cNvSpPr/>
          <p:nvPr/>
        </p:nvSpPr>
        <p:spPr>
          <a:xfrm>
            <a:off x="5175152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grading-1-0-11"/>
          <p:cNvSpPr/>
          <p:nvPr/>
        </p:nvSpPr>
        <p:spPr>
          <a:xfrm>
            <a:off x="5347481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grading-1-0-12"/>
          <p:cNvSpPr/>
          <p:nvPr/>
        </p:nvSpPr>
        <p:spPr>
          <a:xfrm>
            <a:off x="5519810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grading-1-1-0"/>
          <p:cNvSpPr/>
          <p:nvPr/>
        </p:nvSpPr>
        <p:spPr>
          <a:xfrm>
            <a:off x="3451859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grading-1-1-1"/>
          <p:cNvSpPr/>
          <p:nvPr/>
        </p:nvSpPr>
        <p:spPr>
          <a:xfrm>
            <a:off x="3624189" y="2001129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grading-1-1-2"/>
          <p:cNvSpPr/>
          <p:nvPr/>
        </p:nvSpPr>
        <p:spPr>
          <a:xfrm>
            <a:off x="3796518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grading-1-1-3"/>
          <p:cNvSpPr/>
          <p:nvPr/>
        </p:nvSpPr>
        <p:spPr>
          <a:xfrm>
            <a:off x="3968847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grading-1-1-4"/>
          <p:cNvSpPr/>
          <p:nvPr/>
        </p:nvSpPr>
        <p:spPr>
          <a:xfrm>
            <a:off x="4141176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grading-1-1-5"/>
          <p:cNvSpPr/>
          <p:nvPr/>
        </p:nvSpPr>
        <p:spPr>
          <a:xfrm>
            <a:off x="4313506" y="2001129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grading-1-1-6"/>
          <p:cNvSpPr/>
          <p:nvPr/>
        </p:nvSpPr>
        <p:spPr>
          <a:xfrm>
            <a:off x="4485835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grading-1-1-7"/>
          <p:cNvSpPr/>
          <p:nvPr/>
        </p:nvSpPr>
        <p:spPr>
          <a:xfrm>
            <a:off x="4658164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grading-1-1-8"/>
          <p:cNvSpPr/>
          <p:nvPr/>
        </p:nvSpPr>
        <p:spPr>
          <a:xfrm>
            <a:off x="4830493" y="2001129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grading-1-1-9"/>
          <p:cNvSpPr/>
          <p:nvPr/>
        </p:nvSpPr>
        <p:spPr>
          <a:xfrm>
            <a:off x="5002823" y="2001129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grading-1-1-10"/>
          <p:cNvSpPr/>
          <p:nvPr/>
        </p:nvSpPr>
        <p:spPr>
          <a:xfrm>
            <a:off x="5175152" y="2001129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grading-1-1-11"/>
          <p:cNvSpPr/>
          <p:nvPr/>
        </p:nvSpPr>
        <p:spPr>
          <a:xfrm>
            <a:off x="5347481" y="2001129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grading-1-1-12"/>
          <p:cNvSpPr/>
          <p:nvPr/>
        </p:nvSpPr>
        <p:spPr>
          <a:xfrm>
            <a:off x="5519810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grading-1-2-0"/>
          <p:cNvSpPr/>
          <p:nvPr/>
        </p:nvSpPr>
        <p:spPr>
          <a:xfrm>
            <a:off x="3451859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grading-1-2-1"/>
          <p:cNvSpPr/>
          <p:nvPr/>
        </p:nvSpPr>
        <p:spPr>
          <a:xfrm>
            <a:off x="3624189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grading-1-2-2"/>
          <p:cNvSpPr/>
          <p:nvPr/>
        </p:nvSpPr>
        <p:spPr>
          <a:xfrm>
            <a:off x="3796518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grading-1-2-3"/>
          <p:cNvSpPr/>
          <p:nvPr/>
        </p:nvSpPr>
        <p:spPr>
          <a:xfrm>
            <a:off x="3968847" y="2173458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grading-1-2-4"/>
          <p:cNvSpPr/>
          <p:nvPr/>
        </p:nvSpPr>
        <p:spPr>
          <a:xfrm>
            <a:off x="4141176" y="2173458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grading-1-2-5"/>
          <p:cNvSpPr/>
          <p:nvPr/>
        </p:nvSpPr>
        <p:spPr>
          <a:xfrm>
            <a:off x="4313506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grading-1-2-6"/>
          <p:cNvSpPr/>
          <p:nvPr/>
        </p:nvSpPr>
        <p:spPr>
          <a:xfrm>
            <a:off x="4485835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grading-1-2-7"/>
          <p:cNvSpPr/>
          <p:nvPr/>
        </p:nvSpPr>
        <p:spPr>
          <a:xfrm>
            <a:off x="4658164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grading-1-2-8"/>
          <p:cNvSpPr/>
          <p:nvPr/>
        </p:nvSpPr>
        <p:spPr>
          <a:xfrm>
            <a:off x="4830493" y="2173458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grading-1-2-9"/>
          <p:cNvSpPr/>
          <p:nvPr/>
        </p:nvSpPr>
        <p:spPr>
          <a:xfrm>
            <a:off x="5002823" y="2173458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grading-1-2-10"/>
          <p:cNvSpPr/>
          <p:nvPr/>
        </p:nvSpPr>
        <p:spPr>
          <a:xfrm>
            <a:off x="5175152" y="2173458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grading-1-2-11"/>
          <p:cNvSpPr/>
          <p:nvPr/>
        </p:nvSpPr>
        <p:spPr>
          <a:xfrm>
            <a:off x="5347481" y="2173458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grading-1-2-12"/>
          <p:cNvSpPr/>
          <p:nvPr/>
        </p:nvSpPr>
        <p:spPr>
          <a:xfrm>
            <a:off x="5519810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grading-1-3-0"/>
          <p:cNvSpPr/>
          <p:nvPr/>
        </p:nvSpPr>
        <p:spPr>
          <a:xfrm>
            <a:off x="3451859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grading-1-3-1"/>
          <p:cNvSpPr/>
          <p:nvPr/>
        </p:nvSpPr>
        <p:spPr>
          <a:xfrm>
            <a:off x="3624189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grading-1-3-2"/>
          <p:cNvSpPr/>
          <p:nvPr/>
        </p:nvSpPr>
        <p:spPr>
          <a:xfrm>
            <a:off x="3796518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grading-1-3-3"/>
          <p:cNvSpPr/>
          <p:nvPr/>
        </p:nvSpPr>
        <p:spPr>
          <a:xfrm>
            <a:off x="3968847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grading-1-3-4"/>
          <p:cNvSpPr/>
          <p:nvPr/>
        </p:nvSpPr>
        <p:spPr>
          <a:xfrm>
            <a:off x="4141176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grading-1-3-5"/>
          <p:cNvSpPr/>
          <p:nvPr/>
        </p:nvSpPr>
        <p:spPr>
          <a:xfrm>
            <a:off x="4313506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grading-1-3-6"/>
          <p:cNvSpPr/>
          <p:nvPr/>
        </p:nvSpPr>
        <p:spPr>
          <a:xfrm>
            <a:off x="4485835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grading-1-3-7"/>
          <p:cNvSpPr/>
          <p:nvPr/>
        </p:nvSpPr>
        <p:spPr>
          <a:xfrm>
            <a:off x="4658164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grading-1-3-8"/>
          <p:cNvSpPr/>
          <p:nvPr/>
        </p:nvSpPr>
        <p:spPr>
          <a:xfrm>
            <a:off x="4830493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grading-1-3-9"/>
          <p:cNvSpPr/>
          <p:nvPr/>
        </p:nvSpPr>
        <p:spPr>
          <a:xfrm>
            <a:off x="5002823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grading-1-3-10"/>
          <p:cNvSpPr/>
          <p:nvPr/>
        </p:nvSpPr>
        <p:spPr>
          <a:xfrm>
            <a:off x="5175152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grading-1-3-11"/>
          <p:cNvSpPr/>
          <p:nvPr/>
        </p:nvSpPr>
        <p:spPr>
          <a:xfrm>
            <a:off x="5347481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grading-1-3-12"/>
          <p:cNvSpPr/>
          <p:nvPr/>
        </p:nvSpPr>
        <p:spPr>
          <a:xfrm>
            <a:off x="5519810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grading-1-4-0"/>
          <p:cNvSpPr/>
          <p:nvPr/>
        </p:nvSpPr>
        <p:spPr>
          <a:xfrm>
            <a:off x="3451859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grading-1-4-1"/>
          <p:cNvSpPr/>
          <p:nvPr/>
        </p:nvSpPr>
        <p:spPr>
          <a:xfrm>
            <a:off x="3624189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grading-1-4-2"/>
          <p:cNvSpPr/>
          <p:nvPr/>
        </p:nvSpPr>
        <p:spPr>
          <a:xfrm>
            <a:off x="3796518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grading-1-4-3"/>
          <p:cNvSpPr/>
          <p:nvPr/>
        </p:nvSpPr>
        <p:spPr>
          <a:xfrm>
            <a:off x="3968847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grading-1-4-4"/>
          <p:cNvSpPr/>
          <p:nvPr/>
        </p:nvSpPr>
        <p:spPr>
          <a:xfrm>
            <a:off x="4141176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grading-1-4-5"/>
          <p:cNvSpPr/>
          <p:nvPr/>
        </p:nvSpPr>
        <p:spPr>
          <a:xfrm>
            <a:off x="4313506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grading-1-4-6"/>
          <p:cNvSpPr/>
          <p:nvPr/>
        </p:nvSpPr>
        <p:spPr>
          <a:xfrm>
            <a:off x="4485835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grading-1-4-7"/>
          <p:cNvSpPr/>
          <p:nvPr/>
        </p:nvSpPr>
        <p:spPr>
          <a:xfrm>
            <a:off x="4658164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grading-1-4-8"/>
          <p:cNvSpPr/>
          <p:nvPr/>
        </p:nvSpPr>
        <p:spPr>
          <a:xfrm>
            <a:off x="4830493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grading-1-4-9"/>
          <p:cNvSpPr/>
          <p:nvPr/>
        </p:nvSpPr>
        <p:spPr>
          <a:xfrm>
            <a:off x="5002823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grading-1-4-10"/>
          <p:cNvSpPr/>
          <p:nvPr/>
        </p:nvSpPr>
        <p:spPr>
          <a:xfrm>
            <a:off x="5175152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grading-1-4-11"/>
          <p:cNvSpPr/>
          <p:nvPr/>
        </p:nvSpPr>
        <p:spPr>
          <a:xfrm>
            <a:off x="5347481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grading-1-4-12"/>
          <p:cNvSpPr/>
          <p:nvPr/>
        </p:nvSpPr>
        <p:spPr>
          <a:xfrm>
            <a:off x="5519810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grading-1-5-0"/>
          <p:cNvSpPr/>
          <p:nvPr/>
        </p:nvSpPr>
        <p:spPr>
          <a:xfrm>
            <a:off x="3451859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grading-1-5-1"/>
          <p:cNvSpPr/>
          <p:nvPr/>
        </p:nvSpPr>
        <p:spPr>
          <a:xfrm>
            <a:off x="3624189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grading-1-5-2"/>
          <p:cNvSpPr/>
          <p:nvPr/>
        </p:nvSpPr>
        <p:spPr>
          <a:xfrm>
            <a:off x="3796518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grading-1-5-3"/>
          <p:cNvSpPr/>
          <p:nvPr/>
        </p:nvSpPr>
        <p:spPr>
          <a:xfrm>
            <a:off x="3968847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grading-1-5-4"/>
          <p:cNvSpPr/>
          <p:nvPr/>
        </p:nvSpPr>
        <p:spPr>
          <a:xfrm>
            <a:off x="4141176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grading-1-5-5"/>
          <p:cNvSpPr/>
          <p:nvPr/>
        </p:nvSpPr>
        <p:spPr>
          <a:xfrm>
            <a:off x="4313506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grading-1-5-6"/>
          <p:cNvSpPr/>
          <p:nvPr/>
        </p:nvSpPr>
        <p:spPr>
          <a:xfrm>
            <a:off x="4485835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grading-1-5-7"/>
          <p:cNvSpPr/>
          <p:nvPr/>
        </p:nvSpPr>
        <p:spPr>
          <a:xfrm>
            <a:off x="4658164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grading-1-5-8"/>
          <p:cNvSpPr/>
          <p:nvPr/>
        </p:nvSpPr>
        <p:spPr>
          <a:xfrm>
            <a:off x="4830493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grading-1-5-9"/>
          <p:cNvSpPr/>
          <p:nvPr/>
        </p:nvSpPr>
        <p:spPr>
          <a:xfrm>
            <a:off x="5002823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grading-1-5-10"/>
          <p:cNvSpPr/>
          <p:nvPr/>
        </p:nvSpPr>
        <p:spPr>
          <a:xfrm>
            <a:off x="5175152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grading-1-5-11"/>
          <p:cNvSpPr/>
          <p:nvPr/>
        </p:nvSpPr>
        <p:spPr>
          <a:xfrm>
            <a:off x="5347481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grading-1-5-12"/>
          <p:cNvSpPr/>
          <p:nvPr/>
        </p:nvSpPr>
        <p:spPr>
          <a:xfrm>
            <a:off x="5519810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grading-1-6-0"/>
          <p:cNvSpPr/>
          <p:nvPr/>
        </p:nvSpPr>
        <p:spPr>
          <a:xfrm>
            <a:off x="3451859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grading-1-6-1"/>
          <p:cNvSpPr/>
          <p:nvPr/>
        </p:nvSpPr>
        <p:spPr>
          <a:xfrm>
            <a:off x="3624189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grading-1-6-2"/>
          <p:cNvSpPr/>
          <p:nvPr/>
        </p:nvSpPr>
        <p:spPr>
          <a:xfrm>
            <a:off x="3796518" y="2862775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grading-1-6-3"/>
          <p:cNvSpPr/>
          <p:nvPr/>
        </p:nvSpPr>
        <p:spPr>
          <a:xfrm>
            <a:off x="3968847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grading-1-6-4"/>
          <p:cNvSpPr/>
          <p:nvPr/>
        </p:nvSpPr>
        <p:spPr>
          <a:xfrm>
            <a:off x="4141176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grading-1-6-5"/>
          <p:cNvSpPr/>
          <p:nvPr/>
        </p:nvSpPr>
        <p:spPr>
          <a:xfrm>
            <a:off x="4313506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grading-1-6-6"/>
          <p:cNvSpPr/>
          <p:nvPr/>
        </p:nvSpPr>
        <p:spPr>
          <a:xfrm>
            <a:off x="4485835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grading-1-6-7"/>
          <p:cNvSpPr/>
          <p:nvPr/>
        </p:nvSpPr>
        <p:spPr>
          <a:xfrm>
            <a:off x="4658164" y="2862775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grading-1-6-8"/>
          <p:cNvSpPr/>
          <p:nvPr/>
        </p:nvSpPr>
        <p:spPr>
          <a:xfrm>
            <a:off x="4830493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grading-1-6-9"/>
          <p:cNvSpPr/>
          <p:nvPr/>
        </p:nvSpPr>
        <p:spPr>
          <a:xfrm>
            <a:off x="5002823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grading-1-6-10"/>
          <p:cNvSpPr/>
          <p:nvPr/>
        </p:nvSpPr>
        <p:spPr>
          <a:xfrm>
            <a:off x="5175152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grading-1-6-11"/>
          <p:cNvSpPr/>
          <p:nvPr/>
        </p:nvSpPr>
        <p:spPr>
          <a:xfrm>
            <a:off x="5347481" y="2862775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grading-1-6-12"/>
          <p:cNvSpPr/>
          <p:nvPr/>
        </p:nvSpPr>
        <p:spPr>
          <a:xfrm>
            <a:off x="5519810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grading-1-7-0"/>
          <p:cNvSpPr/>
          <p:nvPr/>
        </p:nvSpPr>
        <p:spPr>
          <a:xfrm>
            <a:off x="3451859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grading-1-7-1"/>
          <p:cNvSpPr/>
          <p:nvPr/>
        </p:nvSpPr>
        <p:spPr>
          <a:xfrm>
            <a:off x="3624189" y="3035104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grading-1-7-2"/>
          <p:cNvSpPr/>
          <p:nvPr/>
        </p:nvSpPr>
        <p:spPr>
          <a:xfrm>
            <a:off x="3796518" y="3035104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grading-1-7-3"/>
          <p:cNvSpPr/>
          <p:nvPr/>
        </p:nvSpPr>
        <p:spPr>
          <a:xfrm>
            <a:off x="3968847" y="3035104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grading-1-7-4"/>
          <p:cNvSpPr/>
          <p:nvPr/>
        </p:nvSpPr>
        <p:spPr>
          <a:xfrm>
            <a:off x="4141176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grading-1-7-5"/>
          <p:cNvSpPr/>
          <p:nvPr/>
        </p:nvSpPr>
        <p:spPr>
          <a:xfrm>
            <a:off x="4313506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grading-1-7-6"/>
          <p:cNvSpPr/>
          <p:nvPr/>
        </p:nvSpPr>
        <p:spPr>
          <a:xfrm>
            <a:off x="4485835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grading-1-7-7"/>
          <p:cNvSpPr/>
          <p:nvPr/>
        </p:nvSpPr>
        <p:spPr>
          <a:xfrm>
            <a:off x="4658164" y="3035104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grading-1-7-8"/>
          <p:cNvSpPr/>
          <p:nvPr/>
        </p:nvSpPr>
        <p:spPr>
          <a:xfrm>
            <a:off x="4830493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grading-1-7-9"/>
          <p:cNvSpPr/>
          <p:nvPr/>
        </p:nvSpPr>
        <p:spPr>
          <a:xfrm>
            <a:off x="5002823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grading-1-7-10"/>
          <p:cNvSpPr/>
          <p:nvPr/>
        </p:nvSpPr>
        <p:spPr>
          <a:xfrm>
            <a:off x="5175152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grading-1-7-11"/>
          <p:cNvSpPr/>
          <p:nvPr/>
        </p:nvSpPr>
        <p:spPr>
          <a:xfrm>
            <a:off x="5347481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grading-1-7-12"/>
          <p:cNvSpPr/>
          <p:nvPr/>
        </p:nvSpPr>
        <p:spPr>
          <a:xfrm>
            <a:off x="5519810" y="3035104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grading-1-8-0"/>
          <p:cNvSpPr/>
          <p:nvPr/>
        </p:nvSpPr>
        <p:spPr>
          <a:xfrm>
            <a:off x="3451859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grading-1-8-1"/>
          <p:cNvSpPr/>
          <p:nvPr/>
        </p:nvSpPr>
        <p:spPr>
          <a:xfrm>
            <a:off x="3624189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grading-1-8-2"/>
          <p:cNvSpPr/>
          <p:nvPr/>
        </p:nvSpPr>
        <p:spPr>
          <a:xfrm>
            <a:off x="3796518" y="3207433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grading-1-8-3"/>
          <p:cNvSpPr/>
          <p:nvPr/>
        </p:nvSpPr>
        <p:spPr>
          <a:xfrm>
            <a:off x="3968847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grading-1-8-4"/>
          <p:cNvSpPr/>
          <p:nvPr/>
        </p:nvSpPr>
        <p:spPr>
          <a:xfrm>
            <a:off x="4141176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grading-1-8-5"/>
          <p:cNvSpPr/>
          <p:nvPr/>
        </p:nvSpPr>
        <p:spPr>
          <a:xfrm>
            <a:off x="4313506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grading-1-8-6"/>
          <p:cNvSpPr/>
          <p:nvPr/>
        </p:nvSpPr>
        <p:spPr>
          <a:xfrm>
            <a:off x="4485835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grading-1-8-7"/>
          <p:cNvSpPr/>
          <p:nvPr/>
        </p:nvSpPr>
        <p:spPr>
          <a:xfrm>
            <a:off x="4658164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grading-1-8-8"/>
          <p:cNvSpPr/>
          <p:nvPr/>
        </p:nvSpPr>
        <p:spPr>
          <a:xfrm>
            <a:off x="4830493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grading-1-8-9"/>
          <p:cNvSpPr/>
          <p:nvPr/>
        </p:nvSpPr>
        <p:spPr>
          <a:xfrm>
            <a:off x="5002823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grading-1-8-10"/>
          <p:cNvSpPr/>
          <p:nvPr/>
        </p:nvSpPr>
        <p:spPr>
          <a:xfrm>
            <a:off x="5175152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grading-1-8-11"/>
          <p:cNvSpPr/>
          <p:nvPr/>
        </p:nvSpPr>
        <p:spPr>
          <a:xfrm>
            <a:off x="5347481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grading-1-8-12"/>
          <p:cNvSpPr/>
          <p:nvPr/>
        </p:nvSpPr>
        <p:spPr>
          <a:xfrm>
            <a:off x="5519810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grading-1-9-0"/>
          <p:cNvSpPr/>
          <p:nvPr/>
        </p:nvSpPr>
        <p:spPr>
          <a:xfrm>
            <a:off x="3451859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grading-1-9-1"/>
          <p:cNvSpPr/>
          <p:nvPr/>
        </p:nvSpPr>
        <p:spPr>
          <a:xfrm>
            <a:off x="3624189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grading-1-9-2"/>
          <p:cNvSpPr/>
          <p:nvPr/>
        </p:nvSpPr>
        <p:spPr>
          <a:xfrm>
            <a:off x="3796518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grading-1-9-3"/>
          <p:cNvSpPr/>
          <p:nvPr/>
        </p:nvSpPr>
        <p:spPr>
          <a:xfrm>
            <a:off x="3968847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grading-1-9-4"/>
          <p:cNvSpPr/>
          <p:nvPr/>
        </p:nvSpPr>
        <p:spPr>
          <a:xfrm>
            <a:off x="4141176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grading-1-9-5"/>
          <p:cNvSpPr/>
          <p:nvPr/>
        </p:nvSpPr>
        <p:spPr>
          <a:xfrm>
            <a:off x="4313506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grading-1-9-6"/>
          <p:cNvSpPr/>
          <p:nvPr/>
        </p:nvSpPr>
        <p:spPr>
          <a:xfrm>
            <a:off x="4485835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grading-1-9-7"/>
          <p:cNvSpPr/>
          <p:nvPr/>
        </p:nvSpPr>
        <p:spPr>
          <a:xfrm>
            <a:off x="4658164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grading-1-9-8"/>
          <p:cNvSpPr/>
          <p:nvPr/>
        </p:nvSpPr>
        <p:spPr>
          <a:xfrm>
            <a:off x="4830493" y="337976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grading-1-9-9"/>
          <p:cNvSpPr/>
          <p:nvPr/>
        </p:nvSpPr>
        <p:spPr>
          <a:xfrm>
            <a:off x="5002823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grading-1-9-10"/>
          <p:cNvSpPr/>
          <p:nvPr/>
        </p:nvSpPr>
        <p:spPr>
          <a:xfrm>
            <a:off x="5175152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grading-1-9-11"/>
          <p:cNvSpPr/>
          <p:nvPr/>
        </p:nvSpPr>
        <p:spPr>
          <a:xfrm>
            <a:off x="5347481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grading-1-9-12"/>
          <p:cNvSpPr/>
          <p:nvPr/>
        </p:nvSpPr>
        <p:spPr>
          <a:xfrm>
            <a:off x="5519810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grading-1-10-0"/>
          <p:cNvSpPr/>
          <p:nvPr/>
        </p:nvSpPr>
        <p:spPr>
          <a:xfrm>
            <a:off x="3451859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grading-1-10-1"/>
          <p:cNvSpPr/>
          <p:nvPr/>
        </p:nvSpPr>
        <p:spPr>
          <a:xfrm>
            <a:off x="3624189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grading-1-10-2"/>
          <p:cNvSpPr/>
          <p:nvPr/>
        </p:nvSpPr>
        <p:spPr>
          <a:xfrm>
            <a:off x="3796518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grading-1-10-3"/>
          <p:cNvSpPr/>
          <p:nvPr/>
        </p:nvSpPr>
        <p:spPr>
          <a:xfrm>
            <a:off x="3968847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grading-1-10-4"/>
          <p:cNvSpPr/>
          <p:nvPr/>
        </p:nvSpPr>
        <p:spPr>
          <a:xfrm>
            <a:off x="4141176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grading-1-10-5"/>
          <p:cNvSpPr/>
          <p:nvPr/>
        </p:nvSpPr>
        <p:spPr>
          <a:xfrm>
            <a:off x="4313506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grading-1-10-6"/>
          <p:cNvSpPr/>
          <p:nvPr/>
        </p:nvSpPr>
        <p:spPr>
          <a:xfrm>
            <a:off x="4485835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grading-1-10-7"/>
          <p:cNvSpPr/>
          <p:nvPr/>
        </p:nvSpPr>
        <p:spPr>
          <a:xfrm>
            <a:off x="4658164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grading-1-10-8"/>
          <p:cNvSpPr/>
          <p:nvPr/>
        </p:nvSpPr>
        <p:spPr>
          <a:xfrm>
            <a:off x="4830493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grading-1-10-9"/>
          <p:cNvSpPr/>
          <p:nvPr/>
        </p:nvSpPr>
        <p:spPr>
          <a:xfrm>
            <a:off x="5002823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grading-1-10-10"/>
          <p:cNvSpPr/>
          <p:nvPr/>
        </p:nvSpPr>
        <p:spPr>
          <a:xfrm>
            <a:off x="5175152" y="3552092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grading-1-10-11"/>
          <p:cNvSpPr/>
          <p:nvPr/>
        </p:nvSpPr>
        <p:spPr>
          <a:xfrm>
            <a:off x="5347481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grading-1-10-12"/>
          <p:cNvSpPr/>
          <p:nvPr/>
        </p:nvSpPr>
        <p:spPr>
          <a:xfrm>
            <a:off x="5519810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grading-1-11-0"/>
          <p:cNvSpPr/>
          <p:nvPr/>
        </p:nvSpPr>
        <p:spPr>
          <a:xfrm>
            <a:off x="3451859" y="3724421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grading-1-11-1"/>
          <p:cNvSpPr/>
          <p:nvPr/>
        </p:nvSpPr>
        <p:spPr>
          <a:xfrm>
            <a:off x="3624189" y="3724421"/>
            <a:ext cx="172329" cy="172329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grading-1-11-2"/>
          <p:cNvSpPr/>
          <p:nvPr/>
        </p:nvSpPr>
        <p:spPr>
          <a:xfrm>
            <a:off x="3796518" y="3724421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grading-1-11-3"/>
          <p:cNvSpPr/>
          <p:nvPr/>
        </p:nvSpPr>
        <p:spPr>
          <a:xfrm>
            <a:off x="3968847" y="3724421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grading-1-11-4"/>
          <p:cNvSpPr/>
          <p:nvPr/>
        </p:nvSpPr>
        <p:spPr>
          <a:xfrm>
            <a:off x="4141176" y="3724421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grading-1-11-5"/>
          <p:cNvSpPr/>
          <p:nvPr/>
        </p:nvSpPr>
        <p:spPr>
          <a:xfrm>
            <a:off x="4313506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grading-1-11-6"/>
          <p:cNvSpPr/>
          <p:nvPr/>
        </p:nvSpPr>
        <p:spPr>
          <a:xfrm>
            <a:off x="4485835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grading-1-11-7"/>
          <p:cNvSpPr/>
          <p:nvPr/>
        </p:nvSpPr>
        <p:spPr>
          <a:xfrm>
            <a:off x="4658164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grading-1-11-8"/>
          <p:cNvSpPr/>
          <p:nvPr/>
        </p:nvSpPr>
        <p:spPr>
          <a:xfrm>
            <a:off x="4830493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grading-1-11-9"/>
          <p:cNvSpPr/>
          <p:nvPr/>
        </p:nvSpPr>
        <p:spPr>
          <a:xfrm>
            <a:off x="5002823" y="3724421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grading-1-11-10"/>
          <p:cNvSpPr/>
          <p:nvPr/>
        </p:nvSpPr>
        <p:spPr>
          <a:xfrm>
            <a:off x="5175152" y="3724421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grading-1-11-11"/>
          <p:cNvSpPr/>
          <p:nvPr/>
        </p:nvSpPr>
        <p:spPr>
          <a:xfrm>
            <a:off x="5347481" y="3724421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grading-1-11-12"/>
          <p:cNvSpPr/>
          <p:nvPr/>
        </p:nvSpPr>
        <p:spPr>
          <a:xfrm>
            <a:off x="5519810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grading-1-12-0"/>
          <p:cNvSpPr/>
          <p:nvPr/>
        </p:nvSpPr>
        <p:spPr>
          <a:xfrm>
            <a:off x="3451859" y="3896750"/>
            <a:ext cx="172329" cy="172329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grading-1-12-1"/>
          <p:cNvSpPr/>
          <p:nvPr/>
        </p:nvSpPr>
        <p:spPr>
          <a:xfrm>
            <a:off x="3624189" y="3896750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grading-1-12-2"/>
          <p:cNvSpPr/>
          <p:nvPr/>
        </p:nvSpPr>
        <p:spPr>
          <a:xfrm>
            <a:off x="3796518" y="389675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grading-1-12-3"/>
          <p:cNvSpPr/>
          <p:nvPr/>
        </p:nvSpPr>
        <p:spPr>
          <a:xfrm>
            <a:off x="3968847" y="389675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grading-1-12-4"/>
          <p:cNvSpPr/>
          <p:nvPr/>
        </p:nvSpPr>
        <p:spPr>
          <a:xfrm>
            <a:off x="4141176" y="3896750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grading-1-12-5"/>
          <p:cNvSpPr/>
          <p:nvPr/>
        </p:nvSpPr>
        <p:spPr>
          <a:xfrm>
            <a:off x="4313506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grading-1-12-6"/>
          <p:cNvSpPr/>
          <p:nvPr/>
        </p:nvSpPr>
        <p:spPr>
          <a:xfrm>
            <a:off x="4485835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grading-1-12-7"/>
          <p:cNvSpPr/>
          <p:nvPr/>
        </p:nvSpPr>
        <p:spPr>
          <a:xfrm>
            <a:off x="4658164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grading-1-12-8"/>
          <p:cNvSpPr/>
          <p:nvPr/>
        </p:nvSpPr>
        <p:spPr>
          <a:xfrm>
            <a:off x="4830493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grading-1-12-9"/>
          <p:cNvSpPr/>
          <p:nvPr/>
        </p:nvSpPr>
        <p:spPr>
          <a:xfrm>
            <a:off x="5002823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grading-1-12-10"/>
          <p:cNvSpPr/>
          <p:nvPr/>
        </p:nvSpPr>
        <p:spPr>
          <a:xfrm>
            <a:off x="5175152" y="3896750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grading-1-12-11"/>
          <p:cNvSpPr/>
          <p:nvPr/>
        </p:nvSpPr>
        <p:spPr>
          <a:xfrm>
            <a:off x="5347481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grading-1-12-12"/>
          <p:cNvSpPr/>
          <p:nvPr/>
        </p:nvSpPr>
        <p:spPr>
          <a:xfrm>
            <a:off x="5519810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17220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提出候補B：一致</a:t>
            </a:r>
          </a:p>
        </p:txBody>
      </p:sp>
      <p:sp>
        <p:nvSpPr>
          <p:cNvPr id="345" name="grid-grading-2-0-0"/>
          <p:cNvSpPr/>
          <p:nvPr/>
        </p:nvSpPr>
        <p:spPr>
          <a:xfrm>
            <a:off x="6240780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grading-2-0-1"/>
          <p:cNvSpPr/>
          <p:nvPr/>
        </p:nvSpPr>
        <p:spPr>
          <a:xfrm>
            <a:off x="6413109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grading-2-0-2"/>
          <p:cNvSpPr/>
          <p:nvPr/>
        </p:nvSpPr>
        <p:spPr>
          <a:xfrm>
            <a:off x="6585438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grading-2-0-3"/>
          <p:cNvSpPr/>
          <p:nvPr/>
        </p:nvSpPr>
        <p:spPr>
          <a:xfrm>
            <a:off x="6757767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grading-2-0-4"/>
          <p:cNvSpPr/>
          <p:nvPr/>
        </p:nvSpPr>
        <p:spPr>
          <a:xfrm>
            <a:off x="6930096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grading-2-0-5"/>
          <p:cNvSpPr/>
          <p:nvPr/>
        </p:nvSpPr>
        <p:spPr>
          <a:xfrm>
            <a:off x="7102426" y="182880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grading-2-0-6"/>
          <p:cNvSpPr/>
          <p:nvPr/>
        </p:nvSpPr>
        <p:spPr>
          <a:xfrm>
            <a:off x="7274755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grading-2-0-7"/>
          <p:cNvSpPr/>
          <p:nvPr/>
        </p:nvSpPr>
        <p:spPr>
          <a:xfrm>
            <a:off x="7447084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grading-2-0-8"/>
          <p:cNvSpPr/>
          <p:nvPr/>
        </p:nvSpPr>
        <p:spPr>
          <a:xfrm>
            <a:off x="7619413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grading-2-0-9"/>
          <p:cNvSpPr/>
          <p:nvPr/>
        </p:nvSpPr>
        <p:spPr>
          <a:xfrm>
            <a:off x="7791743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grading-2-0-10"/>
          <p:cNvSpPr/>
          <p:nvPr/>
        </p:nvSpPr>
        <p:spPr>
          <a:xfrm>
            <a:off x="7964072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grading-2-0-11"/>
          <p:cNvSpPr/>
          <p:nvPr/>
        </p:nvSpPr>
        <p:spPr>
          <a:xfrm>
            <a:off x="8136401" y="182880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grading-2-0-12"/>
          <p:cNvSpPr/>
          <p:nvPr/>
        </p:nvSpPr>
        <p:spPr>
          <a:xfrm>
            <a:off x="8308730" y="182880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grading-2-1-0"/>
          <p:cNvSpPr/>
          <p:nvPr/>
        </p:nvSpPr>
        <p:spPr>
          <a:xfrm>
            <a:off x="6240780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grading-2-1-1"/>
          <p:cNvSpPr/>
          <p:nvPr/>
        </p:nvSpPr>
        <p:spPr>
          <a:xfrm>
            <a:off x="6413109" y="2001129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grading-2-1-2"/>
          <p:cNvSpPr/>
          <p:nvPr/>
        </p:nvSpPr>
        <p:spPr>
          <a:xfrm>
            <a:off x="6585438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grading-2-1-3"/>
          <p:cNvSpPr/>
          <p:nvPr/>
        </p:nvSpPr>
        <p:spPr>
          <a:xfrm>
            <a:off x="6757767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grading-2-1-4"/>
          <p:cNvSpPr/>
          <p:nvPr/>
        </p:nvSpPr>
        <p:spPr>
          <a:xfrm>
            <a:off x="6930096" y="2001129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grading-2-1-5"/>
          <p:cNvSpPr/>
          <p:nvPr/>
        </p:nvSpPr>
        <p:spPr>
          <a:xfrm>
            <a:off x="7102426" y="2001129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grading-2-1-6"/>
          <p:cNvSpPr/>
          <p:nvPr/>
        </p:nvSpPr>
        <p:spPr>
          <a:xfrm>
            <a:off x="7274755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grading-2-1-7"/>
          <p:cNvSpPr/>
          <p:nvPr/>
        </p:nvSpPr>
        <p:spPr>
          <a:xfrm>
            <a:off x="7447084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grading-2-1-8"/>
          <p:cNvSpPr/>
          <p:nvPr/>
        </p:nvSpPr>
        <p:spPr>
          <a:xfrm>
            <a:off x="7619413" y="2001129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grading-2-1-9"/>
          <p:cNvSpPr/>
          <p:nvPr/>
        </p:nvSpPr>
        <p:spPr>
          <a:xfrm>
            <a:off x="7791743" y="2001129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grading-2-1-10"/>
          <p:cNvSpPr/>
          <p:nvPr/>
        </p:nvSpPr>
        <p:spPr>
          <a:xfrm>
            <a:off x="7964072" y="2001129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grading-2-1-11"/>
          <p:cNvSpPr/>
          <p:nvPr/>
        </p:nvSpPr>
        <p:spPr>
          <a:xfrm>
            <a:off x="8136401" y="2001129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grading-2-1-12"/>
          <p:cNvSpPr/>
          <p:nvPr/>
        </p:nvSpPr>
        <p:spPr>
          <a:xfrm>
            <a:off x="8308730" y="2001129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grading-2-2-0"/>
          <p:cNvSpPr/>
          <p:nvPr/>
        </p:nvSpPr>
        <p:spPr>
          <a:xfrm>
            <a:off x="6240780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grading-2-2-1"/>
          <p:cNvSpPr/>
          <p:nvPr/>
        </p:nvSpPr>
        <p:spPr>
          <a:xfrm>
            <a:off x="6413109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grading-2-2-2"/>
          <p:cNvSpPr/>
          <p:nvPr/>
        </p:nvSpPr>
        <p:spPr>
          <a:xfrm>
            <a:off x="6585438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grading-2-2-3"/>
          <p:cNvSpPr/>
          <p:nvPr/>
        </p:nvSpPr>
        <p:spPr>
          <a:xfrm>
            <a:off x="6757767" y="2173458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grading-2-2-4"/>
          <p:cNvSpPr/>
          <p:nvPr/>
        </p:nvSpPr>
        <p:spPr>
          <a:xfrm>
            <a:off x="6930096" y="2173458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grading-2-2-5"/>
          <p:cNvSpPr/>
          <p:nvPr/>
        </p:nvSpPr>
        <p:spPr>
          <a:xfrm>
            <a:off x="7102426" y="2173458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grading-2-2-6"/>
          <p:cNvSpPr/>
          <p:nvPr/>
        </p:nvSpPr>
        <p:spPr>
          <a:xfrm>
            <a:off x="7274755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grading-2-2-7"/>
          <p:cNvSpPr/>
          <p:nvPr/>
        </p:nvSpPr>
        <p:spPr>
          <a:xfrm>
            <a:off x="7447084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grading-2-2-8"/>
          <p:cNvSpPr/>
          <p:nvPr/>
        </p:nvSpPr>
        <p:spPr>
          <a:xfrm>
            <a:off x="7619413" y="2173458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grading-2-2-9"/>
          <p:cNvSpPr/>
          <p:nvPr/>
        </p:nvSpPr>
        <p:spPr>
          <a:xfrm>
            <a:off x="7791743" y="2173458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grading-2-2-10"/>
          <p:cNvSpPr/>
          <p:nvPr/>
        </p:nvSpPr>
        <p:spPr>
          <a:xfrm>
            <a:off x="7964072" y="2173458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grading-2-2-11"/>
          <p:cNvSpPr/>
          <p:nvPr/>
        </p:nvSpPr>
        <p:spPr>
          <a:xfrm>
            <a:off x="8136401" y="2173458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grading-2-2-12"/>
          <p:cNvSpPr/>
          <p:nvPr/>
        </p:nvSpPr>
        <p:spPr>
          <a:xfrm>
            <a:off x="8308730" y="2173458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grading-2-3-0"/>
          <p:cNvSpPr/>
          <p:nvPr/>
        </p:nvSpPr>
        <p:spPr>
          <a:xfrm>
            <a:off x="6240780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grading-2-3-1"/>
          <p:cNvSpPr/>
          <p:nvPr/>
        </p:nvSpPr>
        <p:spPr>
          <a:xfrm>
            <a:off x="6413109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grading-2-3-2"/>
          <p:cNvSpPr/>
          <p:nvPr/>
        </p:nvSpPr>
        <p:spPr>
          <a:xfrm>
            <a:off x="6585438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grading-2-3-3"/>
          <p:cNvSpPr/>
          <p:nvPr/>
        </p:nvSpPr>
        <p:spPr>
          <a:xfrm>
            <a:off x="6757767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grading-2-3-4"/>
          <p:cNvSpPr/>
          <p:nvPr/>
        </p:nvSpPr>
        <p:spPr>
          <a:xfrm>
            <a:off x="6930096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grading-2-3-5"/>
          <p:cNvSpPr/>
          <p:nvPr/>
        </p:nvSpPr>
        <p:spPr>
          <a:xfrm>
            <a:off x="7102426" y="2345787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grading-2-3-6"/>
          <p:cNvSpPr/>
          <p:nvPr/>
        </p:nvSpPr>
        <p:spPr>
          <a:xfrm>
            <a:off x="7274755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grading-2-3-7"/>
          <p:cNvSpPr/>
          <p:nvPr/>
        </p:nvSpPr>
        <p:spPr>
          <a:xfrm>
            <a:off x="7447084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grading-2-3-8"/>
          <p:cNvSpPr/>
          <p:nvPr/>
        </p:nvSpPr>
        <p:spPr>
          <a:xfrm>
            <a:off x="7619413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grading-2-3-9"/>
          <p:cNvSpPr/>
          <p:nvPr/>
        </p:nvSpPr>
        <p:spPr>
          <a:xfrm>
            <a:off x="7791743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grading-2-3-10"/>
          <p:cNvSpPr/>
          <p:nvPr/>
        </p:nvSpPr>
        <p:spPr>
          <a:xfrm>
            <a:off x="7964072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grading-2-3-11"/>
          <p:cNvSpPr/>
          <p:nvPr/>
        </p:nvSpPr>
        <p:spPr>
          <a:xfrm>
            <a:off x="8136401" y="2345787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grading-2-3-12"/>
          <p:cNvSpPr/>
          <p:nvPr/>
        </p:nvSpPr>
        <p:spPr>
          <a:xfrm>
            <a:off x="8308730" y="2345787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grading-2-4-0"/>
          <p:cNvSpPr/>
          <p:nvPr/>
        </p:nvSpPr>
        <p:spPr>
          <a:xfrm>
            <a:off x="6240780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grading-2-4-1"/>
          <p:cNvSpPr/>
          <p:nvPr/>
        </p:nvSpPr>
        <p:spPr>
          <a:xfrm>
            <a:off x="6413109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grading-2-4-2"/>
          <p:cNvSpPr/>
          <p:nvPr/>
        </p:nvSpPr>
        <p:spPr>
          <a:xfrm>
            <a:off x="6585438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grading-2-4-3"/>
          <p:cNvSpPr/>
          <p:nvPr/>
        </p:nvSpPr>
        <p:spPr>
          <a:xfrm>
            <a:off x="6757767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grading-2-4-4"/>
          <p:cNvSpPr/>
          <p:nvPr/>
        </p:nvSpPr>
        <p:spPr>
          <a:xfrm>
            <a:off x="6930096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grading-2-4-5"/>
          <p:cNvSpPr/>
          <p:nvPr/>
        </p:nvSpPr>
        <p:spPr>
          <a:xfrm>
            <a:off x="7102426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grading-2-4-6"/>
          <p:cNvSpPr/>
          <p:nvPr/>
        </p:nvSpPr>
        <p:spPr>
          <a:xfrm>
            <a:off x="7274755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grading-2-4-7"/>
          <p:cNvSpPr/>
          <p:nvPr/>
        </p:nvSpPr>
        <p:spPr>
          <a:xfrm>
            <a:off x="7447084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grading-2-4-8"/>
          <p:cNvSpPr/>
          <p:nvPr/>
        </p:nvSpPr>
        <p:spPr>
          <a:xfrm>
            <a:off x="7619413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grading-2-4-9"/>
          <p:cNvSpPr/>
          <p:nvPr/>
        </p:nvSpPr>
        <p:spPr>
          <a:xfrm>
            <a:off x="7791743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grading-2-4-10"/>
          <p:cNvSpPr/>
          <p:nvPr/>
        </p:nvSpPr>
        <p:spPr>
          <a:xfrm>
            <a:off x="7964072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grading-2-4-11"/>
          <p:cNvSpPr/>
          <p:nvPr/>
        </p:nvSpPr>
        <p:spPr>
          <a:xfrm>
            <a:off x="8136401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grading-2-4-12"/>
          <p:cNvSpPr/>
          <p:nvPr/>
        </p:nvSpPr>
        <p:spPr>
          <a:xfrm>
            <a:off x="8308730" y="251811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grading-2-5-0"/>
          <p:cNvSpPr/>
          <p:nvPr/>
        </p:nvSpPr>
        <p:spPr>
          <a:xfrm>
            <a:off x="6240780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grading-2-5-1"/>
          <p:cNvSpPr/>
          <p:nvPr/>
        </p:nvSpPr>
        <p:spPr>
          <a:xfrm>
            <a:off x="6413109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grading-2-5-2"/>
          <p:cNvSpPr/>
          <p:nvPr/>
        </p:nvSpPr>
        <p:spPr>
          <a:xfrm>
            <a:off x="6585438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grading-2-5-3"/>
          <p:cNvSpPr/>
          <p:nvPr/>
        </p:nvSpPr>
        <p:spPr>
          <a:xfrm>
            <a:off x="6757767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grading-2-5-4"/>
          <p:cNvSpPr/>
          <p:nvPr/>
        </p:nvSpPr>
        <p:spPr>
          <a:xfrm>
            <a:off x="6930096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grading-2-5-5"/>
          <p:cNvSpPr/>
          <p:nvPr/>
        </p:nvSpPr>
        <p:spPr>
          <a:xfrm>
            <a:off x="7102426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grading-2-5-6"/>
          <p:cNvSpPr/>
          <p:nvPr/>
        </p:nvSpPr>
        <p:spPr>
          <a:xfrm>
            <a:off x="7274755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grading-2-5-7"/>
          <p:cNvSpPr/>
          <p:nvPr/>
        </p:nvSpPr>
        <p:spPr>
          <a:xfrm>
            <a:off x="7447084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grading-2-5-8"/>
          <p:cNvSpPr/>
          <p:nvPr/>
        </p:nvSpPr>
        <p:spPr>
          <a:xfrm>
            <a:off x="7619413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grading-2-5-9"/>
          <p:cNvSpPr/>
          <p:nvPr/>
        </p:nvSpPr>
        <p:spPr>
          <a:xfrm>
            <a:off x="7791743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grading-2-5-10"/>
          <p:cNvSpPr/>
          <p:nvPr/>
        </p:nvSpPr>
        <p:spPr>
          <a:xfrm>
            <a:off x="7964072" y="2690446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grading-2-5-11"/>
          <p:cNvSpPr/>
          <p:nvPr/>
        </p:nvSpPr>
        <p:spPr>
          <a:xfrm>
            <a:off x="8136401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grading-2-5-12"/>
          <p:cNvSpPr/>
          <p:nvPr/>
        </p:nvSpPr>
        <p:spPr>
          <a:xfrm>
            <a:off x="8308730" y="2690446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grading-2-6-0"/>
          <p:cNvSpPr/>
          <p:nvPr/>
        </p:nvSpPr>
        <p:spPr>
          <a:xfrm>
            <a:off x="6240780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grading-2-6-1"/>
          <p:cNvSpPr/>
          <p:nvPr/>
        </p:nvSpPr>
        <p:spPr>
          <a:xfrm>
            <a:off x="6413109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grading-2-6-2"/>
          <p:cNvSpPr/>
          <p:nvPr/>
        </p:nvSpPr>
        <p:spPr>
          <a:xfrm>
            <a:off x="6585438" y="2862775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grading-2-6-3"/>
          <p:cNvSpPr/>
          <p:nvPr/>
        </p:nvSpPr>
        <p:spPr>
          <a:xfrm>
            <a:off x="6757767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grading-2-6-4"/>
          <p:cNvSpPr/>
          <p:nvPr/>
        </p:nvSpPr>
        <p:spPr>
          <a:xfrm>
            <a:off x="6930096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grading-2-6-5"/>
          <p:cNvSpPr/>
          <p:nvPr/>
        </p:nvSpPr>
        <p:spPr>
          <a:xfrm>
            <a:off x="7102426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grading-2-6-6"/>
          <p:cNvSpPr/>
          <p:nvPr/>
        </p:nvSpPr>
        <p:spPr>
          <a:xfrm>
            <a:off x="7274755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grading-2-6-7"/>
          <p:cNvSpPr/>
          <p:nvPr/>
        </p:nvSpPr>
        <p:spPr>
          <a:xfrm>
            <a:off x="7447084" y="2862775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grading-2-6-8"/>
          <p:cNvSpPr/>
          <p:nvPr/>
        </p:nvSpPr>
        <p:spPr>
          <a:xfrm>
            <a:off x="7619413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grading-2-6-9"/>
          <p:cNvSpPr/>
          <p:nvPr/>
        </p:nvSpPr>
        <p:spPr>
          <a:xfrm>
            <a:off x="7791743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grading-2-6-10"/>
          <p:cNvSpPr/>
          <p:nvPr/>
        </p:nvSpPr>
        <p:spPr>
          <a:xfrm>
            <a:off x="7964072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grading-2-6-11"/>
          <p:cNvSpPr/>
          <p:nvPr/>
        </p:nvSpPr>
        <p:spPr>
          <a:xfrm>
            <a:off x="8136401" y="2862775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grading-2-6-12"/>
          <p:cNvSpPr/>
          <p:nvPr/>
        </p:nvSpPr>
        <p:spPr>
          <a:xfrm>
            <a:off x="8308730" y="2862775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grading-2-7-0"/>
          <p:cNvSpPr/>
          <p:nvPr/>
        </p:nvSpPr>
        <p:spPr>
          <a:xfrm>
            <a:off x="6240780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grading-2-7-1"/>
          <p:cNvSpPr/>
          <p:nvPr/>
        </p:nvSpPr>
        <p:spPr>
          <a:xfrm>
            <a:off x="6413109" y="3035104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grading-2-7-2"/>
          <p:cNvSpPr/>
          <p:nvPr/>
        </p:nvSpPr>
        <p:spPr>
          <a:xfrm>
            <a:off x="6585438" y="3035104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grading-2-7-3"/>
          <p:cNvSpPr/>
          <p:nvPr/>
        </p:nvSpPr>
        <p:spPr>
          <a:xfrm>
            <a:off x="6757767" y="3035104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grading-2-7-4"/>
          <p:cNvSpPr/>
          <p:nvPr/>
        </p:nvSpPr>
        <p:spPr>
          <a:xfrm>
            <a:off x="6930096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grading-2-7-5"/>
          <p:cNvSpPr/>
          <p:nvPr/>
        </p:nvSpPr>
        <p:spPr>
          <a:xfrm>
            <a:off x="7102426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grading-2-7-6"/>
          <p:cNvSpPr/>
          <p:nvPr/>
        </p:nvSpPr>
        <p:spPr>
          <a:xfrm>
            <a:off x="7274755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grading-2-7-7"/>
          <p:cNvSpPr/>
          <p:nvPr/>
        </p:nvSpPr>
        <p:spPr>
          <a:xfrm>
            <a:off x="7447084" y="3035104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grading-2-7-8"/>
          <p:cNvSpPr/>
          <p:nvPr/>
        </p:nvSpPr>
        <p:spPr>
          <a:xfrm>
            <a:off x="7619413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grading-2-7-9"/>
          <p:cNvSpPr/>
          <p:nvPr/>
        </p:nvSpPr>
        <p:spPr>
          <a:xfrm>
            <a:off x="7791743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grading-2-7-10"/>
          <p:cNvSpPr/>
          <p:nvPr/>
        </p:nvSpPr>
        <p:spPr>
          <a:xfrm>
            <a:off x="7964072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grading-2-7-11"/>
          <p:cNvSpPr/>
          <p:nvPr/>
        </p:nvSpPr>
        <p:spPr>
          <a:xfrm>
            <a:off x="8136401" y="3035104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grading-2-7-12"/>
          <p:cNvSpPr/>
          <p:nvPr/>
        </p:nvSpPr>
        <p:spPr>
          <a:xfrm>
            <a:off x="8308730" y="3035104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grading-2-8-0"/>
          <p:cNvSpPr/>
          <p:nvPr/>
        </p:nvSpPr>
        <p:spPr>
          <a:xfrm>
            <a:off x="6240780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grading-2-8-1"/>
          <p:cNvSpPr/>
          <p:nvPr/>
        </p:nvSpPr>
        <p:spPr>
          <a:xfrm>
            <a:off x="6413109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grading-2-8-2"/>
          <p:cNvSpPr/>
          <p:nvPr/>
        </p:nvSpPr>
        <p:spPr>
          <a:xfrm>
            <a:off x="6585438" y="3207433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grading-2-8-3"/>
          <p:cNvSpPr/>
          <p:nvPr/>
        </p:nvSpPr>
        <p:spPr>
          <a:xfrm>
            <a:off x="6757767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grading-2-8-4"/>
          <p:cNvSpPr/>
          <p:nvPr/>
        </p:nvSpPr>
        <p:spPr>
          <a:xfrm>
            <a:off x="6930096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grading-2-8-5"/>
          <p:cNvSpPr/>
          <p:nvPr/>
        </p:nvSpPr>
        <p:spPr>
          <a:xfrm>
            <a:off x="7102426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grading-2-8-6"/>
          <p:cNvSpPr/>
          <p:nvPr/>
        </p:nvSpPr>
        <p:spPr>
          <a:xfrm>
            <a:off x="7274755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grading-2-8-7"/>
          <p:cNvSpPr/>
          <p:nvPr/>
        </p:nvSpPr>
        <p:spPr>
          <a:xfrm>
            <a:off x="7447084" y="320743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grading-2-8-8"/>
          <p:cNvSpPr/>
          <p:nvPr/>
        </p:nvSpPr>
        <p:spPr>
          <a:xfrm>
            <a:off x="7619413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grading-2-8-9"/>
          <p:cNvSpPr/>
          <p:nvPr/>
        </p:nvSpPr>
        <p:spPr>
          <a:xfrm>
            <a:off x="7791743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grading-2-8-10"/>
          <p:cNvSpPr/>
          <p:nvPr/>
        </p:nvSpPr>
        <p:spPr>
          <a:xfrm>
            <a:off x="7964072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grading-2-8-11"/>
          <p:cNvSpPr/>
          <p:nvPr/>
        </p:nvSpPr>
        <p:spPr>
          <a:xfrm>
            <a:off x="8136401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grading-2-8-12"/>
          <p:cNvSpPr/>
          <p:nvPr/>
        </p:nvSpPr>
        <p:spPr>
          <a:xfrm>
            <a:off x="8308730" y="320743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grading-2-9-0"/>
          <p:cNvSpPr/>
          <p:nvPr/>
        </p:nvSpPr>
        <p:spPr>
          <a:xfrm>
            <a:off x="6240780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grading-2-9-1"/>
          <p:cNvSpPr/>
          <p:nvPr/>
        </p:nvSpPr>
        <p:spPr>
          <a:xfrm>
            <a:off x="6413109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grading-2-9-2"/>
          <p:cNvSpPr/>
          <p:nvPr/>
        </p:nvSpPr>
        <p:spPr>
          <a:xfrm>
            <a:off x="6585438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grading-2-9-3"/>
          <p:cNvSpPr/>
          <p:nvPr/>
        </p:nvSpPr>
        <p:spPr>
          <a:xfrm>
            <a:off x="6757767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grading-2-9-4"/>
          <p:cNvSpPr/>
          <p:nvPr/>
        </p:nvSpPr>
        <p:spPr>
          <a:xfrm>
            <a:off x="6930096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grading-2-9-5"/>
          <p:cNvSpPr/>
          <p:nvPr/>
        </p:nvSpPr>
        <p:spPr>
          <a:xfrm>
            <a:off x="7102426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grading-2-9-6"/>
          <p:cNvSpPr/>
          <p:nvPr/>
        </p:nvSpPr>
        <p:spPr>
          <a:xfrm>
            <a:off x="7274755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grading-2-9-7"/>
          <p:cNvSpPr/>
          <p:nvPr/>
        </p:nvSpPr>
        <p:spPr>
          <a:xfrm>
            <a:off x="7447084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grading-2-9-8"/>
          <p:cNvSpPr/>
          <p:nvPr/>
        </p:nvSpPr>
        <p:spPr>
          <a:xfrm>
            <a:off x="7619413" y="3379763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grading-2-9-9"/>
          <p:cNvSpPr/>
          <p:nvPr/>
        </p:nvSpPr>
        <p:spPr>
          <a:xfrm>
            <a:off x="7791743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grading-2-9-10"/>
          <p:cNvSpPr/>
          <p:nvPr/>
        </p:nvSpPr>
        <p:spPr>
          <a:xfrm>
            <a:off x="7964072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grading-2-9-11"/>
          <p:cNvSpPr/>
          <p:nvPr/>
        </p:nvSpPr>
        <p:spPr>
          <a:xfrm>
            <a:off x="8136401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grading-2-9-12"/>
          <p:cNvSpPr/>
          <p:nvPr/>
        </p:nvSpPr>
        <p:spPr>
          <a:xfrm>
            <a:off x="8308730" y="3379763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grading-2-10-0"/>
          <p:cNvSpPr/>
          <p:nvPr/>
        </p:nvSpPr>
        <p:spPr>
          <a:xfrm>
            <a:off x="6240780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grading-2-10-1"/>
          <p:cNvSpPr/>
          <p:nvPr/>
        </p:nvSpPr>
        <p:spPr>
          <a:xfrm>
            <a:off x="6413109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grading-2-10-2"/>
          <p:cNvSpPr/>
          <p:nvPr/>
        </p:nvSpPr>
        <p:spPr>
          <a:xfrm>
            <a:off x="6585438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grading-2-10-3"/>
          <p:cNvSpPr/>
          <p:nvPr/>
        </p:nvSpPr>
        <p:spPr>
          <a:xfrm>
            <a:off x="6757767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grading-2-10-4"/>
          <p:cNvSpPr/>
          <p:nvPr/>
        </p:nvSpPr>
        <p:spPr>
          <a:xfrm>
            <a:off x="6930096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grading-2-10-5"/>
          <p:cNvSpPr/>
          <p:nvPr/>
        </p:nvSpPr>
        <p:spPr>
          <a:xfrm>
            <a:off x="7102426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grading-2-10-6"/>
          <p:cNvSpPr/>
          <p:nvPr/>
        </p:nvSpPr>
        <p:spPr>
          <a:xfrm>
            <a:off x="7274755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grading-2-10-7"/>
          <p:cNvSpPr/>
          <p:nvPr/>
        </p:nvSpPr>
        <p:spPr>
          <a:xfrm>
            <a:off x="7447084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grading-2-10-8"/>
          <p:cNvSpPr/>
          <p:nvPr/>
        </p:nvSpPr>
        <p:spPr>
          <a:xfrm>
            <a:off x="7619413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grading-2-10-9"/>
          <p:cNvSpPr/>
          <p:nvPr/>
        </p:nvSpPr>
        <p:spPr>
          <a:xfrm>
            <a:off x="7791743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grading-2-10-10"/>
          <p:cNvSpPr/>
          <p:nvPr/>
        </p:nvSpPr>
        <p:spPr>
          <a:xfrm>
            <a:off x="7964072" y="3552092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grading-2-10-11"/>
          <p:cNvSpPr/>
          <p:nvPr/>
        </p:nvSpPr>
        <p:spPr>
          <a:xfrm>
            <a:off x="8136401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grading-2-10-12"/>
          <p:cNvSpPr/>
          <p:nvPr/>
        </p:nvSpPr>
        <p:spPr>
          <a:xfrm>
            <a:off x="8308730" y="3552092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grading-2-11-0"/>
          <p:cNvSpPr/>
          <p:nvPr/>
        </p:nvSpPr>
        <p:spPr>
          <a:xfrm>
            <a:off x="6240780" y="3724421"/>
            <a:ext cx="172329" cy="172329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grading-2-11-1"/>
          <p:cNvSpPr/>
          <p:nvPr/>
        </p:nvSpPr>
        <p:spPr>
          <a:xfrm>
            <a:off x="6413109" y="3724421"/>
            <a:ext cx="172329" cy="172329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grading-2-11-2"/>
          <p:cNvSpPr/>
          <p:nvPr/>
        </p:nvSpPr>
        <p:spPr>
          <a:xfrm>
            <a:off x="6585438" y="3724421"/>
            <a:ext cx="172329" cy="172329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grading-2-11-3"/>
          <p:cNvSpPr/>
          <p:nvPr/>
        </p:nvSpPr>
        <p:spPr>
          <a:xfrm>
            <a:off x="6757767" y="3724421"/>
            <a:ext cx="172329" cy="172329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grading-2-11-4"/>
          <p:cNvSpPr/>
          <p:nvPr/>
        </p:nvSpPr>
        <p:spPr>
          <a:xfrm>
            <a:off x="6930096" y="3724421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grading-2-11-5"/>
          <p:cNvSpPr/>
          <p:nvPr/>
        </p:nvSpPr>
        <p:spPr>
          <a:xfrm>
            <a:off x="7102426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grading-2-11-6"/>
          <p:cNvSpPr/>
          <p:nvPr/>
        </p:nvSpPr>
        <p:spPr>
          <a:xfrm>
            <a:off x="7274755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grading-2-11-7"/>
          <p:cNvSpPr/>
          <p:nvPr/>
        </p:nvSpPr>
        <p:spPr>
          <a:xfrm>
            <a:off x="7447084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grading-2-11-8"/>
          <p:cNvSpPr/>
          <p:nvPr/>
        </p:nvSpPr>
        <p:spPr>
          <a:xfrm>
            <a:off x="7619413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grading-2-11-9"/>
          <p:cNvSpPr/>
          <p:nvPr/>
        </p:nvSpPr>
        <p:spPr>
          <a:xfrm>
            <a:off x="7791743" y="3724421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grading-2-11-10"/>
          <p:cNvSpPr/>
          <p:nvPr/>
        </p:nvSpPr>
        <p:spPr>
          <a:xfrm>
            <a:off x="7964072" y="3724421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grading-2-11-11"/>
          <p:cNvSpPr/>
          <p:nvPr/>
        </p:nvSpPr>
        <p:spPr>
          <a:xfrm>
            <a:off x="8136401" y="3724421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grading-2-11-12"/>
          <p:cNvSpPr/>
          <p:nvPr/>
        </p:nvSpPr>
        <p:spPr>
          <a:xfrm>
            <a:off x="8308730" y="3724421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grading-2-12-0"/>
          <p:cNvSpPr/>
          <p:nvPr/>
        </p:nvSpPr>
        <p:spPr>
          <a:xfrm>
            <a:off x="6240780" y="3896750"/>
            <a:ext cx="172329" cy="172329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grading-2-12-1"/>
          <p:cNvSpPr/>
          <p:nvPr/>
        </p:nvSpPr>
        <p:spPr>
          <a:xfrm>
            <a:off x="6413109" y="3896750"/>
            <a:ext cx="172329" cy="172329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grading-2-12-2"/>
          <p:cNvSpPr/>
          <p:nvPr/>
        </p:nvSpPr>
        <p:spPr>
          <a:xfrm>
            <a:off x="6585438" y="3896750"/>
            <a:ext cx="172329" cy="172329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grading-2-12-3"/>
          <p:cNvSpPr/>
          <p:nvPr/>
        </p:nvSpPr>
        <p:spPr>
          <a:xfrm>
            <a:off x="6757767" y="3896750"/>
            <a:ext cx="172329" cy="172329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grading-2-12-4"/>
          <p:cNvSpPr/>
          <p:nvPr/>
        </p:nvSpPr>
        <p:spPr>
          <a:xfrm>
            <a:off x="6930096" y="3896750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grading-2-12-5"/>
          <p:cNvSpPr/>
          <p:nvPr/>
        </p:nvSpPr>
        <p:spPr>
          <a:xfrm>
            <a:off x="7102426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grading-2-12-6"/>
          <p:cNvSpPr/>
          <p:nvPr/>
        </p:nvSpPr>
        <p:spPr>
          <a:xfrm>
            <a:off x="7274755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grading-2-12-7"/>
          <p:cNvSpPr/>
          <p:nvPr/>
        </p:nvSpPr>
        <p:spPr>
          <a:xfrm>
            <a:off x="7447084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grading-2-12-8"/>
          <p:cNvSpPr/>
          <p:nvPr/>
        </p:nvSpPr>
        <p:spPr>
          <a:xfrm>
            <a:off x="7619413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grading-2-12-9"/>
          <p:cNvSpPr/>
          <p:nvPr/>
        </p:nvSpPr>
        <p:spPr>
          <a:xfrm>
            <a:off x="7791743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grading-2-12-10"/>
          <p:cNvSpPr/>
          <p:nvPr/>
        </p:nvSpPr>
        <p:spPr>
          <a:xfrm>
            <a:off x="7964072" y="3896750"/>
            <a:ext cx="172329" cy="172329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grading-2-12-11"/>
          <p:cNvSpPr/>
          <p:nvPr/>
        </p:nvSpPr>
        <p:spPr>
          <a:xfrm>
            <a:off x="8136401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grading-2-12-12"/>
          <p:cNvSpPr/>
          <p:nvPr/>
        </p:nvSpPr>
        <p:spPr>
          <a:xfrm>
            <a:off x="8308730" y="3896750"/>
            <a:ext cx="172329" cy="172329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候補Bが一致するので、このテスト入力は正解。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ARCScorer.score_task / score_submission. 公式採点実装。改訂9e2828f。 採点例は公開評価dbff022cのテスト入力1を使用。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https://github.com/arcprize/arc-agi-benchmarking/blob/9e2828f/src/arc_agi_benchmarking/scoring/scoring.py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採点例：課題内で平均し、課題間で平均する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47088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4297680"/>
                <a:gridCol w="237744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テスト入力ごとの正誤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課題の得点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2個中1個が正解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1個中1個が正解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478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全体の得点 = (0.5 + 1.0) ÷ 2 = 0.75 → 75%。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ARCScorer.score_task / score_submission. 公式採点実装。改訂9e2828f。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https://github.com/arcprize/arc-agi-benchmarking/blob/9e2828f/src/arc_agi_benchmarking/scoring/scoring.py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登場時はARC-AGI-1から得点が下がった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1965960"/>
                <a:gridCol w="1965960"/>
              </a:tblGrid>
              <a:tr h="4405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手法／推論設定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ARC-AGI-1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ARC-AGI-2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59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o3 / Medium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59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o4-mini / Medium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59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3.7 / 8K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59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ARChitects / 2024年大会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CholletらのSemi-Private評価。2025-05-14時点。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Mediumと8Kは推論設定、8Kは思考用トークンの予算。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現行モデルの公式比較にも使われている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4884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モデル／推論設定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ARC-AGI-2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577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 / 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577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 / 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577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 / xhigh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4962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 DeepMindの公式表、ARC Prize Verified欄。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High・Max・xhighは各モデルの推論設定。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Pro. Performance: ARC-AGI-2 / ARC Prize Verified.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https://deepmind.google/models/gemini/pro/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複数の規則や、条件による使い分けを問う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完全一致の採点とモデル評価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52928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設計の特徴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課題で行うこと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複数の規則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切り取り、拡大、配置を組み合わせる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複数段階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前の配置に合わせて次の物体を置く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条件に応じた適用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枠の色に応じて移動先を変える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その場で定まる記号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凡例から穴の数と色の対応を読む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ARC-AGI-1の到達水準に合わせて更新した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ARCはCholletが2019年に提案した。対象は、少ない経験から新しい課題に適応する能力である。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ARC-AGI-2は2021年末から開発を始めた。単純なプログラム探索で解ける問題を減らし、複数の概念を組み合わせる課題を増やした。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入力と出力の格子という形式を保ち、人による解きやすさを測定して評価集合を構成した。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407人が候補課題を解く実験を行った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候補はARC Prize Foundationのスタッフ・協力者による新作と、以前の版で未使用だった課題から集めた。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2024年11月〜2025年5月に3回のテストを行った。参加者は会議室のPCで、使い方の説明後、ランダムに割り当てられた課題を解いた。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407人・515回の参加セッションで、採用前の候補も含む1,848種類のテスト入力を試した。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人による解答と重複の確認で課題を選んだ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最初の2回以内に少なくとも一つのテスト入力を解いた人が、独立に2人以上いる課題を次の選考へ進めた。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同じプログラムで解けそうな課題を比較画面で探し、複数人のレビューで重複を整理した。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評価集合は全課題を少なくとも2人が解けることを確認。さらに内部レビューを加え、格子の不整合も修正した。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公開・非公開を合わせて1,360課題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1097280"/>
                <a:gridCol w="3383280"/>
              </a:tblGrid>
              <a:tr h="3994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用途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62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Public Training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学習・基本概念の提示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62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Public Evaluation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公開の評価・研究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62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Semi-Private Evaluation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外部APIモデルの検証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62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Private Evaluation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大会で解法を独立実行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評価3集合は、人の平均正解率の差を1ポイント以内にそろえた。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Abstraction and Reasoning Corpus for Artificial General Intelligence v2.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公開評価では、提示例3組の課題が61件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課題内のtrain配列の長さを集計。横軸は課題数、全120課題。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ARC-AGI-2: 公開評価120課題のJSONを集計。改訂f3283f7、2026-10-16。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https://github.com/arcprize/ARC-AGI-2/tree/f3283f7/data/evaluation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公開評価のテスト入力は合計167個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8568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1課題のテスト入力数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該当する課題数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35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75 × 1 + 43 × 2 + 2 × 3 = 167個。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各課題のtest配列の長さを集計した。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ARC-AGI-2: 公開評価120課題のJSONを集計。改訂f3283f7、2026-10-16。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https://github.com/arcprize/ARC-AGI-2/tree/f3283f7/data/evaluation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出力は大きな格子まで含む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公開評価167個の正解出力。横軸は出力格子の個数。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ARC-AGI-2: 公開評価120課題のJSONを集計。改訂f3283f7、2026-10-16。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https://github.com/arcprize/ARC-AGI-2/tree/f3283f7/data/evaluation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出力の縦横の大きさも推定する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課題の作成方法と構成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47088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237744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テスト入力と正解出力の縦横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テスト入力数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同じ大きさ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異なる大きさ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478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公開評価167個について、入力と出力の行数・列数を比較。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ARC-AGI-2: 公開評価120課題のJSONを集計。改訂f3283f7、2026-10-16。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https://github.com/arcprize/ARC-AGI-2/tree/f3283f7/data/evaluation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ARC-AGI-1と2は格子の変換形式を共有する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87168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系列・初公開年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公開データと変更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8686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ARC-AGI-1 / 2019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学習400、評価400課題。格子の変換形式を導入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1143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ARC-AGI-2 / 2025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学習1,000、評価120課題。規則の組合せと人による難度調整を強化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ARC-AGI-3は環境を操作する課題へ進んだ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00"/>
              </a:lnSpc>
              <a:spcAft>
                <a:spcPts val="8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ARC-AGI-3では、エージェントが画面を観察し、行動を選び、変化した画面から環境の規則と目標を探る。</a:t>
            </a:r>
          </a:p>
          <a:p>
            <a:pPr marL="457200" indent="-355600">
              <a:lnSpc>
                <a:spcPts val="2700"/>
              </a:lnSpc>
              <a:spcAft>
                <a:spcPts val="8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公式Toolkitでは、環境を作り、利用できる行動を調べ、行動を送ると新しい観測が返る。ゲームの進行と達成状況を記録する。</a:t>
            </a:r>
          </a:p>
          <a:p>
            <a:pPr marL="457200" indent="-355600">
              <a:lnSpc>
                <a:spcPts val="2700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ARC-AGI-2の入出力例から格子を完成させる評価から、操作と観測を繰り返す対話的な評価へ対象が広がった。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 (2026参照). ARC-AGI Toolkit: ARC-AGI-3 interactive environments.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公開後に提示例や正解の不整合を修正した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6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6035040"/>
              </a:tblGrid>
              <a:tr h="447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変更内容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1906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2025-03-24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ARC-AGI-2の1,360課題を公開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1906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2025-04-14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公開評価のセル誤差や曖昧さを修正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1906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2025-04-17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d8e07eb2の提示例1組を更新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本資料の実例と集計は、公開リポジトリの改訂f3283f7に対応する。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 Dataset v2 Changelog. 2025年3〜4月の公開・修正。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https://github.com/arcprize/ARC-AGI-2/blob/f3283f7/changelog.md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JSONを読み、提示例とテスト入力を取り出す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 = Path("data/evaluation/dbff022c.json")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task = json.loads(p.read_text())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example = task["train"][0]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test_input = task["test"][0]["input"]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配布リポジトリのdata/evaluation内に、課題ごとのJSONがある。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Abstraction and Reasoning Corpus for Artificial General Intelligence v2.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公開データと評価コードを入手できる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公式GitHubに学習1,000課題と公開評価120課題を置き、Apache License 2.0で配布する。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arc-agi-benchmarkingでは、複数のモデルへの出題、出力候補の保存、採点、費用の集計を行える。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評価結果には、データ改訂、評価集合、候補数、モデルと推論設定を対応させる。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Testing systems with ARC-AGI. 公式評価コード。2026-10-16参照。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https://github.com/arcprize/arc-agi-benchmarking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少ない例から、規則を組み合わせて適用する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ARC-AGI-2は、格子の入出力例から規則を見つけ、出力の大きさと全セルの色を作る推論課題である。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複数の規則、段階的な処理、条件による適用、その場で決まる記号の意味を扱う。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人による解答と難度の調整を経た公開・非公開の評価集合を持ち、現行モデルの公式評価にも使われている。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系列の発展と入手方法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公開データと採点の詳細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規則の異なる追加例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追加例1：枠の色に応じて物体を移動する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3-train-input-0-0"/>
          <p:cNvSpPr/>
          <p:nvPr/>
        </p:nvSpPr>
        <p:spPr>
          <a:xfrm>
            <a:off x="128016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3-train-input-0-1"/>
          <p:cNvSpPr/>
          <p:nvPr/>
        </p:nvSpPr>
        <p:spPr>
          <a:xfrm>
            <a:off x="138822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3-train-input-0-2"/>
          <p:cNvSpPr/>
          <p:nvPr/>
        </p:nvSpPr>
        <p:spPr>
          <a:xfrm>
            <a:off x="149629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3-train-input-0-3"/>
          <p:cNvSpPr/>
          <p:nvPr/>
        </p:nvSpPr>
        <p:spPr>
          <a:xfrm>
            <a:off x="160435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3-train-input-0-4"/>
          <p:cNvSpPr/>
          <p:nvPr/>
        </p:nvSpPr>
        <p:spPr>
          <a:xfrm>
            <a:off x="1712421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3-train-input-0-5"/>
          <p:cNvSpPr/>
          <p:nvPr/>
        </p:nvSpPr>
        <p:spPr>
          <a:xfrm>
            <a:off x="182048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3-train-input-0-6"/>
          <p:cNvSpPr/>
          <p:nvPr/>
        </p:nvSpPr>
        <p:spPr>
          <a:xfrm>
            <a:off x="192855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3-train-input-0-7"/>
          <p:cNvSpPr/>
          <p:nvPr/>
        </p:nvSpPr>
        <p:spPr>
          <a:xfrm>
            <a:off x="203661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3-train-input-0-8"/>
          <p:cNvSpPr/>
          <p:nvPr/>
        </p:nvSpPr>
        <p:spPr>
          <a:xfrm>
            <a:off x="2144683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3-train-input-0-9"/>
          <p:cNvSpPr/>
          <p:nvPr/>
        </p:nvSpPr>
        <p:spPr>
          <a:xfrm>
            <a:off x="225274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3-train-input-0-10"/>
          <p:cNvSpPr/>
          <p:nvPr/>
        </p:nvSpPr>
        <p:spPr>
          <a:xfrm>
            <a:off x="236081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3-train-input-0-11"/>
          <p:cNvSpPr/>
          <p:nvPr/>
        </p:nvSpPr>
        <p:spPr>
          <a:xfrm>
            <a:off x="246888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3-train-input-0-12"/>
          <p:cNvSpPr/>
          <p:nvPr/>
        </p:nvSpPr>
        <p:spPr>
          <a:xfrm>
            <a:off x="257694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3-train-input-0-13"/>
          <p:cNvSpPr/>
          <p:nvPr/>
        </p:nvSpPr>
        <p:spPr>
          <a:xfrm>
            <a:off x="268501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3-train-input-0-14"/>
          <p:cNvSpPr/>
          <p:nvPr/>
        </p:nvSpPr>
        <p:spPr>
          <a:xfrm>
            <a:off x="279307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3-train-input-0-15"/>
          <p:cNvSpPr/>
          <p:nvPr/>
        </p:nvSpPr>
        <p:spPr>
          <a:xfrm>
            <a:off x="2901141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3-train-input-0-16"/>
          <p:cNvSpPr/>
          <p:nvPr/>
        </p:nvSpPr>
        <p:spPr>
          <a:xfrm>
            <a:off x="300920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3-train-input-0-17"/>
          <p:cNvSpPr/>
          <p:nvPr/>
        </p:nvSpPr>
        <p:spPr>
          <a:xfrm>
            <a:off x="311727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3-train-input-0-18"/>
          <p:cNvSpPr/>
          <p:nvPr/>
        </p:nvSpPr>
        <p:spPr>
          <a:xfrm>
            <a:off x="322533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3-train-input-0-19"/>
          <p:cNvSpPr/>
          <p:nvPr/>
        </p:nvSpPr>
        <p:spPr>
          <a:xfrm>
            <a:off x="3333403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3-train-input-0-20"/>
          <p:cNvSpPr/>
          <p:nvPr/>
        </p:nvSpPr>
        <p:spPr>
          <a:xfrm>
            <a:off x="344146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3-train-input-0-21"/>
          <p:cNvSpPr/>
          <p:nvPr/>
        </p:nvSpPr>
        <p:spPr>
          <a:xfrm>
            <a:off x="354953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3-train-input-1-0"/>
          <p:cNvSpPr/>
          <p:nvPr/>
        </p:nvSpPr>
        <p:spPr>
          <a:xfrm>
            <a:off x="128016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3-train-input-1-1"/>
          <p:cNvSpPr/>
          <p:nvPr/>
        </p:nvSpPr>
        <p:spPr>
          <a:xfrm>
            <a:off x="1388225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3-train-input-1-2"/>
          <p:cNvSpPr/>
          <p:nvPr/>
        </p:nvSpPr>
        <p:spPr>
          <a:xfrm>
            <a:off x="1496290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3-train-input-1-3"/>
          <p:cNvSpPr/>
          <p:nvPr/>
        </p:nvSpPr>
        <p:spPr>
          <a:xfrm>
            <a:off x="1604356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3-train-input-1-4"/>
          <p:cNvSpPr/>
          <p:nvPr/>
        </p:nvSpPr>
        <p:spPr>
          <a:xfrm>
            <a:off x="1712421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3-train-input-1-5"/>
          <p:cNvSpPr/>
          <p:nvPr/>
        </p:nvSpPr>
        <p:spPr>
          <a:xfrm>
            <a:off x="1820487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3-train-input-1-6"/>
          <p:cNvSpPr/>
          <p:nvPr/>
        </p:nvSpPr>
        <p:spPr>
          <a:xfrm>
            <a:off x="1928552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3-train-input-1-7"/>
          <p:cNvSpPr/>
          <p:nvPr/>
        </p:nvSpPr>
        <p:spPr>
          <a:xfrm>
            <a:off x="2036618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3-train-input-1-8"/>
          <p:cNvSpPr/>
          <p:nvPr/>
        </p:nvSpPr>
        <p:spPr>
          <a:xfrm>
            <a:off x="2144683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3-train-input-1-9"/>
          <p:cNvSpPr/>
          <p:nvPr/>
        </p:nvSpPr>
        <p:spPr>
          <a:xfrm>
            <a:off x="225274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3-train-input-1-10"/>
          <p:cNvSpPr/>
          <p:nvPr/>
        </p:nvSpPr>
        <p:spPr>
          <a:xfrm>
            <a:off x="236081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3-train-input-1-11"/>
          <p:cNvSpPr/>
          <p:nvPr/>
        </p:nvSpPr>
        <p:spPr>
          <a:xfrm>
            <a:off x="246888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3-train-input-1-12"/>
          <p:cNvSpPr/>
          <p:nvPr/>
        </p:nvSpPr>
        <p:spPr>
          <a:xfrm>
            <a:off x="2576945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3-train-input-1-13"/>
          <p:cNvSpPr/>
          <p:nvPr/>
        </p:nvSpPr>
        <p:spPr>
          <a:xfrm>
            <a:off x="268501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3-train-input-1-14"/>
          <p:cNvSpPr/>
          <p:nvPr/>
        </p:nvSpPr>
        <p:spPr>
          <a:xfrm>
            <a:off x="2793076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3-train-input-1-15"/>
          <p:cNvSpPr/>
          <p:nvPr/>
        </p:nvSpPr>
        <p:spPr>
          <a:xfrm>
            <a:off x="2901141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3-train-input-1-16"/>
          <p:cNvSpPr/>
          <p:nvPr/>
        </p:nvSpPr>
        <p:spPr>
          <a:xfrm>
            <a:off x="3009207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3-train-input-1-17"/>
          <p:cNvSpPr/>
          <p:nvPr/>
        </p:nvSpPr>
        <p:spPr>
          <a:xfrm>
            <a:off x="3117272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3-train-input-1-18"/>
          <p:cNvSpPr/>
          <p:nvPr/>
        </p:nvSpPr>
        <p:spPr>
          <a:xfrm>
            <a:off x="3225338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3-train-input-1-19"/>
          <p:cNvSpPr/>
          <p:nvPr/>
        </p:nvSpPr>
        <p:spPr>
          <a:xfrm>
            <a:off x="3333403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3-train-input-1-20"/>
          <p:cNvSpPr/>
          <p:nvPr/>
        </p:nvSpPr>
        <p:spPr>
          <a:xfrm>
            <a:off x="344146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3-train-input-1-21"/>
          <p:cNvSpPr/>
          <p:nvPr/>
        </p:nvSpPr>
        <p:spPr>
          <a:xfrm>
            <a:off x="354953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3-train-input-2-0"/>
          <p:cNvSpPr/>
          <p:nvPr/>
        </p:nvSpPr>
        <p:spPr>
          <a:xfrm>
            <a:off x="128016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3-train-input-2-1"/>
          <p:cNvSpPr/>
          <p:nvPr/>
        </p:nvSpPr>
        <p:spPr>
          <a:xfrm>
            <a:off x="1388225" y="195349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3-train-input-2-2"/>
          <p:cNvSpPr/>
          <p:nvPr/>
        </p:nvSpPr>
        <p:spPr>
          <a:xfrm>
            <a:off x="1496290" y="195349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3-train-input-2-3"/>
          <p:cNvSpPr/>
          <p:nvPr/>
        </p:nvSpPr>
        <p:spPr>
          <a:xfrm>
            <a:off x="1604356" y="195349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3-train-input-2-4"/>
          <p:cNvSpPr/>
          <p:nvPr/>
        </p:nvSpPr>
        <p:spPr>
          <a:xfrm>
            <a:off x="1712421" y="195349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3-train-input-2-5"/>
          <p:cNvSpPr/>
          <p:nvPr/>
        </p:nvSpPr>
        <p:spPr>
          <a:xfrm>
            <a:off x="1820487" y="195349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3-train-input-2-6"/>
          <p:cNvSpPr/>
          <p:nvPr/>
        </p:nvSpPr>
        <p:spPr>
          <a:xfrm>
            <a:off x="1928552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3-train-input-2-7"/>
          <p:cNvSpPr/>
          <p:nvPr/>
        </p:nvSpPr>
        <p:spPr>
          <a:xfrm>
            <a:off x="2036618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3-train-input-2-8"/>
          <p:cNvSpPr/>
          <p:nvPr/>
        </p:nvSpPr>
        <p:spPr>
          <a:xfrm>
            <a:off x="2144683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3-train-input-2-9"/>
          <p:cNvSpPr/>
          <p:nvPr/>
        </p:nvSpPr>
        <p:spPr>
          <a:xfrm>
            <a:off x="2252749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3-train-input-2-10"/>
          <p:cNvSpPr/>
          <p:nvPr/>
        </p:nvSpPr>
        <p:spPr>
          <a:xfrm>
            <a:off x="2360814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3-train-input-2-11"/>
          <p:cNvSpPr/>
          <p:nvPr/>
        </p:nvSpPr>
        <p:spPr>
          <a:xfrm>
            <a:off x="2468880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3-train-input-2-12"/>
          <p:cNvSpPr/>
          <p:nvPr/>
        </p:nvSpPr>
        <p:spPr>
          <a:xfrm>
            <a:off x="2576945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3-train-input-2-13"/>
          <p:cNvSpPr/>
          <p:nvPr/>
        </p:nvSpPr>
        <p:spPr>
          <a:xfrm>
            <a:off x="2685010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3-train-input-2-14"/>
          <p:cNvSpPr/>
          <p:nvPr/>
        </p:nvSpPr>
        <p:spPr>
          <a:xfrm>
            <a:off x="2793076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3-train-input-2-15"/>
          <p:cNvSpPr/>
          <p:nvPr/>
        </p:nvSpPr>
        <p:spPr>
          <a:xfrm>
            <a:off x="2901141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3-train-input-2-16"/>
          <p:cNvSpPr/>
          <p:nvPr/>
        </p:nvSpPr>
        <p:spPr>
          <a:xfrm>
            <a:off x="3009207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3-train-input-2-17"/>
          <p:cNvSpPr/>
          <p:nvPr/>
        </p:nvSpPr>
        <p:spPr>
          <a:xfrm>
            <a:off x="3117272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3-train-input-2-18"/>
          <p:cNvSpPr/>
          <p:nvPr/>
        </p:nvSpPr>
        <p:spPr>
          <a:xfrm>
            <a:off x="3225338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3-train-input-2-19"/>
          <p:cNvSpPr/>
          <p:nvPr/>
        </p:nvSpPr>
        <p:spPr>
          <a:xfrm>
            <a:off x="3333403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3-train-input-2-20"/>
          <p:cNvSpPr/>
          <p:nvPr/>
        </p:nvSpPr>
        <p:spPr>
          <a:xfrm>
            <a:off x="3441469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3-train-input-2-21"/>
          <p:cNvSpPr/>
          <p:nvPr/>
        </p:nvSpPr>
        <p:spPr>
          <a:xfrm>
            <a:off x="3549534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3-train-input-3-0"/>
          <p:cNvSpPr/>
          <p:nvPr/>
        </p:nvSpPr>
        <p:spPr>
          <a:xfrm>
            <a:off x="128016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3-train-input-3-1"/>
          <p:cNvSpPr/>
          <p:nvPr/>
        </p:nvSpPr>
        <p:spPr>
          <a:xfrm>
            <a:off x="1388225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3-train-input-3-2"/>
          <p:cNvSpPr/>
          <p:nvPr/>
        </p:nvSpPr>
        <p:spPr>
          <a:xfrm>
            <a:off x="1496290" y="2061556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3-train-input-3-3"/>
          <p:cNvSpPr/>
          <p:nvPr/>
        </p:nvSpPr>
        <p:spPr>
          <a:xfrm>
            <a:off x="1604356" y="2061556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3-train-input-3-4"/>
          <p:cNvSpPr/>
          <p:nvPr/>
        </p:nvSpPr>
        <p:spPr>
          <a:xfrm>
            <a:off x="1712421" y="2061556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3-train-input-3-5"/>
          <p:cNvSpPr/>
          <p:nvPr/>
        </p:nvSpPr>
        <p:spPr>
          <a:xfrm>
            <a:off x="1820487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3-train-input-3-6"/>
          <p:cNvSpPr/>
          <p:nvPr/>
        </p:nvSpPr>
        <p:spPr>
          <a:xfrm>
            <a:off x="1928552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3-train-input-3-7"/>
          <p:cNvSpPr/>
          <p:nvPr/>
        </p:nvSpPr>
        <p:spPr>
          <a:xfrm>
            <a:off x="2036618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3-train-input-3-8"/>
          <p:cNvSpPr/>
          <p:nvPr/>
        </p:nvSpPr>
        <p:spPr>
          <a:xfrm>
            <a:off x="2144683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3-train-input-3-9"/>
          <p:cNvSpPr/>
          <p:nvPr/>
        </p:nvSpPr>
        <p:spPr>
          <a:xfrm>
            <a:off x="2252749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3-train-input-3-10"/>
          <p:cNvSpPr/>
          <p:nvPr/>
        </p:nvSpPr>
        <p:spPr>
          <a:xfrm>
            <a:off x="2360814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3-train-input-3-11"/>
          <p:cNvSpPr/>
          <p:nvPr/>
        </p:nvSpPr>
        <p:spPr>
          <a:xfrm>
            <a:off x="2468880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3-train-input-3-12"/>
          <p:cNvSpPr/>
          <p:nvPr/>
        </p:nvSpPr>
        <p:spPr>
          <a:xfrm>
            <a:off x="2576945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3-train-input-3-13"/>
          <p:cNvSpPr/>
          <p:nvPr/>
        </p:nvSpPr>
        <p:spPr>
          <a:xfrm>
            <a:off x="2685010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3-train-input-3-14"/>
          <p:cNvSpPr/>
          <p:nvPr/>
        </p:nvSpPr>
        <p:spPr>
          <a:xfrm>
            <a:off x="2793076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3-train-input-3-15"/>
          <p:cNvSpPr/>
          <p:nvPr/>
        </p:nvSpPr>
        <p:spPr>
          <a:xfrm>
            <a:off x="2901141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3-train-input-3-16"/>
          <p:cNvSpPr/>
          <p:nvPr/>
        </p:nvSpPr>
        <p:spPr>
          <a:xfrm>
            <a:off x="3009207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3-train-input-3-17"/>
          <p:cNvSpPr/>
          <p:nvPr/>
        </p:nvSpPr>
        <p:spPr>
          <a:xfrm>
            <a:off x="3117272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3-train-input-3-18"/>
          <p:cNvSpPr/>
          <p:nvPr/>
        </p:nvSpPr>
        <p:spPr>
          <a:xfrm>
            <a:off x="3225338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3-train-input-3-19"/>
          <p:cNvSpPr/>
          <p:nvPr/>
        </p:nvSpPr>
        <p:spPr>
          <a:xfrm>
            <a:off x="3333403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3-train-input-3-20"/>
          <p:cNvSpPr/>
          <p:nvPr/>
        </p:nvSpPr>
        <p:spPr>
          <a:xfrm>
            <a:off x="3441469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3-train-input-3-21"/>
          <p:cNvSpPr/>
          <p:nvPr/>
        </p:nvSpPr>
        <p:spPr>
          <a:xfrm>
            <a:off x="3549534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3-train-input-4-0"/>
          <p:cNvSpPr/>
          <p:nvPr/>
        </p:nvSpPr>
        <p:spPr>
          <a:xfrm>
            <a:off x="128016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3-train-input-4-1"/>
          <p:cNvSpPr/>
          <p:nvPr/>
        </p:nvSpPr>
        <p:spPr>
          <a:xfrm>
            <a:off x="1388225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3-train-input-4-2"/>
          <p:cNvSpPr/>
          <p:nvPr/>
        </p:nvSpPr>
        <p:spPr>
          <a:xfrm>
            <a:off x="1496290" y="216962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3-train-input-4-3"/>
          <p:cNvSpPr/>
          <p:nvPr/>
        </p:nvSpPr>
        <p:spPr>
          <a:xfrm>
            <a:off x="1604356" y="216962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3-train-input-4-4"/>
          <p:cNvSpPr/>
          <p:nvPr/>
        </p:nvSpPr>
        <p:spPr>
          <a:xfrm>
            <a:off x="1712421" y="216962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3-train-input-4-5"/>
          <p:cNvSpPr/>
          <p:nvPr/>
        </p:nvSpPr>
        <p:spPr>
          <a:xfrm>
            <a:off x="1820487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3-train-input-4-6"/>
          <p:cNvSpPr/>
          <p:nvPr/>
        </p:nvSpPr>
        <p:spPr>
          <a:xfrm>
            <a:off x="1928552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3-train-input-4-7"/>
          <p:cNvSpPr/>
          <p:nvPr/>
        </p:nvSpPr>
        <p:spPr>
          <a:xfrm>
            <a:off x="2036618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3-train-input-4-8"/>
          <p:cNvSpPr/>
          <p:nvPr/>
        </p:nvSpPr>
        <p:spPr>
          <a:xfrm>
            <a:off x="2144683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3-train-input-4-9"/>
          <p:cNvSpPr/>
          <p:nvPr/>
        </p:nvSpPr>
        <p:spPr>
          <a:xfrm>
            <a:off x="2252749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3-train-input-4-10"/>
          <p:cNvSpPr/>
          <p:nvPr/>
        </p:nvSpPr>
        <p:spPr>
          <a:xfrm>
            <a:off x="2360814" y="216962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3-train-input-4-11"/>
          <p:cNvSpPr/>
          <p:nvPr/>
        </p:nvSpPr>
        <p:spPr>
          <a:xfrm>
            <a:off x="2468880" y="216962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3-train-input-4-12"/>
          <p:cNvSpPr/>
          <p:nvPr/>
        </p:nvSpPr>
        <p:spPr>
          <a:xfrm>
            <a:off x="2576945" y="216962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3-train-input-4-13"/>
          <p:cNvSpPr/>
          <p:nvPr/>
        </p:nvSpPr>
        <p:spPr>
          <a:xfrm>
            <a:off x="2685010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3-train-input-4-14"/>
          <p:cNvSpPr/>
          <p:nvPr/>
        </p:nvSpPr>
        <p:spPr>
          <a:xfrm>
            <a:off x="2793076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3-train-input-4-15"/>
          <p:cNvSpPr/>
          <p:nvPr/>
        </p:nvSpPr>
        <p:spPr>
          <a:xfrm>
            <a:off x="2901141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3-train-input-4-16"/>
          <p:cNvSpPr/>
          <p:nvPr/>
        </p:nvSpPr>
        <p:spPr>
          <a:xfrm>
            <a:off x="3009207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3-train-input-4-17"/>
          <p:cNvSpPr/>
          <p:nvPr/>
        </p:nvSpPr>
        <p:spPr>
          <a:xfrm>
            <a:off x="3117272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3-train-input-4-18"/>
          <p:cNvSpPr/>
          <p:nvPr/>
        </p:nvSpPr>
        <p:spPr>
          <a:xfrm>
            <a:off x="3225338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3-train-input-4-19"/>
          <p:cNvSpPr/>
          <p:nvPr/>
        </p:nvSpPr>
        <p:spPr>
          <a:xfrm>
            <a:off x="3333403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3-train-input-4-20"/>
          <p:cNvSpPr/>
          <p:nvPr/>
        </p:nvSpPr>
        <p:spPr>
          <a:xfrm>
            <a:off x="3441469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3-train-input-4-21"/>
          <p:cNvSpPr/>
          <p:nvPr/>
        </p:nvSpPr>
        <p:spPr>
          <a:xfrm>
            <a:off x="3549534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3-train-input-5-0"/>
          <p:cNvSpPr/>
          <p:nvPr/>
        </p:nvSpPr>
        <p:spPr>
          <a:xfrm>
            <a:off x="128016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3-train-input-5-1"/>
          <p:cNvSpPr/>
          <p:nvPr/>
        </p:nvSpPr>
        <p:spPr>
          <a:xfrm>
            <a:off x="1388225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3-train-input-5-2"/>
          <p:cNvSpPr/>
          <p:nvPr/>
        </p:nvSpPr>
        <p:spPr>
          <a:xfrm>
            <a:off x="1496290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3-train-input-5-3"/>
          <p:cNvSpPr/>
          <p:nvPr/>
        </p:nvSpPr>
        <p:spPr>
          <a:xfrm>
            <a:off x="1604356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3-train-input-5-4"/>
          <p:cNvSpPr/>
          <p:nvPr/>
        </p:nvSpPr>
        <p:spPr>
          <a:xfrm>
            <a:off x="1712421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3-train-input-5-5"/>
          <p:cNvSpPr/>
          <p:nvPr/>
        </p:nvSpPr>
        <p:spPr>
          <a:xfrm>
            <a:off x="1820487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3-train-input-5-6"/>
          <p:cNvSpPr/>
          <p:nvPr/>
        </p:nvSpPr>
        <p:spPr>
          <a:xfrm>
            <a:off x="1928552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3-train-input-5-7"/>
          <p:cNvSpPr/>
          <p:nvPr/>
        </p:nvSpPr>
        <p:spPr>
          <a:xfrm>
            <a:off x="2036618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3-train-input-5-8"/>
          <p:cNvSpPr/>
          <p:nvPr/>
        </p:nvSpPr>
        <p:spPr>
          <a:xfrm>
            <a:off x="2144683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3-train-input-5-9"/>
          <p:cNvSpPr/>
          <p:nvPr/>
        </p:nvSpPr>
        <p:spPr>
          <a:xfrm>
            <a:off x="2252749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3-train-input-5-10"/>
          <p:cNvSpPr/>
          <p:nvPr/>
        </p:nvSpPr>
        <p:spPr>
          <a:xfrm>
            <a:off x="2360814" y="227768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3-train-input-5-11"/>
          <p:cNvSpPr/>
          <p:nvPr/>
        </p:nvSpPr>
        <p:spPr>
          <a:xfrm>
            <a:off x="2468880" y="227768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3-train-input-5-12"/>
          <p:cNvSpPr/>
          <p:nvPr/>
        </p:nvSpPr>
        <p:spPr>
          <a:xfrm>
            <a:off x="2576945" y="227768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3-train-input-5-13"/>
          <p:cNvSpPr/>
          <p:nvPr/>
        </p:nvSpPr>
        <p:spPr>
          <a:xfrm>
            <a:off x="2685010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3-train-input-5-14"/>
          <p:cNvSpPr/>
          <p:nvPr/>
        </p:nvSpPr>
        <p:spPr>
          <a:xfrm>
            <a:off x="2793076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3-train-input-5-15"/>
          <p:cNvSpPr/>
          <p:nvPr/>
        </p:nvSpPr>
        <p:spPr>
          <a:xfrm>
            <a:off x="2901141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3-train-input-5-16"/>
          <p:cNvSpPr/>
          <p:nvPr/>
        </p:nvSpPr>
        <p:spPr>
          <a:xfrm>
            <a:off x="3009207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3-train-input-5-17"/>
          <p:cNvSpPr/>
          <p:nvPr/>
        </p:nvSpPr>
        <p:spPr>
          <a:xfrm>
            <a:off x="3117272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3-train-input-5-18"/>
          <p:cNvSpPr/>
          <p:nvPr/>
        </p:nvSpPr>
        <p:spPr>
          <a:xfrm>
            <a:off x="3225338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3-train-input-5-19"/>
          <p:cNvSpPr/>
          <p:nvPr/>
        </p:nvSpPr>
        <p:spPr>
          <a:xfrm>
            <a:off x="3333403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3-train-input-5-20"/>
          <p:cNvSpPr/>
          <p:nvPr/>
        </p:nvSpPr>
        <p:spPr>
          <a:xfrm>
            <a:off x="3441469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3-train-input-5-21"/>
          <p:cNvSpPr/>
          <p:nvPr/>
        </p:nvSpPr>
        <p:spPr>
          <a:xfrm>
            <a:off x="3549534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3-train-input-6-0"/>
          <p:cNvSpPr/>
          <p:nvPr/>
        </p:nvSpPr>
        <p:spPr>
          <a:xfrm>
            <a:off x="128016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3-train-input-6-1"/>
          <p:cNvSpPr/>
          <p:nvPr/>
        </p:nvSpPr>
        <p:spPr>
          <a:xfrm>
            <a:off x="1388225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3-train-input-6-2"/>
          <p:cNvSpPr/>
          <p:nvPr/>
        </p:nvSpPr>
        <p:spPr>
          <a:xfrm>
            <a:off x="149629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3-train-input-6-3"/>
          <p:cNvSpPr/>
          <p:nvPr/>
        </p:nvSpPr>
        <p:spPr>
          <a:xfrm>
            <a:off x="160435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3-train-input-6-4"/>
          <p:cNvSpPr/>
          <p:nvPr/>
        </p:nvSpPr>
        <p:spPr>
          <a:xfrm>
            <a:off x="1712421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3-train-input-6-5"/>
          <p:cNvSpPr/>
          <p:nvPr/>
        </p:nvSpPr>
        <p:spPr>
          <a:xfrm>
            <a:off x="1820487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3-train-input-6-6"/>
          <p:cNvSpPr/>
          <p:nvPr/>
        </p:nvSpPr>
        <p:spPr>
          <a:xfrm>
            <a:off x="1928552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3-train-input-6-7"/>
          <p:cNvSpPr/>
          <p:nvPr/>
        </p:nvSpPr>
        <p:spPr>
          <a:xfrm>
            <a:off x="2036618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3-train-input-6-8"/>
          <p:cNvSpPr/>
          <p:nvPr/>
        </p:nvSpPr>
        <p:spPr>
          <a:xfrm>
            <a:off x="2144683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3-train-input-6-9"/>
          <p:cNvSpPr/>
          <p:nvPr/>
        </p:nvSpPr>
        <p:spPr>
          <a:xfrm>
            <a:off x="2252749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3-train-input-6-10"/>
          <p:cNvSpPr/>
          <p:nvPr/>
        </p:nvSpPr>
        <p:spPr>
          <a:xfrm>
            <a:off x="2360814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3-train-input-6-11"/>
          <p:cNvSpPr/>
          <p:nvPr/>
        </p:nvSpPr>
        <p:spPr>
          <a:xfrm>
            <a:off x="2468880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3-train-input-6-12"/>
          <p:cNvSpPr/>
          <p:nvPr/>
        </p:nvSpPr>
        <p:spPr>
          <a:xfrm>
            <a:off x="2576945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3-train-input-6-13"/>
          <p:cNvSpPr/>
          <p:nvPr/>
        </p:nvSpPr>
        <p:spPr>
          <a:xfrm>
            <a:off x="2685010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3-train-input-6-14"/>
          <p:cNvSpPr/>
          <p:nvPr/>
        </p:nvSpPr>
        <p:spPr>
          <a:xfrm>
            <a:off x="279307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3-train-input-6-15"/>
          <p:cNvSpPr/>
          <p:nvPr/>
        </p:nvSpPr>
        <p:spPr>
          <a:xfrm>
            <a:off x="2901141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3-train-input-6-16"/>
          <p:cNvSpPr/>
          <p:nvPr/>
        </p:nvSpPr>
        <p:spPr>
          <a:xfrm>
            <a:off x="3009207" y="238575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3-train-input-6-17"/>
          <p:cNvSpPr/>
          <p:nvPr/>
        </p:nvSpPr>
        <p:spPr>
          <a:xfrm>
            <a:off x="3117272" y="238575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3-train-input-6-18"/>
          <p:cNvSpPr/>
          <p:nvPr/>
        </p:nvSpPr>
        <p:spPr>
          <a:xfrm>
            <a:off x="3225338" y="238575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3-train-input-6-19"/>
          <p:cNvSpPr/>
          <p:nvPr/>
        </p:nvSpPr>
        <p:spPr>
          <a:xfrm>
            <a:off x="3333403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3-train-input-6-20"/>
          <p:cNvSpPr/>
          <p:nvPr/>
        </p:nvSpPr>
        <p:spPr>
          <a:xfrm>
            <a:off x="3441469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3-train-input-6-21"/>
          <p:cNvSpPr/>
          <p:nvPr/>
        </p:nvSpPr>
        <p:spPr>
          <a:xfrm>
            <a:off x="3549534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3-train-input-7-0"/>
          <p:cNvSpPr/>
          <p:nvPr/>
        </p:nvSpPr>
        <p:spPr>
          <a:xfrm>
            <a:off x="128016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3-train-input-7-1"/>
          <p:cNvSpPr/>
          <p:nvPr/>
        </p:nvSpPr>
        <p:spPr>
          <a:xfrm>
            <a:off x="1388225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3-train-input-7-2"/>
          <p:cNvSpPr/>
          <p:nvPr/>
        </p:nvSpPr>
        <p:spPr>
          <a:xfrm>
            <a:off x="149629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3-train-input-7-3"/>
          <p:cNvSpPr/>
          <p:nvPr/>
        </p:nvSpPr>
        <p:spPr>
          <a:xfrm>
            <a:off x="1604356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3-train-input-7-4"/>
          <p:cNvSpPr/>
          <p:nvPr/>
        </p:nvSpPr>
        <p:spPr>
          <a:xfrm>
            <a:off x="1712421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3-train-input-7-5"/>
          <p:cNvSpPr/>
          <p:nvPr/>
        </p:nvSpPr>
        <p:spPr>
          <a:xfrm>
            <a:off x="1820487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3-train-input-7-6"/>
          <p:cNvSpPr/>
          <p:nvPr/>
        </p:nvSpPr>
        <p:spPr>
          <a:xfrm>
            <a:off x="1928552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3-train-input-7-7"/>
          <p:cNvSpPr/>
          <p:nvPr/>
        </p:nvSpPr>
        <p:spPr>
          <a:xfrm>
            <a:off x="2036618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3-train-input-7-8"/>
          <p:cNvSpPr/>
          <p:nvPr/>
        </p:nvSpPr>
        <p:spPr>
          <a:xfrm>
            <a:off x="2144683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3-train-input-7-9"/>
          <p:cNvSpPr/>
          <p:nvPr/>
        </p:nvSpPr>
        <p:spPr>
          <a:xfrm>
            <a:off x="2252749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3-train-input-7-10"/>
          <p:cNvSpPr/>
          <p:nvPr/>
        </p:nvSpPr>
        <p:spPr>
          <a:xfrm>
            <a:off x="2360814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3-train-input-7-11"/>
          <p:cNvSpPr/>
          <p:nvPr/>
        </p:nvSpPr>
        <p:spPr>
          <a:xfrm>
            <a:off x="246888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3-train-input-7-12"/>
          <p:cNvSpPr/>
          <p:nvPr/>
        </p:nvSpPr>
        <p:spPr>
          <a:xfrm>
            <a:off x="2576945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3-train-input-7-13"/>
          <p:cNvSpPr/>
          <p:nvPr/>
        </p:nvSpPr>
        <p:spPr>
          <a:xfrm>
            <a:off x="268501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3-train-input-7-14"/>
          <p:cNvSpPr/>
          <p:nvPr/>
        </p:nvSpPr>
        <p:spPr>
          <a:xfrm>
            <a:off x="2793076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3-train-input-7-15"/>
          <p:cNvSpPr/>
          <p:nvPr/>
        </p:nvSpPr>
        <p:spPr>
          <a:xfrm>
            <a:off x="2901141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3-train-input-7-16"/>
          <p:cNvSpPr/>
          <p:nvPr/>
        </p:nvSpPr>
        <p:spPr>
          <a:xfrm>
            <a:off x="3009207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3-train-input-7-17"/>
          <p:cNvSpPr/>
          <p:nvPr/>
        </p:nvSpPr>
        <p:spPr>
          <a:xfrm>
            <a:off x="3117272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3-train-input-7-18"/>
          <p:cNvSpPr/>
          <p:nvPr/>
        </p:nvSpPr>
        <p:spPr>
          <a:xfrm>
            <a:off x="3225338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3-train-input-7-19"/>
          <p:cNvSpPr/>
          <p:nvPr/>
        </p:nvSpPr>
        <p:spPr>
          <a:xfrm>
            <a:off x="3333403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3-train-input-7-20"/>
          <p:cNvSpPr/>
          <p:nvPr/>
        </p:nvSpPr>
        <p:spPr>
          <a:xfrm>
            <a:off x="3441469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3-train-input-7-21"/>
          <p:cNvSpPr/>
          <p:nvPr/>
        </p:nvSpPr>
        <p:spPr>
          <a:xfrm>
            <a:off x="3549534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3-train-input-8-0"/>
          <p:cNvSpPr/>
          <p:nvPr/>
        </p:nvSpPr>
        <p:spPr>
          <a:xfrm>
            <a:off x="128016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3-train-input-8-1"/>
          <p:cNvSpPr/>
          <p:nvPr/>
        </p:nvSpPr>
        <p:spPr>
          <a:xfrm>
            <a:off x="1388225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3-train-input-8-2"/>
          <p:cNvSpPr/>
          <p:nvPr/>
        </p:nvSpPr>
        <p:spPr>
          <a:xfrm>
            <a:off x="149629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3-train-input-8-3"/>
          <p:cNvSpPr/>
          <p:nvPr/>
        </p:nvSpPr>
        <p:spPr>
          <a:xfrm>
            <a:off x="1604356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3-train-input-8-4"/>
          <p:cNvSpPr/>
          <p:nvPr/>
        </p:nvSpPr>
        <p:spPr>
          <a:xfrm>
            <a:off x="1712421" y="260188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3-train-input-8-5"/>
          <p:cNvSpPr/>
          <p:nvPr/>
        </p:nvSpPr>
        <p:spPr>
          <a:xfrm>
            <a:off x="1820487" y="260188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3-train-input-8-6"/>
          <p:cNvSpPr/>
          <p:nvPr/>
        </p:nvSpPr>
        <p:spPr>
          <a:xfrm>
            <a:off x="1928552" y="260188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3-train-input-8-7"/>
          <p:cNvSpPr/>
          <p:nvPr/>
        </p:nvSpPr>
        <p:spPr>
          <a:xfrm>
            <a:off x="2036618" y="260188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3-train-input-8-8"/>
          <p:cNvSpPr/>
          <p:nvPr/>
        </p:nvSpPr>
        <p:spPr>
          <a:xfrm>
            <a:off x="2144683" y="260188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3-train-input-8-9"/>
          <p:cNvSpPr/>
          <p:nvPr/>
        </p:nvSpPr>
        <p:spPr>
          <a:xfrm>
            <a:off x="2252749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3-train-input-8-10"/>
          <p:cNvSpPr/>
          <p:nvPr/>
        </p:nvSpPr>
        <p:spPr>
          <a:xfrm>
            <a:off x="236081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3-train-input-8-11"/>
          <p:cNvSpPr/>
          <p:nvPr/>
        </p:nvSpPr>
        <p:spPr>
          <a:xfrm>
            <a:off x="246888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3-train-input-8-12"/>
          <p:cNvSpPr/>
          <p:nvPr/>
        </p:nvSpPr>
        <p:spPr>
          <a:xfrm>
            <a:off x="2576945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3-train-input-8-13"/>
          <p:cNvSpPr/>
          <p:nvPr/>
        </p:nvSpPr>
        <p:spPr>
          <a:xfrm>
            <a:off x="268501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3-train-input-8-14"/>
          <p:cNvSpPr/>
          <p:nvPr/>
        </p:nvSpPr>
        <p:spPr>
          <a:xfrm>
            <a:off x="2793076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3-train-input-8-15"/>
          <p:cNvSpPr/>
          <p:nvPr/>
        </p:nvSpPr>
        <p:spPr>
          <a:xfrm>
            <a:off x="2901141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3-train-input-8-16"/>
          <p:cNvSpPr/>
          <p:nvPr/>
        </p:nvSpPr>
        <p:spPr>
          <a:xfrm>
            <a:off x="3009207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3-train-input-8-17"/>
          <p:cNvSpPr/>
          <p:nvPr/>
        </p:nvSpPr>
        <p:spPr>
          <a:xfrm>
            <a:off x="3117272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3-train-input-8-18"/>
          <p:cNvSpPr/>
          <p:nvPr/>
        </p:nvSpPr>
        <p:spPr>
          <a:xfrm>
            <a:off x="3225338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3-train-input-8-19"/>
          <p:cNvSpPr/>
          <p:nvPr/>
        </p:nvSpPr>
        <p:spPr>
          <a:xfrm>
            <a:off x="3333403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3-train-input-8-20"/>
          <p:cNvSpPr/>
          <p:nvPr/>
        </p:nvSpPr>
        <p:spPr>
          <a:xfrm>
            <a:off x="3441469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3-train-input-8-21"/>
          <p:cNvSpPr/>
          <p:nvPr/>
        </p:nvSpPr>
        <p:spPr>
          <a:xfrm>
            <a:off x="354953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3-train-input-9-0"/>
          <p:cNvSpPr/>
          <p:nvPr/>
        </p:nvSpPr>
        <p:spPr>
          <a:xfrm>
            <a:off x="128016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3-train-input-9-1"/>
          <p:cNvSpPr/>
          <p:nvPr/>
        </p:nvSpPr>
        <p:spPr>
          <a:xfrm>
            <a:off x="1388225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3-train-input-9-2"/>
          <p:cNvSpPr/>
          <p:nvPr/>
        </p:nvSpPr>
        <p:spPr>
          <a:xfrm>
            <a:off x="149629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3-train-input-9-3"/>
          <p:cNvSpPr/>
          <p:nvPr/>
        </p:nvSpPr>
        <p:spPr>
          <a:xfrm>
            <a:off x="1604356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3-train-input-9-4"/>
          <p:cNvSpPr/>
          <p:nvPr/>
        </p:nvSpPr>
        <p:spPr>
          <a:xfrm>
            <a:off x="1712421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3-train-input-9-5"/>
          <p:cNvSpPr/>
          <p:nvPr/>
        </p:nvSpPr>
        <p:spPr>
          <a:xfrm>
            <a:off x="1820487" y="2709949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3-train-input-9-6"/>
          <p:cNvSpPr/>
          <p:nvPr/>
        </p:nvSpPr>
        <p:spPr>
          <a:xfrm>
            <a:off x="1928552" y="2709949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3-train-input-9-7"/>
          <p:cNvSpPr/>
          <p:nvPr/>
        </p:nvSpPr>
        <p:spPr>
          <a:xfrm>
            <a:off x="2036618" y="2709949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3-train-input-9-8"/>
          <p:cNvSpPr/>
          <p:nvPr/>
        </p:nvSpPr>
        <p:spPr>
          <a:xfrm>
            <a:off x="2144683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3-train-input-9-9"/>
          <p:cNvSpPr/>
          <p:nvPr/>
        </p:nvSpPr>
        <p:spPr>
          <a:xfrm>
            <a:off x="2252749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3-train-input-9-10"/>
          <p:cNvSpPr/>
          <p:nvPr/>
        </p:nvSpPr>
        <p:spPr>
          <a:xfrm>
            <a:off x="2360814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3-train-input-9-11"/>
          <p:cNvSpPr/>
          <p:nvPr/>
        </p:nvSpPr>
        <p:spPr>
          <a:xfrm>
            <a:off x="246888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3-train-input-9-12"/>
          <p:cNvSpPr/>
          <p:nvPr/>
        </p:nvSpPr>
        <p:spPr>
          <a:xfrm>
            <a:off x="2576945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3-train-input-9-13"/>
          <p:cNvSpPr/>
          <p:nvPr/>
        </p:nvSpPr>
        <p:spPr>
          <a:xfrm>
            <a:off x="2685010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3-train-input-9-14"/>
          <p:cNvSpPr/>
          <p:nvPr/>
        </p:nvSpPr>
        <p:spPr>
          <a:xfrm>
            <a:off x="2793076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3-train-input-9-15"/>
          <p:cNvSpPr/>
          <p:nvPr/>
        </p:nvSpPr>
        <p:spPr>
          <a:xfrm>
            <a:off x="2901141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3-train-input-9-16"/>
          <p:cNvSpPr/>
          <p:nvPr/>
        </p:nvSpPr>
        <p:spPr>
          <a:xfrm>
            <a:off x="3009207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3-train-input-9-17"/>
          <p:cNvSpPr/>
          <p:nvPr/>
        </p:nvSpPr>
        <p:spPr>
          <a:xfrm>
            <a:off x="3117272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3-train-input-9-18"/>
          <p:cNvSpPr/>
          <p:nvPr/>
        </p:nvSpPr>
        <p:spPr>
          <a:xfrm>
            <a:off x="3225338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3-train-input-9-19"/>
          <p:cNvSpPr/>
          <p:nvPr/>
        </p:nvSpPr>
        <p:spPr>
          <a:xfrm>
            <a:off x="3333403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3-train-input-9-20"/>
          <p:cNvSpPr/>
          <p:nvPr/>
        </p:nvSpPr>
        <p:spPr>
          <a:xfrm>
            <a:off x="3441469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3-train-input-9-21"/>
          <p:cNvSpPr/>
          <p:nvPr/>
        </p:nvSpPr>
        <p:spPr>
          <a:xfrm>
            <a:off x="3549534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3-train-input-10-0"/>
          <p:cNvSpPr/>
          <p:nvPr/>
        </p:nvSpPr>
        <p:spPr>
          <a:xfrm>
            <a:off x="128016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3-train-input-10-1"/>
          <p:cNvSpPr/>
          <p:nvPr/>
        </p:nvSpPr>
        <p:spPr>
          <a:xfrm>
            <a:off x="1388225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3-train-input-10-2"/>
          <p:cNvSpPr/>
          <p:nvPr/>
        </p:nvSpPr>
        <p:spPr>
          <a:xfrm>
            <a:off x="149629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3-train-input-10-3"/>
          <p:cNvSpPr/>
          <p:nvPr/>
        </p:nvSpPr>
        <p:spPr>
          <a:xfrm>
            <a:off x="1604356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3-train-input-10-4"/>
          <p:cNvSpPr/>
          <p:nvPr/>
        </p:nvSpPr>
        <p:spPr>
          <a:xfrm>
            <a:off x="1712421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3-train-input-10-5"/>
          <p:cNvSpPr/>
          <p:nvPr/>
        </p:nvSpPr>
        <p:spPr>
          <a:xfrm>
            <a:off x="1820487" y="2818014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3-train-input-10-6"/>
          <p:cNvSpPr/>
          <p:nvPr/>
        </p:nvSpPr>
        <p:spPr>
          <a:xfrm>
            <a:off x="1928552" y="2818014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3-train-input-10-7"/>
          <p:cNvSpPr/>
          <p:nvPr/>
        </p:nvSpPr>
        <p:spPr>
          <a:xfrm>
            <a:off x="2036618" y="2818014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3-train-input-10-8"/>
          <p:cNvSpPr/>
          <p:nvPr/>
        </p:nvSpPr>
        <p:spPr>
          <a:xfrm>
            <a:off x="2144683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3-train-input-10-9"/>
          <p:cNvSpPr/>
          <p:nvPr/>
        </p:nvSpPr>
        <p:spPr>
          <a:xfrm>
            <a:off x="2252749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3-train-input-10-10"/>
          <p:cNvSpPr/>
          <p:nvPr/>
        </p:nvSpPr>
        <p:spPr>
          <a:xfrm>
            <a:off x="2360814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3-train-input-10-11"/>
          <p:cNvSpPr/>
          <p:nvPr/>
        </p:nvSpPr>
        <p:spPr>
          <a:xfrm>
            <a:off x="246888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3-train-input-10-12"/>
          <p:cNvSpPr/>
          <p:nvPr/>
        </p:nvSpPr>
        <p:spPr>
          <a:xfrm>
            <a:off x="2576945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3-train-input-10-13"/>
          <p:cNvSpPr/>
          <p:nvPr/>
        </p:nvSpPr>
        <p:spPr>
          <a:xfrm>
            <a:off x="2685010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3-train-input-10-14"/>
          <p:cNvSpPr/>
          <p:nvPr/>
        </p:nvSpPr>
        <p:spPr>
          <a:xfrm>
            <a:off x="2793076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3-train-input-10-15"/>
          <p:cNvSpPr/>
          <p:nvPr/>
        </p:nvSpPr>
        <p:spPr>
          <a:xfrm>
            <a:off x="2901141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3-train-input-10-16"/>
          <p:cNvSpPr/>
          <p:nvPr/>
        </p:nvSpPr>
        <p:spPr>
          <a:xfrm>
            <a:off x="3009207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3-train-input-10-17"/>
          <p:cNvSpPr/>
          <p:nvPr/>
        </p:nvSpPr>
        <p:spPr>
          <a:xfrm>
            <a:off x="3117272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3-train-input-10-18"/>
          <p:cNvSpPr/>
          <p:nvPr/>
        </p:nvSpPr>
        <p:spPr>
          <a:xfrm>
            <a:off x="3225338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3-train-input-10-19"/>
          <p:cNvSpPr/>
          <p:nvPr/>
        </p:nvSpPr>
        <p:spPr>
          <a:xfrm>
            <a:off x="3333403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3-train-input-10-20"/>
          <p:cNvSpPr/>
          <p:nvPr/>
        </p:nvSpPr>
        <p:spPr>
          <a:xfrm>
            <a:off x="3441469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3-train-input-10-21"/>
          <p:cNvSpPr/>
          <p:nvPr/>
        </p:nvSpPr>
        <p:spPr>
          <a:xfrm>
            <a:off x="3549534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3-train-input-11-0"/>
          <p:cNvSpPr/>
          <p:nvPr/>
        </p:nvSpPr>
        <p:spPr>
          <a:xfrm>
            <a:off x="128016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3-train-input-11-1"/>
          <p:cNvSpPr/>
          <p:nvPr/>
        </p:nvSpPr>
        <p:spPr>
          <a:xfrm>
            <a:off x="1388225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3-train-input-11-2"/>
          <p:cNvSpPr/>
          <p:nvPr/>
        </p:nvSpPr>
        <p:spPr>
          <a:xfrm>
            <a:off x="149629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3-train-input-11-3"/>
          <p:cNvSpPr/>
          <p:nvPr/>
        </p:nvSpPr>
        <p:spPr>
          <a:xfrm>
            <a:off x="1604356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3-train-input-11-4"/>
          <p:cNvSpPr/>
          <p:nvPr/>
        </p:nvSpPr>
        <p:spPr>
          <a:xfrm>
            <a:off x="1712421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3-train-input-11-5"/>
          <p:cNvSpPr/>
          <p:nvPr/>
        </p:nvSpPr>
        <p:spPr>
          <a:xfrm>
            <a:off x="1820487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3-train-input-11-6"/>
          <p:cNvSpPr/>
          <p:nvPr/>
        </p:nvSpPr>
        <p:spPr>
          <a:xfrm>
            <a:off x="1928552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3-train-input-11-7"/>
          <p:cNvSpPr/>
          <p:nvPr/>
        </p:nvSpPr>
        <p:spPr>
          <a:xfrm>
            <a:off x="2036618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3-train-input-11-8"/>
          <p:cNvSpPr/>
          <p:nvPr/>
        </p:nvSpPr>
        <p:spPr>
          <a:xfrm>
            <a:off x="2144683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3-train-input-11-9"/>
          <p:cNvSpPr/>
          <p:nvPr/>
        </p:nvSpPr>
        <p:spPr>
          <a:xfrm>
            <a:off x="2252749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3-train-input-11-10"/>
          <p:cNvSpPr/>
          <p:nvPr/>
        </p:nvSpPr>
        <p:spPr>
          <a:xfrm>
            <a:off x="2360814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3-train-input-11-11"/>
          <p:cNvSpPr/>
          <p:nvPr/>
        </p:nvSpPr>
        <p:spPr>
          <a:xfrm>
            <a:off x="246888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3-train-input-11-12"/>
          <p:cNvSpPr/>
          <p:nvPr/>
        </p:nvSpPr>
        <p:spPr>
          <a:xfrm>
            <a:off x="2576945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3-train-input-11-13"/>
          <p:cNvSpPr/>
          <p:nvPr/>
        </p:nvSpPr>
        <p:spPr>
          <a:xfrm>
            <a:off x="2685010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3-train-input-11-14"/>
          <p:cNvSpPr/>
          <p:nvPr/>
        </p:nvSpPr>
        <p:spPr>
          <a:xfrm>
            <a:off x="2793076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3-train-input-11-15"/>
          <p:cNvSpPr/>
          <p:nvPr/>
        </p:nvSpPr>
        <p:spPr>
          <a:xfrm>
            <a:off x="2901141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3-train-input-11-16"/>
          <p:cNvSpPr/>
          <p:nvPr/>
        </p:nvSpPr>
        <p:spPr>
          <a:xfrm>
            <a:off x="3009207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3-train-input-11-17"/>
          <p:cNvSpPr/>
          <p:nvPr/>
        </p:nvSpPr>
        <p:spPr>
          <a:xfrm>
            <a:off x="3117272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3-train-input-11-18"/>
          <p:cNvSpPr/>
          <p:nvPr/>
        </p:nvSpPr>
        <p:spPr>
          <a:xfrm>
            <a:off x="3225338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3-train-input-11-19"/>
          <p:cNvSpPr/>
          <p:nvPr/>
        </p:nvSpPr>
        <p:spPr>
          <a:xfrm>
            <a:off x="3333403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3-train-input-11-20"/>
          <p:cNvSpPr/>
          <p:nvPr/>
        </p:nvSpPr>
        <p:spPr>
          <a:xfrm>
            <a:off x="3441469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3-train-input-11-21"/>
          <p:cNvSpPr/>
          <p:nvPr/>
        </p:nvSpPr>
        <p:spPr>
          <a:xfrm>
            <a:off x="3549534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3-train-input-12-0"/>
          <p:cNvSpPr/>
          <p:nvPr/>
        </p:nvSpPr>
        <p:spPr>
          <a:xfrm>
            <a:off x="128016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3-train-input-12-1"/>
          <p:cNvSpPr/>
          <p:nvPr/>
        </p:nvSpPr>
        <p:spPr>
          <a:xfrm>
            <a:off x="1388225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3-train-input-12-2"/>
          <p:cNvSpPr/>
          <p:nvPr/>
        </p:nvSpPr>
        <p:spPr>
          <a:xfrm>
            <a:off x="149629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3-train-input-12-3"/>
          <p:cNvSpPr/>
          <p:nvPr/>
        </p:nvSpPr>
        <p:spPr>
          <a:xfrm>
            <a:off x="1604356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3-train-input-12-4"/>
          <p:cNvSpPr/>
          <p:nvPr/>
        </p:nvSpPr>
        <p:spPr>
          <a:xfrm>
            <a:off x="1712421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3-train-input-12-5"/>
          <p:cNvSpPr/>
          <p:nvPr/>
        </p:nvSpPr>
        <p:spPr>
          <a:xfrm>
            <a:off x="1820487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3-train-input-12-6"/>
          <p:cNvSpPr/>
          <p:nvPr/>
        </p:nvSpPr>
        <p:spPr>
          <a:xfrm>
            <a:off x="1928552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3-train-input-12-7"/>
          <p:cNvSpPr/>
          <p:nvPr/>
        </p:nvSpPr>
        <p:spPr>
          <a:xfrm>
            <a:off x="2036618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3-train-input-12-8"/>
          <p:cNvSpPr/>
          <p:nvPr/>
        </p:nvSpPr>
        <p:spPr>
          <a:xfrm>
            <a:off x="2144683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3-train-input-12-9"/>
          <p:cNvSpPr/>
          <p:nvPr/>
        </p:nvSpPr>
        <p:spPr>
          <a:xfrm>
            <a:off x="2252749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3-train-input-12-10"/>
          <p:cNvSpPr/>
          <p:nvPr/>
        </p:nvSpPr>
        <p:spPr>
          <a:xfrm>
            <a:off x="2360814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3-train-input-12-11"/>
          <p:cNvSpPr/>
          <p:nvPr/>
        </p:nvSpPr>
        <p:spPr>
          <a:xfrm>
            <a:off x="246888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3-train-input-12-12"/>
          <p:cNvSpPr/>
          <p:nvPr/>
        </p:nvSpPr>
        <p:spPr>
          <a:xfrm>
            <a:off x="2576945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3-train-input-12-13"/>
          <p:cNvSpPr/>
          <p:nvPr/>
        </p:nvSpPr>
        <p:spPr>
          <a:xfrm>
            <a:off x="2685010" y="303414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3-train-input-12-14"/>
          <p:cNvSpPr/>
          <p:nvPr/>
        </p:nvSpPr>
        <p:spPr>
          <a:xfrm>
            <a:off x="2793076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3-train-input-12-15"/>
          <p:cNvSpPr/>
          <p:nvPr/>
        </p:nvSpPr>
        <p:spPr>
          <a:xfrm>
            <a:off x="2901141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3-train-input-12-16"/>
          <p:cNvSpPr/>
          <p:nvPr/>
        </p:nvSpPr>
        <p:spPr>
          <a:xfrm>
            <a:off x="3009207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3-train-input-12-17"/>
          <p:cNvSpPr/>
          <p:nvPr/>
        </p:nvSpPr>
        <p:spPr>
          <a:xfrm>
            <a:off x="3117272" y="303414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3-train-input-12-18"/>
          <p:cNvSpPr/>
          <p:nvPr/>
        </p:nvSpPr>
        <p:spPr>
          <a:xfrm>
            <a:off x="3225338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3-train-input-12-19"/>
          <p:cNvSpPr/>
          <p:nvPr/>
        </p:nvSpPr>
        <p:spPr>
          <a:xfrm>
            <a:off x="3333403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3-train-input-12-20"/>
          <p:cNvSpPr/>
          <p:nvPr/>
        </p:nvSpPr>
        <p:spPr>
          <a:xfrm>
            <a:off x="3441469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3-train-input-12-21"/>
          <p:cNvSpPr/>
          <p:nvPr/>
        </p:nvSpPr>
        <p:spPr>
          <a:xfrm>
            <a:off x="3549534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3-train-input-13-0"/>
          <p:cNvSpPr/>
          <p:nvPr/>
        </p:nvSpPr>
        <p:spPr>
          <a:xfrm>
            <a:off x="1280160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3-train-input-13-1"/>
          <p:cNvSpPr/>
          <p:nvPr/>
        </p:nvSpPr>
        <p:spPr>
          <a:xfrm>
            <a:off x="1388225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3-train-input-13-2"/>
          <p:cNvSpPr/>
          <p:nvPr/>
        </p:nvSpPr>
        <p:spPr>
          <a:xfrm>
            <a:off x="1496290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3-train-input-13-3"/>
          <p:cNvSpPr/>
          <p:nvPr/>
        </p:nvSpPr>
        <p:spPr>
          <a:xfrm>
            <a:off x="1604356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3-train-input-13-4"/>
          <p:cNvSpPr/>
          <p:nvPr/>
        </p:nvSpPr>
        <p:spPr>
          <a:xfrm>
            <a:off x="1712421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3-train-input-13-5"/>
          <p:cNvSpPr/>
          <p:nvPr/>
        </p:nvSpPr>
        <p:spPr>
          <a:xfrm>
            <a:off x="1820487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3-train-input-13-6"/>
          <p:cNvSpPr/>
          <p:nvPr/>
        </p:nvSpPr>
        <p:spPr>
          <a:xfrm>
            <a:off x="1928552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3-train-input-13-7"/>
          <p:cNvSpPr/>
          <p:nvPr/>
        </p:nvSpPr>
        <p:spPr>
          <a:xfrm>
            <a:off x="2036618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3-train-input-13-8"/>
          <p:cNvSpPr/>
          <p:nvPr/>
        </p:nvSpPr>
        <p:spPr>
          <a:xfrm>
            <a:off x="2144683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3-train-input-13-9"/>
          <p:cNvSpPr/>
          <p:nvPr/>
        </p:nvSpPr>
        <p:spPr>
          <a:xfrm>
            <a:off x="2252749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3-train-input-13-10"/>
          <p:cNvSpPr/>
          <p:nvPr/>
        </p:nvSpPr>
        <p:spPr>
          <a:xfrm>
            <a:off x="2360814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3-train-input-13-11"/>
          <p:cNvSpPr/>
          <p:nvPr/>
        </p:nvSpPr>
        <p:spPr>
          <a:xfrm>
            <a:off x="246888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3-train-input-13-12"/>
          <p:cNvSpPr/>
          <p:nvPr/>
        </p:nvSpPr>
        <p:spPr>
          <a:xfrm>
            <a:off x="2576945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3-train-input-13-13"/>
          <p:cNvSpPr/>
          <p:nvPr/>
        </p:nvSpPr>
        <p:spPr>
          <a:xfrm>
            <a:off x="2685010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3-train-input-13-14"/>
          <p:cNvSpPr/>
          <p:nvPr/>
        </p:nvSpPr>
        <p:spPr>
          <a:xfrm>
            <a:off x="2793076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3-train-input-13-15"/>
          <p:cNvSpPr/>
          <p:nvPr/>
        </p:nvSpPr>
        <p:spPr>
          <a:xfrm>
            <a:off x="2901141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3-train-input-13-16"/>
          <p:cNvSpPr/>
          <p:nvPr/>
        </p:nvSpPr>
        <p:spPr>
          <a:xfrm>
            <a:off x="3009207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3-train-input-13-17"/>
          <p:cNvSpPr/>
          <p:nvPr/>
        </p:nvSpPr>
        <p:spPr>
          <a:xfrm>
            <a:off x="3117272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3-train-input-13-18"/>
          <p:cNvSpPr/>
          <p:nvPr/>
        </p:nvSpPr>
        <p:spPr>
          <a:xfrm>
            <a:off x="3225338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3-train-input-13-19"/>
          <p:cNvSpPr/>
          <p:nvPr/>
        </p:nvSpPr>
        <p:spPr>
          <a:xfrm>
            <a:off x="3333403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3-train-input-13-20"/>
          <p:cNvSpPr/>
          <p:nvPr/>
        </p:nvSpPr>
        <p:spPr>
          <a:xfrm>
            <a:off x="3441469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3-train-input-13-21"/>
          <p:cNvSpPr/>
          <p:nvPr/>
        </p:nvSpPr>
        <p:spPr>
          <a:xfrm>
            <a:off x="3549534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3-train-input-14-0"/>
          <p:cNvSpPr/>
          <p:nvPr/>
        </p:nvSpPr>
        <p:spPr>
          <a:xfrm>
            <a:off x="1280160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3-train-input-14-1"/>
          <p:cNvSpPr/>
          <p:nvPr/>
        </p:nvSpPr>
        <p:spPr>
          <a:xfrm>
            <a:off x="1388225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3-train-input-14-2"/>
          <p:cNvSpPr/>
          <p:nvPr/>
        </p:nvSpPr>
        <p:spPr>
          <a:xfrm>
            <a:off x="1496290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3-train-input-14-3"/>
          <p:cNvSpPr/>
          <p:nvPr/>
        </p:nvSpPr>
        <p:spPr>
          <a:xfrm>
            <a:off x="1604356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3-train-input-14-4"/>
          <p:cNvSpPr/>
          <p:nvPr/>
        </p:nvSpPr>
        <p:spPr>
          <a:xfrm>
            <a:off x="1712421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3-train-input-14-5"/>
          <p:cNvSpPr/>
          <p:nvPr/>
        </p:nvSpPr>
        <p:spPr>
          <a:xfrm>
            <a:off x="1820487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3-train-input-14-6"/>
          <p:cNvSpPr/>
          <p:nvPr/>
        </p:nvSpPr>
        <p:spPr>
          <a:xfrm>
            <a:off x="192855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3-train-input-14-7"/>
          <p:cNvSpPr/>
          <p:nvPr/>
        </p:nvSpPr>
        <p:spPr>
          <a:xfrm>
            <a:off x="203661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3-train-input-14-8"/>
          <p:cNvSpPr/>
          <p:nvPr/>
        </p:nvSpPr>
        <p:spPr>
          <a:xfrm>
            <a:off x="214468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3-train-input-14-9"/>
          <p:cNvSpPr/>
          <p:nvPr/>
        </p:nvSpPr>
        <p:spPr>
          <a:xfrm>
            <a:off x="2252749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3-train-input-14-10"/>
          <p:cNvSpPr/>
          <p:nvPr/>
        </p:nvSpPr>
        <p:spPr>
          <a:xfrm>
            <a:off x="2360814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3-train-input-14-11"/>
          <p:cNvSpPr/>
          <p:nvPr/>
        </p:nvSpPr>
        <p:spPr>
          <a:xfrm>
            <a:off x="246888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3-train-input-14-12"/>
          <p:cNvSpPr/>
          <p:nvPr/>
        </p:nvSpPr>
        <p:spPr>
          <a:xfrm>
            <a:off x="2576945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3-train-input-14-13"/>
          <p:cNvSpPr/>
          <p:nvPr/>
        </p:nvSpPr>
        <p:spPr>
          <a:xfrm>
            <a:off x="268501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3-train-input-14-14"/>
          <p:cNvSpPr/>
          <p:nvPr/>
        </p:nvSpPr>
        <p:spPr>
          <a:xfrm>
            <a:off x="2793076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3-train-input-14-15"/>
          <p:cNvSpPr/>
          <p:nvPr/>
        </p:nvSpPr>
        <p:spPr>
          <a:xfrm>
            <a:off x="2901141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3-train-input-14-16"/>
          <p:cNvSpPr/>
          <p:nvPr/>
        </p:nvSpPr>
        <p:spPr>
          <a:xfrm>
            <a:off x="3009207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3-train-input-14-17"/>
          <p:cNvSpPr/>
          <p:nvPr/>
        </p:nvSpPr>
        <p:spPr>
          <a:xfrm>
            <a:off x="311727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3-train-input-14-18"/>
          <p:cNvSpPr/>
          <p:nvPr/>
        </p:nvSpPr>
        <p:spPr>
          <a:xfrm>
            <a:off x="322533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3-train-input-14-19"/>
          <p:cNvSpPr/>
          <p:nvPr/>
        </p:nvSpPr>
        <p:spPr>
          <a:xfrm>
            <a:off x="333340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3-train-input-14-20"/>
          <p:cNvSpPr/>
          <p:nvPr/>
        </p:nvSpPr>
        <p:spPr>
          <a:xfrm>
            <a:off x="3441469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3-train-input-14-21"/>
          <p:cNvSpPr/>
          <p:nvPr/>
        </p:nvSpPr>
        <p:spPr>
          <a:xfrm>
            <a:off x="3549534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3-train-input-15-0"/>
          <p:cNvSpPr/>
          <p:nvPr/>
        </p:nvSpPr>
        <p:spPr>
          <a:xfrm>
            <a:off x="1280160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3-train-input-15-1"/>
          <p:cNvSpPr/>
          <p:nvPr/>
        </p:nvSpPr>
        <p:spPr>
          <a:xfrm>
            <a:off x="1388225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3-train-input-15-2"/>
          <p:cNvSpPr/>
          <p:nvPr/>
        </p:nvSpPr>
        <p:spPr>
          <a:xfrm>
            <a:off x="1496290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3-train-input-15-3"/>
          <p:cNvSpPr/>
          <p:nvPr/>
        </p:nvSpPr>
        <p:spPr>
          <a:xfrm>
            <a:off x="1604356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3-train-input-15-4"/>
          <p:cNvSpPr/>
          <p:nvPr/>
        </p:nvSpPr>
        <p:spPr>
          <a:xfrm>
            <a:off x="1712421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3-train-input-15-5"/>
          <p:cNvSpPr/>
          <p:nvPr/>
        </p:nvSpPr>
        <p:spPr>
          <a:xfrm>
            <a:off x="1820487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3-train-input-15-6"/>
          <p:cNvSpPr/>
          <p:nvPr/>
        </p:nvSpPr>
        <p:spPr>
          <a:xfrm>
            <a:off x="1928552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3-train-input-15-7"/>
          <p:cNvSpPr/>
          <p:nvPr/>
        </p:nvSpPr>
        <p:spPr>
          <a:xfrm>
            <a:off x="2036618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3-train-input-15-8"/>
          <p:cNvSpPr/>
          <p:nvPr/>
        </p:nvSpPr>
        <p:spPr>
          <a:xfrm>
            <a:off x="2144683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3-train-input-15-9"/>
          <p:cNvSpPr/>
          <p:nvPr/>
        </p:nvSpPr>
        <p:spPr>
          <a:xfrm>
            <a:off x="2252749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3-train-input-15-10"/>
          <p:cNvSpPr/>
          <p:nvPr/>
        </p:nvSpPr>
        <p:spPr>
          <a:xfrm>
            <a:off x="2360814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3-train-input-15-11"/>
          <p:cNvSpPr/>
          <p:nvPr/>
        </p:nvSpPr>
        <p:spPr>
          <a:xfrm>
            <a:off x="246888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3-train-input-15-12"/>
          <p:cNvSpPr/>
          <p:nvPr/>
        </p:nvSpPr>
        <p:spPr>
          <a:xfrm>
            <a:off x="2576945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3-train-input-15-13"/>
          <p:cNvSpPr/>
          <p:nvPr/>
        </p:nvSpPr>
        <p:spPr>
          <a:xfrm>
            <a:off x="2685010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3-train-input-15-14"/>
          <p:cNvSpPr/>
          <p:nvPr/>
        </p:nvSpPr>
        <p:spPr>
          <a:xfrm>
            <a:off x="2793076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3-train-input-15-15"/>
          <p:cNvSpPr/>
          <p:nvPr/>
        </p:nvSpPr>
        <p:spPr>
          <a:xfrm>
            <a:off x="2901141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3-train-input-15-16"/>
          <p:cNvSpPr/>
          <p:nvPr/>
        </p:nvSpPr>
        <p:spPr>
          <a:xfrm>
            <a:off x="3009207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3-train-input-15-17"/>
          <p:cNvSpPr/>
          <p:nvPr/>
        </p:nvSpPr>
        <p:spPr>
          <a:xfrm>
            <a:off x="3117272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3-train-input-15-18"/>
          <p:cNvSpPr/>
          <p:nvPr/>
        </p:nvSpPr>
        <p:spPr>
          <a:xfrm>
            <a:off x="3225338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3-train-input-15-19"/>
          <p:cNvSpPr/>
          <p:nvPr/>
        </p:nvSpPr>
        <p:spPr>
          <a:xfrm>
            <a:off x="3333403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3-train-input-15-20"/>
          <p:cNvSpPr/>
          <p:nvPr/>
        </p:nvSpPr>
        <p:spPr>
          <a:xfrm>
            <a:off x="3441469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3-train-input-15-21"/>
          <p:cNvSpPr/>
          <p:nvPr/>
        </p:nvSpPr>
        <p:spPr>
          <a:xfrm>
            <a:off x="3549534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3-train-input-16-0"/>
          <p:cNvSpPr/>
          <p:nvPr/>
        </p:nvSpPr>
        <p:spPr>
          <a:xfrm>
            <a:off x="1280160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3-train-input-16-1"/>
          <p:cNvSpPr/>
          <p:nvPr/>
        </p:nvSpPr>
        <p:spPr>
          <a:xfrm>
            <a:off x="1388225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3-train-input-16-2"/>
          <p:cNvSpPr/>
          <p:nvPr/>
        </p:nvSpPr>
        <p:spPr>
          <a:xfrm>
            <a:off x="1496290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3-train-input-16-3"/>
          <p:cNvSpPr/>
          <p:nvPr/>
        </p:nvSpPr>
        <p:spPr>
          <a:xfrm>
            <a:off x="1604356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3-train-input-16-4"/>
          <p:cNvSpPr/>
          <p:nvPr/>
        </p:nvSpPr>
        <p:spPr>
          <a:xfrm>
            <a:off x="1712421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3-train-input-16-5"/>
          <p:cNvSpPr/>
          <p:nvPr/>
        </p:nvSpPr>
        <p:spPr>
          <a:xfrm>
            <a:off x="1820487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3-train-input-16-6"/>
          <p:cNvSpPr/>
          <p:nvPr/>
        </p:nvSpPr>
        <p:spPr>
          <a:xfrm>
            <a:off x="1928552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3-train-input-16-7"/>
          <p:cNvSpPr/>
          <p:nvPr/>
        </p:nvSpPr>
        <p:spPr>
          <a:xfrm>
            <a:off x="2036618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3-train-input-16-8"/>
          <p:cNvSpPr/>
          <p:nvPr/>
        </p:nvSpPr>
        <p:spPr>
          <a:xfrm>
            <a:off x="2144683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3-train-input-16-9"/>
          <p:cNvSpPr/>
          <p:nvPr/>
        </p:nvSpPr>
        <p:spPr>
          <a:xfrm>
            <a:off x="2252749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3-train-input-16-10"/>
          <p:cNvSpPr/>
          <p:nvPr/>
        </p:nvSpPr>
        <p:spPr>
          <a:xfrm>
            <a:off x="2360814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3-train-input-16-11"/>
          <p:cNvSpPr/>
          <p:nvPr/>
        </p:nvSpPr>
        <p:spPr>
          <a:xfrm>
            <a:off x="246888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3-train-input-16-12"/>
          <p:cNvSpPr/>
          <p:nvPr/>
        </p:nvSpPr>
        <p:spPr>
          <a:xfrm>
            <a:off x="2576945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3-train-input-16-13"/>
          <p:cNvSpPr/>
          <p:nvPr/>
        </p:nvSpPr>
        <p:spPr>
          <a:xfrm>
            <a:off x="2685010" y="346640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3-train-input-16-14"/>
          <p:cNvSpPr/>
          <p:nvPr/>
        </p:nvSpPr>
        <p:spPr>
          <a:xfrm>
            <a:off x="2793076" y="346640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3-train-input-16-15"/>
          <p:cNvSpPr/>
          <p:nvPr/>
        </p:nvSpPr>
        <p:spPr>
          <a:xfrm>
            <a:off x="2901141" y="346640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3-train-input-16-16"/>
          <p:cNvSpPr/>
          <p:nvPr/>
        </p:nvSpPr>
        <p:spPr>
          <a:xfrm>
            <a:off x="3009207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3-train-input-16-17"/>
          <p:cNvSpPr/>
          <p:nvPr/>
        </p:nvSpPr>
        <p:spPr>
          <a:xfrm>
            <a:off x="3117272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3-train-input-16-18"/>
          <p:cNvSpPr/>
          <p:nvPr/>
        </p:nvSpPr>
        <p:spPr>
          <a:xfrm>
            <a:off x="3225338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3-train-input-16-19"/>
          <p:cNvSpPr/>
          <p:nvPr/>
        </p:nvSpPr>
        <p:spPr>
          <a:xfrm>
            <a:off x="3333403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3-train-input-16-20"/>
          <p:cNvSpPr/>
          <p:nvPr/>
        </p:nvSpPr>
        <p:spPr>
          <a:xfrm>
            <a:off x="3441469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3-train-input-16-21"/>
          <p:cNvSpPr/>
          <p:nvPr/>
        </p:nvSpPr>
        <p:spPr>
          <a:xfrm>
            <a:off x="3549534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3-train-input-17-0"/>
          <p:cNvSpPr/>
          <p:nvPr/>
        </p:nvSpPr>
        <p:spPr>
          <a:xfrm>
            <a:off x="1280160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3-train-input-17-1"/>
          <p:cNvSpPr/>
          <p:nvPr/>
        </p:nvSpPr>
        <p:spPr>
          <a:xfrm>
            <a:off x="1388225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3-train-input-17-2"/>
          <p:cNvSpPr/>
          <p:nvPr/>
        </p:nvSpPr>
        <p:spPr>
          <a:xfrm>
            <a:off x="1496290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3-train-input-17-3"/>
          <p:cNvSpPr/>
          <p:nvPr/>
        </p:nvSpPr>
        <p:spPr>
          <a:xfrm>
            <a:off x="1604356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3-train-input-17-4"/>
          <p:cNvSpPr/>
          <p:nvPr/>
        </p:nvSpPr>
        <p:spPr>
          <a:xfrm>
            <a:off x="1712421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3-train-input-17-5"/>
          <p:cNvSpPr/>
          <p:nvPr/>
        </p:nvSpPr>
        <p:spPr>
          <a:xfrm>
            <a:off x="1820487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3-train-input-17-6"/>
          <p:cNvSpPr/>
          <p:nvPr/>
        </p:nvSpPr>
        <p:spPr>
          <a:xfrm>
            <a:off x="1928552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3-train-input-17-7"/>
          <p:cNvSpPr/>
          <p:nvPr/>
        </p:nvSpPr>
        <p:spPr>
          <a:xfrm>
            <a:off x="2036618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3-train-input-17-8"/>
          <p:cNvSpPr/>
          <p:nvPr/>
        </p:nvSpPr>
        <p:spPr>
          <a:xfrm>
            <a:off x="2144683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3-train-input-17-9"/>
          <p:cNvSpPr/>
          <p:nvPr/>
        </p:nvSpPr>
        <p:spPr>
          <a:xfrm>
            <a:off x="2252749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3-train-input-17-10"/>
          <p:cNvSpPr/>
          <p:nvPr/>
        </p:nvSpPr>
        <p:spPr>
          <a:xfrm>
            <a:off x="2360814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3-train-input-17-11"/>
          <p:cNvSpPr/>
          <p:nvPr/>
        </p:nvSpPr>
        <p:spPr>
          <a:xfrm>
            <a:off x="246888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3-train-input-17-12"/>
          <p:cNvSpPr/>
          <p:nvPr/>
        </p:nvSpPr>
        <p:spPr>
          <a:xfrm>
            <a:off x="2576945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3-train-input-17-13"/>
          <p:cNvSpPr/>
          <p:nvPr/>
        </p:nvSpPr>
        <p:spPr>
          <a:xfrm>
            <a:off x="2685010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3-train-input-17-14"/>
          <p:cNvSpPr/>
          <p:nvPr/>
        </p:nvSpPr>
        <p:spPr>
          <a:xfrm>
            <a:off x="2793076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3-train-input-17-15"/>
          <p:cNvSpPr/>
          <p:nvPr/>
        </p:nvSpPr>
        <p:spPr>
          <a:xfrm>
            <a:off x="2901141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3-train-input-17-16"/>
          <p:cNvSpPr/>
          <p:nvPr/>
        </p:nvSpPr>
        <p:spPr>
          <a:xfrm>
            <a:off x="3009207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3-train-input-17-17"/>
          <p:cNvSpPr/>
          <p:nvPr/>
        </p:nvSpPr>
        <p:spPr>
          <a:xfrm>
            <a:off x="3117272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3-train-input-17-18"/>
          <p:cNvSpPr/>
          <p:nvPr/>
        </p:nvSpPr>
        <p:spPr>
          <a:xfrm>
            <a:off x="3225338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3-train-input-17-19"/>
          <p:cNvSpPr/>
          <p:nvPr/>
        </p:nvSpPr>
        <p:spPr>
          <a:xfrm>
            <a:off x="3333403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3-train-input-17-20"/>
          <p:cNvSpPr/>
          <p:nvPr/>
        </p:nvSpPr>
        <p:spPr>
          <a:xfrm>
            <a:off x="3441469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3-train-input-17-21"/>
          <p:cNvSpPr/>
          <p:nvPr/>
        </p:nvSpPr>
        <p:spPr>
          <a:xfrm>
            <a:off x="3549534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3-train-input-18-0"/>
          <p:cNvSpPr/>
          <p:nvPr/>
        </p:nvSpPr>
        <p:spPr>
          <a:xfrm>
            <a:off x="128016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3-train-input-18-1"/>
          <p:cNvSpPr/>
          <p:nvPr/>
        </p:nvSpPr>
        <p:spPr>
          <a:xfrm>
            <a:off x="1388225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3-train-input-18-2"/>
          <p:cNvSpPr/>
          <p:nvPr/>
        </p:nvSpPr>
        <p:spPr>
          <a:xfrm>
            <a:off x="149629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3-train-input-18-3"/>
          <p:cNvSpPr/>
          <p:nvPr/>
        </p:nvSpPr>
        <p:spPr>
          <a:xfrm>
            <a:off x="1604356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3-train-input-18-4"/>
          <p:cNvSpPr/>
          <p:nvPr/>
        </p:nvSpPr>
        <p:spPr>
          <a:xfrm>
            <a:off x="1712421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3-train-input-18-5"/>
          <p:cNvSpPr/>
          <p:nvPr/>
        </p:nvSpPr>
        <p:spPr>
          <a:xfrm>
            <a:off x="1820487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3-train-input-18-6"/>
          <p:cNvSpPr/>
          <p:nvPr/>
        </p:nvSpPr>
        <p:spPr>
          <a:xfrm>
            <a:off x="1928552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3-train-input-18-7"/>
          <p:cNvSpPr/>
          <p:nvPr/>
        </p:nvSpPr>
        <p:spPr>
          <a:xfrm>
            <a:off x="2036618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3-train-input-18-8"/>
          <p:cNvSpPr/>
          <p:nvPr/>
        </p:nvSpPr>
        <p:spPr>
          <a:xfrm>
            <a:off x="2144683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3-train-input-18-9"/>
          <p:cNvSpPr/>
          <p:nvPr/>
        </p:nvSpPr>
        <p:spPr>
          <a:xfrm>
            <a:off x="2252749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3-train-input-18-10"/>
          <p:cNvSpPr/>
          <p:nvPr/>
        </p:nvSpPr>
        <p:spPr>
          <a:xfrm>
            <a:off x="2360814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3-train-input-18-11"/>
          <p:cNvSpPr/>
          <p:nvPr/>
        </p:nvSpPr>
        <p:spPr>
          <a:xfrm>
            <a:off x="246888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3-train-input-18-12"/>
          <p:cNvSpPr/>
          <p:nvPr/>
        </p:nvSpPr>
        <p:spPr>
          <a:xfrm>
            <a:off x="2576945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3-train-input-18-13"/>
          <p:cNvSpPr/>
          <p:nvPr/>
        </p:nvSpPr>
        <p:spPr>
          <a:xfrm>
            <a:off x="2685010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3-train-input-18-14"/>
          <p:cNvSpPr/>
          <p:nvPr/>
        </p:nvSpPr>
        <p:spPr>
          <a:xfrm>
            <a:off x="2793076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3-train-input-18-15"/>
          <p:cNvSpPr/>
          <p:nvPr/>
        </p:nvSpPr>
        <p:spPr>
          <a:xfrm>
            <a:off x="2901141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3-train-input-18-16"/>
          <p:cNvSpPr/>
          <p:nvPr/>
        </p:nvSpPr>
        <p:spPr>
          <a:xfrm>
            <a:off x="3009207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3-train-input-18-17"/>
          <p:cNvSpPr/>
          <p:nvPr/>
        </p:nvSpPr>
        <p:spPr>
          <a:xfrm>
            <a:off x="3117272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3-train-input-18-18"/>
          <p:cNvSpPr/>
          <p:nvPr/>
        </p:nvSpPr>
        <p:spPr>
          <a:xfrm>
            <a:off x="3225338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3-train-input-18-19"/>
          <p:cNvSpPr/>
          <p:nvPr/>
        </p:nvSpPr>
        <p:spPr>
          <a:xfrm>
            <a:off x="3333403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3-train-input-18-20"/>
          <p:cNvSpPr/>
          <p:nvPr/>
        </p:nvSpPr>
        <p:spPr>
          <a:xfrm>
            <a:off x="3441469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3-train-input-18-21"/>
          <p:cNvSpPr/>
          <p:nvPr/>
        </p:nvSpPr>
        <p:spPr>
          <a:xfrm>
            <a:off x="3549534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3-train-input-19-0"/>
          <p:cNvSpPr/>
          <p:nvPr/>
        </p:nvSpPr>
        <p:spPr>
          <a:xfrm>
            <a:off x="128016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3-train-input-19-1"/>
          <p:cNvSpPr/>
          <p:nvPr/>
        </p:nvSpPr>
        <p:spPr>
          <a:xfrm>
            <a:off x="1388225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3-train-input-19-2"/>
          <p:cNvSpPr/>
          <p:nvPr/>
        </p:nvSpPr>
        <p:spPr>
          <a:xfrm>
            <a:off x="149629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3-train-input-19-3"/>
          <p:cNvSpPr/>
          <p:nvPr/>
        </p:nvSpPr>
        <p:spPr>
          <a:xfrm>
            <a:off x="1604356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3-train-input-19-4"/>
          <p:cNvSpPr/>
          <p:nvPr/>
        </p:nvSpPr>
        <p:spPr>
          <a:xfrm>
            <a:off x="1712421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3-train-input-19-5"/>
          <p:cNvSpPr/>
          <p:nvPr/>
        </p:nvSpPr>
        <p:spPr>
          <a:xfrm>
            <a:off x="1820487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3-train-input-19-6"/>
          <p:cNvSpPr/>
          <p:nvPr/>
        </p:nvSpPr>
        <p:spPr>
          <a:xfrm>
            <a:off x="1928552" y="3790603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3-train-input-19-7"/>
          <p:cNvSpPr/>
          <p:nvPr/>
        </p:nvSpPr>
        <p:spPr>
          <a:xfrm>
            <a:off x="2036618" y="3790603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3-train-input-19-8"/>
          <p:cNvSpPr/>
          <p:nvPr/>
        </p:nvSpPr>
        <p:spPr>
          <a:xfrm>
            <a:off x="2144683" y="3790603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3-train-input-19-9"/>
          <p:cNvSpPr/>
          <p:nvPr/>
        </p:nvSpPr>
        <p:spPr>
          <a:xfrm>
            <a:off x="2252749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3-train-input-19-10"/>
          <p:cNvSpPr/>
          <p:nvPr/>
        </p:nvSpPr>
        <p:spPr>
          <a:xfrm>
            <a:off x="2360814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3-train-input-19-11"/>
          <p:cNvSpPr/>
          <p:nvPr/>
        </p:nvSpPr>
        <p:spPr>
          <a:xfrm>
            <a:off x="246888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3-train-input-19-12"/>
          <p:cNvSpPr/>
          <p:nvPr/>
        </p:nvSpPr>
        <p:spPr>
          <a:xfrm>
            <a:off x="2576945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3-train-input-19-13"/>
          <p:cNvSpPr/>
          <p:nvPr/>
        </p:nvSpPr>
        <p:spPr>
          <a:xfrm>
            <a:off x="2685010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3-train-input-19-14"/>
          <p:cNvSpPr/>
          <p:nvPr/>
        </p:nvSpPr>
        <p:spPr>
          <a:xfrm>
            <a:off x="2793076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3-train-input-19-15"/>
          <p:cNvSpPr/>
          <p:nvPr/>
        </p:nvSpPr>
        <p:spPr>
          <a:xfrm>
            <a:off x="2901141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3-train-input-19-16"/>
          <p:cNvSpPr/>
          <p:nvPr/>
        </p:nvSpPr>
        <p:spPr>
          <a:xfrm>
            <a:off x="3009207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3-train-input-19-17"/>
          <p:cNvSpPr/>
          <p:nvPr/>
        </p:nvSpPr>
        <p:spPr>
          <a:xfrm>
            <a:off x="3117272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3-train-input-19-18"/>
          <p:cNvSpPr/>
          <p:nvPr/>
        </p:nvSpPr>
        <p:spPr>
          <a:xfrm>
            <a:off x="3225338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3-train-input-19-19"/>
          <p:cNvSpPr/>
          <p:nvPr/>
        </p:nvSpPr>
        <p:spPr>
          <a:xfrm>
            <a:off x="3333403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3-train-input-19-20"/>
          <p:cNvSpPr/>
          <p:nvPr/>
        </p:nvSpPr>
        <p:spPr>
          <a:xfrm>
            <a:off x="3441469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3-train-input-19-21"/>
          <p:cNvSpPr/>
          <p:nvPr/>
        </p:nvSpPr>
        <p:spPr>
          <a:xfrm>
            <a:off x="3549534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3-train-input-20-0"/>
          <p:cNvSpPr/>
          <p:nvPr/>
        </p:nvSpPr>
        <p:spPr>
          <a:xfrm>
            <a:off x="128016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3-train-input-20-1"/>
          <p:cNvSpPr/>
          <p:nvPr/>
        </p:nvSpPr>
        <p:spPr>
          <a:xfrm>
            <a:off x="1388225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3-train-input-20-2"/>
          <p:cNvSpPr/>
          <p:nvPr/>
        </p:nvSpPr>
        <p:spPr>
          <a:xfrm>
            <a:off x="149629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3-train-input-20-3"/>
          <p:cNvSpPr/>
          <p:nvPr/>
        </p:nvSpPr>
        <p:spPr>
          <a:xfrm>
            <a:off x="160435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3-train-input-20-4"/>
          <p:cNvSpPr/>
          <p:nvPr/>
        </p:nvSpPr>
        <p:spPr>
          <a:xfrm>
            <a:off x="171242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3-train-input-20-5"/>
          <p:cNvSpPr/>
          <p:nvPr/>
        </p:nvSpPr>
        <p:spPr>
          <a:xfrm>
            <a:off x="1820487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3-train-input-20-6"/>
          <p:cNvSpPr/>
          <p:nvPr/>
        </p:nvSpPr>
        <p:spPr>
          <a:xfrm>
            <a:off x="1928552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3-train-input-20-7"/>
          <p:cNvSpPr/>
          <p:nvPr/>
        </p:nvSpPr>
        <p:spPr>
          <a:xfrm>
            <a:off x="2036618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3-train-input-20-8"/>
          <p:cNvSpPr/>
          <p:nvPr/>
        </p:nvSpPr>
        <p:spPr>
          <a:xfrm>
            <a:off x="2144683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3-train-input-20-9"/>
          <p:cNvSpPr/>
          <p:nvPr/>
        </p:nvSpPr>
        <p:spPr>
          <a:xfrm>
            <a:off x="2252749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3-train-input-20-10"/>
          <p:cNvSpPr/>
          <p:nvPr/>
        </p:nvSpPr>
        <p:spPr>
          <a:xfrm>
            <a:off x="2360814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3-train-input-20-11"/>
          <p:cNvSpPr/>
          <p:nvPr/>
        </p:nvSpPr>
        <p:spPr>
          <a:xfrm>
            <a:off x="246888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3-train-input-20-12"/>
          <p:cNvSpPr/>
          <p:nvPr/>
        </p:nvSpPr>
        <p:spPr>
          <a:xfrm>
            <a:off x="2576945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3-train-input-20-13"/>
          <p:cNvSpPr/>
          <p:nvPr/>
        </p:nvSpPr>
        <p:spPr>
          <a:xfrm>
            <a:off x="268501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3-train-input-20-14"/>
          <p:cNvSpPr/>
          <p:nvPr/>
        </p:nvSpPr>
        <p:spPr>
          <a:xfrm>
            <a:off x="279307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3-train-input-20-15"/>
          <p:cNvSpPr/>
          <p:nvPr/>
        </p:nvSpPr>
        <p:spPr>
          <a:xfrm>
            <a:off x="290114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3-train-input-20-16"/>
          <p:cNvSpPr/>
          <p:nvPr/>
        </p:nvSpPr>
        <p:spPr>
          <a:xfrm>
            <a:off x="3009207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3-train-input-20-17"/>
          <p:cNvSpPr/>
          <p:nvPr/>
        </p:nvSpPr>
        <p:spPr>
          <a:xfrm>
            <a:off x="3117272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3-train-input-20-18"/>
          <p:cNvSpPr/>
          <p:nvPr/>
        </p:nvSpPr>
        <p:spPr>
          <a:xfrm>
            <a:off x="3225338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3-train-input-20-19"/>
          <p:cNvSpPr/>
          <p:nvPr/>
        </p:nvSpPr>
        <p:spPr>
          <a:xfrm>
            <a:off x="3333403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3-train-input-20-20"/>
          <p:cNvSpPr/>
          <p:nvPr/>
        </p:nvSpPr>
        <p:spPr>
          <a:xfrm>
            <a:off x="3441469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3-train-input-20-21"/>
          <p:cNvSpPr/>
          <p:nvPr/>
        </p:nvSpPr>
        <p:spPr>
          <a:xfrm>
            <a:off x="3549534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3-train-input-21-0"/>
          <p:cNvSpPr/>
          <p:nvPr/>
        </p:nvSpPr>
        <p:spPr>
          <a:xfrm>
            <a:off x="128016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3-train-input-21-1"/>
          <p:cNvSpPr/>
          <p:nvPr/>
        </p:nvSpPr>
        <p:spPr>
          <a:xfrm>
            <a:off x="138822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3-train-input-21-2"/>
          <p:cNvSpPr/>
          <p:nvPr/>
        </p:nvSpPr>
        <p:spPr>
          <a:xfrm>
            <a:off x="149629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3-train-input-21-3"/>
          <p:cNvSpPr/>
          <p:nvPr/>
        </p:nvSpPr>
        <p:spPr>
          <a:xfrm>
            <a:off x="160435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3-train-input-21-4"/>
          <p:cNvSpPr/>
          <p:nvPr/>
        </p:nvSpPr>
        <p:spPr>
          <a:xfrm>
            <a:off x="171242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3-train-input-21-5"/>
          <p:cNvSpPr/>
          <p:nvPr/>
        </p:nvSpPr>
        <p:spPr>
          <a:xfrm>
            <a:off x="182048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3-train-input-21-6"/>
          <p:cNvSpPr/>
          <p:nvPr/>
        </p:nvSpPr>
        <p:spPr>
          <a:xfrm>
            <a:off x="192855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3-train-input-21-7"/>
          <p:cNvSpPr/>
          <p:nvPr/>
        </p:nvSpPr>
        <p:spPr>
          <a:xfrm>
            <a:off x="203661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3-train-input-21-8"/>
          <p:cNvSpPr/>
          <p:nvPr/>
        </p:nvSpPr>
        <p:spPr>
          <a:xfrm>
            <a:off x="214468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3-train-input-21-9"/>
          <p:cNvSpPr/>
          <p:nvPr/>
        </p:nvSpPr>
        <p:spPr>
          <a:xfrm>
            <a:off x="225274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3-train-input-21-10"/>
          <p:cNvSpPr/>
          <p:nvPr/>
        </p:nvSpPr>
        <p:spPr>
          <a:xfrm>
            <a:off x="236081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3-train-input-21-11"/>
          <p:cNvSpPr/>
          <p:nvPr/>
        </p:nvSpPr>
        <p:spPr>
          <a:xfrm>
            <a:off x="246888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3-train-input-21-12"/>
          <p:cNvSpPr/>
          <p:nvPr/>
        </p:nvSpPr>
        <p:spPr>
          <a:xfrm>
            <a:off x="257694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3-train-input-21-13"/>
          <p:cNvSpPr/>
          <p:nvPr/>
        </p:nvSpPr>
        <p:spPr>
          <a:xfrm>
            <a:off x="268501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3-train-input-21-14"/>
          <p:cNvSpPr/>
          <p:nvPr/>
        </p:nvSpPr>
        <p:spPr>
          <a:xfrm>
            <a:off x="279307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3-train-input-21-15"/>
          <p:cNvSpPr/>
          <p:nvPr/>
        </p:nvSpPr>
        <p:spPr>
          <a:xfrm>
            <a:off x="290114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3-train-input-21-16"/>
          <p:cNvSpPr/>
          <p:nvPr/>
        </p:nvSpPr>
        <p:spPr>
          <a:xfrm>
            <a:off x="300920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3-train-input-21-17"/>
          <p:cNvSpPr/>
          <p:nvPr/>
        </p:nvSpPr>
        <p:spPr>
          <a:xfrm>
            <a:off x="311727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3-train-input-21-18"/>
          <p:cNvSpPr/>
          <p:nvPr/>
        </p:nvSpPr>
        <p:spPr>
          <a:xfrm>
            <a:off x="322533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3-train-input-21-19"/>
          <p:cNvSpPr/>
          <p:nvPr/>
        </p:nvSpPr>
        <p:spPr>
          <a:xfrm>
            <a:off x="333340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3-train-input-21-20"/>
          <p:cNvSpPr/>
          <p:nvPr/>
        </p:nvSpPr>
        <p:spPr>
          <a:xfrm>
            <a:off x="344146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3-train-input-21-21"/>
          <p:cNvSpPr/>
          <p:nvPr/>
        </p:nvSpPr>
        <p:spPr>
          <a:xfrm>
            <a:off x="354953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3-train-output-0-0"/>
          <p:cNvSpPr/>
          <p:nvPr/>
        </p:nvSpPr>
        <p:spPr>
          <a:xfrm>
            <a:off x="539496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3-train-output-0-1"/>
          <p:cNvSpPr/>
          <p:nvPr/>
        </p:nvSpPr>
        <p:spPr>
          <a:xfrm>
            <a:off x="550302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3-train-output-0-2"/>
          <p:cNvSpPr/>
          <p:nvPr/>
        </p:nvSpPr>
        <p:spPr>
          <a:xfrm>
            <a:off x="561109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3-train-output-0-3"/>
          <p:cNvSpPr/>
          <p:nvPr/>
        </p:nvSpPr>
        <p:spPr>
          <a:xfrm>
            <a:off x="571915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3-train-output-0-4"/>
          <p:cNvSpPr/>
          <p:nvPr/>
        </p:nvSpPr>
        <p:spPr>
          <a:xfrm>
            <a:off x="5827221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3-train-output-0-5"/>
          <p:cNvSpPr/>
          <p:nvPr/>
        </p:nvSpPr>
        <p:spPr>
          <a:xfrm>
            <a:off x="593528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3-train-output-0-6"/>
          <p:cNvSpPr/>
          <p:nvPr/>
        </p:nvSpPr>
        <p:spPr>
          <a:xfrm>
            <a:off x="604335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3-train-output-0-7"/>
          <p:cNvSpPr/>
          <p:nvPr/>
        </p:nvSpPr>
        <p:spPr>
          <a:xfrm>
            <a:off x="615141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3-train-output-0-8"/>
          <p:cNvSpPr/>
          <p:nvPr/>
        </p:nvSpPr>
        <p:spPr>
          <a:xfrm>
            <a:off x="6259483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3-train-output-0-9"/>
          <p:cNvSpPr/>
          <p:nvPr/>
        </p:nvSpPr>
        <p:spPr>
          <a:xfrm>
            <a:off x="636754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3-train-output-0-10"/>
          <p:cNvSpPr/>
          <p:nvPr/>
        </p:nvSpPr>
        <p:spPr>
          <a:xfrm>
            <a:off x="647561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3-train-output-0-11"/>
          <p:cNvSpPr/>
          <p:nvPr/>
        </p:nvSpPr>
        <p:spPr>
          <a:xfrm>
            <a:off x="658368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3-train-output-0-12"/>
          <p:cNvSpPr/>
          <p:nvPr/>
        </p:nvSpPr>
        <p:spPr>
          <a:xfrm>
            <a:off x="669174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3-train-output-0-13"/>
          <p:cNvSpPr/>
          <p:nvPr/>
        </p:nvSpPr>
        <p:spPr>
          <a:xfrm>
            <a:off x="679981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3-train-output-0-14"/>
          <p:cNvSpPr/>
          <p:nvPr/>
        </p:nvSpPr>
        <p:spPr>
          <a:xfrm>
            <a:off x="690787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3-train-output-0-15"/>
          <p:cNvSpPr/>
          <p:nvPr/>
        </p:nvSpPr>
        <p:spPr>
          <a:xfrm>
            <a:off x="7015941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3-train-output-0-16"/>
          <p:cNvSpPr/>
          <p:nvPr/>
        </p:nvSpPr>
        <p:spPr>
          <a:xfrm>
            <a:off x="712400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3-train-output-0-17"/>
          <p:cNvSpPr/>
          <p:nvPr/>
        </p:nvSpPr>
        <p:spPr>
          <a:xfrm>
            <a:off x="723207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3-train-output-0-18"/>
          <p:cNvSpPr/>
          <p:nvPr/>
        </p:nvSpPr>
        <p:spPr>
          <a:xfrm>
            <a:off x="734013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3-train-output-0-19"/>
          <p:cNvSpPr/>
          <p:nvPr/>
        </p:nvSpPr>
        <p:spPr>
          <a:xfrm>
            <a:off x="7448203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3-train-output-0-20"/>
          <p:cNvSpPr/>
          <p:nvPr/>
        </p:nvSpPr>
        <p:spPr>
          <a:xfrm>
            <a:off x="755626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3-train-output-0-21"/>
          <p:cNvSpPr/>
          <p:nvPr/>
        </p:nvSpPr>
        <p:spPr>
          <a:xfrm>
            <a:off x="766433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3-train-output-1-0"/>
          <p:cNvSpPr/>
          <p:nvPr/>
        </p:nvSpPr>
        <p:spPr>
          <a:xfrm>
            <a:off x="5394960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3-train-output-1-1"/>
          <p:cNvSpPr/>
          <p:nvPr/>
        </p:nvSpPr>
        <p:spPr>
          <a:xfrm>
            <a:off x="5503025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grid-3-train-output-1-2"/>
          <p:cNvSpPr/>
          <p:nvPr/>
        </p:nvSpPr>
        <p:spPr>
          <a:xfrm>
            <a:off x="5611090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grid-3-train-output-1-3"/>
          <p:cNvSpPr/>
          <p:nvPr/>
        </p:nvSpPr>
        <p:spPr>
          <a:xfrm>
            <a:off x="5719156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grid-3-train-output-1-4"/>
          <p:cNvSpPr/>
          <p:nvPr/>
        </p:nvSpPr>
        <p:spPr>
          <a:xfrm>
            <a:off x="5827221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grid-3-train-output-1-5"/>
          <p:cNvSpPr/>
          <p:nvPr/>
        </p:nvSpPr>
        <p:spPr>
          <a:xfrm>
            <a:off x="5935287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grid-3-train-output-1-6"/>
          <p:cNvSpPr/>
          <p:nvPr/>
        </p:nvSpPr>
        <p:spPr>
          <a:xfrm>
            <a:off x="6043352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grid-3-train-output-1-7"/>
          <p:cNvSpPr/>
          <p:nvPr/>
        </p:nvSpPr>
        <p:spPr>
          <a:xfrm>
            <a:off x="6151418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grid-3-train-output-1-8"/>
          <p:cNvSpPr/>
          <p:nvPr/>
        </p:nvSpPr>
        <p:spPr>
          <a:xfrm>
            <a:off x="6259483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grid-3-train-output-1-9"/>
          <p:cNvSpPr/>
          <p:nvPr/>
        </p:nvSpPr>
        <p:spPr>
          <a:xfrm>
            <a:off x="636754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grid-3-train-output-1-10"/>
          <p:cNvSpPr/>
          <p:nvPr/>
        </p:nvSpPr>
        <p:spPr>
          <a:xfrm>
            <a:off x="647561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grid-3-train-output-1-11"/>
          <p:cNvSpPr/>
          <p:nvPr/>
        </p:nvSpPr>
        <p:spPr>
          <a:xfrm>
            <a:off x="658368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grid-3-train-output-1-12"/>
          <p:cNvSpPr/>
          <p:nvPr/>
        </p:nvSpPr>
        <p:spPr>
          <a:xfrm>
            <a:off x="6691745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grid-3-train-output-1-13"/>
          <p:cNvSpPr/>
          <p:nvPr/>
        </p:nvSpPr>
        <p:spPr>
          <a:xfrm>
            <a:off x="679981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grid-3-train-output-1-14"/>
          <p:cNvSpPr/>
          <p:nvPr/>
        </p:nvSpPr>
        <p:spPr>
          <a:xfrm>
            <a:off x="6907876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grid-3-train-output-1-15"/>
          <p:cNvSpPr/>
          <p:nvPr/>
        </p:nvSpPr>
        <p:spPr>
          <a:xfrm>
            <a:off x="7015941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grid-3-train-output-1-16"/>
          <p:cNvSpPr/>
          <p:nvPr/>
        </p:nvSpPr>
        <p:spPr>
          <a:xfrm>
            <a:off x="7124007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grid-3-train-output-1-17"/>
          <p:cNvSpPr/>
          <p:nvPr/>
        </p:nvSpPr>
        <p:spPr>
          <a:xfrm>
            <a:off x="7232072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grid-3-train-output-1-18"/>
          <p:cNvSpPr/>
          <p:nvPr/>
        </p:nvSpPr>
        <p:spPr>
          <a:xfrm>
            <a:off x="7340138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grid-3-train-output-1-19"/>
          <p:cNvSpPr/>
          <p:nvPr/>
        </p:nvSpPr>
        <p:spPr>
          <a:xfrm>
            <a:off x="7448203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grid-3-train-output-1-20"/>
          <p:cNvSpPr/>
          <p:nvPr/>
        </p:nvSpPr>
        <p:spPr>
          <a:xfrm>
            <a:off x="755626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grid-3-train-output-1-21"/>
          <p:cNvSpPr/>
          <p:nvPr/>
        </p:nvSpPr>
        <p:spPr>
          <a:xfrm>
            <a:off x="766433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grid-3-train-output-2-0"/>
          <p:cNvSpPr/>
          <p:nvPr/>
        </p:nvSpPr>
        <p:spPr>
          <a:xfrm>
            <a:off x="5394960" y="195349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grid-3-train-output-2-1"/>
          <p:cNvSpPr/>
          <p:nvPr/>
        </p:nvSpPr>
        <p:spPr>
          <a:xfrm>
            <a:off x="5503025" y="195349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grid-3-train-output-2-2"/>
          <p:cNvSpPr/>
          <p:nvPr/>
        </p:nvSpPr>
        <p:spPr>
          <a:xfrm>
            <a:off x="5611090" y="195349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grid-3-train-output-2-3"/>
          <p:cNvSpPr/>
          <p:nvPr/>
        </p:nvSpPr>
        <p:spPr>
          <a:xfrm>
            <a:off x="5719156" y="195349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grid-3-train-output-2-4"/>
          <p:cNvSpPr/>
          <p:nvPr/>
        </p:nvSpPr>
        <p:spPr>
          <a:xfrm>
            <a:off x="5827221" y="195349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grid-3-train-output-2-5"/>
          <p:cNvSpPr/>
          <p:nvPr/>
        </p:nvSpPr>
        <p:spPr>
          <a:xfrm>
            <a:off x="5935287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grid-3-train-output-2-6"/>
          <p:cNvSpPr/>
          <p:nvPr/>
        </p:nvSpPr>
        <p:spPr>
          <a:xfrm>
            <a:off x="6043352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grid-3-train-output-2-7"/>
          <p:cNvSpPr/>
          <p:nvPr/>
        </p:nvSpPr>
        <p:spPr>
          <a:xfrm>
            <a:off x="6151418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grid-3-train-output-2-8"/>
          <p:cNvSpPr/>
          <p:nvPr/>
        </p:nvSpPr>
        <p:spPr>
          <a:xfrm>
            <a:off x="6259483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grid-3-train-output-2-9"/>
          <p:cNvSpPr/>
          <p:nvPr/>
        </p:nvSpPr>
        <p:spPr>
          <a:xfrm>
            <a:off x="6367549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grid-3-train-output-2-10"/>
          <p:cNvSpPr/>
          <p:nvPr/>
        </p:nvSpPr>
        <p:spPr>
          <a:xfrm>
            <a:off x="6475614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grid-3-train-output-2-11"/>
          <p:cNvSpPr/>
          <p:nvPr/>
        </p:nvSpPr>
        <p:spPr>
          <a:xfrm>
            <a:off x="658368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grid-3-train-output-2-12"/>
          <p:cNvSpPr/>
          <p:nvPr/>
        </p:nvSpPr>
        <p:spPr>
          <a:xfrm>
            <a:off x="6691745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grid-3-train-output-2-13"/>
          <p:cNvSpPr/>
          <p:nvPr/>
        </p:nvSpPr>
        <p:spPr>
          <a:xfrm>
            <a:off x="679981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grid-3-train-output-2-14"/>
          <p:cNvSpPr/>
          <p:nvPr/>
        </p:nvSpPr>
        <p:spPr>
          <a:xfrm>
            <a:off x="6907876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grid-3-train-output-2-15"/>
          <p:cNvSpPr/>
          <p:nvPr/>
        </p:nvSpPr>
        <p:spPr>
          <a:xfrm>
            <a:off x="7015941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grid-3-train-output-2-16"/>
          <p:cNvSpPr/>
          <p:nvPr/>
        </p:nvSpPr>
        <p:spPr>
          <a:xfrm>
            <a:off x="7124007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grid-3-train-output-2-17"/>
          <p:cNvSpPr/>
          <p:nvPr/>
        </p:nvSpPr>
        <p:spPr>
          <a:xfrm>
            <a:off x="7232072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grid-3-train-output-2-18"/>
          <p:cNvSpPr/>
          <p:nvPr/>
        </p:nvSpPr>
        <p:spPr>
          <a:xfrm>
            <a:off x="7340138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grid-3-train-output-2-19"/>
          <p:cNvSpPr/>
          <p:nvPr/>
        </p:nvSpPr>
        <p:spPr>
          <a:xfrm>
            <a:off x="7448203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grid-3-train-output-2-20"/>
          <p:cNvSpPr/>
          <p:nvPr/>
        </p:nvSpPr>
        <p:spPr>
          <a:xfrm>
            <a:off x="7556269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grid-3-train-output-2-21"/>
          <p:cNvSpPr/>
          <p:nvPr/>
        </p:nvSpPr>
        <p:spPr>
          <a:xfrm>
            <a:off x="7664334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grid-3-train-output-3-0"/>
          <p:cNvSpPr/>
          <p:nvPr/>
        </p:nvSpPr>
        <p:spPr>
          <a:xfrm>
            <a:off x="5394960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grid-3-train-output-3-1"/>
          <p:cNvSpPr/>
          <p:nvPr/>
        </p:nvSpPr>
        <p:spPr>
          <a:xfrm>
            <a:off x="5503025" y="2061556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grid-3-train-output-3-2"/>
          <p:cNvSpPr/>
          <p:nvPr/>
        </p:nvSpPr>
        <p:spPr>
          <a:xfrm>
            <a:off x="5611090" y="2061556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grid-3-train-output-3-3"/>
          <p:cNvSpPr/>
          <p:nvPr/>
        </p:nvSpPr>
        <p:spPr>
          <a:xfrm>
            <a:off x="5719156" y="2061556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grid-3-train-output-3-4"/>
          <p:cNvSpPr/>
          <p:nvPr/>
        </p:nvSpPr>
        <p:spPr>
          <a:xfrm>
            <a:off x="5827221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grid-3-train-output-3-5"/>
          <p:cNvSpPr/>
          <p:nvPr/>
        </p:nvSpPr>
        <p:spPr>
          <a:xfrm>
            <a:off x="5935287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grid-3-train-output-3-6"/>
          <p:cNvSpPr/>
          <p:nvPr/>
        </p:nvSpPr>
        <p:spPr>
          <a:xfrm>
            <a:off x="6043352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grid-3-train-output-3-7"/>
          <p:cNvSpPr/>
          <p:nvPr/>
        </p:nvSpPr>
        <p:spPr>
          <a:xfrm>
            <a:off x="6151418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grid-3-train-output-3-8"/>
          <p:cNvSpPr/>
          <p:nvPr/>
        </p:nvSpPr>
        <p:spPr>
          <a:xfrm>
            <a:off x="6259483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grid-3-train-output-3-9"/>
          <p:cNvSpPr/>
          <p:nvPr/>
        </p:nvSpPr>
        <p:spPr>
          <a:xfrm>
            <a:off x="6367549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grid-3-train-output-3-10"/>
          <p:cNvSpPr/>
          <p:nvPr/>
        </p:nvSpPr>
        <p:spPr>
          <a:xfrm>
            <a:off x="6475614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grid-3-train-output-3-11"/>
          <p:cNvSpPr/>
          <p:nvPr/>
        </p:nvSpPr>
        <p:spPr>
          <a:xfrm>
            <a:off x="658368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grid-3-train-output-3-12"/>
          <p:cNvSpPr/>
          <p:nvPr/>
        </p:nvSpPr>
        <p:spPr>
          <a:xfrm>
            <a:off x="6691745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grid-3-train-output-3-13"/>
          <p:cNvSpPr/>
          <p:nvPr/>
        </p:nvSpPr>
        <p:spPr>
          <a:xfrm>
            <a:off x="679981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grid-3-train-output-3-14"/>
          <p:cNvSpPr/>
          <p:nvPr/>
        </p:nvSpPr>
        <p:spPr>
          <a:xfrm>
            <a:off x="6907876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grid-3-train-output-3-15"/>
          <p:cNvSpPr/>
          <p:nvPr/>
        </p:nvSpPr>
        <p:spPr>
          <a:xfrm>
            <a:off x="7015941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grid-3-train-output-3-16"/>
          <p:cNvSpPr/>
          <p:nvPr/>
        </p:nvSpPr>
        <p:spPr>
          <a:xfrm>
            <a:off x="7124007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grid-3-train-output-3-17"/>
          <p:cNvSpPr/>
          <p:nvPr/>
        </p:nvSpPr>
        <p:spPr>
          <a:xfrm>
            <a:off x="7232072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grid-3-train-output-3-18"/>
          <p:cNvSpPr/>
          <p:nvPr/>
        </p:nvSpPr>
        <p:spPr>
          <a:xfrm>
            <a:off x="7340138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grid-3-train-output-3-19"/>
          <p:cNvSpPr/>
          <p:nvPr/>
        </p:nvSpPr>
        <p:spPr>
          <a:xfrm>
            <a:off x="7448203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grid-3-train-output-3-20"/>
          <p:cNvSpPr/>
          <p:nvPr/>
        </p:nvSpPr>
        <p:spPr>
          <a:xfrm>
            <a:off x="7556269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grid-3-train-output-3-21"/>
          <p:cNvSpPr/>
          <p:nvPr/>
        </p:nvSpPr>
        <p:spPr>
          <a:xfrm>
            <a:off x="7664334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grid-3-train-output-4-0"/>
          <p:cNvSpPr/>
          <p:nvPr/>
        </p:nvSpPr>
        <p:spPr>
          <a:xfrm>
            <a:off x="5394960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grid-3-train-output-4-1"/>
          <p:cNvSpPr/>
          <p:nvPr/>
        </p:nvSpPr>
        <p:spPr>
          <a:xfrm>
            <a:off x="5503025" y="216962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grid-3-train-output-4-2"/>
          <p:cNvSpPr/>
          <p:nvPr/>
        </p:nvSpPr>
        <p:spPr>
          <a:xfrm>
            <a:off x="5611090" y="216962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grid-3-train-output-4-3"/>
          <p:cNvSpPr/>
          <p:nvPr/>
        </p:nvSpPr>
        <p:spPr>
          <a:xfrm>
            <a:off x="5719156" y="216962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grid-3-train-output-4-4"/>
          <p:cNvSpPr/>
          <p:nvPr/>
        </p:nvSpPr>
        <p:spPr>
          <a:xfrm>
            <a:off x="5827221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grid-3-train-output-4-5"/>
          <p:cNvSpPr/>
          <p:nvPr/>
        </p:nvSpPr>
        <p:spPr>
          <a:xfrm>
            <a:off x="5935287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grid-3-train-output-4-6"/>
          <p:cNvSpPr/>
          <p:nvPr/>
        </p:nvSpPr>
        <p:spPr>
          <a:xfrm>
            <a:off x="6043352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grid-3-train-output-4-7"/>
          <p:cNvSpPr/>
          <p:nvPr/>
        </p:nvSpPr>
        <p:spPr>
          <a:xfrm>
            <a:off x="6151418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grid-3-train-output-4-8"/>
          <p:cNvSpPr/>
          <p:nvPr/>
        </p:nvSpPr>
        <p:spPr>
          <a:xfrm>
            <a:off x="6259483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grid-3-train-output-4-9"/>
          <p:cNvSpPr/>
          <p:nvPr/>
        </p:nvSpPr>
        <p:spPr>
          <a:xfrm>
            <a:off x="6367549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grid-3-train-output-4-10"/>
          <p:cNvSpPr/>
          <p:nvPr/>
        </p:nvSpPr>
        <p:spPr>
          <a:xfrm>
            <a:off x="6475614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grid-3-train-output-4-11"/>
          <p:cNvSpPr/>
          <p:nvPr/>
        </p:nvSpPr>
        <p:spPr>
          <a:xfrm>
            <a:off x="658368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grid-3-train-output-4-12"/>
          <p:cNvSpPr/>
          <p:nvPr/>
        </p:nvSpPr>
        <p:spPr>
          <a:xfrm>
            <a:off x="6691745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grid-3-train-output-4-13"/>
          <p:cNvSpPr/>
          <p:nvPr/>
        </p:nvSpPr>
        <p:spPr>
          <a:xfrm>
            <a:off x="679981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grid-3-train-output-4-14"/>
          <p:cNvSpPr/>
          <p:nvPr/>
        </p:nvSpPr>
        <p:spPr>
          <a:xfrm>
            <a:off x="6907876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id-3-train-output-4-15"/>
          <p:cNvSpPr/>
          <p:nvPr/>
        </p:nvSpPr>
        <p:spPr>
          <a:xfrm>
            <a:off x="7015941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grid-3-train-output-4-16"/>
          <p:cNvSpPr/>
          <p:nvPr/>
        </p:nvSpPr>
        <p:spPr>
          <a:xfrm>
            <a:off x="7124007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id-3-train-output-4-17"/>
          <p:cNvSpPr/>
          <p:nvPr/>
        </p:nvSpPr>
        <p:spPr>
          <a:xfrm>
            <a:off x="7232072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grid-3-train-output-4-18"/>
          <p:cNvSpPr/>
          <p:nvPr/>
        </p:nvSpPr>
        <p:spPr>
          <a:xfrm>
            <a:off x="7340138" y="216962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grid-3-train-output-4-19"/>
          <p:cNvSpPr/>
          <p:nvPr/>
        </p:nvSpPr>
        <p:spPr>
          <a:xfrm>
            <a:off x="7448203" y="216962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grid-3-train-output-4-20"/>
          <p:cNvSpPr/>
          <p:nvPr/>
        </p:nvSpPr>
        <p:spPr>
          <a:xfrm>
            <a:off x="7556269" y="216962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id-3-train-output-4-21"/>
          <p:cNvSpPr/>
          <p:nvPr/>
        </p:nvSpPr>
        <p:spPr>
          <a:xfrm>
            <a:off x="7664334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grid-3-train-output-5-0"/>
          <p:cNvSpPr/>
          <p:nvPr/>
        </p:nvSpPr>
        <p:spPr>
          <a:xfrm>
            <a:off x="5394960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grid-3-train-output-5-1"/>
          <p:cNvSpPr/>
          <p:nvPr/>
        </p:nvSpPr>
        <p:spPr>
          <a:xfrm>
            <a:off x="5503025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grid-3-train-output-5-2"/>
          <p:cNvSpPr/>
          <p:nvPr/>
        </p:nvSpPr>
        <p:spPr>
          <a:xfrm>
            <a:off x="5611090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id-3-train-output-5-3"/>
          <p:cNvSpPr/>
          <p:nvPr/>
        </p:nvSpPr>
        <p:spPr>
          <a:xfrm>
            <a:off x="5719156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grid-3-train-output-5-4"/>
          <p:cNvSpPr/>
          <p:nvPr/>
        </p:nvSpPr>
        <p:spPr>
          <a:xfrm>
            <a:off x="5827221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grid-3-train-output-5-5"/>
          <p:cNvSpPr/>
          <p:nvPr/>
        </p:nvSpPr>
        <p:spPr>
          <a:xfrm>
            <a:off x="5935287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grid-3-train-output-5-6"/>
          <p:cNvSpPr/>
          <p:nvPr/>
        </p:nvSpPr>
        <p:spPr>
          <a:xfrm>
            <a:off x="6043352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id-3-train-output-5-7"/>
          <p:cNvSpPr/>
          <p:nvPr/>
        </p:nvSpPr>
        <p:spPr>
          <a:xfrm>
            <a:off x="6151418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grid-3-train-output-5-8"/>
          <p:cNvSpPr/>
          <p:nvPr/>
        </p:nvSpPr>
        <p:spPr>
          <a:xfrm>
            <a:off x="6259483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grid-3-train-output-5-9"/>
          <p:cNvSpPr/>
          <p:nvPr/>
        </p:nvSpPr>
        <p:spPr>
          <a:xfrm>
            <a:off x="6367549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grid-3-train-output-5-10"/>
          <p:cNvSpPr/>
          <p:nvPr/>
        </p:nvSpPr>
        <p:spPr>
          <a:xfrm>
            <a:off x="6475614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id-3-train-output-5-11"/>
          <p:cNvSpPr/>
          <p:nvPr/>
        </p:nvSpPr>
        <p:spPr>
          <a:xfrm>
            <a:off x="658368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grid-3-train-output-5-12"/>
          <p:cNvSpPr/>
          <p:nvPr/>
        </p:nvSpPr>
        <p:spPr>
          <a:xfrm>
            <a:off x="6691745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grid-3-train-output-5-13"/>
          <p:cNvSpPr/>
          <p:nvPr/>
        </p:nvSpPr>
        <p:spPr>
          <a:xfrm>
            <a:off x="679981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grid-3-train-output-5-14"/>
          <p:cNvSpPr/>
          <p:nvPr/>
        </p:nvSpPr>
        <p:spPr>
          <a:xfrm>
            <a:off x="6907876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grid-3-train-output-5-15"/>
          <p:cNvSpPr/>
          <p:nvPr/>
        </p:nvSpPr>
        <p:spPr>
          <a:xfrm>
            <a:off x="7015941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grid-3-train-output-5-16"/>
          <p:cNvSpPr/>
          <p:nvPr/>
        </p:nvSpPr>
        <p:spPr>
          <a:xfrm>
            <a:off x="7124007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grid-3-train-output-5-17"/>
          <p:cNvSpPr/>
          <p:nvPr/>
        </p:nvSpPr>
        <p:spPr>
          <a:xfrm>
            <a:off x="7232072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grid-3-train-output-5-18"/>
          <p:cNvSpPr/>
          <p:nvPr/>
        </p:nvSpPr>
        <p:spPr>
          <a:xfrm>
            <a:off x="7340138" y="227768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grid-3-train-output-5-19"/>
          <p:cNvSpPr/>
          <p:nvPr/>
        </p:nvSpPr>
        <p:spPr>
          <a:xfrm>
            <a:off x="7448203" y="227768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grid-3-train-output-5-20"/>
          <p:cNvSpPr/>
          <p:nvPr/>
        </p:nvSpPr>
        <p:spPr>
          <a:xfrm>
            <a:off x="7556269" y="227768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grid-3-train-output-5-21"/>
          <p:cNvSpPr/>
          <p:nvPr/>
        </p:nvSpPr>
        <p:spPr>
          <a:xfrm>
            <a:off x="7664334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grid-3-train-output-6-0"/>
          <p:cNvSpPr/>
          <p:nvPr/>
        </p:nvSpPr>
        <p:spPr>
          <a:xfrm>
            <a:off x="539496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grid-3-train-output-6-1"/>
          <p:cNvSpPr/>
          <p:nvPr/>
        </p:nvSpPr>
        <p:spPr>
          <a:xfrm>
            <a:off x="5503025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grid-3-train-output-6-2"/>
          <p:cNvSpPr/>
          <p:nvPr/>
        </p:nvSpPr>
        <p:spPr>
          <a:xfrm>
            <a:off x="561109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grid-3-train-output-6-3"/>
          <p:cNvSpPr/>
          <p:nvPr/>
        </p:nvSpPr>
        <p:spPr>
          <a:xfrm>
            <a:off x="571915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grid-3-train-output-6-4"/>
          <p:cNvSpPr/>
          <p:nvPr/>
        </p:nvSpPr>
        <p:spPr>
          <a:xfrm>
            <a:off x="5827221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grid-3-train-output-6-5"/>
          <p:cNvSpPr/>
          <p:nvPr/>
        </p:nvSpPr>
        <p:spPr>
          <a:xfrm>
            <a:off x="5935287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grid-3-train-output-6-6"/>
          <p:cNvSpPr/>
          <p:nvPr/>
        </p:nvSpPr>
        <p:spPr>
          <a:xfrm>
            <a:off x="6043352" y="238575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grid-3-train-output-6-7"/>
          <p:cNvSpPr/>
          <p:nvPr/>
        </p:nvSpPr>
        <p:spPr>
          <a:xfrm>
            <a:off x="6151418" y="238575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grid-3-train-output-6-8"/>
          <p:cNvSpPr/>
          <p:nvPr/>
        </p:nvSpPr>
        <p:spPr>
          <a:xfrm>
            <a:off x="6259483" y="238575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grid-3-train-output-6-9"/>
          <p:cNvSpPr/>
          <p:nvPr/>
        </p:nvSpPr>
        <p:spPr>
          <a:xfrm>
            <a:off x="6367549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grid-3-train-output-6-10"/>
          <p:cNvSpPr/>
          <p:nvPr/>
        </p:nvSpPr>
        <p:spPr>
          <a:xfrm>
            <a:off x="6475614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grid-3-train-output-6-11"/>
          <p:cNvSpPr/>
          <p:nvPr/>
        </p:nvSpPr>
        <p:spPr>
          <a:xfrm>
            <a:off x="658368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grid-3-train-output-6-12"/>
          <p:cNvSpPr/>
          <p:nvPr/>
        </p:nvSpPr>
        <p:spPr>
          <a:xfrm>
            <a:off x="6691745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grid-3-train-output-6-13"/>
          <p:cNvSpPr/>
          <p:nvPr/>
        </p:nvSpPr>
        <p:spPr>
          <a:xfrm>
            <a:off x="679981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grid-3-train-output-6-14"/>
          <p:cNvSpPr/>
          <p:nvPr/>
        </p:nvSpPr>
        <p:spPr>
          <a:xfrm>
            <a:off x="690787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grid-3-train-output-6-15"/>
          <p:cNvSpPr/>
          <p:nvPr/>
        </p:nvSpPr>
        <p:spPr>
          <a:xfrm>
            <a:off x="7015941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grid-3-train-output-6-16"/>
          <p:cNvSpPr/>
          <p:nvPr/>
        </p:nvSpPr>
        <p:spPr>
          <a:xfrm>
            <a:off x="7124007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grid-3-train-output-6-17"/>
          <p:cNvSpPr/>
          <p:nvPr/>
        </p:nvSpPr>
        <p:spPr>
          <a:xfrm>
            <a:off x="7232072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grid-3-train-output-6-18"/>
          <p:cNvSpPr/>
          <p:nvPr/>
        </p:nvSpPr>
        <p:spPr>
          <a:xfrm>
            <a:off x="7340138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grid-3-train-output-6-19"/>
          <p:cNvSpPr/>
          <p:nvPr/>
        </p:nvSpPr>
        <p:spPr>
          <a:xfrm>
            <a:off x="7448203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grid-3-train-output-6-20"/>
          <p:cNvSpPr/>
          <p:nvPr/>
        </p:nvSpPr>
        <p:spPr>
          <a:xfrm>
            <a:off x="7556269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grid-3-train-output-6-21"/>
          <p:cNvSpPr/>
          <p:nvPr/>
        </p:nvSpPr>
        <p:spPr>
          <a:xfrm>
            <a:off x="7664334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grid-3-train-output-7-0"/>
          <p:cNvSpPr/>
          <p:nvPr/>
        </p:nvSpPr>
        <p:spPr>
          <a:xfrm>
            <a:off x="539496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grid-3-train-output-7-1"/>
          <p:cNvSpPr/>
          <p:nvPr/>
        </p:nvSpPr>
        <p:spPr>
          <a:xfrm>
            <a:off x="5503025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grid-3-train-output-7-2"/>
          <p:cNvSpPr/>
          <p:nvPr/>
        </p:nvSpPr>
        <p:spPr>
          <a:xfrm>
            <a:off x="561109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grid-3-train-output-7-3"/>
          <p:cNvSpPr/>
          <p:nvPr/>
        </p:nvSpPr>
        <p:spPr>
          <a:xfrm>
            <a:off x="5719156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grid-3-train-output-7-4"/>
          <p:cNvSpPr/>
          <p:nvPr/>
        </p:nvSpPr>
        <p:spPr>
          <a:xfrm>
            <a:off x="5827221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grid-3-train-output-7-5"/>
          <p:cNvSpPr/>
          <p:nvPr/>
        </p:nvSpPr>
        <p:spPr>
          <a:xfrm>
            <a:off x="5935287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grid-3-train-output-7-6"/>
          <p:cNvSpPr/>
          <p:nvPr/>
        </p:nvSpPr>
        <p:spPr>
          <a:xfrm>
            <a:off x="6043352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grid-3-train-output-7-7"/>
          <p:cNvSpPr/>
          <p:nvPr/>
        </p:nvSpPr>
        <p:spPr>
          <a:xfrm>
            <a:off x="6151418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grid-3-train-output-7-8"/>
          <p:cNvSpPr/>
          <p:nvPr/>
        </p:nvSpPr>
        <p:spPr>
          <a:xfrm>
            <a:off x="6259483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grid-3-train-output-7-9"/>
          <p:cNvSpPr/>
          <p:nvPr/>
        </p:nvSpPr>
        <p:spPr>
          <a:xfrm>
            <a:off x="6367549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grid-3-train-output-7-10"/>
          <p:cNvSpPr/>
          <p:nvPr/>
        </p:nvSpPr>
        <p:spPr>
          <a:xfrm>
            <a:off x="6475614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grid-3-train-output-7-11"/>
          <p:cNvSpPr/>
          <p:nvPr/>
        </p:nvSpPr>
        <p:spPr>
          <a:xfrm>
            <a:off x="658368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grid-3-train-output-7-12"/>
          <p:cNvSpPr/>
          <p:nvPr/>
        </p:nvSpPr>
        <p:spPr>
          <a:xfrm>
            <a:off x="6691745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grid-3-train-output-7-13"/>
          <p:cNvSpPr/>
          <p:nvPr/>
        </p:nvSpPr>
        <p:spPr>
          <a:xfrm>
            <a:off x="6799810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grid-3-train-output-7-14"/>
          <p:cNvSpPr/>
          <p:nvPr/>
        </p:nvSpPr>
        <p:spPr>
          <a:xfrm>
            <a:off x="6907876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grid-3-train-output-7-15"/>
          <p:cNvSpPr/>
          <p:nvPr/>
        </p:nvSpPr>
        <p:spPr>
          <a:xfrm>
            <a:off x="7015941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grid-3-train-output-7-16"/>
          <p:cNvSpPr/>
          <p:nvPr/>
        </p:nvSpPr>
        <p:spPr>
          <a:xfrm>
            <a:off x="7124007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grid-3-train-output-7-17"/>
          <p:cNvSpPr/>
          <p:nvPr/>
        </p:nvSpPr>
        <p:spPr>
          <a:xfrm>
            <a:off x="7232072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grid-3-train-output-7-18"/>
          <p:cNvSpPr/>
          <p:nvPr/>
        </p:nvSpPr>
        <p:spPr>
          <a:xfrm>
            <a:off x="7340138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grid-3-train-output-7-19"/>
          <p:cNvSpPr/>
          <p:nvPr/>
        </p:nvSpPr>
        <p:spPr>
          <a:xfrm>
            <a:off x="7448203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grid-3-train-output-7-20"/>
          <p:cNvSpPr/>
          <p:nvPr/>
        </p:nvSpPr>
        <p:spPr>
          <a:xfrm>
            <a:off x="7556269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grid-3-train-output-7-21"/>
          <p:cNvSpPr/>
          <p:nvPr/>
        </p:nvSpPr>
        <p:spPr>
          <a:xfrm>
            <a:off x="7664334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grid-3-train-output-8-0"/>
          <p:cNvSpPr/>
          <p:nvPr/>
        </p:nvSpPr>
        <p:spPr>
          <a:xfrm>
            <a:off x="539496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grid-3-train-output-8-1"/>
          <p:cNvSpPr/>
          <p:nvPr/>
        </p:nvSpPr>
        <p:spPr>
          <a:xfrm>
            <a:off x="5503025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grid-3-train-output-8-2"/>
          <p:cNvSpPr/>
          <p:nvPr/>
        </p:nvSpPr>
        <p:spPr>
          <a:xfrm>
            <a:off x="561109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grid-3-train-output-8-3"/>
          <p:cNvSpPr/>
          <p:nvPr/>
        </p:nvSpPr>
        <p:spPr>
          <a:xfrm>
            <a:off x="5719156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grid-3-train-output-8-4"/>
          <p:cNvSpPr/>
          <p:nvPr/>
        </p:nvSpPr>
        <p:spPr>
          <a:xfrm>
            <a:off x="5827221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grid-3-train-output-8-5"/>
          <p:cNvSpPr/>
          <p:nvPr/>
        </p:nvSpPr>
        <p:spPr>
          <a:xfrm>
            <a:off x="5935287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grid-3-train-output-8-6"/>
          <p:cNvSpPr/>
          <p:nvPr/>
        </p:nvSpPr>
        <p:spPr>
          <a:xfrm>
            <a:off x="6043352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grid-3-train-output-8-7"/>
          <p:cNvSpPr/>
          <p:nvPr/>
        </p:nvSpPr>
        <p:spPr>
          <a:xfrm>
            <a:off x="6151418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grid-3-train-output-8-8"/>
          <p:cNvSpPr/>
          <p:nvPr/>
        </p:nvSpPr>
        <p:spPr>
          <a:xfrm>
            <a:off x="6259483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grid-3-train-output-8-9"/>
          <p:cNvSpPr/>
          <p:nvPr/>
        </p:nvSpPr>
        <p:spPr>
          <a:xfrm>
            <a:off x="6367549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grid-3-train-output-8-10"/>
          <p:cNvSpPr/>
          <p:nvPr/>
        </p:nvSpPr>
        <p:spPr>
          <a:xfrm>
            <a:off x="647561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grid-3-train-output-8-11"/>
          <p:cNvSpPr/>
          <p:nvPr/>
        </p:nvSpPr>
        <p:spPr>
          <a:xfrm>
            <a:off x="658368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grid-3-train-output-8-12"/>
          <p:cNvSpPr/>
          <p:nvPr/>
        </p:nvSpPr>
        <p:spPr>
          <a:xfrm>
            <a:off x="6691745" y="260188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grid-3-train-output-8-13"/>
          <p:cNvSpPr/>
          <p:nvPr/>
        </p:nvSpPr>
        <p:spPr>
          <a:xfrm>
            <a:off x="6799810" y="260188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grid-3-train-output-8-14"/>
          <p:cNvSpPr/>
          <p:nvPr/>
        </p:nvSpPr>
        <p:spPr>
          <a:xfrm>
            <a:off x="6907876" y="260188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grid-3-train-output-8-15"/>
          <p:cNvSpPr/>
          <p:nvPr/>
        </p:nvSpPr>
        <p:spPr>
          <a:xfrm>
            <a:off x="7015941" y="260188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grid-3-train-output-8-16"/>
          <p:cNvSpPr/>
          <p:nvPr/>
        </p:nvSpPr>
        <p:spPr>
          <a:xfrm>
            <a:off x="7124007" y="260188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grid-3-train-output-8-17"/>
          <p:cNvSpPr/>
          <p:nvPr/>
        </p:nvSpPr>
        <p:spPr>
          <a:xfrm>
            <a:off x="7232072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grid-3-train-output-8-18"/>
          <p:cNvSpPr/>
          <p:nvPr/>
        </p:nvSpPr>
        <p:spPr>
          <a:xfrm>
            <a:off x="7340138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grid-3-train-output-8-19"/>
          <p:cNvSpPr/>
          <p:nvPr/>
        </p:nvSpPr>
        <p:spPr>
          <a:xfrm>
            <a:off x="7448203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grid-3-train-output-8-20"/>
          <p:cNvSpPr/>
          <p:nvPr/>
        </p:nvSpPr>
        <p:spPr>
          <a:xfrm>
            <a:off x="7556269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grid-3-train-output-8-21"/>
          <p:cNvSpPr/>
          <p:nvPr/>
        </p:nvSpPr>
        <p:spPr>
          <a:xfrm>
            <a:off x="766433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grid-3-train-output-9-0"/>
          <p:cNvSpPr/>
          <p:nvPr/>
        </p:nvSpPr>
        <p:spPr>
          <a:xfrm>
            <a:off x="539496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grid-3-train-output-9-1"/>
          <p:cNvSpPr/>
          <p:nvPr/>
        </p:nvSpPr>
        <p:spPr>
          <a:xfrm>
            <a:off x="5503025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grid-3-train-output-9-2"/>
          <p:cNvSpPr/>
          <p:nvPr/>
        </p:nvSpPr>
        <p:spPr>
          <a:xfrm>
            <a:off x="561109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grid-3-train-output-9-3"/>
          <p:cNvSpPr/>
          <p:nvPr/>
        </p:nvSpPr>
        <p:spPr>
          <a:xfrm>
            <a:off x="5719156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grid-3-train-output-9-4"/>
          <p:cNvSpPr/>
          <p:nvPr/>
        </p:nvSpPr>
        <p:spPr>
          <a:xfrm>
            <a:off x="5827221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grid-3-train-output-9-5"/>
          <p:cNvSpPr/>
          <p:nvPr/>
        </p:nvSpPr>
        <p:spPr>
          <a:xfrm>
            <a:off x="5935287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grid-3-train-output-9-6"/>
          <p:cNvSpPr/>
          <p:nvPr/>
        </p:nvSpPr>
        <p:spPr>
          <a:xfrm>
            <a:off x="6043352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grid-3-train-output-9-7"/>
          <p:cNvSpPr/>
          <p:nvPr/>
        </p:nvSpPr>
        <p:spPr>
          <a:xfrm>
            <a:off x="6151418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grid-3-train-output-9-8"/>
          <p:cNvSpPr/>
          <p:nvPr/>
        </p:nvSpPr>
        <p:spPr>
          <a:xfrm>
            <a:off x="6259483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grid-3-train-output-9-9"/>
          <p:cNvSpPr/>
          <p:nvPr/>
        </p:nvSpPr>
        <p:spPr>
          <a:xfrm>
            <a:off x="6367549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grid-3-train-output-9-10"/>
          <p:cNvSpPr/>
          <p:nvPr/>
        </p:nvSpPr>
        <p:spPr>
          <a:xfrm>
            <a:off x="6475614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grid-3-train-output-9-11"/>
          <p:cNvSpPr/>
          <p:nvPr/>
        </p:nvSpPr>
        <p:spPr>
          <a:xfrm>
            <a:off x="658368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grid-3-train-output-9-12"/>
          <p:cNvSpPr/>
          <p:nvPr/>
        </p:nvSpPr>
        <p:spPr>
          <a:xfrm>
            <a:off x="6691745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grid-3-train-output-9-13"/>
          <p:cNvSpPr/>
          <p:nvPr/>
        </p:nvSpPr>
        <p:spPr>
          <a:xfrm>
            <a:off x="6799810" y="2709949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grid-3-train-output-9-14"/>
          <p:cNvSpPr/>
          <p:nvPr/>
        </p:nvSpPr>
        <p:spPr>
          <a:xfrm>
            <a:off x="6907876" y="2709949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grid-3-train-output-9-15"/>
          <p:cNvSpPr/>
          <p:nvPr/>
        </p:nvSpPr>
        <p:spPr>
          <a:xfrm>
            <a:off x="7015941" y="2709949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grid-3-train-output-9-16"/>
          <p:cNvSpPr/>
          <p:nvPr/>
        </p:nvSpPr>
        <p:spPr>
          <a:xfrm>
            <a:off x="7124007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grid-3-train-output-9-17"/>
          <p:cNvSpPr/>
          <p:nvPr/>
        </p:nvSpPr>
        <p:spPr>
          <a:xfrm>
            <a:off x="7232072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grid-3-train-output-9-18"/>
          <p:cNvSpPr/>
          <p:nvPr/>
        </p:nvSpPr>
        <p:spPr>
          <a:xfrm>
            <a:off x="7340138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grid-3-train-output-9-19"/>
          <p:cNvSpPr/>
          <p:nvPr/>
        </p:nvSpPr>
        <p:spPr>
          <a:xfrm>
            <a:off x="7448203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grid-3-train-output-9-20"/>
          <p:cNvSpPr/>
          <p:nvPr/>
        </p:nvSpPr>
        <p:spPr>
          <a:xfrm>
            <a:off x="7556269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grid-3-train-output-9-21"/>
          <p:cNvSpPr/>
          <p:nvPr/>
        </p:nvSpPr>
        <p:spPr>
          <a:xfrm>
            <a:off x="7664334" y="270994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grid-3-train-output-10-0"/>
          <p:cNvSpPr/>
          <p:nvPr/>
        </p:nvSpPr>
        <p:spPr>
          <a:xfrm>
            <a:off x="539496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grid-3-train-output-10-1"/>
          <p:cNvSpPr/>
          <p:nvPr/>
        </p:nvSpPr>
        <p:spPr>
          <a:xfrm>
            <a:off x="5503025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grid-3-train-output-10-2"/>
          <p:cNvSpPr/>
          <p:nvPr/>
        </p:nvSpPr>
        <p:spPr>
          <a:xfrm>
            <a:off x="561109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grid-3-train-output-10-3"/>
          <p:cNvSpPr/>
          <p:nvPr/>
        </p:nvSpPr>
        <p:spPr>
          <a:xfrm>
            <a:off x="5719156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grid-3-train-output-10-4"/>
          <p:cNvSpPr/>
          <p:nvPr/>
        </p:nvSpPr>
        <p:spPr>
          <a:xfrm>
            <a:off x="5827221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grid-3-train-output-10-5"/>
          <p:cNvSpPr/>
          <p:nvPr/>
        </p:nvSpPr>
        <p:spPr>
          <a:xfrm>
            <a:off x="5935287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grid-3-train-output-10-6"/>
          <p:cNvSpPr/>
          <p:nvPr/>
        </p:nvSpPr>
        <p:spPr>
          <a:xfrm>
            <a:off x="6043352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grid-3-train-output-10-7"/>
          <p:cNvSpPr/>
          <p:nvPr/>
        </p:nvSpPr>
        <p:spPr>
          <a:xfrm>
            <a:off x="6151418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grid-3-train-output-10-8"/>
          <p:cNvSpPr/>
          <p:nvPr/>
        </p:nvSpPr>
        <p:spPr>
          <a:xfrm>
            <a:off x="6259483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grid-3-train-output-10-9"/>
          <p:cNvSpPr/>
          <p:nvPr/>
        </p:nvSpPr>
        <p:spPr>
          <a:xfrm>
            <a:off x="6367549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grid-3-train-output-10-10"/>
          <p:cNvSpPr/>
          <p:nvPr/>
        </p:nvSpPr>
        <p:spPr>
          <a:xfrm>
            <a:off x="6475614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grid-3-train-output-10-11"/>
          <p:cNvSpPr/>
          <p:nvPr/>
        </p:nvSpPr>
        <p:spPr>
          <a:xfrm>
            <a:off x="658368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grid-3-train-output-10-12"/>
          <p:cNvSpPr/>
          <p:nvPr/>
        </p:nvSpPr>
        <p:spPr>
          <a:xfrm>
            <a:off x="6691745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grid-3-train-output-10-13"/>
          <p:cNvSpPr/>
          <p:nvPr/>
        </p:nvSpPr>
        <p:spPr>
          <a:xfrm>
            <a:off x="6799810" y="2818014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grid-3-train-output-10-14"/>
          <p:cNvSpPr/>
          <p:nvPr/>
        </p:nvSpPr>
        <p:spPr>
          <a:xfrm>
            <a:off x="6907876" y="2818014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grid-3-train-output-10-15"/>
          <p:cNvSpPr/>
          <p:nvPr/>
        </p:nvSpPr>
        <p:spPr>
          <a:xfrm>
            <a:off x="7015941" y="2818014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grid-3-train-output-10-16"/>
          <p:cNvSpPr/>
          <p:nvPr/>
        </p:nvSpPr>
        <p:spPr>
          <a:xfrm>
            <a:off x="7124007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grid-3-train-output-10-17"/>
          <p:cNvSpPr/>
          <p:nvPr/>
        </p:nvSpPr>
        <p:spPr>
          <a:xfrm>
            <a:off x="7232072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grid-3-train-output-10-18"/>
          <p:cNvSpPr/>
          <p:nvPr/>
        </p:nvSpPr>
        <p:spPr>
          <a:xfrm>
            <a:off x="7340138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grid-3-train-output-10-19"/>
          <p:cNvSpPr/>
          <p:nvPr/>
        </p:nvSpPr>
        <p:spPr>
          <a:xfrm>
            <a:off x="7448203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grid-3-train-output-10-20"/>
          <p:cNvSpPr/>
          <p:nvPr/>
        </p:nvSpPr>
        <p:spPr>
          <a:xfrm>
            <a:off x="7556269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grid-3-train-output-10-21"/>
          <p:cNvSpPr/>
          <p:nvPr/>
        </p:nvSpPr>
        <p:spPr>
          <a:xfrm>
            <a:off x="7664334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grid-3-train-output-11-0"/>
          <p:cNvSpPr/>
          <p:nvPr/>
        </p:nvSpPr>
        <p:spPr>
          <a:xfrm>
            <a:off x="539496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grid-3-train-output-11-1"/>
          <p:cNvSpPr/>
          <p:nvPr/>
        </p:nvSpPr>
        <p:spPr>
          <a:xfrm>
            <a:off x="5503025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grid-3-train-output-11-2"/>
          <p:cNvSpPr/>
          <p:nvPr/>
        </p:nvSpPr>
        <p:spPr>
          <a:xfrm>
            <a:off x="561109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grid-3-train-output-11-3"/>
          <p:cNvSpPr/>
          <p:nvPr/>
        </p:nvSpPr>
        <p:spPr>
          <a:xfrm>
            <a:off x="5719156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grid-3-train-output-11-4"/>
          <p:cNvSpPr/>
          <p:nvPr/>
        </p:nvSpPr>
        <p:spPr>
          <a:xfrm>
            <a:off x="5827221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grid-3-train-output-11-5"/>
          <p:cNvSpPr/>
          <p:nvPr/>
        </p:nvSpPr>
        <p:spPr>
          <a:xfrm>
            <a:off x="5935287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grid-3-train-output-11-6"/>
          <p:cNvSpPr/>
          <p:nvPr/>
        </p:nvSpPr>
        <p:spPr>
          <a:xfrm>
            <a:off x="6043352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grid-3-train-output-11-7"/>
          <p:cNvSpPr/>
          <p:nvPr/>
        </p:nvSpPr>
        <p:spPr>
          <a:xfrm>
            <a:off x="6151418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grid-3-train-output-11-8"/>
          <p:cNvSpPr/>
          <p:nvPr/>
        </p:nvSpPr>
        <p:spPr>
          <a:xfrm>
            <a:off x="6259483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grid-3-train-output-11-9"/>
          <p:cNvSpPr/>
          <p:nvPr/>
        </p:nvSpPr>
        <p:spPr>
          <a:xfrm>
            <a:off x="6367549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grid-3-train-output-11-10"/>
          <p:cNvSpPr/>
          <p:nvPr/>
        </p:nvSpPr>
        <p:spPr>
          <a:xfrm>
            <a:off x="6475614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grid-3-train-output-11-11"/>
          <p:cNvSpPr/>
          <p:nvPr/>
        </p:nvSpPr>
        <p:spPr>
          <a:xfrm>
            <a:off x="658368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grid-3-train-output-11-12"/>
          <p:cNvSpPr/>
          <p:nvPr/>
        </p:nvSpPr>
        <p:spPr>
          <a:xfrm>
            <a:off x="6691745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grid-3-train-output-11-13"/>
          <p:cNvSpPr/>
          <p:nvPr/>
        </p:nvSpPr>
        <p:spPr>
          <a:xfrm>
            <a:off x="6799810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grid-3-train-output-11-14"/>
          <p:cNvSpPr/>
          <p:nvPr/>
        </p:nvSpPr>
        <p:spPr>
          <a:xfrm>
            <a:off x="6907876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grid-3-train-output-11-15"/>
          <p:cNvSpPr/>
          <p:nvPr/>
        </p:nvSpPr>
        <p:spPr>
          <a:xfrm>
            <a:off x="7015941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grid-3-train-output-11-16"/>
          <p:cNvSpPr/>
          <p:nvPr/>
        </p:nvSpPr>
        <p:spPr>
          <a:xfrm>
            <a:off x="7124007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grid-3-train-output-11-17"/>
          <p:cNvSpPr/>
          <p:nvPr/>
        </p:nvSpPr>
        <p:spPr>
          <a:xfrm>
            <a:off x="7232072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grid-3-train-output-11-18"/>
          <p:cNvSpPr/>
          <p:nvPr/>
        </p:nvSpPr>
        <p:spPr>
          <a:xfrm>
            <a:off x="7340138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grid-3-train-output-11-19"/>
          <p:cNvSpPr/>
          <p:nvPr/>
        </p:nvSpPr>
        <p:spPr>
          <a:xfrm>
            <a:off x="7448203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grid-3-train-output-11-20"/>
          <p:cNvSpPr/>
          <p:nvPr/>
        </p:nvSpPr>
        <p:spPr>
          <a:xfrm>
            <a:off x="7556269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grid-3-train-output-11-21"/>
          <p:cNvSpPr/>
          <p:nvPr/>
        </p:nvSpPr>
        <p:spPr>
          <a:xfrm>
            <a:off x="7664334" y="292608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grid-3-train-output-12-0"/>
          <p:cNvSpPr/>
          <p:nvPr/>
        </p:nvSpPr>
        <p:spPr>
          <a:xfrm>
            <a:off x="539496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grid-3-train-output-12-1"/>
          <p:cNvSpPr/>
          <p:nvPr/>
        </p:nvSpPr>
        <p:spPr>
          <a:xfrm>
            <a:off x="5503025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grid-3-train-output-12-2"/>
          <p:cNvSpPr/>
          <p:nvPr/>
        </p:nvSpPr>
        <p:spPr>
          <a:xfrm>
            <a:off x="561109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grid-3-train-output-12-3"/>
          <p:cNvSpPr/>
          <p:nvPr/>
        </p:nvSpPr>
        <p:spPr>
          <a:xfrm>
            <a:off x="5719156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grid-3-train-output-12-4"/>
          <p:cNvSpPr/>
          <p:nvPr/>
        </p:nvSpPr>
        <p:spPr>
          <a:xfrm>
            <a:off x="5827221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grid-3-train-output-12-5"/>
          <p:cNvSpPr/>
          <p:nvPr/>
        </p:nvSpPr>
        <p:spPr>
          <a:xfrm>
            <a:off x="5935287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grid-3-train-output-12-6"/>
          <p:cNvSpPr/>
          <p:nvPr/>
        </p:nvSpPr>
        <p:spPr>
          <a:xfrm>
            <a:off x="6043352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grid-3-train-output-12-7"/>
          <p:cNvSpPr/>
          <p:nvPr/>
        </p:nvSpPr>
        <p:spPr>
          <a:xfrm>
            <a:off x="6151418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grid-3-train-output-12-8"/>
          <p:cNvSpPr/>
          <p:nvPr/>
        </p:nvSpPr>
        <p:spPr>
          <a:xfrm>
            <a:off x="6259483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grid-3-train-output-12-9"/>
          <p:cNvSpPr/>
          <p:nvPr/>
        </p:nvSpPr>
        <p:spPr>
          <a:xfrm>
            <a:off x="6367549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grid-3-train-output-12-10"/>
          <p:cNvSpPr/>
          <p:nvPr/>
        </p:nvSpPr>
        <p:spPr>
          <a:xfrm>
            <a:off x="6475614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grid-3-train-output-12-11"/>
          <p:cNvSpPr/>
          <p:nvPr/>
        </p:nvSpPr>
        <p:spPr>
          <a:xfrm>
            <a:off x="658368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grid-3-train-output-12-12"/>
          <p:cNvSpPr/>
          <p:nvPr/>
        </p:nvSpPr>
        <p:spPr>
          <a:xfrm>
            <a:off x="6691745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grid-3-train-output-12-13"/>
          <p:cNvSpPr/>
          <p:nvPr/>
        </p:nvSpPr>
        <p:spPr>
          <a:xfrm>
            <a:off x="679981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grid-3-train-output-12-14"/>
          <p:cNvSpPr/>
          <p:nvPr/>
        </p:nvSpPr>
        <p:spPr>
          <a:xfrm>
            <a:off x="6907876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grid-3-train-output-12-15"/>
          <p:cNvSpPr/>
          <p:nvPr/>
        </p:nvSpPr>
        <p:spPr>
          <a:xfrm>
            <a:off x="7015941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grid-3-train-output-12-16"/>
          <p:cNvSpPr/>
          <p:nvPr/>
        </p:nvSpPr>
        <p:spPr>
          <a:xfrm>
            <a:off x="7124007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grid-3-train-output-12-17"/>
          <p:cNvSpPr/>
          <p:nvPr/>
        </p:nvSpPr>
        <p:spPr>
          <a:xfrm>
            <a:off x="7232072" y="303414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grid-3-train-output-12-18"/>
          <p:cNvSpPr/>
          <p:nvPr/>
        </p:nvSpPr>
        <p:spPr>
          <a:xfrm>
            <a:off x="7340138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grid-3-train-output-12-19"/>
          <p:cNvSpPr/>
          <p:nvPr/>
        </p:nvSpPr>
        <p:spPr>
          <a:xfrm>
            <a:off x="7448203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grid-3-train-output-12-20"/>
          <p:cNvSpPr/>
          <p:nvPr/>
        </p:nvSpPr>
        <p:spPr>
          <a:xfrm>
            <a:off x="7556269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grid-3-train-output-12-21"/>
          <p:cNvSpPr/>
          <p:nvPr/>
        </p:nvSpPr>
        <p:spPr>
          <a:xfrm>
            <a:off x="7664334" y="303414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grid-3-train-output-13-0"/>
          <p:cNvSpPr/>
          <p:nvPr/>
        </p:nvSpPr>
        <p:spPr>
          <a:xfrm>
            <a:off x="539496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grid-3-train-output-13-1"/>
          <p:cNvSpPr/>
          <p:nvPr/>
        </p:nvSpPr>
        <p:spPr>
          <a:xfrm>
            <a:off x="5503025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grid-3-train-output-13-2"/>
          <p:cNvSpPr/>
          <p:nvPr/>
        </p:nvSpPr>
        <p:spPr>
          <a:xfrm>
            <a:off x="561109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grid-3-train-output-13-3"/>
          <p:cNvSpPr/>
          <p:nvPr/>
        </p:nvSpPr>
        <p:spPr>
          <a:xfrm>
            <a:off x="5719156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grid-3-train-output-13-4"/>
          <p:cNvSpPr/>
          <p:nvPr/>
        </p:nvSpPr>
        <p:spPr>
          <a:xfrm>
            <a:off x="5827221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grid-3-train-output-13-5"/>
          <p:cNvSpPr/>
          <p:nvPr/>
        </p:nvSpPr>
        <p:spPr>
          <a:xfrm>
            <a:off x="5935287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grid-3-train-output-13-6"/>
          <p:cNvSpPr/>
          <p:nvPr/>
        </p:nvSpPr>
        <p:spPr>
          <a:xfrm>
            <a:off x="6043352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grid-3-train-output-13-7"/>
          <p:cNvSpPr/>
          <p:nvPr/>
        </p:nvSpPr>
        <p:spPr>
          <a:xfrm>
            <a:off x="6151418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grid-3-train-output-13-8"/>
          <p:cNvSpPr/>
          <p:nvPr/>
        </p:nvSpPr>
        <p:spPr>
          <a:xfrm>
            <a:off x="6259483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grid-3-train-output-13-9"/>
          <p:cNvSpPr/>
          <p:nvPr/>
        </p:nvSpPr>
        <p:spPr>
          <a:xfrm>
            <a:off x="6367549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grid-3-train-output-13-10"/>
          <p:cNvSpPr/>
          <p:nvPr/>
        </p:nvSpPr>
        <p:spPr>
          <a:xfrm>
            <a:off x="6475614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grid-3-train-output-13-11"/>
          <p:cNvSpPr/>
          <p:nvPr/>
        </p:nvSpPr>
        <p:spPr>
          <a:xfrm>
            <a:off x="658368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grid-3-train-output-13-12"/>
          <p:cNvSpPr/>
          <p:nvPr/>
        </p:nvSpPr>
        <p:spPr>
          <a:xfrm>
            <a:off x="6691745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grid-3-train-output-13-13"/>
          <p:cNvSpPr/>
          <p:nvPr/>
        </p:nvSpPr>
        <p:spPr>
          <a:xfrm>
            <a:off x="6799810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grid-3-train-output-13-14"/>
          <p:cNvSpPr/>
          <p:nvPr/>
        </p:nvSpPr>
        <p:spPr>
          <a:xfrm>
            <a:off x="6907876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grid-3-train-output-13-15"/>
          <p:cNvSpPr/>
          <p:nvPr/>
        </p:nvSpPr>
        <p:spPr>
          <a:xfrm>
            <a:off x="7015941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grid-3-train-output-13-16"/>
          <p:cNvSpPr/>
          <p:nvPr/>
        </p:nvSpPr>
        <p:spPr>
          <a:xfrm>
            <a:off x="7124007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grid-3-train-output-13-17"/>
          <p:cNvSpPr/>
          <p:nvPr/>
        </p:nvSpPr>
        <p:spPr>
          <a:xfrm>
            <a:off x="7232072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grid-3-train-output-13-18"/>
          <p:cNvSpPr/>
          <p:nvPr/>
        </p:nvSpPr>
        <p:spPr>
          <a:xfrm>
            <a:off x="7340138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grid-3-train-output-13-19"/>
          <p:cNvSpPr/>
          <p:nvPr/>
        </p:nvSpPr>
        <p:spPr>
          <a:xfrm>
            <a:off x="7448203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grid-3-train-output-13-20"/>
          <p:cNvSpPr/>
          <p:nvPr/>
        </p:nvSpPr>
        <p:spPr>
          <a:xfrm>
            <a:off x="7556269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grid-3-train-output-13-21"/>
          <p:cNvSpPr/>
          <p:nvPr/>
        </p:nvSpPr>
        <p:spPr>
          <a:xfrm>
            <a:off x="7664334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grid-3-train-output-14-0"/>
          <p:cNvSpPr/>
          <p:nvPr/>
        </p:nvSpPr>
        <p:spPr>
          <a:xfrm>
            <a:off x="539496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grid-3-train-output-14-1"/>
          <p:cNvSpPr/>
          <p:nvPr/>
        </p:nvSpPr>
        <p:spPr>
          <a:xfrm>
            <a:off x="5503025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grid-3-train-output-14-2"/>
          <p:cNvSpPr/>
          <p:nvPr/>
        </p:nvSpPr>
        <p:spPr>
          <a:xfrm>
            <a:off x="561109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grid-3-train-output-14-3"/>
          <p:cNvSpPr/>
          <p:nvPr/>
        </p:nvSpPr>
        <p:spPr>
          <a:xfrm>
            <a:off x="5719156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grid-3-train-output-14-4"/>
          <p:cNvSpPr/>
          <p:nvPr/>
        </p:nvSpPr>
        <p:spPr>
          <a:xfrm>
            <a:off x="5827221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grid-3-train-output-14-5"/>
          <p:cNvSpPr/>
          <p:nvPr/>
        </p:nvSpPr>
        <p:spPr>
          <a:xfrm>
            <a:off x="5935287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grid-3-train-output-14-6"/>
          <p:cNvSpPr/>
          <p:nvPr/>
        </p:nvSpPr>
        <p:spPr>
          <a:xfrm>
            <a:off x="604335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grid-3-train-output-14-7"/>
          <p:cNvSpPr/>
          <p:nvPr/>
        </p:nvSpPr>
        <p:spPr>
          <a:xfrm>
            <a:off x="615141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grid-3-train-output-14-8"/>
          <p:cNvSpPr/>
          <p:nvPr/>
        </p:nvSpPr>
        <p:spPr>
          <a:xfrm>
            <a:off x="625948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grid-3-train-output-14-9"/>
          <p:cNvSpPr/>
          <p:nvPr/>
        </p:nvSpPr>
        <p:spPr>
          <a:xfrm>
            <a:off x="6367549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grid-3-train-output-14-10"/>
          <p:cNvSpPr/>
          <p:nvPr/>
        </p:nvSpPr>
        <p:spPr>
          <a:xfrm>
            <a:off x="6475614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grid-3-train-output-14-11"/>
          <p:cNvSpPr/>
          <p:nvPr/>
        </p:nvSpPr>
        <p:spPr>
          <a:xfrm>
            <a:off x="658368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grid-3-train-output-14-12"/>
          <p:cNvSpPr/>
          <p:nvPr/>
        </p:nvSpPr>
        <p:spPr>
          <a:xfrm>
            <a:off x="6691745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grid-3-train-output-14-13"/>
          <p:cNvSpPr/>
          <p:nvPr/>
        </p:nvSpPr>
        <p:spPr>
          <a:xfrm>
            <a:off x="6799810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grid-3-train-output-14-14"/>
          <p:cNvSpPr/>
          <p:nvPr/>
        </p:nvSpPr>
        <p:spPr>
          <a:xfrm>
            <a:off x="6907876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grid-3-train-output-14-15"/>
          <p:cNvSpPr/>
          <p:nvPr/>
        </p:nvSpPr>
        <p:spPr>
          <a:xfrm>
            <a:off x="7015941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grid-3-train-output-14-16"/>
          <p:cNvSpPr/>
          <p:nvPr/>
        </p:nvSpPr>
        <p:spPr>
          <a:xfrm>
            <a:off x="7124007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grid-3-train-output-14-17"/>
          <p:cNvSpPr/>
          <p:nvPr/>
        </p:nvSpPr>
        <p:spPr>
          <a:xfrm>
            <a:off x="723207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grid-3-train-output-14-18"/>
          <p:cNvSpPr/>
          <p:nvPr/>
        </p:nvSpPr>
        <p:spPr>
          <a:xfrm>
            <a:off x="734013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grid-3-train-output-14-19"/>
          <p:cNvSpPr/>
          <p:nvPr/>
        </p:nvSpPr>
        <p:spPr>
          <a:xfrm>
            <a:off x="744820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grid-3-train-output-14-20"/>
          <p:cNvSpPr/>
          <p:nvPr/>
        </p:nvSpPr>
        <p:spPr>
          <a:xfrm>
            <a:off x="7556269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grid-3-train-output-14-21"/>
          <p:cNvSpPr/>
          <p:nvPr/>
        </p:nvSpPr>
        <p:spPr>
          <a:xfrm>
            <a:off x="7664334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grid-3-train-output-15-0"/>
          <p:cNvSpPr/>
          <p:nvPr/>
        </p:nvSpPr>
        <p:spPr>
          <a:xfrm>
            <a:off x="5394960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grid-3-train-output-15-1"/>
          <p:cNvSpPr/>
          <p:nvPr/>
        </p:nvSpPr>
        <p:spPr>
          <a:xfrm>
            <a:off x="5503025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grid-3-train-output-15-2"/>
          <p:cNvSpPr/>
          <p:nvPr/>
        </p:nvSpPr>
        <p:spPr>
          <a:xfrm>
            <a:off x="5611090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grid-3-train-output-15-3"/>
          <p:cNvSpPr/>
          <p:nvPr/>
        </p:nvSpPr>
        <p:spPr>
          <a:xfrm>
            <a:off x="5719156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grid-3-train-output-15-4"/>
          <p:cNvSpPr/>
          <p:nvPr/>
        </p:nvSpPr>
        <p:spPr>
          <a:xfrm>
            <a:off x="5827221" y="335834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grid-3-train-output-15-5"/>
          <p:cNvSpPr/>
          <p:nvPr/>
        </p:nvSpPr>
        <p:spPr>
          <a:xfrm>
            <a:off x="5935287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grid-3-train-output-15-6"/>
          <p:cNvSpPr/>
          <p:nvPr/>
        </p:nvSpPr>
        <p:spPr>
          <a:xfrm>
            <a:off x="6043352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grid-3-train-output-15-7"/>
          <p:cNvSpPr/>
          <p:nvPr/>
        </p:nvSpPr>
        <p:spPr>
          <a:xfrm>
            <a:off x="6151418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grid-3-train-output-15-8"/>
          <p:cNvSpPr/>
          <p:nvPr/>
        </p:nvSpPr>
        <p:spPr>
          <a:xfrm>
            <a:off x="6259483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grid-3-train-output-15-9"/>
          <p:cNvSpPr/>
          <p:nvPr/>
        </p:nvSpPr>
        <p:spPr>
          <a:xfrm>
            <a:off x="6367549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grid-3-train-output-15-10"/>
          <p:cNvSpPr/>
          <p:nvPr/>
        </p:nvSpPr>
        <p:spPr>
          <a:xfrm>
            <a:off x="6475614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grid-3-train-output-15-11"/>
          <p:cNvSpPr/>
          <p:nvPr/>
        </p:nvSpPr>
        <p:spPr>
          <a:xfrm>
            <a:off x="658368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grid-3-train-output-15-12"/>
          <p:cNvSpPr/>
          <p:nvPr/>
        </p:nvSpPr>
        <p:spPr>
          <a:xfrm>
            <a:off x="6691745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grid-3-train-output-15-13"/>
          <p:cNvSpPr/>
          <p:nvPr/>
        </p:nvSpPr>
        <p:spPr>
          <a:xfrm>
            <a:off x="6799810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grid-3-train-output-15-14"/>
          <p:cNvSpPr/>
          <p:nvPr/>
        </p:nvSpPr>
        <p:spPr>
          <a:xfrm>
            <a:off x="6907876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grid-3-train-output-15-15"/>
          <p:cNvSpPr/>
          <p:nvPr/>
        </p:nvSpPr>
        <p:spPr>
          <a:xfrm>
            <a:off x="7015941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grid-3-train-output-15-16"/>
          <p:cNvSpPr/>
          <p:nvPr/>
        </p:nvSpPr>
        <p:spPr>
          <a:xfrm>
            <a:off x="7124007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grid-3-train-output-15-17"/>
          <p:cNvSpPr/>
          <p:nvPr/>
        </p:nvSpPr>
        <p:spPr>
          <a:xfrm>
            <a:off x="7232072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grid-3-train-output-15-18"/>
          <p:cNvSpPr/>
          <p:nvPr/>
        </p:nvSpPr>
        <p:spPr>
          <a:xfrm>
            <a:off x="7340138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grid-3-train-output-15-19"/>
          <p:cNvSpPr/>
          <p:nvPr/>
        </p:nvSpPr>
        <p:spPr>
          <a:xfrm>
            <a:off x="7448203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grid-3-train-output-15-20"/>
          <p:cNvSpPr/>
          <p:nvPr/>
        </p:nvSpPr>
        <p:spPr>
          <a:xfrm>
            <a:off x="7556269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grid-3-train-output-15-21"/>
          <p:cNvSpPr/>
          <p:nvPr/>
        </p:nvSpPr>
        <p:spPr>
          <a:xfrm>
            <a:off x="7664334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grid-3-train-output-16-0"/>
          <p:cNvSpPr/>
          <p:nvPr/>
        </p:nvSpPr>
        <p:spPr>
          <a:xfrm>
            <a:off x="5394960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grid-3-train-output-16-1"/>
          <p:cNvSpPr/>
          <p:nvPr/>
        </p:nvSpPr>
        <p:spPr>
          <a:xfrm>
            <a:off x="5503025" y="346640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grid-3-train-output-16-2"/>
          <p:cNvSpPr/>
          <p:nvPr/>
        </p:nvSpPr>
        <p:spPr>
          <a:xfrm>
            <a:off x="5611090" y="346640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grid-3-train-output-16-3"/>
          <p:cNvSpPr/>
          <p:nvPr/>
        </p:nvSpPr>
        <p:spPr>
          <a:xfrm>
            <a:off x="5719156" y="346640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grid-3-train-output-16-4"/>
          <p:cNvSpPr/>
          <p:nvPr/>
        </p:nvSpPr>
        <p:spPr>
          <a:xfrm>
            <a:off x="5827221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grid-3-train-output-16-5"/>
          <p:cNvSpPr/>
          <p:nvPr/>
        </p:nvSpPr>
        <p:spPr>
          <a:xfrm>
            <a:off x="5935287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grid-3-train-output-16-6"/>
          <p:cNvSpPr/>
          <p:nvPr/>
        </p:nvSpPr>
        <p:spPr>
          <a:xfrm>
            <a:off x="6043352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grid-3-train-output-16-7"/>
          <p:cNvSpPr/>
          <p:nvPr/>
        </p:nvSpPr>
        <p:spPr>
          <a:xfrm>
            <a:off x="6151418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grid-3-train-output-16-8"/>
          <p:cNvSpPr/>
          <p:nvPr/>
        </p:nvSpPr>
        <p:spPr>
          <a:xfrm>
            <a:off x="6259483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grid-3-train-output-16-9"/>
          <p:cNvSpPr/>
          <p:nvPr/>
        </p:nvSpPr>
        <p:spPr>
          <a:xfrm>
            <a:off x="6367549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grid-3-train-output-16-10"/>
          <p:cNvSpPr/>
          <p:nvPr/>
        </p:nvSpPr>
        <p:spPr>
          <a:xfrm>
            <a:off x="6475614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grid-3-train-output-16-11"/>
          <p:cNvSpPr/>
          <p:nvPr/>
        </p:nvSpPr>
        <p:spPr>
          <a:xfrm>
            <a:off x="658368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grid-3-train-output-16-12"/>
          <p:cNvSpPr/>
          <p:nvPr/>
        </p:nvSpPr>
        <p:spPr>
          <a:xfrm>
            <a:off x="6691745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grid-3-train-output-16-13"/>
          <p:cNvSpPr/>
          <p:nvPr/>
        </p:nvSpPr>
        <p:spPr>
          <a:xfrm>
            <a:off x="6799810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grid-3-train-output-16-14"/>
          <p:cNvSpPr/>
          <p:nvPr/>
        </p:nvSpPr>
        <p:spPr>
          <a:xfrm>
            <a:off x="6907876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grid-3-train-output-16-15"/>
          <p:cNvSpPr/>
          <p:nvPr/>
        </p:nvSpPr>
        <p:spPr>
          <a:xfrm>
            <a:off x="7015941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grid-3-train-output-16-16"/>
          <p:cNvSpPr/>
          <p:nvPr/>
        </p:nvSpPr>
        <p:spPr>
          <a:xfrm>
            <a:off x="7124007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grid-3-train-output-16-17"/>
          <p:cNvSpPr/>
          <p:nvPr/>
        </p:nvSpPr>
        <p:spPr>
          <a:xfrm>
            <a:off x="7232072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grid-3-train-output-16-18"/>
          <p:cNvSpPr/>
          <p:nvPr/>
        </p:nvSpPr>
        <p:spPr>
          <a:xfrm>
            <a:off x="7340138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grid-3-train-output-16-19"/>
          <p:cNvSpPr/>
          <p:nvPr/>
        </p:nvSpPr>
        <p:spPr>
          <a:xfrm>
            <a:off x="7448203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grid-3-train-output-16-20"/>
          <p:cNvSpPr/>
          <p:nvPr/>
        </p:nvSpPr>
        <p:spPr>
          <a:xfrm>
            <a:off x="7556269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grid-3-train-output-16-21"/>
          <p:cNvSpPr/>
          <p:nvPr/>
        </p:nvSpPr>
        <p:spPr>
          <a:xfrm>
            <a:off x="7664334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grid-3-train-output-17-0"/>
          <p:cNvSpPr/>
          <p:nvPr/>
        </p:nvSpPr>
        <p:spPr>
          <a:xfrm>
            <a:off x="5394960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grid-3-train-output-17-1"/>
          <p:cNvSpPr/>
          <p:nvPr/>
        </p:nvSpPr>
        <p:spPr>
          <a:xfrm>
            <a:off x="5503025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grid-3-train-output-17-2"/>
          <p:cNvSpPr/>
          <p:nvPr/>
        </p:nvSpPr>
        <p:spPr>
          <a:xfrm>
            <a:off x="5611090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grid-3-train-output-17-3"/>
          <p:cNvSpPr/>
          <p:nvPr/>
        </p:nvSpPr>
        <p:spPr>
          <a:xfrm>
            <a:off x="5719156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grid-3-train-output-17-4"/>
          <p:cNvSpPr/>
          <p:nvPr/>
        </p:nvSpPr>
        <p:spPr>
          <a:xfrm>
            <a:off x="5827221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grid-3-train-output-17-5"/>
          <p:cNvSpPr/>
          <p:nvPr/>
        </p:nvSpPr>
        <p:spPr>
          <a:xfrm>
            <a:off x="5935287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grid-3-train-output-17-6"/>
          <p:cNvSpPr/>
          <p:nvPr/>
        </p:nvSpPr>
        <p:spPr>
          <a:xfrm>
            <a:off x="6043352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grid-3-train-output-17-7"/>
          <p:cNvSpPr/>
          <p:nvPr/>
        </p:nvSpPr>
        <p:spPr>
          <a:xfrm>
            <a:off x="6151418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grid-3-train-output-17-8"/>
          <p:cNvSpPr/>
          <p:nvPr/>
        </p:nvSpPr>
        <p:spPr>
          <a:xfrm>
            <a:off x="6259483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grid-3-train-output-17-9"/>
          <p:cNvSpPr/>
          <p:nvPr/>
        </p:nvSpPr>
        <p:spPr>
          <a:xfrm>
            <a:off x="6367549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grid-3-train-output-17-10"/>
          <p:cNvSpPr/>
          <p:nvPr/>
        </p:nvSpPr>
        <p:spPr>
          <a:xfrm>
            <a:off x="6475614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grid-3-train-output-17-11"/>
          <p:cNvSpPr/>
          <p:nvPr/>
        </p:nvSpPr>
        <p:spPr>
          <a:xfrm>
            <a:off x="658368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id-3-train-output-17-12"/>
          <p:cNvSpPr/>
          <p:nvPr/>
        </p:nvSpPr>
        <p:spPr>
          <a:xfrm>
            <a:off x="6691745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grid-3-train-output-17-13"/>
          <p:cNvSpPr/>
          <p:nvPr/>
        </p:nvSpPr>
        <p:spPr>
          <a:xfrm>
            <a:off x="6799810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grid-3-train-output-17-14"/>
          <p:cNvSpPr/>
          <p:nvPr/>
        </p:nvSpPr>
        <p:spPr>
          <a:xfrm>
            <a:off x="6907876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grid-3-train-output-17-15"/>
          <p:cNvSpPr/>
          <p:nvPr/>
        </p:nvSpPr>
        <p:spPr>
          <a:xfrm>
            <a:off x="7015941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grid-3-train-output-17-16"/>
          <p:cNvSpPr/>
          <p:nvPr/>
        </p:nvSpPr>
        <p:spPr>
          <a:xfrm>
            <a:off x="7124007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grid-3-train-output-17-17"/>
          <p:cNvSpPr/>
          <p:nvPr/>
        </p:nvSpPr>
        <p:spPr>
          <a:xfrm>
            <a:off x="7232072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grid-3-train-output-17-18"/>
          <p:cNvSpPr/>
          <p:nvPr/>
        </p:nvSpPr>
        <p:spPr>
          <a:xfrm>
            <a:off x="7340138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grid-3-train-output-17-19"/>
          <p:cNvSpPr/>
          <p:nvPr/>
        </p:nvSpPr>
        <p:spPr>
          <a:xfrm>
            <a:off x="7448203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grid-3-train-output-17-20"/>
          <p:cNvSpPr/>
          <p:nvPr/>
        </p:nvSpPr>
        <p:spPr>
          <a:xfrm>
            <a:off x="7556269" y="357447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grid-3-train-output-17-21"/>
          <p:cNvSpPr/>
          <p:nvPr/>
        </p:nvSpPr>
        <p:spPr>
          <a:xfrm>
            <a:off x="7664334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grid-3-train-output-18-0"/>
          <p:cNvSpPr/>
          <p:nvPr/>
        </p:nvSpPr>
        <p:spPr>
          <a:xfrm>
            <a:off x="5394960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grid-3-train-output-18-1"/>
          <p:cNvSpPr/>
          <p:nvPr/>
        </p:nvSpPr>
        <p:spPr>
          <a:xfrm>
            <a:off x="5503025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grid-3-train-output-18-2"/>
          <p:cNvSpPr/>
          <p:nvPr/>
        </p:nvSpPr>
        <p:spPr>
          <a:xfrm>
            <a:off x="5611090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grid-3-train-output-18-3"/>
          <p:cNvSpPr/>
          <p:nvPr/>
        </p:nvSpPr>
        <p:spPr>
          <a:xfrm>
            <a:off x="5719156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grid-3-train-output-18-4"/>
          <p:cNvSpPr/>
          <p:nvPr/>
        </p:nvSpPr>
        <p:spPr>
          <a:xfrm>
            <a:off x="5827221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grid-3-train-output-18-5"/>
          <p:cNvSpPr/>
          <p:nvPr/>
        </p:nvSpPr>
        <p:spPr>
          <a:xfrm>
            <a:off x="5935287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grid-3-train-output-18-6"/>
          <p:cNvSpPr/>
          <p:nvPr/>
        </p:nvSpPr>
        <p:spPr>
          <a:xfrm>
            <a:off x="6043352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grid-3-train-output-18-7"/>
          <p:cNvSpPr/>
          <p:nvPr/>
        </p:nvSpPr>
        <p:spPr>
          <a:xfrm>
            <a:off x="6151418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grid-3-train-output-18-8"/>
          <p:cNvSpPr/>
          <p:nvPr/>
        </p:nvSpPr>
        <p:spPr>
          <a:xfrm>
            <a:off x="6259483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grid-3-train-output-18-9"/>
          <p:cNvSpPr/>
          <p:nvPr/>
        </p:nvSpPr>
        <p:spPr>
          <a:xfrm>
            <a:off x="6367549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grid-3-train-output-18-10"/>
          <p:cNvSpPr/>
          <p:nvPr/>
        </p:nvSpPr>
        <p:spPr>
          <a:xfrm>
            <a:off x="6475614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grid-3-train-output-18-11"/>
          <p:cNvSpPr/>
          <p:nvPr/>
        </p:nvSpPr>
        <p:spPr>
          <a:xfrm>
            <a:off x="658368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grid-3-train-output-18-12"/>
          <p:cNvSpPr/>
          <p:nvPr/>
        </p:nvSpPr>
        <p:spPr>
          <a:xfrm>
            <a:off x="6691745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grid-3-train-output-18-13"/>
          <p:cNvSpPr/>
          <p:nvPr/>
        </p:nvSpPr>
        <p:spPr>
          <a:xfrm>
            <a:off x="679981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grid-3-train-output-18-14"/>
          <p:cNvSpPr/>
          <p:nvPr/>
        </p:nvSpPr>
        <p:spPr>
          <a:xfrm>
            <a:off x="6907876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grid-3-train-output-18-15"/>
          <p:cNvSpPr/>
          <p:nvPr/>
        </p:nvSpPr>
        <p:spPr>
          <a:xfrm>
            <a:off x="7015941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grid-3-train-output-18-16"/>
          <p:cNvSpPr/>
          <p:nvPr/>
        </p:nvSpPr>
        <p:spPr>
          <a:xfrm>
            <a:off x="7124007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grid-3-train-output-18-17"/>
          <p:cNvSpPr/>
          <p:nvPr/>
        </p:nvSpPr>
        <p:spPr>
          <a:xfrm>
            <a:off x="7232072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grid-3-train-output-18-18"/>
          <p:cNvSpPr/>
          <p:nvPr/>
        </p:nvSpPr>
        <p:spPr>
          <a:xfrm>
            <a:off x="7340138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grid-3-train-output-18-19"/>
          <p:cNvSpPr/>
          <p:nvPr/>
        </p:nvSpPr>
        <p:spPr>
          <a:xfrm>
            <a:off x="7448203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grid-3-train-output-18-20"/>
          <p:cNvSpPr/>
          <p:nvPr/>
        </p:nvSpPr>
        <p:spPr>
          <a:xfrm>
            <a:off x="7556269" y="3682538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grid-3-train-output-18-21"/>
          <p:cNvSpPr/>
          <p:nvPr/>
        </p:nvSpPr>
        <p:spPr>
          <a:xfrm>
            <a:off x="7664334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grid-3-train-output-19-0"/>
          <p:cNvSpPr/>
          <p:nvPr/>
        </p:nvSpPr>
        <p:spPr>
          <a:xfrm>
            <a:off x="5394960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grid-3-train-output-19-1"/>
          <p:cNvSpPr/>
          <p:nvPr/>
        </p:nvSpPr>
        <p:spPr>
          <a:xfrm>
            <a:off x="5503025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grid-3-train-output-19-2"/>
          <p:cNvSpPr/>
          <p:nvPr/>
        </p:nvSpPr>
        <p:spPr>
          <a:xfrm>
            <a:off x="5611090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grid-3-train-output-19-3"/>
          <p:cNvSpPr/>
          <p:nvPr/>
        </p:nvSpPr>
        <p:spPr>
          <a:xfrm>
            <a:off x="5719156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grid-3-train-output-19-4"/>
          <p:cNvSpPr/>
          <p:nvPr/>
        </p:nvSpPr>
        <p:spPr>
          <a:xfrm>
            <a:off x="5827221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grid-3-train-output-19-5"/>
          <p:cNvSpPr/>
          <p:nvPr/>
        </p:nvSpPr>
        <p:spPr>
          <a:xfrm>
            <a:off x="5935287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grid-3-train-output-19-6"/>
          <p:cNvSpPr/>
          <p:nvPr/>
        </p:nvSpPr>
        <p:spPr>
          <a:xfrm>
            <a:off x="6043352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grid-3-train-output-19-7"/>
          <p:cNvSpPr/>
          <p:nvPr/>
        </p:nvSpPr>
        <p:spPr>
          <a:xfrm>
            <a:off x="6151418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grid-3-train-output-19-8"/>
          <p:cNvSpPr/>
          <p:nvPr/>
        </p:nvSpPr>
        <p:spPr>
          <a:xfrm>
            <a:off x="6259483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grid-3-train-output-19-9"/>
          <p:cNvSpPr/>
          <p:nvPr/>
        </p:nvSpPr>
        <p:spPr>
          <a:xfrm>
            <a:off x="6367549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grid-3-train-output-19-10"/>
          <p:cNvSpPr/>
          <p:nvPr/>
        </p:nvSpPr>
        <p:spPr>
          <a:xfrm>
            <a:off x="6475614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grid-3-train-output-19-11"/>
          <p:cNvSpPr/>
          <p:nvPr/>
        </p:nvSpPr>
        <p:spPr>
          <a:xfrm>
            <a:off x="658368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grid-3-train-output-19-12"/>
          <p:cNvSpPr/>
          <p:nvPr/>
        </p:nvSpPr>
        <p:spPr>
          <a:xfrm>
            <a:off x="6691745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grid-3-train-output-19-13"/>
          <p:cNvSpPr/>
          <p:nvPr/>
        </p:nvSpPr>
        <p:spPr>
          <a:xfrm>
            <a:off x="679981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grid-3-train-output-19-14"/>
          <p:cNvSpPr/>
          <p:nvPr/>
        </p:nvSpPr>
        <p:spPr>
          <a:xfrm>
            <a:off x="6907876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grid-3-train-output-19-15"/>
          <p:cNvSpPr/>
          <p:nvPr/>
        </p:nvSpPr>
        <p:spPr>
          <a:xfrm>
            <a:off x="7015941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grid-3-train-output-19-16"/>
          <p:cNvSpPr/>
          <p:nvPr/>
        </p:nvSpPr>
        <p:spPr>
          <a:xfrm>
            <a:off x="7124007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grid-3-train-output-19-17"/>
          <p:cNvSpPr/>
          <p:nvPr/>
        </p:nvSpPr>
        <p:spPr>
          <a:xfrm>
            <a:off x="7232072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grid-3-train-output-19-18"/>
          <p:cNvSpPr/>
          <p:nvPr/>
        </p:nvSpPr>
        <p:spPr>
          <a:xfrm>
            <a:off x="7340138" y="3790603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grid-3-train-output-19-19"/>
          <p:cNvSpPr/>
          <p:nvPr/>
        </p:nvSpPr>
        <p:spPr>
          <a:xfrm>
            <a:off x="7448203" y="3790603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grid-3-train-output-19-20"/>
          <p:cNvSpPr/>
          <p:nvPr/>
        </p:nvSpPr>
        <p:spPr>
          <a:xfrm>
            <a:off x="7556269" y="3790603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grid-3-train-output-19-21"/>
          <p:cNvSpPr/>
          <p:nvPr/>
        </p:nvSpPr>
        <p:spPr>
          <a:xfrm>
            <a:off x="7664334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grid-3-train-output-20-0"/>
          <p:cNvSpPr/>
          <p:nvPr/>
        </p:nvSpPr>
        <p:spPr>
          <a:xfrm>
            <a:off x="539496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grid-3-train-output-20-1"/>
          <p:cNvSpPr/>
          <p:nvPr/>
        </p:nvSpPr>
        <p:spPr>
          <a:xfrm>
            <a:off x="5503025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grid-3-train-output-20-2"/>
          <p:cNvSpPr/>
          <p:nvPr/>
        </p:nvSpPr>
        <p:spPr>
          <a:xfrm>
            <a:off x="561109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grid-3-train-output-20-3"/>
          <p:cNvSpPr/>
          <p:nvPr/>
        </p:nvSpPr>
        <p:spPr>
          <a:xfrm>
            <a:off x="571915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grid-3-train-output-20-4"/>
          <p:cNvSpPr/>
          <p:nvPr/>
        </p:nvSpPr>
        <p:spPr>
          <a:xfrm>
            <a:off x="582722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grid-3-train-output-20-5"/>
          <p:cNvSpPr/>
          <p:nvPr/>
        </p:nvSpPr>
        <p:spPr>
          <a:xfrm>
            <a:off x="5935287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grid-3-train-output-20-6"/>
          <p:cNvSpPr/>
          <p:nvPr/>
        </p:nvSpPr>
        <p:spPr>
          <a:xfrm>
            <a:off x="6043352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grid-3-train-output-20-7"/>
          <p:cNvSpPr/>
          <p:nvPr/>
        </p:nvSpPr>
        <p:spPr>
          <a:xfrm>
            <a:off x="6151418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grid-3-train-output-20-8"/>
          <p:cNvSpPr/>
          <p:nvPr/>
        </p:nvSpPr>
        <p:spPr>
          <a:xfrm>
            <a:off x="6259483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grid-3-train-output-20-9"/>
          <p:cNvSpPr/>
          <p:nvPr/>
        </p:nvSpPr>
        <p:spPr>
          <a:xfrm>
            <a:off x="6367549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grid-3-train-output-20-10"/>
          <p:cNvSpPr/>
          <p:nvPr/>
        </p:nvSpPr>
        <p:spPr>
          <a:xfrm>
            <a:off x="6475614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grid-3-train-output-20-11"/>
          <p:cNvSpPr/>
          <p:nvPr/>
        </p:nvSpPr>
        <p:spPr>
          <a:xfrm>
            <a:off x="658368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grid-3-train-output-20-12"/>
          <p:cNvSpPr/>
          <p:nvPr/>
        </p:nvSpPr>
        <p:spPr>
          <a:xfrm>
            <a:off x="6691745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grid-3-train-output-20-13"/>
          <p:cNvSpPr/>
          <p:nvPr/>
        </p:nvSpPr>
        <p:spPr>
          <a:xfrm>
            <a:off x="679981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grid-3-train-output-20-14"/>
          <p:cNvSpPr/>
          <p:nvPr/>
        </p:nvSpPr>
        <p:spPr>
          <a:xfrm>
            <a:off x="690787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grid-3-train-output-20-15"/>
          <p:cNvSpPr/>
          <p:nvPr/>
        </p:nvSpPr>
        <p:spPr>
          <a:xfrm>
            <a:off x="701594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grid-3-train-output-20-16"/>
          <p:cNvSpPr/>
          <p:nvPr/>
        </p:nvSpPr>
        <p:spPr>
          <a:xfrm>
            <a:off x="7124007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grid-3-train-output-20-17"/>
          <p:cNvSpPr/>
          <p:nvPr/>
        </p:nvSpPr>
        <p:spPr>
          <a:xfrm>
            <a:off x="7232072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grid-3-train-output-20-18"/>
          <p:cNvSpPr/>
          <p:nvPr/>
        </p:nvSpPr>
        <p:spPr>
          <a:xfrm>
            <a:off x="7340138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grid-3-train-output-20-19"/>
          <p:cNvSpPr/>
          <p:nvPr/>
        </p:nvSpPr>
        <p:spPr>
          <a:xfrm>
            <a:off x="7448203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grid-3-train-output-20-20"/>
          <p:cNvSpPr/>
          <p:nvPr/>
        </p:nvSpPr>
        <p:spPr>
          <a:xfrm>
            <a:off x="7556269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grid-3-train-output-20-21"/>
          <p:cNvSpPr/>
          <p:nvPr/>
        </p:nvSpPr>
        <p:spPr>
          <a:xfrm>
            <a:off x="7664334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grid-3-train-output-21-0"/>
          <p:cNvSpPr/>
          <p:nvPr/>
        </p:nvSpPr>
        <p:spPr>
          <a:xfrm>
            <a:off x="539496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grid-3-train-output-21-1"/>
          <p:cNvSpPr/>
          <p:nvPr/>
        </p:nvSpPr>
        <p:spPr>
          <a:xfrm>
            <a:off x="550302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grid-3-train-output-21-2"/>
          <p:cNvSpPr/>
          <p:nvPr/>
        </p:nvSpPr>
        <p:spPr>
          <a:xfrm>
            <a:off x="561109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grid-3-train-output-21-3"/>
          <p:cNvSpPr/>
          <p:nvPr/>
        </p:nvSpPr>
        <p:spPr>
          <a:xfrm>
            <a:off x="571915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grid-3-train-output-21-4"/>
          <p:cNvSpPr/>
          <p:nvPr/>
        </p:nvSpPr>
        <p:spPr>
          <a:xfrm>
            <a:off x="582722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grid-3-train-output-21-5"/>
          <p:cNvSpPr/>
          <p:nvPr/>
        </p:nvSpPr>
        <p:spPr>
          <a:xfrm>
            <a:off x="593528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grid-3-train-output-21-6"/>
          <p:cNvSpPr/>
          <p:nvPr/>
        </p:nvSpPr>
        <p:spPr>
          <a:xfrm>
            <a:off x="604335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grid-3-train-output-21-7"/>
          <p:cNvSpPr/>
          <p:nvPr/>
        </p:nvSpPr>
        <p:spPr>
          <a:xfrm>
            <a:off x="615141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grid-3-train-output-21-8"/>
          <p:cNvSpPr/>
          <p:nvPr/>
        </p:nvSpPr>
        <p:spPr>
          <a:xfrm>
            <a:off x="625948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grid-3-train-output-21-9"/>
          <p:cNvSpPr/>
          <p:nvPr/>
        </p:nvSpPr>
        <p:spPr>
          <a:xfrm>
            <a:off x="636754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grid-3-train-output-21-10"/>
          <p:cNvSpPr/>
          <p:nvPr/>
        </p:nvSpPr>
        <p:spPr>
          <a:xfrm>
            <a:off x="647561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grid-3-train-output-21-11"/>
          <p:cNvSpPr/>
          <p:nvPr/>
        </p:nvSpPr>
        <p:spPr>
          <a:xfrm>
            <a:off x="658368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grid-3-train-output-21-12"/>
          <p:cNvSpPr/>
          <p:nvPr/>
        </p:nvSpPr>
        <p:spPr>
          <a:xfrm>
            <a:off x="669174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grid-3-train-output-21-13"/>
          <p:cNvSpPr/>
          <p:nvPr/>
        </p:nvSpPr>
        <p:spPr>
          <a:xfrm>
            <a:off x="679981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grid-3-train-output-21-14"/>
          <p:cNvSpPr/>
          <p:nvPr/>
        </p:nvSpPr>
        <p:spPr>
          <a:xfrm>
            <a:off x="690787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grid-3-train-output-21-15"/>
          <p:cNvSpPr/>
          <p:nvPr/>
        </p:nvSpPr>
        <p:spPr>
          <a:xfrm>
            <a:off x="701594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grid-3-train-output-21-16"/>
          <p:cNvSpPr/>
          <p:nvPr/>
        </p:nvSpPr>
        <p:spPr>
          <a:xfrm>
            <a:off x="712400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grid-3-train-output-21-17"/>
          <p:cNvSpPr/>
          <p:nvPr/>
        </p:nvSpPr>
        <p:spPr>
          <a:xfrm>
            <a:off x="723207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grid-3-train-output-21-18"/>
          <p:cNvSpPr/>
          <p:nvPr/>
        </p:nvSpPr>
        <p:spPr>
          <a:xfrm>
            <a:off x="734013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grid-3-train-output-21-19"/>
          <p:cNvSpPr/>
          <p:nvPr/>
        </p:nvSpPr>
        <p:spPr>
          <a:xfrm>
            <a:off x="744820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grid-3-train-output-21-20"/>
          <p:cNvSpPr/>
          <p:nvPr/>
        </p:nvSpPr>
        <p:spPr>
          <a:xfrm>
            <a:off x="755626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grid-3-train-output-21-21"/>
          <p:cNvSpPr/>
          <p:nvPr/>
        </p:nvSpPr>
        <p:spPr>
          <a:xfrm>
            <a:off x="766433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提示例は全3組、テスト入力は全1個。ここでは各1番目を表示。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b5ca7ac4.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https://github.com/arcprize/ARC-AGI-2/blob/f3283f7/data/evaluation/b5ca7ac4.json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追加例1：枠の色に応じて物体を移動する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3-test-input-0-0"/>
          <p:cNvSpPr/>
          <p:nvPr/>
        </p:nvSpPr>
        <p:spPr>
          <a:xfrm>
            <a:off x="1280160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3-test-input-0-1"/>
          <p:cNvSpPr/>
          <p:nvPr/>
        </p:nvSpPr>
        <p:spPr>
          <a:xfrm>
            <a:off x="1388225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3-test-input-0-2"/>
          <p:cNvSpPr/>
          <p:nvPr/>
        </p:nvSpPr>
        <p:spPr>
          <a:xfrm>
            <a:off x="1496290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3-test-input-0-3"/>
          <p:cNvSpPr/>
          <p:nvPr/>
        </p:nvSpPr>
        <p:spPr>
          <a:xfrm>
            <a:off x="1604356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3-test-input-0-4"/>
          <p:cNvSpPr/>
          <p:nvPr/>
        </p:nvSpPr>
        <p:spPr>
          <a:xfrm>
            <a:off x="1712421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3-test-input-0-5"/>
          <p:cNvSpPr/>
          <p:nvPr/>
        </p:nvSpPr>
        <p:spPr>
          <a:xfrm>
            <a:off x="1820487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3-test-input-0-6"/>
          <p:cNvSpPr/>
          <p:nvPr/>
        </p:nvSpPr>
        <p:spPr>
          <a:xfrm>
            <a:off x="1928552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3-test-input-0-7"/>
          <p:cNvSpPr/>
          <p:nvPr/>
        </p:nvSpPr>
        <p:spPr>
          <a:xfrm>
            <a:off x="2036618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3-test-input-0-8"/>
          <p:cNvSpPr/>
          <p:nvPr/>
        </p:nvSpPr>
        <p:spPr>
          <a:xfrm>
            <a:off x="2144683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3-test-input-0-9"/>
          <p:cNvSpPr/>
          <p:nvPr/>
        </p:nvSpPr>
        <p:spPr>
          <a:xfrm>
            <a:off x="2252749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3-test-input-0-10"/>
          <p:cNvSpPr/>
          <p:nvPr/>
        </p:nvSpPr>
        <p:spPr>
          <a:xfrm>
            <a:off x="2360814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3-test-input-0-11"/>
          <p:cNvSpPr/>
          <p:nvPr/>
        </p:nvSpPr>
        <p:spPr>
          <a:xfrm>
            <a:off x="2468880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3-test-input-0-12"/>
          <p:cNvSpPr/>
          <p:nvPr/>
        </p:nvSpPr>
        <p:spPr>
          <a:xfrm>
            <a:off x="2576945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3-test-input-0-13"/>
          <p:cNvSpPr/>
          <p:nvPr/>
        </p:nvSpPr>
        <p:spPr>
          <a:xfrm>
            <a:off x="2685010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3-test-input-0-14"/>
          <p:cNvSpPr/>
          <p:nvPr/>
        </p:nvSpPr>
        <p:spPr>
          <a:xfrm>
            <a:off x="2793076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3-test-input-0-15"/>
          <p:cNvSpPr/>
          <p:nvPr/>
        </p:nvSpPr>
        <p:spPr>
          <a:xfrm>
            <a:off x="2901141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3-test-input-0-16"/>
          <p:cNvSpPr/>
          <p:nvPr/>
        </p:nvSpPr>
        <p:spPr>
          <a:xfrm>
            <a:off x="3009207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3-test-input-0-17"/>
          <p:cNvSpPr/>
          <p:nvPr/>
        </p:nvSpPr>
        <p:spPr>
          <a:xfrm>
            <a:off x="3117272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3-test-input-0-18"/>
          <p:cNvSpPr/>
          <p:nvPr/>
        </p:nvSpPr>
        <p:spPr>
          <a:xfrm>
            <a:off x="3225338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3-test-input-0-19"/>
          <p:cNvSpPr/>
          <p:nvPr/>
        </p:nvSpPr>
        <p:spPr>
          <a:xfrm>
            <a:off x="3333403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3-test-input-0-20"/>
          <p:cNvSpPr/>
          <p:nvPr/>
        </p:nvSpPr>
        <p:spPr>
          <a:xfrm>
            <a:off x="3441469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3-test-input-0-21"/>
          <p:cNvSpPr/>
          <p:nvPr/>
        </p:nvSpPr>
        <p:spPr>
          <a:xfrm>
            <a:off x="3549534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3-test-input-1-0"/>
          <p:cNvSpPr/>
          <p:nvPr/>
        </p:nvSpPr>
        <p:spPr>
          <a:xfrm>
            <a:off x="1280160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3-test-input-1-1"/>
          <p:cNvSpPr/>
          <p:nvPr/>
        </p:nvSpPr>
        <p:spPr>
          <a:xfrm>
            <a:off x="1388225" y="184542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3-test-input-1-2"/>
          <p:cNvSpPr/>
          <p:nvPr/>
        </p:nvSpPr>
        <p:spPr>
          <a:xfrm>
            <a:off x="1496290" y="184542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3-test-input-1-3"/>
          <p:cNvSpPr/>
          <p:nvPr/>
        </p:nvSpPr>
        <p:spPr>
          <a:xfrm>
            <a:off x="1604356" y="184542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3-test-input-1-4"/>
          <p:cNvSpPr/>
          <p:nvPr/>
        </p:nvSpPr>
        <p:spPr>
          <a:xfrm>
            <a:off x="1712421" y="184542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3-test-input-1-5"/>
          <p:cNvSpPr/>
          <p:nvPr/>
        </p:nvSpPr>
        <p:spPr>
          <a:xfrm>
            <a:off x="1820487" y="184542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3-test-input-1-6"/>
          <p:cNvSpPr/>
          <p:nvPr/>
        </p:nvSpPr>
        <p:spPr>
          <a:xfrm>
            <a:off x="1928552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3-test-input-1-7"/>
          <p:cNvSpPr/>
          <p:nvPr/>
        </p:nvSpPr>
        <p:spPr>
          <a:xfrm>
            <a:off x="2036618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3-test-input-1-8"/>
          <p:cNvSpPr/>
          <p:nvPr/>
        </p:nvSpPr>
        <p:spPr>
          <a:xfrm>
            <a:off x="2144683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3-test-input-1-9"/>
          <p:cNvSpPr/>
          <p:nvPr/>
        </p:nvSpPr>
        <p:spPr>
          <a:xfrm>
            <a:off x="2252749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3-test-input-1-10"/>
          <p:cNvSpPr/>
          <p:nvPr/>
        </p:nvSpPr>
        <p:spPr>
          <a:xfrm>
            <a:off x="2360814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3-test-input-1-11"/>
          <p:cNvSpPr/>
          <p:nvPr/>
        </p:nvSpPr>
        <p:spPr>
          <a:xfrm>
            <a:off x="2468880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3-test-input-1-12"/>
          <p:cNvSpPr/>
          <p:nvPr/>
        </p:nvSpPr>
        <p:spPr>
          <a:xfrm>
            <a:off x="2576945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3-test-input-1-13"/>
          <p:cNvSpPr/>
          <p:nvPr/>
        </p:nvSpPr>
        <p:spPr>
          <a:xfrm>
            <a:off x="2685010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3-test-input-1-14"/>
          <p:cNvSpPr/>
          <p:nvPr/>
        </p:nvSpPr>
        <p:spPr>
          <a:xfrm>
            <a:off x="2793076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3-test-input-1-15"/>
          <p:cNvSpPr/>
          <p:nvPr/>
        </p:nvSpPr>
        <p:spPr>
          <a:xfrm>
            <a:off x="2901141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3-test-input-1-16"/>
          <p:cNvSpPr/>
          <p:nvPr/>
        </p:nvSpPr>
        <p:spPr>
          <a:xfrm>
            <a:off x="3009207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3-test-input-1-17"/>
          <p:cNvSpPr/>
          <p:nvPr/>
        </p:nvSpPr>
        <p:spPr>
          <a:xfrm>
            <a:off x="3117272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3-test-input-1-18"/>
          <p:cNvSpPr/>
          <p:nvPr/>
        </p:nvSpPr>
        <p:spPr>
          <a:xfrm>
            <a:off x="3225338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3-test-input-1-19"/>
          <p:cNvSpPr/>
          <p:nvPr/>
        </p:nvSpPr>
        <p:spPr>
          <a:xfrm>
            <a:off x="3333403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3-test-input-1-20"/>
          <p:cNvSpPr/>
          <p:nvPr/>
        </p:nvSpPr>
        <p:spPr>
          <a:xfrm>
            <a:off x="3441469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3-test-input-1-21"/>
          <p:cNvSpPr/>
          <p:nvPr/>
        </p:nvSpPr>
        <p:spPr>
          <a:xfrm>
            <a:off x="3549534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3-test-input-2-0"/>
          <p:cNvSpPr/>
          <p:nvPr/>
        </p:nvSpPr>
        <p:spPr>
          <a:xfrm>
            <a:off x="1280160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3-test-input-2-1"/>
          <p:cNvSpPr/>
          <p:nvPr/>
        </p:nvSpPr>
        <p:spPr>
          <a:xfrm>
            <a:off x="1388225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3-test-input-2-2"/>
          <p:cNvSpPr/>
          <p:nvPr/>
        </p:nvSpPr>
        <p:spPr>
          <a:xfrm>
            <a:off x="1496290" y="195349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3-test-input-2-3"/>
          <p:cNvSpPr/>
          <p:nvPr/>
        </p:nvSpPr>
        <p:spPr>
          <a:xfrm>
            <a:off x="1604356" y="195349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3-test-input-2-4"/>
          <p:cNvSpPr/>
          <p:nvPr/>
        </p:nvSpPr>
        <p:spPr>
          <a:xfrm>
            <a:off x="1712421" y="195349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3-test-input-2-5"/>
          <p:cNvSpPr/>
          <p:nvPr/>
        </p:nvSpPr>
        <p:spPr>
          <a:xfrm>
            <a:off x="1820487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3-test-input-2-6"/>
          <p:cNvSpPr/>
          <p:nvPr/>
        </p:nvSpPr>
        <p:spPr>
          <a:xfrm>
            <a:off x="1928552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3-test-input-2-7"/>
          <p:cNvSpPr/>
          <p:nvPr/>
        </p:nvSpPr>
        <p:spPr>
          <a:xfrm>
            <a:off x="2036618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3-test-input-2-8"/>
          <p:cNvSpPr/>
          <p:nvPr/>
        </p:nvSpPr>
        <p:spPr>
          <a:xfrm>
            <a:off x="2144683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3-test-input-2-9"/>
          <p:cNvSpPr/>
          <p:nvPr/>
        </p:nvSpPr>
        <p:spPr>
          <a:xfrm>
            <a:off x="2252749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3-test-input-2-10"/>
          <p:cNvSpPr/>
          <p:nvPr/>
        </p:nvSpPr>
        <p:spPr>
          <a:xfrm>
            <a:off x="2360814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3-test-input-2-11"/>
          <p:cNvSpPr/>
          <p:nvPr/>
        </p:nvSpPr>
        <p:spPr>
          <a:xfrm>
            <a:off x="2468880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3-test-input-2-12"/>
          <p:cNvSpPr/>
          <p:nvPr/>
        </p:nvSpPr>
        <p:spPr>
          <a:xfrm>
            <a:off x="2576945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3-test-input-2-13"/>
          <p:cNvSpPr/>
          <p:nvPr/>
        </p:nvSpPr>
        <p:spPr>
          <a:xfrm>
            <a:off x="2685010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3-test-input-2-14"/>
          <p:cNvSpPr/>
          <p:nvPr/>
        </p:nvSpPr>
        <p:spPr>
          <a:xfrm>
            <a:off x="2793076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3-test-input-2-15"/>
          <p:cNvSpPr/>
          <p:nvPr/>
        </p:nvSpPr>
        <p:spPr>
          <a:xfrm>
            <a:off x="2901141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3-test-input-2-16"/>
          <p:cNvSpPr/>
          <p:nvPr/>
        </p:nvSpPr>
        <p:spPr>
          <a:xfrm>
            <a:off x="3009207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3-test-input-2-17"/>
          <p:cNvSpPr/>
          <p:nvPr/>
        </p:nvSpPr>
        <p:spPr>
          <a:xfrm>
            <a:off x="3117272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3-test-input-2-18"/>
          <p:cNvSpPr/>
          <p:nvPr/>
        </p:nvSpPr>
        <p:spPr>
          <a:xfrm>
            <a:off x="3225338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3-test-input-2-19"/>
          <p:cNvSpPr/>
          <p:nvPr/>
        </p:nvSpPr>
        <p:spPr>
          <a:xfrm>
            <a:off x="3333403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3-test-input-2-20"/>
          <p:cNvSpPr/>
          <p:nvPr/>
        </p:nvSpPr>
        <p:spPr>
          <a:xfrm>
            <a:off x="3441469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3-test-input-2-21"/>
          <p:cNvSpPr/>
          <p:nvPr/>
        </p:nvSpPr>
        <p:spPr>
          <a:xfrm>
            <a:off x="3549534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3-test-input-3-0"/>
          <p:cNvSpPr/>
          <p:nvPr/>
        </p:nvSpPr>
        <p:spPr>
          <a:xfrm>
            <a:off x="1280160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3-test-input-3-1"/>
          <p:cNvSpPr/>
          <p:nvPr/>
        </p:nvSpPr>
        <p:spPr>
          <a:xfrm>
            <a:off x="1388225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3-test-input-3-2"/>
          <p:cNvSpPr/>
          <p:nvPr/>
        </p:nvSpPr>
        <p:spPr>
          <a:xfrm>
            <a:off x="1496290" y="2061556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3-test-input-3-3"/>
          <p:cNvSpPr/>
          <p:nvPr/>
        </p:nvSpPr>
        <p:spPr>
          <a:xfrm>
            <a:off x="1604356" y="2061556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3-test-input-3-4"/>
          <p:cNvSpPr/>
          <p:nvPr/>
        </p:nvSpPr>
        <p:spPr>
          <a:xfrm>
            <a:off x="1712421" y="2061556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3-test-input-3-5"/>
          <p:cNvSpPr/>
          <p:nvPr/>
        </p:nvSpPr>
        <p:spPr>
          <a:xfrm>
            <a:off x="1820487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3-test-input-3-6"/>
          <p:cNvSpPr/>
          <p:nvPr/>
        </p:nvSpPr>
        <p:spPr>
          <a:xfrm>
            <a:off x="1928552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3-test-input-3-7"/>
          <p:cNvSpPr/>
          <p:nvPr/>
        </p:nvSpPr>
        <p:spPr>
          <a:xfrm>
            <a:off x="2036618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3-test-input-3-8"/>
          <p:cNvSpPr/>
          <p:nvPr/>
        </p:nvSpPr>
        <p:spPr>
          <a:xfrm>
            <a:off x="2144683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3-test-input-3-9"/>
          <p:cNvSpPr/>
          <p:nvPr/>
        </p:nvSpPr>
        <p:spPr>
          <a:xfrm>
            <a:off x="2252749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3-test-input-3-10"/>
          <p:cNvSpPr/>
          <p:nvPr/>
        </p:nvSpPr>
        <p:spPr>
          <a:xfrm>
            <a:off x="2360814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3-test-input-3-11"/>
          <p:cNvSpPr/>
          <p:nvPr/>
        </p:nvSpPr>
        <p:spPr>
          <a:xfrm>
            <a:off x="2468880" y="2061556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3-test-input-3-12"/>
          <p:cNvSpPr/>
          <p:nvPr/>
        </p:nvSpPr>
        <p:spPr>
          <a:xfrm>
            <a:off x="2576945" y="2061556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3-test-input-3-13"/>
          <p:cNvSpPr/>
          <p:nvPr/>
        </p:nvSpPr>
        <p:spPr>
          <a:xfrm>
            <a:off x="2685010" y="2061556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3-test-input-3-14"/>
          <p:cNvSpPr/>
          <p:nvPr/>
        </p:nvSpPr>
        <p:spPr>
          <a:xfrm>
            <a:off x="2793076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3-test-input-3-15"/>
          <p:cNvSpPr/>
          <p:nvPr/>
        </p:nvSpPr>
        <p:spPr>
          <a:xfrm>
            <a:off x="2901141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3-test-input-3-16"/>
          <p:cNvSpPr/>
          <p:nvPr/>
        </p:nvSpPr>
        <p:spPr>
          <a:xfrm>
            <a:off x="3009207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3-test-input-3-17"/>
          <p:cNvSpPr/>
          <p:nvPr/>
        </p:nvSpPr>
        <p:spPr>
          <a:xfrm>
            <a:off x="3117272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3-test-input-3-18"/>
          <p:cNvSpPr/>
          <p:nvPr/>
        </p:nvSpPr>
        <p:spPr>
          <a:xfrm>
            <a:off x="3225338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3-test-input-3-19"/>
          <p:cNvSpPr/>
          <p:nvPr/>
        </p:nvSpPr>
        <p:spPr>
          <a:xfrm>
            <a:off x="3333403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3-test-input-3-20"/>
          <p:cNvSpPr/>
          <p:nvPr/>
        </p:nvSpPr>
        <p:spPr>
          <a:xfrm>
            <a:off x="3441469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3-test-input-3-21"/>
          <p:cNvSpPr/>
          <p:nvPr/>
        </p:nvSpPr>
        <p:spPr>
          <a:xfrm>
            <a:off x="3549534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3-test-input-4-0"/>
          <p:cNvSpPr/>
          <p:nvPr/>
        </p:nvSpPr>
        <p:spPr>
          <a:xfrm>
            <a:off x="1280160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3-test-input-4-1"/>
          <p:cNvSpPr/>
          <p:nvPr/>
        </p:nvSpPr>
        <p:spPr>
          <a:xfrm>
            <a:off x="1388225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3-test-input-4-2"/>
          <p:cNvSpPr/>
          <p:nvPr/>
        </p:nvSpPr>
        <p:spPr>
          <a:xfrm>
            <a:off x="1496290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3-test-input-4-3"/>
          <p:cNvSpPr/>
          <p:nvPr/>
        </p:nvSpPr>
        <p:spPr>
          <a:xfrm>
            <a:off x="1604356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3-test-input-4-4"/>
          <p:cNvSpPr/>
          <p:nvPr/>
        </p:nvSpPr>
        <p:spPr>
          <a:xfrm>
            <a:off x="1712421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3-test-input-4-5"/>
          <p:cNvSpPr/>
          <p:nvPr/>
        </p:nvSpPr>
        <p:spPr>
          <a:xfrm>
            <a:off x="1820487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3-test-input-4-6"/>
          <p:cNvSpPr/>
          <p:nvPr/>
        </p:nvSpPr>
        <p:spPr>
          <a:xfrm>
            <a:off x="1928552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3-test-input-4-7"/>
          <p:cNvSpPr/>
          <p:nvPr/>
        </p:nvSpPr>
        <p:spPr>
          <a:xfrm>
            <a:off x="2036618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3-test-input-4-8"/>
          <p:cNvSpPr/>
          <p:nvPr/>
        </p:nvSpPr>
        <p:spPr>
          <a:xfrm>
            <a:off x="2144683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3-test-input-4-9"/>
          <p:cNvSpPr/>
          <p:nvPr/>
        </p:nvSpPr>
        <p:spPr>
          <a:xfrm>
            <a:off x="2252749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3-test-input-4-10"/>
          <p:cNvSpPr/>
          <p:nvPr/>
        </p:nvSpPr>
        <p:spPr>
          <a:xfrm>
            <a:off x="2360814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3-test-input-4-11"/>
          <p:cNvSpPr/>
          <p:nvPr/>
        </p:nvSpPr>
        <p:spPr>
          <a:xfrm>
            <a:off x="2468880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3-test-input-4-12"/>
          <p:cNvSpPr/>
          <p:nvPr/>
        </p:nvSpPr>
        <p:spPr>
          <a:xfrm>
            <a:off x="2576945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3-test-input-4-13"/>
          <p:cNvSpPr/>
          <p:nvPr/>
        </p:nvSpPr>
        <p:spPr>
          <a:xfrm>
            <a:off x="2685010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3-test-input-4-14"/>
          <p:cNvSpPr/>
          <p:nvPr/>
        </p:nvSpPr>
        <p:spPr>
          <a:xfrm>
            <a:off x="2793076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3-test-input-4-15"/>
          <p:cNvSpPr/>
          <p:nvPr/>
        </p:nvSpPr>
        <p:spPr>
          <a:xfrm>
            <a:off x="2901141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3-test-input-4-16"/>
          <p:cNvSpPr/>
          <p:nvPr/>
        </p:nvSpPr>
        <p:spPr>
          <a:xfrm>
            <a:off x="3009207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3-test-input-4-17"/>
          <p:cNvSpPr/>
          <p:nvPr/>
        </p:nvSpPr>
        <p:spPr>
          <a:xfrm>
            <a:off x="3117272" y="2169621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3-test-input-4-18"/>
          <p:cNvSpPr/>
          <p:nvPr/>
        </p:nvSpPr>
        <p:spPr>
          <a:xfrm>
            <a:off x="3225338" y="2169621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3-test-input-4-19"/>
          <p:cNvSpPr/>
          <p:nvPr/>
        </p:nvSpPr>
        <p:spPr>
          <a:xfrm>
            <a:off x="3333403" y="2169621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3-test-input-4-20"/>
          <p:cNvSpPr/>
          <p:nvPr/>
        </p:nvSpPr>
        <p:spPr>
          <a:xfrm>
            <a:off x="3441469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3-test-input-4-21"/>
          <p:cNvSpPr/>
          <p:nvPr/>
        </p:nvSpPr>
        <p:spPr>
          <a:xfrm>
            <a:off x="3549534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3-test-input-5-0"/>
          <p:cNvSpPr/>
          <p:nvPr/>
        </p:nvSpPr>
        <p:spPr>
          <a:xfrm>
            <a:off x="1280160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3-test-input-5-1"/>
          <p:cNvSpPr/>
          <p:nvPr/>
        </p:nvSpPr>
        <p:spPr>
          <a:xfrm>
            <a:off x="1388225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3-test-input-5-2"/>
          <p:cNvSpPr/>
          <p:nvPr/>
        </p:nvSpPr>
        <p:spPr>
          <a:xfrm>
            <a:off x="1496290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3-test-input-5-3"/>
          <p:cNvSpPr/>
          <p:nvPr/>
        </p:nvSpPr>
        <p:spPr>
          <a:xfrm>
            <a:off x="1604356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3-test-input-5-4"/>
          <p:cNvSpPr/>
          <p:nvPr/>
        </p:nvSpPr>
        <p:spPr>
          <a:xfrm>
            <a:off x="1712421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3-test-input-5-5"/>
          <p:cNvSpPr/>
          <p:nvPr/>
        </p:nvSpPr>
        <p:spPr>
          <a:xfrm>
            <a:off x="1820487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3-test-input-5-6"/>
          <p:cNvSpPr/>
          <p:nvPr/>
        </p:nvSpPr>
        <p:spPr>
          <a:xfrm>
            <a:off x="1928552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3-test-input-5-7"/>
          <p:cNvSpPr/>
          <p:nvPr/>
        </p:nvSpPr>
        <p:spPr>
          <a:xfrm>
            <a:off x="2036618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3-test-input-5-8"/>
          <p:cNvSpPr/>
          <p:nvPr/>
        </p:nvSpPr>
        <p:spPr>
          <a:xfrm>
            <a:off x="2144683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3-test-input-5-9"/>
          <p:cNvSpPr/>
          <p:nvPr/>
        </p:nvSpPr>
        <p:spPr>
          <a:xfrm>
            <a:off x="2252749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3-test-input-5-10"/>
          <p:cNvSpPr/>
          <p:nvPr/>
        </p:nvSpPr>
        <p:spPr>
          <a:xfrm>
            <a:off x="2360814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3-test-input-5-11"/>
          <p:cNvSpPr/>
          <p:nvPr/>
        </p:nvSpPr>
        <p:spPr>
          <a:xfrm>
            <a:off x="2468880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3-test-input-5-12"/>
          <p:cNvSpPr/>
          <p:nvPr/>
        </p:nvSpPr>
        <p:spPr>
          <a:xfrm>
            <a:off x="2576945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3-test-input-5-13"/>
          <p:cNvSpPr/>
          <p:nvPr/>
        </p:nvSpPr>
        <p:spPr>
          <a:xfrm>
            <a:off x="2685010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3-test-input-5-14"/>
          <p:cNvSpPr/>
          <p:nvPr/>
        </p:nvSpPr>
        <p:spPr>
          <a:xfrm>
            <a:off x="2793076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3-test-input-5-15"/>
          <p:cNvSpPr/>
          <p:nvPr/>
        </p:nvSpPr>
        <p:spPr>
          <a:xfrm>
            <a:off x="2901141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3-test-input-5-16"/>
          <p:cNvSpPr/>
          <p:nvPr/>
        </p:nvSpPr>
        <p:spPr>
          <a:xfrm>
            <a:off x="3009207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3-test-input-5-17"/>
          <p:cNvSpPr/>
          <p:nvPr/>
        </p:nvSpPr>
        <p:spPr>
          <a:xfrm>
            <a:off x="3117272" y="227768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3-test-input-5-18"/>
          <p:cNvSpPr/>
          <p:nvPr/>
        </p:nvSpPr>
        <p:spPr>
          <a:xfrm>
            <a:off x="3225338" y="227768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3-test-input-5-19"/>
          <p:cNvSpPr/>
          <p:nvPr/>
        </p:nvSpPr>
        <p:spPr>
          <a:xfrm>
            <a:off x="3333403" y="227768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3-test-input-5-20"/>
          <p:cNvSpPr/>
          <p:nvPr/>
        </p:nvSpPr>
        <p:spPr>
          <a:xfrm>
            <a:off x="3441469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3-test-input-5-21"/>
          <p:cNvSpPr/>
          <p:nvPr/>
        </p:nvSpPr>
        <p:spPr>
          <a:xfrm>
            <a:off x="3549534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3-test-input-6-0"/>
          <p:cNvSpPr/>
          <p:nvPr/>
        </p:nvSpPr>
        <p:spPr>
          <a:xfrm>
            <a:off x="1280160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3-test-input-6-1"/>
          <p:cNvSpPr/>
          <p:nvPr/>
        </p:nvSpPr>
        <p:spPr>
          <a:xfrm>
            <a:off x="1388225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3-test-input-6-2"/>
          <p:cNvSpPr/>
          <p:nvPr/>
        </p:nvSpPr>
        <p:spPr>
          <a:xfrm>
            <a:off x="1496290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3-test-input-6-3"/>
          <p:cNvSpPr/>
          <p:nvPr/>
        </p:nvSpPr>
        <p:spPr>
          <a:xfrm>
            <a:off x="1604356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3-test-input-6-4"/>
          <p:cNvSpPr/>
          <p:nvPr/>
        </p:nvSpPr>
        <p:spPr>
          <a:xfrm>
            <a:off x="1712421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3-test-input-6-5"/>
          <p:cNvSpPr/>
          <p:nvPr/>
        </p:nvSpPr>
        <p:spPr>
          <a:xfrm>
            <a:off x="1820487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3-test-input-6-6"/>
          <p:cNvSpPr/>
          <p:nvPr/>
        </p:nvSpPr>
        <p:spPr>
          <a:xfrm>
            <a:off x="1928552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3-test-input-6-7"/>
          <p:cNvSpPr/>
          <p:nvPr/>
        </p:nvSpPr>
        <p:spPr>
          <a:xfrm>
            <a:off x="2036618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3-test-input-6-8"/>
          <p:cNvSpPr/>
          <p:nvPr/>
        </p:nvSpPr>
        <p:spPr>
          <a:xfrm>
            <a:off x="2144683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3-test-input-6-9"/>
          <p:cNvSpPr/>
          <p:nvPr/>
        </p:nvSpPr>
        <p:spPr>
          <a:xfrm>
            <a:off x="2252749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3-test-input-6-10"/>
          <p:cNvSpPr/>
          <p:nvPr/>
        </p:nvSpPr>
        <p:spPr>
          <a:xfrm>
            <a:off x="2360814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3-test-input-6-11"/>
          <p:cNvSpPr/>
          <p:nvPr/>
        </p:nvSpPr>
        <p:spPr>
          <a:xfrm>
            <a:off x="2468880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3-test-input-6-12"/>
          <p:cNvSpPr/>
          <p:nvPr/>
        </p:nvSpPr>
        <p:spPr>
          <a:xfrm>
            <a:off x="2576945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3-test-input-6-13"/>
          <p:cNvSpPr/>
          <p:nvPr/>
        </p:nvSpPr>
        <p:spPr>
          <a:xfrm>
            <a:off x="2685010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3-test-input-6-14"/>
          <p:cNvSpPr/>
          <p:nvPr/>
        </p:nvSpPr>
        <p:spPr>
          <a:xfrm>
            <a:off x="2793076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3-test-input-6-15"/>
          <p:cNvSpPr/>
          <p:nvPr/>
        </p:nvSpPr>
        <p:spPr>
          <a:xfrm>
            <a:off x="2901141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3-test-input-6-16"/>
          <p:cNvSpPr/>
          <p:nvPr/>
        </p:nvSpPr>
        <p:spPr>
          <a:xfrm>
            <a:off x="3009207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3-test-input-6-17"/>
          <p:cNvSpPr/>
          <p:nvPr/>
        </p:nvSpPr>
        <p:spPr>
          <a:xfrm>
            <a:off x="3117272" y="238575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3-test-input-6-18"/>
          <p:cNvSpPr/>
          <p:nvPr/>
        </p:nvSpPr>
        <p:spPr>
          <a:xfrm>
            <a:off x="3225338" y="238575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3-test-input-6-19"/>
          <p:cNvSpPr/>
          <p:nvPr/>
        </p:nvSpPr>
        <p:spPr>
          <a:xfrm>
            <a:off x="3333403" y="238575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3-test-input-6-20"/>
          <p:cNvSpPr/>
          <p:nvPr/>
        </p:nvSpPr>
        <p:spPr>
          <a:xfrm>
            <a:off x="3441469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3-test-input-6-21"/>
          <p:cNvSpPr/>
          <p:nvPr/>
        </p:nvSpPr>
        <p:spPr>
          <a:xfrm>
            <a:off x="3549534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3-test-input-7-0"/>
          <p:cNvSpPr/>
          <p:nvPr/>
        </p:nvSpPr>
        <p:spPr>
          <a:xfrm>
            <a:off x="1280160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3-test-input-7-1"/>
          <p:cNvSpPr/>
          <p:nvPr/>
        </p:nvSpPr>
        <p:spPr>
          <a:xfrm>
            <a:off x="1388225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3-test-input-7-2"/>
          <p:cNvSpPr/>
          <p:nvPr/>
        </p:nvSpPr>
        <p:spPr>
          <a:xfrm>
            <a:off x="1496290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3-test-input-7-3"/>
          <p:cNvSpPr/>
          <p:nvPr/>
        </p:nvSpPr>
        <p:spPr>
          <a:xfrm>
            <a:off x="1604356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3-test-input-7-4"/>
          <p:cNvSpPr/>
          <p:nvPr/>
        </p:nvSpPr>
        <p:spPr>
          <a:xfrm>
            <a:off x="1712421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3-test-input-7-5"/>
          <p:cNvSpPr/>
          <p:nvPr/>
        </p:nvSpPr>
        <p:spPr>
          <a:xfrm>
            <a:off x="1820487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3-test-input-7-6"/>
          <p:cNvSpPr/>
          <p:nvPr/>
        </p:nvSpPr>
        <p:spPr>
          <a:xfrm>
            <a:off x="1928552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3-test-input-7-7"/>
          <p:cNvSpPr/>
          <p:nvPr/>
        </p:nvSpPr>
        <p:spPr>
          <a:xfrm>
            <a:off x="2036618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3-test-input-7-8"/>
          <p:cNvSpPr/>
          <p:nvPr/>
        </p:nvSpPr>
        <p:spPr>
          <a:xfrm>
            <a:off x="2144683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3-test-input-7-9"/>
          <p:cNvSpPr/>
          <p:nvPr/>
        </p:nvSpPr>
        <p:spPr>
          <a:xfrm>
            <a:off x="2252749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3-test-input-7-10"/>
          <p:cNvSpPr/>
          <p:nvPr/>
        </p:nvSpPr>
        <p:spPr>
          <a:xfrm>
            <a:off x="2360814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3-test-input-7-11"/>
          <p:cNvSpPr/>
          <p:nvPr/>
        </p:nvSpPr>
        <p:spPr>
          <a:xfrm>
            <a:off x="2468880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3-test-input-7-12"/>
          <p:cNvSpPr/>
          <p:nvPr/>
        </p:nvSpPr>
        <p:spPr>
          <a:xfrm>
            <a:off x="2576945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3-test-input-7-13"/>
          <p:cNvSpPr/>
          <p:nvPr/>
        </p:nvSpPr>
        <p:spPr>
          <a:xfrm>
            <a:off x="2685010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3-test-input-7-14"/>
          <p:cNvSpPr/>
          <p:nvPr/>
        </p:nvSpPr>
        <p:spPr>
          <a:xfrm>
            <a:off x="2793076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3-test-input-7-15"/>
          <p:cNvSpPr/>
          <p:nvPr/>
        </p:nvSpPr>
        <p:spPr>
          <a:xfrm>
            <a:off x="2901141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3-test-input-7-16"/>
          <p:cNvSpPr/>
          <p:nvPr/>
        </p:nvSpPr>
        <p:spPr>
          <a:xfrm>
            <a:off x="3009207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3-test-input-7-17"/>
          <p:cNvSpPr/>
          <p:nvPr/>
        </p:nvSpPr>
        <p:spPr>
          <a:xfrm>
            <a:off x="3117272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3-test-input-7-18"/>
          <p:cNvSpPr/>
          <p:nvPr/>
        </p:nvSpPr>
        <p:spPr>
          <a:xfrm>
            <a:off x="3225338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3-test-input-7-19"/>
          <p:cNvSpPr/>
          <p:nvPr/>
        </p:nvSpPr>
        <p:spPr>
          <a:xfrm>
            <a:off x="3333403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3-test-input-7-20"/>
          <p:cNvSpPr/>
          <p:nvPr/>
        </p:nvSpPr>
        <p:spPr>
          <a:xfrm>
            <a:off x="3441469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3-test-input-7-21"/>
          <p:cNvSpPr/>
          <p:nvPr/>
        </p:nvSpPr>
        <p:spPr>
          <a:xfrm>
            <a:off x="3549534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3-test-input-8-0"/>
          <p:cNvSpPr/>
          <p:nvPr/>
        </p:nvSpPr>
        <p:spPr>
          <a:xfrm>
            <a:off x="1280160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3-test-input-8-1"/>
          <p:cNvSpPr/>
          <p:nvPr/>
        </p:nvSpPr>
        <p:spPr>
          <a:xfrm>
            <a:off x="1388225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3-test-input-8-2"/>
          <p:cNvSpPr/>
          <p:nvPr/>
        </p:nvSpPr>
        <p:spPr>
          <a:xfrm>
            <a:off x="1496290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3-test-input-8-3"/>
          <p:cNvSpPr/>
          <p:nvPr/>
        </p:nvSpPr>
        <p:spPr>
          <a:xfrm>
            <a:off x="1604356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3-test-input-8-4"/>
          <p:cNvSpPr/>
          <p:nvPr/>
        </p:nvSpPr>
        <p:spPr>
          <a:xfrm>
            <a:off x="1712421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3-test-input-8-5"/>
          <p:cNvSpPr/>
          <p:nvPr/>
        </p:nvSpPr>
        <p:spPr>
          <a:xfrm>
            <a:off x="1820487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3-test-input-8-6"/>
          <p:cNvSpPr/>
          <p:nvPr/>
        </p:nvSpPr>
        <p:spPr>
          <a:xfrm>
            <a:off x="1928552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3-test-input-8-7"/>
          <p:cNvSpPr/>
          <p:nvPr/>
        </p:nvSpPr>
        <p:spPr>
          <a:xfrm>
            <a:off x="2036618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3-test-input-8-8"/>
          <p:cNvSpPr/>
          <p:nvPr/>
        </p:nvSpPr>
        <p:spPr>
          <a:xfrm>
            <a:off x="2144683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3-test-input-8-9"/>
          <p:cNvSpPr/>
          <p:nvPr/>
        </p:nvSpPr>
        <p:spPr>
          <a:xfrm>
            <a:off x="2252749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3-test-input-8-10"/>
          <p:cNvSpPr/>
          <p:nvPr/>
        </p:nvSpPr>
        <p:spPr>
          <a:xfrm>
            <a:off x="2360814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3-test-input-8-11"/>
          <p:cNvSpPr/>
          <p:nvPr/>
        </p:nvSpPr>
        <p:spPr>
          <a:xfrm>
            <a:off x="2468880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3-test-input-8-12"/>
          <p:cNvSpPr/>
          <p:nvPr/>
        </p:nvSpPr>
        <p:spPr>
          <a:xfrm>
            <a:off x="2576945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3-test-input-8-13"/>
          <p:cNvSpPr/>
          <p:nvPr/>
        </p:nvSpPr>
        <p:spPr>
          <a:xfrm>
            <a:off x="2685010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3-test-input-8-14"/>
          <p:cNvSpPr/>
          <p:nvPr/>
        </p:nvSpPr>
        <p:spPr>
          <a:xfrm>
            <a:off x="2793076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3-test-input-8-15"/>
          <p:cNvSpPr/>
          <p:nvPr/>
        </p:nvSpPr>
        <p:spPr>
          <a:xfrm>
            <a:off x="2901141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3-test-input-8-16"/>
          <p:cNvSpPr/>
          <p:nvPr/>
        </p:nvSpPr>
        <p:spPr>
          <a:xfrm>
            <a:off x="3009207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3-test-input-8-17"/>
          <p:cNvSpPr/>
          <p:nvPr/>
        </p:nvSpPr>
        <p:spPr>
          <a:xfrm>
            <a:off x="3117272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3-test-input-8-18"/>
          <p:cNvSpPr/>
          <p:nvPr/>
        </p:nvSpPr>
        <p:spPr>
          <a:xfrm>
            <a:off x="3225338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3-test-input-8-19"/>
          <p:cNvSpPr/>
          <p:nvPr/>
        </p:nvSpPr>
        <p:spPr>
          <a:xfrm>
            <a:off x="3333403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3-test-input-8-20"/>
          <p:cNvSpPr/>
          <p:nvPr/>
        </p:nvSpPr>
        <p:spPr>
          <a:xfrm>
            <a:off x="3441469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3-test-input-8-21"/>
          <p:cNvSpPr/>
          <p:nvPr/>
        </p:nvSpPr>
        <p:spPr>
          <a:xfrm>
            <a:off x="3549534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3-test-input-9-0"/>
          <p:cNvSpPr/>
          <p:nvPr/>
        </p:nvSpPr>
        <p:spPr>
          <a:xfrm>
            <a:off x="1280160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3-test-input-9-1"/>
          <p:cNvSpPr/>
          <p:nvPr/>
        </p:nvSpPr>
        <p:spPr>
          <a:xfrm>
            <a:off x="1388225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3-test-input-9-2"/>
          <p:cNvSpPr/>
          <p:nvPr/>
        </p:nvSpPr>
        <p:spPr>
          <a:xfrm>
            <a:off x="1496290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3-test-input-9-3"/>
          <p:cNvSpPr/>
          <p:nvPr/>
        </p:nvSpPr>
        <p:spPr>
          <a:xfrm>
            <a:off x="1604356" y="2709949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3-test-input-9-4"/>
          <p:cNvSpPr/>
          <p:nvPr/>
        </p:nvSpPr>
        <p:spPr>
          <a:xfrm>
            <a:off x="1712421" y="2709949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3-test-input-9-5"/>
          <p:cNvSpPr/>
          <p:nvPr/>
        </p:nvSpPr>
        <p:spPr>
          <a:xfrm>
            <a:off x="1820487" y="2709949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3-test-input-9-6"/>
          <p:cNvSpPr/>
          <p:nvPr/>
        </p:nvSpPr>
        <p:spPr>
          <a:xfrm>
            <a:off x="1928552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3-test-input-9-7"/>
          <p:cNvSpPr/>
          <p:nvPr/>
        </p:nvSpPr>
        <p:spPr>
          <a:xfrm>
            <a:off x="2036618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3-test-input-9-8"/>
          <p:cNvSpPr/>
          <p:nvPr/>
        </p:nvSpPr>
        <p:spPr>
          <a:xfrm>
            <a:off x="2144683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3-test-input-9-9"/>
          <p:cNvSpPr/>
          <p:nvPr/>
        </p:nvSpPr>
        <p:spPr>
          <a:xfrm>
            <a:off x="2252749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3-test-input-9-10"/>
          <p:cNvSpPr/>
          <p:nvPr/>
        </p:nvSpPr>
        <p:spPr>
          <a:xfrm>
            <a:off x="2360814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3-test-input-9-11"/>
          <p:cNvSpPr/>
          <p:nvPr/>
        </p:nvSpPr>
        <p:spPr>
          <a:xfrm>
            <a:off x="2468880" y="2709949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3-test-input-9-12"/>
          <p:cNvSpPr/>
          <p:nvPr/>
        </p:nvSpPr>
        <p:spPr>
          <a:xfrm>
            <a:off x="2576945" y="2709949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3-test-input-9-13"/>
          <p:cNvSpPr/>
          <p:nvPr/>
        </p:nvSpPr>
        <p:spPr>
          <a:xfrm>
            <a:off x="2685010" y="2709949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3-test-input-9-14"/>
          <p:cNvSpPr/>
          <p:nvPr/>
        </p:nvSpPr>
        <p:spPr>
          <a:xfrm>
            <a:off x="2793076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3-test-input-9-15"/>
          <p:cNvSpPr/>
          <p:nvPr/>
        </p:nvSpPr>
        <p:spPr>
          <a:xfrm>
            <a:off x="2901141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3-test-input-9-16"/>
          <p:cNvSpPr/>
          <p:nvPr/>
        </p:nvSpPr>
        <p:spPr>
          <a:xfrm>
            <a:off x="3009207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3-test-input-9-17"/>
          <p:cNvSpPr/>
          <p:nvPr/>
        </p:nvSpPr>
        <p:spPr>
          <a:xfrm>
            <a:off x="3117272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3-test-input-9-18"/>
          <p:cNvSpPr/>
          <p:nvPr/>
        </p:nvSpPr>
        <p:spPr>
          <a:xfrm>
            <a:off x="3225338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3-test-input-9-19"/>
          <p:cNvSpPr/>
          <p:nvPr/>
        </p:nvSpPr>
        <p:spPr>
          <a:xfrm>
            <a:off x="3333403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3-test-input-9-20"/>
          <p:cNvSpPr/>
          <p:nvPr/>
        </p:nvSpPr>
        <p:spPr>
          <a:xfrm>
            <a:off x="3441469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3-test-input-9-21"/>
          <p:cNvSpPr/>
          <p:nvPr/>
        </p:nvSpPr>
        <p:spPr>
          <a:xfrm>
            <a:off x="3549534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3-test-input-10-0"/>
          <p:cNvSpPr/>
          <p:nvPr/>
        </p:nvSpPr>
        <p:spPr>
          <a:xfrm>
            <a:off x="1280160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3-test-input-10-1"/>
          <p:cNvSpPr/>
          <p:nvPr/>
        </p:nvSpPr>
        <p:spPr>
          <a:xfrm>
            <a:off x="1388225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3-test-input-10-2"/>
          <p:cNvSpPr/>
          <p:nvPr/>
        </p:nvSpPr>
        <p:spPr>
          <a:xfrm>
            <a:off x="1496290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3-test-input-10-3"/>
          <p:cNvSpPr/>
          <p:nvPr/>
        </p:nvSpPr>
        <p:spPr>
          <a:xfrm>
            <a:off x="1604356" y="2818014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3-test-input-10-4"/>
          <p:cNvSpPr/>
          <p:nvPr/>
        </p:nvSpPr>
        <p:spPr>
          <a:xfrm>
            <a:off x="1712421" y="2818014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3-test-input-10-5"/>
          <p:cNvSpPr/>
          <p:nvPr/>
        </p:nvSpPr>
        <p:spPr>
          <a:xfrm>
            <a:off x="1820487" y="2818014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3-test-input-10-6"/>
          <p:cNvSpPr/>
          <p:nvPr/>
        </p:nvSpPr>
        <p:spPr>
          <a:xfrm>
            <a:off x="1928552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3-test-input-10-7"/>
          <p:cNvSpPr/>
          <p:nvPr/>
        </p:nvSpPr>
        <p:spPr>
          <a:xfrm>
            <a:off x="2036618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3-test-input-10-8"/>
          <p:cNvSpPr/>
          <p:nvPr/>
        </p:nvSpPr>
        <p:spPr>
          <a:xfrm>
            <a:off x="2144683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3-test-input-10-9"/>
          <p:cNvSpPr/>
          <p:nvPr/>
        </p:nvSpPr>
        <p:spPr>
          <a:xfrm>
            <a:off x="2252749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3-test-input-10-10"/>
          <p:cNvSpPr/>
          <p:nvPr/>
        </p:nvSpPr>
        <p:spPr>
          <a:xfrm>
            <a:off x="2360814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3-test-input-10-11"/>
          <p:cNvSpPr/>
          <p:nvPr/>
        </p:nvSpPr>
        <p:spPr>
          <a:xfrm>
            <a:off x="2468880" y="2818014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3-test-input-10-12"/>
          <p:cNvSpPr/>
          <p:nvPr/>
        </p:nvSpPr>
        <p:spPr>
          <a:xfrm>
            <a:off x="2576945" y="2818014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3-test-input-10-13"/>
          <p:cNvSpPr/>
          <p:nvPr/>
        </p:nvSpPr>
        <p:spPr>
          <a:xfrm>
            <a:off x="2685010" y="2818014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3-test-input-10-14"/>
          <p:cNvSpPr/>
          <p:nvPr/>
        </p:nvSpPr>
        <p:spPr>
          <a:xfrm>
            <a:off x="2793076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3-test-input-10-15"/>
          <p:cNvSpPr/>
          <p:nvPr/>
        </p:nvSpPr>
        <p:spPr>
          <a:xfrm>
            <a:off x="2901141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3-test-input-10-16"/>
          <p:cNvSpPr/>
          <p:nvPr/>
        </p:nvSpPr>
        <p:spPr>
          <a:xfrm>
            <a:off x="3009207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3-test-input-10-17"/>
          <p:cNvSpPr/>
          <p:nvPr/>
        </p:nvSpPr>
        <p:spPr>
          <a:xfrm>
            <a:off x="3117272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3-test-input-10-18"/>
          <p:cNvSpPr/>
          <p:nvPr/>
        </p:nvSpPr>
        <p:spPr>
          <a:xfrm>
            <a:off x="3225338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3-test-input-10-19"/>
          <p:cNvSpPr/>
          <p:nvPr/>
        </p:nvSpPr>
        <p:spPr>
          <a:xfrm>
            <a:off x="3333403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3-test-input-10-20"/>
          <p:cNvSpPr/>
          <p:nvPr/>
        </p:nvSpPr>
        <p:spPr>
          <a:xfrm>
            <a:off x="3441469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3-test-input-10-21"/>
          <p:cNvSpPr/>
          <p:nvPr/>
        </p:nvSpPr>
        <p:spPr>
          <a:xfrm>
            <a:off x="3549534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3-test-input-11-0"/>
          <p:cNvSpPr/>
          <p:nvPr/>
        </p:nvSpPr>
        <p:spPr>
          <a:xfrm>
            <a:off x="1280160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3-test-input-11-1"/>
          <p:cNvSpPr/>
          <p:nvPr/>
        </p:nvSpPr>
        <p:spPr>
          <a:xfrm>
            <a:off x="1388225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3-test-input-11-2"/>
          <p:cNvSpPr/>
          <p:nvPr/>
        </p:nvSpPr>
        <p:spPr>
          <a:xfrm>
            <a:off x="1496290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3-test-input-11-3"/>
          <p:cNvSpPr/>
          <p:nvPr/>
        </p:nvSpPr>
        <p:spPr>
          <a:xfrm>
            <a:off x="1604356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3-test-input-11-4"/>
          <p:cNvSpPr/>
          <p:nvPr/>
        </p:nvSpPr>
        <p:spPr>
          <a:xfrm>
            <a:off x="1712421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3-test-input-11-5"/>
          <p:cNvSpPr/>
          <p:nvPr/>
        </p:nvSpPr>
        <p:spPr>
          <a:xfrm>
            <a:off x="1820487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3-test-input-11-6"/>
          <p:cNvSpPr/>
          <p:nvPr/>
        </p:nvSpPr>
        <p:spPr>
          <a:xfrm>
            <a:off x="1928552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3-test-input-11-7"/>
          <p:cNvSpPr/>
          <p:nvPr/>
        </p:nvSpPr>
        <p:spPr>
          <a:xfrm>
            <a:off x="2036618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3-test-input-11-8"/>
          <p:cNvSpPr/>
          <p:nvPr/>
        </p:nvSpPr>
        <p:spPr>
          <a:xfrm>
            <a:off x="2144683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3-test-input-11-9"/>
          <p:cNvSpPr/>
          <p:nvPr/>
        </p:nvSpPr>
        <p:spPr>
          <a:xfrm>
            <a:off x="2252749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3-test-input-11-10"/>
          <p:cNvSpPr/>
          <p:nvPr/>
        </p:nvSpPr>
        <p:spPr>
          <a:xfrm>
            <a:off x="2360814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3-test-input-11-11"/>
          <p:cNvSpPr/>
          <p:nvPr/>
        </p:nvSpPr>
        <p:spPr>
          <a:xfrm>
            <a:off x="2468880" y="2926080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3-test-input-11-12"/>
          <p:cNvSpPr/>
          <p:nvPr/>
        </p:nvSpPr>
        <p:spPr>
          <a:xfrm>
            <a:off x="2576945" y="2926080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3-test-input-11-13"/>
          <p:cNvSpPr/>
          <p:nvPr/>
        </p:nvSpPr>
        <p:spPr>
          <a:xfrm>
            <a:off x="2685010" y="2926080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3-test-input-11-14"/>
          <p:cNvSpPr/>
          <p:nvPr/>
        </p:nvSpPr>
        <p:spPr>
          <a:xfrm>
            <a:off x="2793076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3-test-input-11-15"/>
          <p:cNvSpPr/>
          <p:nvPr/>
        </p:nvSpPr>
        <p:spPr>
          <a:xfrm>
            <a:off x="2901141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3-test-input-11-16"/>
          <p:cNvSpPr/>
          <p:nvPr/>
        </p:nvSpPr>
        <p:spPr>
          <a:xfrm>
            <a:off x="3009207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3-test-input-11-17"/>
          <p:cNvSpPr/>
          <p:nvPr/>
        </p:nvSpPr>
        <p:spPr>
          <a:xfrm>
            <a:off x="3117272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3-test-input-11-18"/>
          <p:cNvSpPr/>
          <p:nvPr/>
        </p:nvSpPr>
        <p:spPr>
          <a:xfrm>
            <a:off x="3225338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3-test-input-11-19"/>
          <p:cNvSpPr/>
          <p:nvPr/>
        </p:nvSpPr>
        <p:spPr>
          <a:xfrm>
            <a:off x="3333403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3-test-input-11-20"/>
          <p:cNvSpPr/>
          <p:nvPr/>
        </p:nvSpPr>
        <p:spPr>
          <a:xfrm>
            <a:off x="3441469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3-test-input-11-21"/>
          <p:cNvSpPr/>
          <p:nvPr/>
        </p:nvSpPr>
        <p:spPr>
          <a:xfrm>
            <a:off x="3549534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3-test-input-12-0"/>
          <p:cNvSpPr/>
          <p:nvPr/>
        </p:nvSpPr>
        <p:spPr>
          <a:xfrm>
            <a:off x="1280160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3-test-input-12-1"/>
          <p:cNvSpPr/>
          <p:nvPr/>
        </p:nvSpPr>
        <p:spPr>
          <a:xfrm>
            <a:off x="1388225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3-test-input-12-2"/>
          <p:cNvSpPr/>
          <p:nvPr/>
        </p:nvSpPr>
        <p:spPr>
          <a:xfrm>
            <a:off x="1496290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3-test-input-12-3"/>
          <p:cNvSpPr/>
          <p:nvPr/>
        </p:nvSpPr>
        <p:spPr>
          <a:xfrm>
            <a:off x="1604356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3-test-input-12-4"/>
          <p:cNvSpPr/>
          <p:nvPr/>
        </p:nvSpPr>
        <p:spPr>
          <a:xfrm>
            <a:off x="1712421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3-test-input-12-5"/>
          <p:cNvSpPr/>
          <p:nvPr/>
        </p:nvSpPr>
        <p:spPr>
          <a:xfrm>
            <a:off x="1820487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3-test-input-12-6"/>
          <p:cNvSpPr/>
          <p:nvPr/>
        </p:nvSpPr>
        <p:spPr>
          <a:xfrm>
            <a:off x="1928552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3-test-input-12-7"/>
          <p:cNvSpPr/>
          <p:nvPr/>
        </p:nvSpPr>
        <p:spPr>
          <a:xfrm>
            <a:off x="2036618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3-test-input-12-8"/>
          <p:cNvSpPr/>
          <p:nvPr/>
        </p:nvSpPr>
        <p:spPr>
          <a:xfrm>
            <a:off x="2144683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3-test-input-12-9"/>
          <p:cNvSpPr/>
          <p:nvPr/>
        </p:nvSpPr>
        <p:spPr>
          <a:xfrm>
            <a:off x="2252749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3-test-input-12-10"/>
          <p:cNvSpPr/>
          <p:nvPr/>
        </p:nvSpPr>
        <p:spPr>
          <a:xfrm>
            <a:off x="2360814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3-test-input-12-11"/>
          <p:cNvSpPr/>
          <p:nvPr/>
        </p:nvSpPr>
        <p:spPr>
          <a:xfrm>
            <a:off x="2468880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3-test-input-12-12"/>
          <p:cNvSpPr/>
          <p:nvPr/>
        </p:nvSpPr>
        <p:spPr>
          <a:xfrm>
            <a:off x="2576945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3-test-input-12-13"/>
          <p:cNvSpPr/>
          <p:nvPr/>
        </p:nvSpPr>
        <p:spPr>
          <a:xfrm>
            <a:off x="2685010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3-test-input-12-14"/>
          <p:cNvSpPr/>
          <p:nvPr/>
        </p:nvSpPr>
        <p:spPr>
          <a:xfrm>
            <a:off x="2793076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3-test-input-12-15"/>
          <p:cNvSpPr/>
          <p:nvPr/>
        </p:nvSpPr>
        <p:spPr>
          <a:xfrm>
            <a:off x="2901141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3-test-input-12-16"/>
          <p:cNvSpPr/>
          <p:nvPr/>
        </p:nvSpPr>
        <p:spPr>
          <a:xfrm>
            <a:off x="3009207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3-test-input-12-17"/>
          <p:cNvSpPr/>
          <p:nvPr/>
        </p:nvSpPr>
        <p:spPr>
          <a:xfrm>
            <a:off x="3117272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3-test-input-12-18"/>
          <p:cNvSpPr/>
          <p:nvPr/>
        </p:nvSpPr>
        <p:spPr>
          <a:xfrm>
            <a:off x="3225338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3-test-input-12-19"/>
          <p:cNvSpPr/>
          <p:nvPr/>
        </p:nvSpPr>
        <p:spPr>
          <a:xfrm>
            <a:off x="3333403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3-test-input-12-20"/>
          <p:cNvSpPr/>
          <p:nvPr/>
        </p:nvSpPr>
        <p:spPr>
          <a:xfrm>
            <a:off x="3441469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3-test-input-12-21"/>
          <p:cNvSpPr/>
          <p:nvPr/>
        </p:nvSpPr>
        <p:spPr>
          <a:xfrm>
            <a:off x="3549534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3-test-input-13-0"/>
          <p:cNvSpPr/>
          <p:nvPr/>
        </p:nvSpPr>
        <p:spPr>
          <a:xfrm>
            <a:off x="1280160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3-test-input-13-1"/>
          <p:cNvSpPr/>
          <p:nvPr/>
        </p:nvSpPr>
        <p:spPr>
          <a:xfrm>
            <a:off x="1388225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3-test-input-13-2"/>
          <p:cNvSpPr/>
          <p:nvPr/>
        </p:nvSpPr>
        <p:spPr>
          <a:xfrm>
            <a:off x="1496290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3-test-input-13-3"/>
          <p:cNvSpPr/>
          <p:nvPr/>
        </p:nvSpPr>
        <p:spPr>
          <a:xfrm>
            <a:off x="1604356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3-test-input-13-4"/>
          <p:cNvSpPr/>
          <p:nvPr/>
        </p:nvSpPr>
        <p:spPr>
          <a:xfrm>
            <a:off x="1712421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3-test-input-13-5"/>
          <p:cNvSpPr/>
          <p:nvPr/>
        </p:nvSpPr>
        <p:spPr>
          <a:xfrm>
            <a:off x="1820487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3-test-input-13-6"/>
          <p:cNvSpPr/>
          <p:nvPr/>
        </p:nvSpPr>
        <p:spPr>
          <a:xfrm>
            <a:off x="1928552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3-test-input-13-7"/>
          <p:cNvSpPr/>
          <p:nvPr/>
        </p:nvSpPr>
        <p:spPr>
          <a:xfrm>
            <a:off x="2036618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3-test-input-13-8"/>
          <p:cNvSpPr/>
          <p:nvPr/>
        </p:nvSpPr>
        <p:spPr>
          <a:xfrm>
            <a:off x="2144683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3-test-input-13-9"/>
          <p:cNvSpPr/>
          <p:nvPr/>
        </p:nvSpPr>
        <p:spPr>
          <a:xfrm>
            <a:off x="2252749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3-test-input-13-10"/>
          <p:cNvSpPr/>
          <p:nvPr/>
        </p:nvSpPr>
        <p:spPr>
          <a:xfrm>
            <a:off x="2360814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3-test-input-13-11"/>
          <p:cNvSpPr/>
          <p:nvPr/>
        </p:nvSpPr>
        <p:spPr>
          <a:xfrm>
            <a:off x="2468880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3-test-input-13-12"/>
          <p:cNvSpPr/>
          <p:nvPr/>
        </p:nvSpPr>
        <p:spPr>
          <a:xfrm>
            <a:off x="2576945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3-test-input-13-13"/>
          <p:cNvSpPr/>
          <p:nvPr/>
        </p:nvSpPr>
        <p:spPr>
          <a:xfrm>
            <a:off x="2685010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3-test-input-13-14"/>
          <p:cNvSpPr/>
          <p:nvPr/>
        </p:nvSpPr>
        <p:spPr>
          <a:xfrm>
            <a:off x="2793076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3-test-input-13-15"/>
          <p:cNvSpPr/>
          <p:nvPr/>
        </p:nvSpPr>
        <p:spPr>
          <a:xfrm>
            <a:off x="2901141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3-test-input-13-16"/>
          <p:cNvSpPr/>
          <p:nvPr/>
        </p:nvSpPr>
        <p:spPr>
          <a:xfrm>
            <a:off x="3009207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3-test-input-13-17"/>
          <p:cNvSpPr/>
          <p:nvPr/>
        </p:nvSpPr>
        <p:spPr>
          <a:xfrm>
            <a:off x="3117272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3-test-input-13-18"/>
          <p:cNvSpPr/>
          <p:nvPr/>
        </p:nvSpPr>
        <p:spPr>
          <a:xfrm>
            <a:off x="3225338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3-test-input-13-19"/>
          <p:cNvSpPr/>
          <p:nvPr/>
        </p:nvSpPr>
        <p:spPr>
          <a:xfrm>
            <a:off x="3333403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3-test-input-13-20"/>
          <p:cNvSpPr/>
          <p:nvPr/>
        </p:nvSpPr>
        <p:spPr>
          <a:xfrm>
            <a:off x="3441469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3-test-input-13-21"/>
          <p:cNvSpPr/>
          <p:nvPr/>
        </p:nvSpPr>
        <p:spPr>
          <a:xfrm>
            <a:off x="3549534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3-test-input-14-0"/>
          <p:cNvSpPr/>
          <p:nvPr/>
        </p:nvSpPr>
        <p:spPr>
          <a:xfrm>
            <a:off x="1280160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3-test-input-14-1"/>
          <p:cNvSpPr/>
          <p:nvPr/>
        </p:nvSpPr>
        <p:spPr>
          <a:xfrm>
            <a:off x="1388225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3-test-input-14-2"/>
          <p:cNvSpPr/>
          <p:nvPr/>
        </p:nvSpPr>
        <p:spPr>
          <a:xfrm>
            <a:off x="1496290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3-test-input-14-3"/>
          <p:cNvSpPr/>
          <p:nvPr/>
        </p:nvSpPr>
        <p:spPr>
          <a:xfrm>
            <a:off x="1604356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3-test-input-14-4"/>
          <p:cNvSpPr/>
          <p:nvPr/>
        </p:nvSpPr>
        <p:spPr>
          <a:xfrm>
            <a:off x="1712421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3-test-input-14-5"/>
          <p:cNvSpPr/>
          <p:nvPr/>
        </p:nvSpPr>
        <p:spPr>
          <a:xfrm>
            <a:off x="1820487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3-test-input-14-6"/>
          <p:cNvSpPr/>
          <p:nvPr/>
        </p:nvSpPr>
        <p:spPr>
          <a:xfrm>
            <a:off x="1928552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3-test-input-14-7"/>
          <p:cNvSpPr/>
          <p:nvPr/>
        </p:nvSpPr>
        <p:spPr>
          <a:xfrm>
            <a:off x="2036618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3-test-input-14-8"/>
          <p:cNvSpPr/>
          <p:nvPr/>
        </p:nvSpPr>
        <p:spPr>
          <a:xfrm>
            <a:off x="2144683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3-test-input-14-9"/>
          <p:cNvSpPr/>
          <p:nvPr/>
        </p:nvSpPr>
        <p:spPr>
          <a:xfrm>
            <a:off x="2252749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3-test-input-14-10"/>
          <p:cNvSpPr/>
          <p:nvPr/>
        </p:nvSpPr>
        <p:spPr>
          <a:xfrm>
            <a:off x="2360814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3-test-input-14-11"/>
          <p:cNvSpPr/>
          <p:nvPr/>
        </p:nvSpPr>
        <p:spPr>
          <a:xfrm>
            <a:off x="2468880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3-test-input-14-12"/>
          <p:cNvSpPr/>
          <p:nvPr/>
        </p:nvSpPr>
        <p:spPr>
          <a:xfrm>
            <a:off x="2576945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3-test-input-14-13"/>
          <p:cNvSpPr/>
          <p:nvPr/>
        </p:nvSpPr>
        <p:spPr>
          <a:xfrm>
            <a:off x="2685010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3-test-input-14-14"/>
          <p:cNvSpPr/>
          <p:nvPr/>
        </p:nvSpPr>
        <p:spPr>
          <a:xfrm>
            <a:off x="2793076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3-test-input-14-15"/>
          <p:cNvSpPr/>
          <p:nvPr/>
        </p:nvSpPr>
        <p:spPr>
          <a:xfrm>
            <a:off x="2901141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3-test-input-14-16"/>
          <p:cNvSpPr/>
          <p:nvPr/>
        </p:nvSpPr>
        <p:spPr>
          <a:xfrm>
            <a:off x="3009207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3-test-input-14-17"/>
          <p:cNvSpPr/>
          <p:nvPr/>
        </p:nvSpPr>
        <p:spPr>
          <a:xfrm>
            <a:off x="3117272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3-test-input-14-18"/>
          <p:cNvSpPr/>
          <p:nvPr/>
        </p:nvSpPr>
        <p:spPr>
          <a:xfrm>
            <a:off x="3225338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3-test-input-14-19"/>
          <p:cNvSpPr/>
          <p:nvPr/>
        </p:nvSpPr>
        <p:spPr>
          <a:xfrm>
            <a:off x="3333403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3-test-input-14-20"/>
          <p:cNvSpPr/>
          <p:nvPr/>
        </p:nvSpPr>
        <p:spPr>
          <a:xfrm>
            <a:off x="3441469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3-test-input-14-21"/>
          <p:cNvSpPr/>
          <p:nvPr/>
        </p:nvSpPr>
        <p:spPr>
          <a:xfrm>
            <a:off x="3549534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3-test-input-15-0"/>
          <p:cNvSpPr/>
          <p:nvPr/>
        </p:nvSpPr>
        <p:spPr>
          <a:xfrm>
            <a:off x="1280160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3-test-input-15-1"/>
          <p:cNvSpPr/>
          <p:nvPr/>
        </p:nvSpPr>
        <p:spPr>
          <a:xfrm>
            <a:off x="1388225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3-test-input-15-2"/>
          <p:cNvSpPr/>
          <p:nvPr/>
        </p:nvSpPr>
        <p:spPr>
          <a:xfrm>
            <a:off x="1496290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3-test-input-15-3"/>
          <p:cNvSpPr/>
          <p:nvPr/>
        </p:nvSpPr>
        <p:spPr>
          <a:xfrm>
            <a:off x="1604356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3-test-input-15-4"/>
          <p:cNvSpPr/>
          <p:nvPr/>
        </p:nvSpPr>
        <p:spPr>
          <a:xfrm>
            <a:off x="1712421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3-test-input-15-5"/>
          <p:cNvSpPr/>
          <p:nvPr/>
        </p:nvSpPr>
        <p:spPr>
          <a:xfrm>
            <a:off x="1820487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3-test-input-15-6"/>
          <p:cNvSpPr/>
          <p:nvPr/>
        </p:nvSpPr>
        <p:spPr>
          <a:xfrm>
            <a:off x="1928552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3-test-input-15-7"/>
          <p:cNvSpPr/>
          <p:nvPr/>
        </p:nvSpPr>
        <p:spPr>
          <a:xfrm>
            <a:off x="2036618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3-test-input-15-8"/>
          <p:cNvSpPr/>
          <p:nvPr/>
        </p:nvSpPr>
        <p:spPr>
          <a:xfrm>
            <a:off x="2144683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3-test-input-15-9"/>
          <p:cNvSpPr/>
          <p:nvPr/>
        </p:nvSpPr>
        <p:spPr>
          <a:xfrm>
            <a:off x="2252749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3-test-input-15-10"/>
          <p:cNvSpPr/>
          <p:nvPr/>
        </p:nvSpPr>
        <p:spPr>
          <a:xfrm>
            <a:off x="2360814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3-test-input-15-11"/>
          <p:cNvSpPr/>
          <p:nvPr/>
        </p:nvSpPr>
        <p:spPr>
          <a:xfrm>
            <a:off x="2468880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3-test-input-15-12"/>
          <p:cNvSpPr/>
          <p:nvPr/>
        </p:nvSpPr>
        <p:spPr>
          <a:xfrm>
            <a:off x="2576945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3-test-input-15-13"/>
          <p:cNvSpPr/>
          <p:nvPr/>
        </p:nvSpPr>
        <p:spPr>
          <a:xfrm>
            <a:off x="2685010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3-test-input-15-14"/>
          <p:cNvSpPr/>
          <p:nvPr/>
        </p:nvSpPr>
        <p:spPr>
          <a:xfrm>
            <a:off x="2793076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3-test-input-15-15"/>
          <p:cNvSpPr/>
          <p:nvPr/>
        </p:nvSpPr>
        <p:spPr>
          <a:xfrm>
            <a:off x="2901141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3-test-input-15-16"/>
          <p:cNvSpPr/>
          <p:nvPr/>
        </p:nvSpPr>
        <p:spPr>
          <a:xfrm>
            <a:off x="3009207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3-test-input-15-17"/>
          <p:cNvSpPr/>
          <p:nvPr/>
        </p:nvSpPr>
        <p:spPr>
          <a:xfrm>
            <a:off x="3117272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3-test-input-15-18"/>
          <p:cNvSpPr/>
          <p:nvPr/>
        </p:nvSpPr>
        <p:spPr>
          <a:xfrm>
            <a:off x="3225338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3-test-input-15-19"/>
          <p:cNvSpPr/>
          <p:nvPr/>
        </p:nvSpPr>
        <p:spPr>
          <a:xfrm>
            <a:off x="3333403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3-test-input-15-20"/>
          <p:cNvSpPr/>
          <p:nvPr/>
        </p:nvSpPr>
        <p:spPr>
          <a:xfrm>
            <a:off x="3441469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3-test-input-15-21"/>
          <p:cNvSpPr/>
          <p:nvPr/>
        </p:nvSpPr>
        <p:spPr>
          <a:xfrm>
            <a:off x="3549534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3-test-input-16-0"/>
          <p:cNvSpPr/>
          <p:nvPr/>
        </p:nvSpPr>
        <p:spPr>
          <a:xfrm>
            <a:off x="1280160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3-test-input-16-1"/>
          <p:cNvSpPr/>
          <p:nvPr/>
        </p:nvSpPr>
        <p:spPr>
          <a:xfrm>
            <a:off x="1388225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3-test-input-16-2"/>
          <p:cNvSpPr/>
          <p:nvPr/>
        </p:nvSpPr>
        <p:spPr>
          <a:xfrm>
            <a:off x="1496290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3-test-input-16-3"/>
          <p:cNvSpPr/>
          <p:nvPr/>
        </p:nvSpPr>
        <p:spPr>
          <a:xfrm>
            <a:off x="1604356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3-test-input-16-4"/>
          <p:cNvSpPr/>
          <p:nvPr/>
        </p:nvSpPr>
        <p:spPr>
          <a:xfrm>
            <a:off x="1712421" y="346640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3-test-input-16-5"/>
          <p:cNvSpPr/>
          <p:nvPr/>
        </p:nvSpPr>
        <p:spPr>
          <a:xfrm>
            <a:off x="1820487" y="346640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3-test-input-16-6"/>
          <p:cNvSpPr/>
          <p:nvPr/>
        </p:nvSpPr>
        <p:spPr>
          <a:xfrm>
            <a:off x="1928552" y="346640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3-test-input-16-7"/>
          <p:cNvSpPr/>
          <p:nvPr/>
        </p:nvSpPr>
        <p:spPr>
          <a:xfrm>
            <a:off x="2036618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3-test-input-16-8"/>
          <p:cNvSpPr/>
          <p:nvPr/>
        </p:nvSpPr>
        <p:spPr>
          <a:xfrm>
            <a:off x="2144683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3-test-input-16-9"/>
          <p:cNvSpPr/>
          <p:nvPr/>
        </p:nvSpPr>
        <p:spPr>
          <a:xfrm>
            <a:off x="2252749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3-test-input-16-10"/>
          <p:cNvSpPr/>
          <p:nvPr/>
        </p:nvSpPr>
        <p:spPr>
          <a:xfrm>
            <a:off x="2360814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3-test-input-16-11"/>
          <p:cNvSpPr/>
          <p:nvPr/>
        </p:nvSpPr>
        <p:spPr>
          <a:xfrm>
            <a:off x="2468880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3-test-input-16-12"/>
          <p:cNvSpPr/>
          <p:nvPr/>
        </p:nvSpPr>
        <p:spPr>
          <a:xfrm>
            <a:off x="2576945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3-test-input-16-13"/>
          <p:cNvSpPr/>
          <p:nvPr/>
        </p:nvSpPr>
        <p:spPr>
          <a:xfrm>
            <a:off x="2685010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3-test-input-16-14"/>
          <p:cNvSpPr/>
          <p:nvPr/>
        </p:nvSpPr>
        <p:spPr>
          <a:xfrm>
            <a:off x="2793076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3-test-input-16-15"/>
          <p:cNvSpPr/>
          <p:nvPr/>
        </p:nvSpPr>
        <p:spPr>
          <a:xfrm>
            <a:off x="2901141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3-test-input-16-16"/>
          <p:cNvSpPr/>
          <p:nvPr/>
        </p:nvSpPr>
        <p:spPr>
          <a:xfrm>
            <a:off x="3009207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3-test-input-16-17"/>
          <p:cNvSpPr/>
          <p:nvPr/>
        </p:nvSpPr>
        <p:spPr>
          <a:xfrm>
            <a:off x="3117272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3-test-input-16-18"/>
          <p:cNvSpPr/>
          <p:nvPr/>
        </p:nvSpPr>
        <p:spPr>
          <a:xfrm>
            <a:off x="3225338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3-test-input-16-19"/>
          <p:cNvSpPr/>
          <p:nvPr/>
        </p:nvSpPr>
        <p:spPr>
          <a:xfrm>
            <a:off x="3333403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3-test-input-16-20"/>
          <p:cNvSpPr/>
          <p:nvPr/>
        </p:nvSpPr>
        <p:spPr>
          <a:xfrm>
            <a:off x="3441469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3-test-input-16-21"/>
          <p:cNvSpPr/>
          <p:nvPr/>
        </p:nvSpPr>
        <p:spPr>
          <a:xfrm>
            <a:off x="3549534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3-test-input-17-0"/>
          <p:cNvSpPr/>
          <p:nvPr/>
        </p:nvSpPr>
        <p:spPr>
          <a:xfrm>
            <a:off x="1280160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3-test-input-17-1"/>
          <p:cNvSpPr/>
          <p:nvPr/>
        </p:nvSpPr>
        <p:spPr>
          <a:xfrm>
            <a:off x="1388225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3-test-input-17-2"/>
          <p:cNvSpPr/>
          <p:nvPr/>
        </p:nvSpPr>
        <p:spPr>
          <a:xfrm>
            <a:off x="1496290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3-test-input-17-3"/>
          <p:cNvSpPr/>
          <p:nvPr/>
        </p:nvSpPr>
        <p:spPr>
          <a:xfrm>
            <a:off x="1604356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3-test-input-17-4"/>
          <p:cNvSpPr/>
          <p:nvPr/>
        </p:nvSpPr>
        <p:spPr>
          <a:xfrm>
            <a:off x="1712421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3-test-input-17-5"/>
          <p:cNvSpPr/>
          <p:nvPr/>
        </p:nvSpPr>
        <p:spPr>
          <a:xfrm>
            <a:off x="1820487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3-test-input-17-6"/>
          <p:cNvSpPr/>
          <p:nvPr/>
        </p:nvSpPr>
        <p:spPr>
          <a:xfrm>
            <a:off x="1928552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3-test-input-17-7"/>
          <p:cNvSpPr/>
          <p:nvPr/>
        </p:nvSpPr>
        <p:spPr>
          <a:xfrm>
            <a:off x="2036618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3-test-input-17-8"/>
          <p:cNvSpPr/>
          <p:nvPr/>
        </p:nvSpPr>
        <p:spPr>
          <a:xfrm>
            <a:off x="2144683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3-test-input-17-9"/>
          <p:cNvSpPr/>
          <p:nvPr/>
        </p:nvSpPr>
        <p:spPr>
          <a:xfrm>
            <a:off x="2252749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3-test-input-17-10"/>
          <p:cNvSpPr/>
          <p:nvPr/>
        </p:nvSpPr>
        <p:spPr>
          <a:xfrm>
            <a:off x="2360814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3-test-input-17-11"/>
          <p:cNvSpPr/>
          <p:nvPr/>
        </p:nvSpPr>
        <p:spPr>
          <a:xfrm>
            <a:off x="2468880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3-test-input-17-12"/>
          <p:cNvSpPr/>
          <p:nvPr/>
        </p:nvSpPr>
        <p:spPr>
          <a:xfrm>
            <a:off x="2576945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3-test-input-17-13"/>
          <p:cNvSpPr/>
          <p:nvPr/>
        </p:nvSpPr>
        <p:spPr>
          <a:xfrm>
            <a:off x="2685010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3-test-input-17-14"/>
          <p:cNvSpPr/>
          <p:nvPr/>
        </p:nvSpPr>
        <p:spPr>
          <a:xfrm>
            <a:off x="2793076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3-test-input-17-15"/>
          <p:cNvSpPr/>
          <p:nvPr/>
        </p:nvSpPr>
        <p:spPr>
          <a:xfrm>
            <a:off x="2901141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3-test-input-17-16"/>
          <p:cNvSpPr/>
          <p:nvPr/>
        </p:nvSpPr>
        <p:spPr>
          <a:xfrm>
            <a:off x="3009207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3-test-input-17-17"/>
          <p:cNvSpPr/>
          <p:nvPr/>
        </p:nvSpPr>
        <p:spPr>
          <a:xfrm>
            <a:off x="3117272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3-test-input-17-18"/>
          <p:cNvSpPr/>
          <p:nvPr/>
        </p:nvSpPr>
        <p:spPr>
          <a:xfrm>
            <a:off x="3225338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3-test-input-17-19"/>
          <p:cNvSpPr/>
          <p:nvPr/>
        </p:nvSpPr>
        <p:spPr>
          <a:xfrm>
            <a:off x="3333403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3-test-input-17-20"/>
          <p:cNvSpPr/>
          <p:nvPr/>
        </p:nvSpPr>
        <p:spPr>
          <a:xfrm>
            <a:off x="3441469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3-test-input-17-21"/>
          <p:cNvSpPr/>
          <p:nvPr/>
        </p:nvSpPr>
        <p:spPr>
          <a:xfrm>
            <a:off x="3549534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3-test-input-18-0"/>
          <p:cNvSpPr/>
          <p:nvPr/>
        </p:nvSpPr>
        <p:spPr>
          <a:xfrm>
            <a:off x="1280160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3-test-input-18-1"/>
          <p:cNvSpPr/>
          <p:nvPr/>
        </p:nvSpPr>
        <p:spPr>
          <a:xfrm>
            <a:off x="1388225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3-test-input-18-2"/>
          <p:cNvSpPr/>
          <p:nvPr/>
        </p:nvSpPr>
        <p:spPr>
          <a:xfrm>
            <a:off x="1496290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3-test-input-18-3"/>
          <p:cNvSpPr/>
          <p:nvPr/>
        </p:nvSpPr>
        <p:spPr>
          <a:xfrm>
            <a:off x="1604356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3-test-input-18-4"/>
          <p:cNvSpPr/>
          <p:nvPr/>
        </p:nvSpPr>
        <p:spPr>
          <a:xfrm>
            <a:off x="1712421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3-test-input-18-5"/>
          <p:cNvSpPr/>
          <p:nvPr/>
        </p:nvSpPr>
        <p:spPr>
          <a:xfrm>
            <a:off x="1820487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3-test-input-18-6"/>
          <p:cNvSpPr/>
          <p:nvPr/>
        </p:nvSpPr>
        <p:spPr>
          <a:xfrm>
            <a:off x="1928552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3-test-input-18-7"/>
          <p:cNvSpPr/>
          <p:nvPr/>
        </p:nvSpPr>
        <p:spPr>
          <a:xfrm>
            <a:off x="2036618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3-test-input-18-8"/>
          <p:cNvSpPr/>
          <p:nvPr/>
        </p:nvSpPr>
        <p:spPr>
          <a:xfrm>
            <a:off x="2144683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3-test-input-18-9"/>
          <p:cNvSpPr/>
          <p:nvPr/>
        </p:nvSpPr>
        <p:spPr>
          <a:xfrm>
            <a:off x="2252749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3-test-input-18-10"/>
          <p:cNvSpPr/>
          <p:nvPr/>
        </p:nvSpPr>
        <p:spPr>
          <a:xfrm>
            <a:off x="2360814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3-test-input-18-11"/>
          <p:cNvSpPr/>
          <p:nvPr/>
        </p:nvSpPr>
        <p:spPr>
          <a:xfrm>
            <a:off x="2468880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3-test-input-18-12"/>
          <p:cNvSpPr/>
          <p:nvPr/>
        </p:nvSpPr>
        <p:spPr>
          <a:xfrm>
            <a:off x="2576945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3-test-input-18-13"/>
          <p:cNvSpPr/>
          <p:nvPr/>
        </p:nvSpPr>
        <p:spPr>
          <a:xfrm>
            <a:off x="2685010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3-test-input-18-14"/>
          <p:cNvSpPr/>
          <p:nvPr/>
        </p:nvSpPr>
        <p:spPr>
          <a:xfrm>
            <a:off x="2793076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3-test-input-18-15"/>
          <p:cNvSpPr/>
          <p:nvPr/>
        </p:nvSpPr>
        <p:spPr>
          <a:xfrm>
            <a:off x="2901141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3-test-input-18-16"/>
          <p:cNvSpPr/>
          <p:nvPr/>
        </p:nvSpPr>
        <p:spPr>
          <a:xfrm>
            <a:off x="3009207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3-test-input-18-17"/>
          <p:cNvSpPr/>
          <p:nvPr/>
        </p:nvSpPr>
        <p:spPr>
          <a:xfrm>
            <a:off x="3117272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3-test-input-18-18"/>
          <p:cNvSpPr/>
          <p:nvPr/>
        </p:nvSpPr>
        <p:spPr>
          <a:xfrm>
            <a:off x="3225338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3-test-input-18-19"/>
          <p:cNvSpPr/>
          <p:nvPr/>
        </p:nvSpPr>
        <p:spPr>
          <a:xfrm>
            <a:off x="3333403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3-test-input-18-20"/>
          <p:cNvSpPr/>
          <p:nvPr/>
        </p:nvSpPr>
        <p:spPr>
          <a:xfrm>
            <a:off x="3441469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3-test-input-18-21"/>
          <p:cNvSpPr/>
          <p:nvPr/>
        </p:nvSpPr>
        <p:spPr>
          <a:xfrm>
            <a:off x="3549534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3-test-input-19-0"/>
          <p:cNvSpPr/>
          <p:nvPr/>
        </p:nvSpPr>
        <p:spPr>
          <a:xfrm>
            <a:off x="1280160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3-test-input-19-1"/>
          <p:cNvSpPr/>
          <p:nvPr/>
        </p:nvSpPr>
        <p:spPr>
          <a:xfrm>
            <a:off x="1388225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3-test-input-19-2"/>
          <p:cNvSpPr/>
          <p:nvPr/>
        </p:nvSpPr>
        <p:spPr>
          <a:xfrm>
            <a:off x="1496290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3-test-input-19-3"/>
          <p:cNvSpPr/>
          <p:nvPr/>
        </p:nvSpPr>
        <p:spPr>
          <a:xfrm>
            <a:off x="1604356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3-test-input-19-4"/>
          <p:cNvSpPr/>
          <p:nvPr/>
        </p:nvSpPr>
        <p:spPr>
          <a:xfrm>
            <a:off x="1712421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3-test-input-19-5"/>
          <p:cNvSpPr/>
          <p:nvPr/>
        </p:nvSpPr>
        <p:spPr>
          <a:xfrm>
            <a:off x="1820487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3-test-input-19-6"/>
          <p:cNvSpPr/>
          <p:nvPr/>
        </p:nvSpPr>
        <p:spPr>
          <a:xfrm>
            <a:off x="1928552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3-test-input-19-7"/>
          <p:cNvSpPr/>
          <p:nvPr/>
        </p:nvSpPr>
        <p:spPr>
          <a:xfrm>
            <a:off x="2036618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3-test-input-19-8"/>
          <p:cNvSpPr/>
          <p:nvPr/>
        </p:nvSpPr>
        <p:spPr>
          <a:xfrm>
            <a:off x="2144683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3-test-input-19-9"/>
          <p:cNvSpPr/>
          <p:nvPr/>
        </p:nvSpPr>
        <p:spPr>
          <a:xfrm>
            <a:off x="2252749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3-test-input-19-10"/>
          <p:cNvSpPr/>
          <p:nvPr/>
        </p:nvSpPr>
        <p:spPr>
          <a:xfrm>
            <a:off x="2360814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3-test-input-19-11"/>
          <p:cNvSpPr/>
          <p:nvPr/>
        </p:nvSpPr>
        <p:spPr>
          <a:xfrm>
            <a:off x="2468880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3-test-input-19-12"/>
          <p:cNvSpPr/>
          <p:nvPr/>
        </p:nvSpPr>
        <p:spPr>
          <a:xfrm>
            <a:off x="2576945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3-test-input-19-13"/>
          <p:cNvSpPr/>
          <p:nvPr/>
        </p:nvSpPr>
        <p:spPr>
          <a:xfrm>
            <a:off x="2685010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3-test-input-19-14"/>
          <p:cNvSpPr/>
          <p:nvPr/>
        </p:nvSpPr>
        <p:spPr>
          <a:xfrm>
            <a:off x="2793076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3-test-input-19-15"/>
          <p:cNvSpPr/>
          <p:nvPr/>
        </p:nvSpPr>
        <p:spPr>
          <a:xfrm>
            <a:off x="2901141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3-test-input-19-16"/>
          <p:cNvSpPr/>
          <p:nvPr/>
        </p:nvSpPr>
        <p:spPr>
          <a:xfrm>
            <a:off x="3009207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3-test-input-19-17"/>
          <p:cNvSpPr/>
          <p:nvPr/>
        </p:nvSpPr>
        <p:spPr>
          <a:xfrm>
            <a:off x="3117272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3-test-input-19-18"/>
          <p:cNvSpPr/>
          <p:nvPr/>
        </p:nvSpPr>
        <p:spPr>
          <a:xfrm>
            <a:off x="3225338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3-test-input-19-19"/>
          <p:cNvSpPr/>
          <p:nvPr/>
        </p:nvSpPr>
        <p:spPr>
          <a:xfrm>
            <a:off x="3333403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3-test-input-19-20"/>
          <p:cNvSpPr/>
          <p:nvPr/>
        </p:nvSpPr>
        <p:spPr>
          <a:xfrm>
            <a:off x="3441469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3-test-input-19-21"/>
          <p:cNvSpPr/>
          <p:nvPr/>
        </p:nvSpPr>
        <p:spPr>
          <a:xfrm>
            <a:off x="3549534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3-test-input-20-0"/>
          <p:cNvSpPr/>
          <p:nvPr/>
        </p:nvSpPr>
        <p:spPr>
          <a:xfrm>
            <a:off x="1280160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3-test-input-20-1"/>
          <p:cNvSpPr/>
          <p:nvPr/>
        </p:nvSpPr>
        <p:spPr>
          <a:xfrm>
            <a:off x="1388225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3-test-input-20-2"/>
          <p:cNvSpPr/>
          <p:nvPr/>
        </p:nvSpPr>
        <p:spPr>
          <a:xfrm>
            <a:off x="1496290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3-test-input-20-3"/>
          <p:cNvSpPr/>
          <p:nvPr/>
        </p:nvSpPr>
        <p:spPr>
          <a:xfrm>
            <a:off x="1604356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3-test-input-20-4"/>
          <p:cNvSpPr/>
          <p:nvPr/>
        </p:nvSpPr>
        <p:spPr>
          <a:xfrm>
            <a:off x="1712421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3-test-input-20-5"/>
          <p:cNvSpPr/>
          <p:nvPr/>
        </p:nvSpPr>
        <p:spPr>
          <a:xfrm>
            <a:off x="1820487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3-test-input-20-6"/>
          <p:cNvSpPr/>
          <p:nvPr/>
        </p:nvSpPr>
        <p:spPr>
          <a:xfrm>
            <a:off x="1928552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3-test-input-20-7"/>
          <p:cNvSpPr/>
          <p:nvPr/>
        </p:nvSpPr>
        <p:spPr>
          <a:xfrm>
            <a:off x="2036618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3-test-input-20-8"/>
          <p:cNvSpPr/>
          <p:nvPr/>
        </p:nvSpPr>
        <p:spPr>
          <a:xfrm>
            <a:off x="2144683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3-test-input-20-9"/>
          <p:cNvSpPr/>
          <p:nvPr/>
        </p:nvSpPr>
        <p:spPr>
          <a:xfrm>
            <a:off x="2252749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3-test-input-20-10"/>
          <p:cNvSpPr/>
          <p:nvPr/>
        </p:nvSpPr>
        <p:spPr>
          <a:xfrm>
            <a:off x="2360814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3-test-input-20-11"/>
          <p:cNvSpPr/>
          <p:nvPr/>
        </p:nvSpPr>
        <p:spPr>
          <a:xfrm>
            <a:off x="2468880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3-test-input-20-12"/>
          <p:cNvSpPr/>
          <p:nvPr/>
        </p:nvSpPr>
        <p:spPr>
          <a:xfrm>
            <a:off x="2576945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3-test-input-20-13"/>
          <p:cNvSpPr/>
          <p:nvPr/>
        </p:nvSpPr>
        <p:spPr>
          <a:xfrm>
            <a:off x="2685010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3-test-input-20-14"/>
          <p:cNvSpPr/>
          <p:nvPr/>
        </p:nvSpPr>
        <p:spPr>
          <a:xfrm>
            <a:off x="2793076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3-test-input-20-15"/>
          <p:cNvSpPr/>
          <p:nvPr/>
        </p:nvSpPr>
        <p:spPr>
          <a:xfrm>
            <a:off x="2901141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3-test-input-20-16"/>
          <p:cNvSpPr/>
          <p:nvPr/>
        </p:nvSpPr>
        <p:spPr>
          <a:xfrm>
            <a:off x="3009207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3-test-input-20-17"/>
          <p:cNvSpPr/>
          <p:nvPr/>
        </p:nvSpPr>
        <p:spPr>
          <a:xfrm>
            <a:off x="3117272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3-test-input-20-18"/>
          <p:cNvSpPr/>
          <p:nvPr/>
        </p:nvSpPr>
        <p:spPr>
          <a:xfrm>
            <a:off x="3225338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3-test-input-20-19"/>
          <p:cNvSpPr/>
          <p:nvPr/>
        </p:nvSpPr>
        <p:spPr>
          <a:xfrm>
            <a:off x="3333403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3-test-input-20-20"/>
          <p:cNvSpPr/>
          <p:nvPr/>
        </p:nvSpPr>
        <p:spPr>
          <a:xfrm>
            <a:off x="3441469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3-test-input-20-21"/>
          <p:cNvSpPr/>
          <p:nvPr/>
        </p:nvSpPr>
        <p:spPr>
          <a:xfrm>
            <a:off x="3549534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3-test-input-21-0"/>
          <p:cNvSpPr/>
          <p:nvPr/>
        </p:nvSpPr>
        <p:spPr>
          <a:xfrm>
            <a:off x="128016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3-test-input-21-1"/>
          <p:cNvSpPr/>
          <p:nvPr/>
        </p:nvSpPr>
        <p:spPr>
          <a:xfrm>
            <a:off x="1388225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3-test-input-21-2"/>
          <p:cNvSpPr/>
          <p:nvPr/>
        </p:nvSpPr>
        <p:spPr>
          <a:xfrm>
            <a:off x="149629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3-test-input-21-3"/>
          <p:cNvSpPr/>
          <p:nvPr/>
        </p:nvSpPr>
        <p:spPr>
          <a:xfrm>
            <a:off x="1604356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3-test-input-21-4"/>
          <p:cNvSpPr/>
          <p:nvPr/>
        </p:nvSpPr>
        <p:spPr>
          <a:xfrm>
            <a:off x="1712421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3-test-input-21-5"/>
          <p:cNvSpPr/>
          <p:nvPr/>
        </p:nvSpPr>
        <p:spPr>
          <a:xfrm>
            <a:off x="1820487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3-test-input-21-6"/>
          <p:cNvSpPr/>
          <p:nvPr/>
        </p:nvSpPr>
        <p:spPr>
          <a:xfrm>
            <a:off x="1928552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3-test-input-21-7"/>
          <p:cNvSpPr/>
          <p:nvPr/>
        </p:nvSpPr>
        <p:spPr>
          <a:xfrm>
            <a:off x="2036618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3-test-input-21-8"/>
          <p:cNvSpPr/>
          <p:nvPr/>
        </p:nvSpPr>
        <p:spPr>
          <a:xfrm>
            <a:off x="2144683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3-test-input-21-9"/>
          <p:cNvSpPr/>
          <p:nvPr/>
        </p:nvSpPr>
        <p:spPr>
          <a:xfrm>
            <a:off x="2252749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3-test-input-21-10"/>
          <p:cNvSpPr/>
          <p:nvPr/>
        </p:nvSpPr>
        <p:spPr>
          <a:xfrm>
            <a:off x="2360814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3-test-input-21-11"/>
          <p:cNvSpPr/>
          <p:nvPr/>
        </p:nvSpPr>
        <p:spPr>
          <a:xfrm>
            <a:off x="246888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3-test-input-21-12"/>
          <p:cNvSpPr/>
          <p:nvPr/>
        </p:nvSpPr>
        <p:spPr>
          <a:xfrm>
            <a:off x="2576945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3-test-input-21-13"/>
          <p:cNvSpPr/>
          <p:nvPr/>
        </p:nvSpPr>
        <p:spPr>
          <a:xfrm>
            <a:off x="268501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3-test-input-21-14"/>
          <p:cNvSpPr/>
          <p:nvPr/>
        </p:nvSpPr>
        <p:spPr>
          <a:xfrm>
            <a:off x="2793076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3-test-input-21-15"/>
          <p:cNvSpPr/>
          <p:nvPr/>
        </p:nvSpPr>
        <p:spPr>
          <a:xfrm>
            <a:off x="2901141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3-test-input-21-16"/>
          <p:cNvSpPr/>
          <p:nvPr/>
        </p:nvSpPr>
        <p:spPr>
          <a:xfrm>
            <a:off x="3009207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3-test-input-21-17"/>
          <p:cNvSpPr/>
          <p:nvPr/>
        </p:nvSpPr>
        <p:spPr>
          <a:xfrm>
            <a:off x="3117272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3-test-input-21-18"/>
          <p:cNvSpPr/>
          <p:nvPr/>
        </p:nvSpPr>
        <p:spPr>
          <a:xfrm>
            <a:off x="3225338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3-test-input-21-19"/>
          <p:cNvSpPr/>
          <p:nvPr/>
        </p:nvSpPr>
        <p:spPr>
          <a:xfrm>
            <a:off x="3333403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3-test-input-21-20"/>
          <p:cNvSpPr/>
          <p:nvPr/>
        </p:nvSpPr>
        <p:spPr>
          <a:xfrm>
            <a:off x="3441469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3-test-input-21-21"/>
          <p:cNvSpPr/>
          <p:nvPr/>
        </p:nvSpPr>
        <p:spPr>
          <a:xfrm>
            <a:off x="3549534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3-test-output-0-0"/>
          <p:cNvSpPr/>
          <p:nvPr/>
        </p:nvSpPr>
        <p:spPr>
          <a:xfrm>
            <a:off x="5394960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3-test-output-0-1"/>
          <p:cNvSpPr/>
          <p:nvPr/>
        </p:nvSpPr>
        <p:spPr>
          <a:xfrm>
            <a:off x="5503025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3-test-output-0-2"/>
          <p:cNvSpPr/>
          <p:nvPr/>
        </p:nvSpPr>
        <p:spPr>
          <a:xfrm>
            <a:off x="5611090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3-test-output-0-3"/>
          <p:cNvSpPr/>
          <p:nvPr/>
        </p:nvSpPr>
        <p:spPr>
          <a:xfrm>
            <a:off x="5719156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3-test-output-0-4"/>
          <p:cNvSpPr/>
          <p:nvPr/>
        </p:nvSpPr>
        <p:spPr>
          <a:xfrm>
            <a:off x="5827221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3-test-output-0-5"/>
          <p:cNvSpPr/>
          <p:nvPr/>
        </p:nvSpPr>
        <p:spPr>
          <a:xfrm>
            <a:off x="5935287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3-test-output-0-6"/>
          <p:cNvSpPr/>
          <p:nvPr/>
        </p:nvSpPr>
        <p:spPr>
          <a:xfrm>
            <a:off x="6043352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3-test-output-0-7"/>
          <p:cNvSpPr/>
          <p:nvPr/>
        </p:nvSpPr>
        <p:spPr>
          <a:xfrm>
            <a:off x="6151418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3-test-output-0-8"/>
          <p:cNvSpPr/>
          <p:nvPr/>
        </p:nvSpPr>
        <p:spPr>
          <a:xfrm>
            <a:off x="6259483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3-test-output-0-9"/>
          <p:cNvSpPr/>
          <p:nvPr/>
        </p:nvSpPr>
        <p:spPr>
          <a:xfrm>
            <a:off x="6367549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3-test-output-0-10"/>
          <p:cNvSpPr/>
          <p:nvPr/>
        </p:nvSpPr>
        <p:spPr>
          <a:xfrm>
            <a:off x="6475614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3-test-output-0-11"/>
          <p:cNvSpPr/>
          <p:nvPr/>
        </p:nvSpPr>
        <p:spPr>
          <a:xfrm>
            <a:off x="6583680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3-test-output-0-12"/>
          <p:cNvSpPr/>
          <p:nvPr/>
        </p:nvSpPr>
        <p:spPr>
          <a:xfrm>
            <a:off x="6691745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3-test-output-0-13"/>
          <p:cNvSpPr/>
          <p:nvPr/>
        </p:nvSpPr>
        <p:spPr>
          <a:xfrm>
            <a:off x="6799810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3-test-output-0-14"/>
          <p:cNvSpPr/>
          <p:nvPr/>
        </p:nvSpPr>
        <p:spPr>
          <a:xfrm>
            <a:off x="6907876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3-test-output-0-15"/>
          <p:cNvSpPr/>
          <p:nvPr/>
        </p:nvSpPr>
        <p:spPr>
          <a:xfrm>
            <a:off x="7015941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3-test-output-0-16"/>
          <p:cNvSpPr/>
          <p:nvPr/>
        </p:nvSpPr>
        <p:spPr>
          <a:xfrm>
            <a:off x="7124007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3-test-output-0-17"/>
          <p:cNvSpPr/>
          <p:nvPr/>
        </p:nvSpPr>
        <p:spPr>
          <a:xfrm>
            <a:off x="7232072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3-test-output-0-18"/>
          <p:cNvSpPr/>
          <p:nvPr/>
        </p:nvSpPr>
        <p:spPr>
          <a:xfrm>
            <a:off x="7340138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3-test-output-0-19"/>
          <p:cNvSpPr/>
          <p:nvPr/>
        </p:nvSpPr>
        <p:spPr>
          <a:xfrm>
            <a:off x="7448203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3-test-output-0-20"/>
          <p:cNvSpPr/>
          <p:nvPr/>
        </p:nvSpPr>
        <p:spPr>
          <a:xfrm>
            <a:off x="7556269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3-test-output-0-21"/>
          <p:cNvSpPr/>
          <p:nvPr/>
        </p:nvSpPr>
        <p:spPr>
          <a:xfrm>
            <a:off x="7664334" y="173736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3-test-output-1-0"/>
          <p:cNvSpPr/>
          <p:nvPr/>
        </p:nvSpPr>
        <p:spPr>
          <a:xfrm>
            <a:off x="5394960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3-test-output-1-1"/>
          <p:cNvSpPr/>
          <p:nvPr/>
        </p:nvSpPr>
        <p:spPr>
          <a:xfrm>
            <a:off x="5503025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grid-3-test-output-1-2"/>
          <p:cNvSpPr/>
          <p:nvPr/>
        </p:nvSpPr>
        <p:spPr>
          <a:xfrm>
            <a:off x="5611090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grid-3-test-output-1-3"/>
          <p:cNvSpPr/>
          <p:nvPr/>
        </p:nvSpPr>
        <p:spPr>
          <a:xfrm>
            <a:off x="5719156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grid-3-test-output-1-4"/>
          <p:cNvSpPr/>
          <p:nvPr/>
        </p:nvSpPr>
        <p:spPr>
          <a:xfrm>
            <a:off x="5827221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grid-3-test-output-1-5"/>
          <p:cNvSpPr/>
          <p:nvPr/>
        </p:nvSpPr>
        <p:spPr>
          <a:xfrm>
            <a:off x="5935287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grid-3-test-output-1-6"/>
          <p:cNvSpPr/>
          <p:nvPr/>
        </p:nvSpPr>
        <p:spPr>
          <a:xfrm>
            <a:off x="6043352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grid-3-test-output-1-7"/>
          <p:cNvSpPr/>
          <p:nvPr/>
        </p:nvSpPr>
        <p:spPr>
          <a:xfrm>
            <a:off x="6151418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grid-3-test-output-1-8"/>
          <p:cNvSpPr/>
          <p:nvPr/>
        </p:nvSpPr>
        <p:spPr>
          <a:xfrm>
            <a:off x="6259483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grid-3-test-output-1-9"/>
          <p:cNvSpPr/>
          <p:nvPr/>
        </p:nvSpPr>
        <p:spPr>
          <a:xfrm>
            <a:off x="6367549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grid-3-test-output-1-10"/>
          <p:cNvSpPr/>
          <p:nvPr/>
        </p:nvSpPr>
        <p:spPr>
          <a:xfrm>
            <a:off x="6475614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grid-3-test-output-1-11"/>
          <p:cNvSpPr/>
          <p:nvPr/>
        </p:nvSpPr>
        <p:spPr>
          <a:xfrm>
            <a:off x="6583680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grid-3-test-output-1-12"/>
          <p:cNvSpPr/>
          <p:nvPr/>
        </p:nvSpPr>
        <p:spPr>
          <a:xfrm>
            <a:off x="6691745" y="184542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grid-3-test-output-1-13"/>
          <p:cNvSpPr/>
          <p:nvPr/>
        </p:nvSpPr>
        <p:spPr>
          <a:xfrm>
            <a:off x="6799810" y="184542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grid-3-test-output-1-14"/>
          <p:cNvSpPr/>
          <p:nvPr/>
        </p:nvSpPr>
        <p:spPr>
          <a:xfrm>
            <a:off x="6907876" y="184542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grid-3-test-output-1-15"/>
          <p:cNvSpPr/>
          <p:nvPr/>
        </p:nvSpPr>
        <p:spPr>
          <a:xfrm>
            <a:off x="7015941" y="184542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grid-3-test-output-1-16"/>
          <p:cNvSpPr/>
          <p:nvPr/>
        </p:nvSpPr>
        <p:spPr>
          <a:xfrm>
            <a:off x="7124007" y="184542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grid-3-test-output-1-17"/>
          <p:cNvSpPr/>
          <p:nvPr/>
        </p:nvSpPr>
        <p:spPr>
          <a:xfrm>
            <a:off x="7232072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grid-3-test-output-1-18"/>
          <p:cNvSpPr/>
          <p:nvPr/>
        </p:nvSpPr>
        <p:spPr>
          <a:xfrm>
            <a:off x="7340138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grid-3-test-output-1-19"/>
          <p:cNvSpPr/>
          <p:nvPr/>
        </p:nvSpPr>
        <p:spPr>
          <a:xfrm>
            <a:off x="7448203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grid-3-test-output-1-20"/>
          <p:cNvSpPr/>
          <p:nvPr/>
        </p:nvSpPr>
        <p:spPr>
          <a:xfrm>
            <a:off x="7556269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grid-3-test-output-1-21"/>
          <p:cNvSpPr/>
          <p:nvPr/>
        </p:nvSpPr>
        <p:spPr>
          <a:xfrm>
            <a:off x="7664334" y="184542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grid-3-test-output-2-0"/>
          <p:cNvSpPr/>
          <p:nvPr/>
        </p:nvSpPr>
        <p:spPr>
          <a:xfrm>
            <a:off x="5394960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grid-3-test-output-2-1"/>
          <p:cNvSpPr/>
          <p:nvPr/>
        </p:nvSpPr>
        <p:spPr>
          <a:xfrm>
            <a:off x="5503025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grid-3-test-output-2-2"/>
          <p:cNvSpPr/>
          <p:nvPr/>
        </p:nvSpPr>
        <p:spPr>
          <a:xfrm>
            <a:off x="5611090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grid-3-test-output-2-3"/>
          <p:cNvSpPr/>
          <p:nvPr/>
        </p:nvSpPr>
        <p:spPr>
          <a:xfrm>
            <a:off x="5719156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grid-3-test-output-2-4"/>
          <p:cNvSpPr/>
          <p:nvPr/>
        </p:nvSpPr>
        <p:spPr>
          <a:xfrm>
            <a:off x="5827221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grid-3-test-output-2-5"/>
          <p:cNvSpPr/>
          <p:nvPr/>
        </p:nvSpPr>
        <p:spPr>
          <a:xfrm>
            <a:off x="5935287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grid-3-test-output-2-6"/>
          <p:cNvSpPr/>
          <p:nvPr/>
        </p:nvSpPr>
        <p:spPr>
          <a:xfrm>
            <a:off x="6043352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grid-3-test-output-2-7"/>
          <p:cNvSpPr/>
          <p:nvPr/>
        </p:nvSpPr>
        <p:spPr>
          <a:xfrm>
            <a:off x="6151418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grid-3-test-output-2-8"/>
          <p:cNvSpPr/>
          <p:nvPr/>
        </p:nvSpPr>
        <p:spPr>
          <a:xfrm>
            <a:off x="6259483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grid-3-test-output-2-9"/>
          <p:cNvSpPr/>
          <p:nvPr/>
        </p:nvSpPr>
        <p:spPr>
          <a:xfrm>
            <a:off x="6367549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grid-3-test-output-2-10"/>
          <p:cNvSpPr/>
          <p:nvPr/>
        </p:nvSpPr>
        <p:spPr>
          <a:xfrm>
            <a:off x="6475614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grid-3-test-output-2-11"/>
          <p:cNvSpPr/>
          <p:nvPr/>
        </p:nvSpPr>
        <p:spPr>
          <a:xfrm>
            <a:off x="6583680" y="195349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grid-3-test-output-2-12"/>
          <p:cNvSpPr/>
          <p:nvPr/>
        </p:nvSpPr>
        <p:spPr>
          <a:xfrm>
            <a:off x="6691745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grid-3-test-output-2-13"/>
          <p:cNvSpPr/>
          <p:nvPr/>
        </p:nvSpPr>
        <p:spPr>
          <a:xfrm>
            <a:off x="6799810" y="195349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grid-3-test-output-2-14"/>
          <p:cNvSpPr/>
          <p:nvPr/>
        </p:nvSpPr>
        <p:spPr>
          <a:xfrm>
            <a:off x="6907876" y="195349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grid-3-test-output-2-15"/>
          <p:cNvSpPr/>
          <p:nvPr/>
        </p:nvSpPr>
        <p:spPr>
          <a:xfrm>
            <a:off x="7015941" y="195349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grid-3-test-output-2-16"/>
          <p:cNvSpPr/>
          <p:nvPr/>
        </p:nvSpPr>
        <p:spPr>
          <a:xfrm>
            <a:off x="7124007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grid-3-test-output-2-17"/>
          <p:cNvSpPr/>
          <p:nvPr/>
        </p:nvSpPr>
        <p:spPr>
          <a:xfrm>
            <a:off x="7232072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grid-3-test-output-2-18"/>
          <p:cNvSpPr/>
          <p:nvPr/>
        </p:nvSpPr>
        <p:spPr>
          <a:xfrm>
            <a:off x="7340138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grid-3-test-output-2-19"/>
          <p:cNvSpPr/>
          <p:nvPr/>
        </p:nvSpPr>
        <p:spPr>
          <a:xfrm>
            <a:off x="7448203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grid-3-test-output-2-20"/>
          <p:cNvSpPr/>
          <p:nvPr/>
        </p:nvSpPr>
        <p:spPr>
          <a:xfrm>
            <a:off x="7556269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grid-3-test-output-2-21"/>
          <p:cNvSpPr/>
          <p:nvPr/>
        </p:nvSpPr>
        <p:spPr>
          <a:xfrm>
            <a:off x="7664334" y="195349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grid-3-test-output-3-0"/>
          <p:cNvSpPr/>
          <p:nvPr/>
        </p:nvSpPr>
        <p:spPr>
          <a:xfrm>
            <a:off x="5394960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grid-3-test-output-3-1"/>
          <p:cNvSpPr/>
          <p:nvPr/>
        </p:nvSpPr>
        <p:spPr>
          <a:xfrm>
            <a:off x="5503025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grid-3-test-output-3-2"/>
          <p:cNvSpPr/>
          <p:nvPr/>
        </p:nvSpPr>
        <p:spPr>
          <a:xfrm>
            <a:off x="5611090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grid-3-test-output-3-3"/>
          <p:cNvSpPr/>
          <p:nvPr/>
        </p:nvSpPr>
        <p:spPr>
          <a:xfrm>
            <a:off x="5719156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grid-3-test-output-3-4"/>
          <p:cNvSpPr/>
          <p:nvPr/>
        </p:nvSpPr>
        <p:spPr>
          <a:xfrm>
            <a:off x="5827221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grid-3-test-output-3-5"/>
          <p:cNvSpPr/>
          <p:nvPr/>
        </p:nvSpPr>
        <p:spPr>
          <a:xfrm>
            <a:off x="5935287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grid-3-test-output-3-6"/>
          <p:cNvSpPr/>
          <p:nvPr/>
        </p:nvSpPr>
        <p:spPr>
          <a:xfrm>
            <a:off x="6043352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grid-3-test-output-3-7"/>
          <p:cNvSpPr/>
          <p:nvPr/>
        </p:nvSpPr>
        <p:spPr>
          <a:xfrm>
            <a:off x="6151418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grid-3-test-output-3-8"/>
          <p:cNvSpPr/>
          <p:nvPr/>
        </p:nvSpPr>
        <p:spPr>
          <a:xfrm>
            <a:off x="6259483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grid-3-test-output-3-9"/>
          <p:cNvSpPr/>
          <p:nvPr/>
        </p:nvSpPr>
        <p:spPr>
          <a:xfrm>
            <a:off x="6367549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grid-3-test-output-3-10"/>
          <p:cNvSpPr/>
          <p:nvPr/>
        </p:nvSpPr>
        <p:spPr>
          <a:xfrm>
            <a:off x="6475614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grid-3-test-output-3-11"/>
          <p:cNvSpPr/>
          <p:nvPr/>
        </p:nvSpPr>
        <p:spPr>
          <a:xfrm>
            <a:off x="6583680" y="206155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grid-3-test-output-3-12"/>
          <p:cNvSpPr/>
          <p:nvPr/>
        </p:nvSpPr>
        <p:spPr>
          <a:xfrm>
            <a:off x="6691745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grid-3-test-output-3-13"/>
          <p:cNvSpPr/>
          <p:nvPr/>
        </p:nvSpPr>
        <p:spPr>
          <a:xfrm>
            <a:off x="6799810" y="2061556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grid-3-test-output-3-14"/>
          <p:cNvSpPr/>
          <p:nvPr/>
        </p:nvSpPr>
        <p:spPr>
          <a:xfrm>
            <a:off x="6907876" y="2061556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grid-3-test-output-3-15"/>
          <p:cNvSpPr/>
          <p:nvPr/>
        </p:nvSpPr>
        <p:spPr>
          <a:xfrm>
            <a:off x="7015941" y="2061556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grid-3-test-output-3-16"/>
          <p:cNvSpPr/>
          <p:nvPr/>
        </p:nvSpPr>
        <p:spPr>
          <a:xfrm>
            <a:off x="7124007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grid-3-test-output-3-17"/>
          <p:cNvSpPr/>
          <p:nvPr/>
        </p:nvSpPr>
        <p:spPr>
          <a:xfrm>
            <a:off x="7232072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grid-3-test-output-3-18"/>
          <p:cNvSpPr/>
          <p:nvPr/>
        </p:nvSpPr>
        <p:spPr>
          <a:xfrm>
            <a:off x="7340138" y="2061556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grid-3-test-output-3-19"/>
          <p:cNvSpPr/>
          <p:nvPr/>
        </p:nvSpPr>
        <p:spPr>
          <a:xfrm>
            <a:off x="7448203" y="2061556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grid-3-test-output-3-20"/>
          <p:cNvSpPr/>
          <p:nvPr/>
        </p:nvSpPr>
        <p:spPr>
          <a:xfrm>
            <a:off x="7556269" y="2061556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grid-3-test-output-3-21"/>
          <p:cNvSpPr/>
          <p:nvPr/>
        </p:nvSpPr>
        <p:spPr>
          <a:xfrm>
            <a:off x="7664334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grid-3-test-output-4-0"/>
          <p:cNvSpPr/>
          <p:nvPr/>
        </p:nvSpPr>
        <p:spPr>
          <a:xfrm>
            <a:off x="5394960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grid-3-test-output-4-1"/>
          <p:cNvSpPr/>
          <p:nvPr/>
        </p:nvSpPr>
        <p:spPr>
          <a:xfrm>
            <a:off x="5503025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grid-3-test-output-4-2"/>
          <p:cNvSpPr/>
          <p:nvPr/>
        </p:nvSpPr>
        <p:spPr>
          <a:xfrm>
            <a:off x="5611090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grid-3-test-output-4-3"/>
          <p:cNvSpPr/>
          <p:nvPr/>
        </p:nvSpPr>
        <p:spPr>
          <a:xfrm>
            <a:off x="5719156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grid-3-test-output-4-4"/>
          <p:cNvSpPr/>
          <p:nvPr/>
        </p:nvSpPr>
        <p:spPr>
          <a:xfrm>
            <a:off x="5827221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grid-3-test-output-4-5"/>
          <p:cNvSpPr/>
          <p:nvPr/>
        </p:nvSpPr>
        <p:spPr>
          <a:xfrm>
            <a:off x="5935287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grid-3-test-output-4-6"/>
          <p:cNvSpPr/>
          <p:nvPr/>
        </p:nvSpPr>
        <p:spPr>
          <a:xfrm>
            <a:off x="6043352" y="2169621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grid-3-test-output-4-7"/>
          <p:cNvSpPr/>
          <p:nvPr/>
        </p:nvSpPr>
        <p:spPr>
          <a:xfrm>
            <a:off x="6151418" y="2169621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grid-3-test-output-4-8"/>
          <p:cNvSpPr/>
          <p:nvPr/>
        </p:nvSpPr>
        <p:spPr>
          <a:xfrm>
            <a:off x="6259483" y="2169621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grid-3-test-output-4-9"/>
          <p:cNvSpPr/>
          <p:nvPr/>
        </p:nvSpPr>
        <p:spPr>
          <a:xfrm>
            <a:off x="6367549" y="2169621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grid-3-test-output-4-10"/>
          <p:cNvSpPr/>
          <p:nvPr/>
        </p:nvSpPr>
        <p:spPr>
          <a:xfrm>
            <a:off x="6475614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grid-3-test-output-4-11"/>
          <p:cNvSpPr/>
          <p:nvPr/>
        </p:nvSpPr>
        <p:spPr>
          <a:xfrm>
            <a:off x="6583680" y="216962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grid-3-test-output-4-12"/>
          <p:cNvSpPr/>
          <p:nvPr/>
        </p:nvSpPr>
        <p:spPr>
          <a:xfrm>
            <a:off x="6691745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grid-3-test-output-4-13"/>
          <p:cNvSpPr/>
          <p:nvPr/>
        </p:nvSpPr>
        <p:spPr>
          <a:xfrm>
            <a:off x="6799810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grid-3-test-output-4-14"/>
          <p:cNvSpPr/>
          <p:nvPr/>
        </p:nvSpPr>
        <p:spPr>
          <a:xfrm>
            <a:off x="6907876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id-3-test-output-4-15"/>
          <p:cNvSpPr/>
          <p:nvPr/>
        </p:nvSpPr>
        <p:spPr>
          <a:xfrm>
            <a:off x="7015941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grid-3-test-output-4-16"/>
          <p:cNvSpPr/>
          <p:nvPr/>
        </p:nvSpPr>
        <p:spPr>
          <a:xfrm>
            <a:off x="7124007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id-3-test-output-4-17"/>
          <p:cNvSpPr/>
          <p:nvPr/>
        </p:nvSpPr>
        <p:spPr>
          <a:xfrm>
            <a:off x="7232072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grid-3-test-output-4-18"/>
          <p:cNvSpPr/>
          <p:nvPr/>
        </p:nvSpPr>
        <p:spPr>
          <a:xfrm>
            <a:off x="7340138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grid-3-test-output-4-19"/>
          <p:cNvSpPr/>
          <p:nvPr/>
        </p:nvSpPr>
        <p:spPr>
          <a:xfrm>
            <a:off x="7448203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grid-3-test-output-4-20"/>
          <p:cNvSpPr/>
          <p:nvPr/>
        </p:nvSpPr>
        <p:spPr>
          <a:xfrm>
            <a:off x="7556269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id-3-test-output-4-21"/>
          <p:cNvSpPr/>
          <p:nvPr/>
        </p:nvSpPr>
        <p:spPr>
          <a:xfrm>
            <a:off x="7664334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grid-3-test-output-5-0"/>
          <p:cNvSpPr/>
          <p:nvPr/>
        </p:nvSpPr>
        <p:spPr>
          <a:xfrm>
            <a:off x="5394960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grid-3-test-output-5-1"/>
          <p:cNvSpPr/>
          <p:nvPr/>
        </p:nvSpPr>
        <p:spPr>
          <a:xfrm>
            <a:off x="5503025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grid-3-test-output-5-2"/>
          <p:cNvSpPr/>
          <p:nvPr/>
        </p:nvSpPr>
        <p:spPr>
          <a:xfrm>
            <a:off x="5611090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id-3-test-output-5-3"/>
          <p:cNvSpPr/>
          <p:nvPr/>
        </p:nvSpPr>
        <p:spPr>
          <a:xfrm>
            <a:off x="5719156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grid-3-test-output-5-4"/>
          <p:cNvSpPr/>
          <p:nvPr/>
        </p:nvSpPr>
        <p:spPr>
          <a:xfrm>
            <a:off x="5827221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grid-3-test-output-5-5"/>
          <p:cNvSpPr/>
          <p:nvPr/>
        </p:nvSpPr>
        <p:spPr>
          <a:xfrm>
            <a:off x="5935287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grid-3-test-output-5-6"/>
          <p:cNvSpPr/>
          <p:nvPr/>
        </p:nvSpPr>
        <p:spPr>
          <a:xfrm>
            <a:off x="6043352" y="227768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id-3-test-output-5-7"/>
          <p:cNvSpPr/>
          <p:nvPr/>
        </p:nvSpPr>
        <p:spPr>
          <a:xfrm>
            <a:off x="6151418" y="227768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grid-3-test-output-5-8"/>
          <p:cNvSpPr/>
          <p:nvPr/>
        </p:nvSpPr>
        <p:spPr>
          <a:xfrm>
            <a:off x="6259483" y="2277687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grid-3-test-output-5-9"/>
          <p:cNvSpPr/>
          <p:nvPr/>
        </p:nvSpPr>
        <p:spPr>
          <a:xfrm>
            <a:off x="6367549" y="227768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grid-3-test-output-5-10"/>
          <p:cNvSpPr/>
          <p:nvPr/>
        </p:nvSpPr>
        <p:spPr>
          <a:xfrm>
            <a:off x="6475614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id-3-test-output-5-11"/>
          <p:cNvSpPr/>
          <p:nvPr/>
        </p:nvSpPr>
        <p:spPr>
          <a:xfrm>
            <a:off x="6583680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grid-3-test-output-5-12"/>
          <p:cNvSpPr/>
          <p:nvPr/>
        </p:nvSpPr>
        <p:spPr>
          <a:xfrm>
            <a:off x="6691745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grid-3-test-output-5-13"/>
          <p:cNvSpPr/>
          <p:nvPr/>
        </p:nvSpPr>
        <p:spPr>
          <a:xfrm>
            <a:off x="6799810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grid-3-test-output-5-14"/>
          <p:cNvSpPr/>
          <p:nvPr/>
        </p:nvSpPr>
        <p:spPr>
          <a:xfrm>
            <a:off x="6907876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grid-3-test-output-5-15"/>
          <p:cNvSpPr/>
          <p:nvPr/>
        </p:nvSpPr>
        <p:spPr>
          <a:xfrm>
            <a:off x="7015941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grid-3-test-output-5-16"/>
          <p:cNvSpPr/>
          <p:nvPr/>
        </p:nvSpPr>
        <p:spPr>
          <a:xfrm>
            <a:off x="7124007" y="227768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grid-3-test-output-5-17"/>
          <p:cNvSpPr/>
          <p:nvPr/>
        </p:nvSpPr>
        <p:spPr>
          <a:xfrm>
            <a:off x="7232072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grid-3-test-output-5-18"/>
          <p:cNvSpPr/>
          <p:nvPr/>
        </p:nvSpPr>
        <p:spPr>
          <a:xfrm>
            <a:off x="7340138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grid-3-test-output-5-19"/>
          <p:cNvSpPr/>
          <p:nvPr/>
        </p:nvSpPr>
        <p:spPr>
          <a:xfrm>
            <a:off x="7448203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grid-3-test-output-5-20"/>
          <p:cNvSpPr/>
          <p:nvPr/>
        </p:nvSpPr>
        <p:spPr>
          <a:xfrm>
            <a:off x="7556269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grid-3-test-output-5-21"/>
          <p:cNvSpPr/>
          <p:nvPr/>
        </p:nvSpPr>
        <p:spPr>
          <a:xfrm>
            <a:off x="7664334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grid-3-test-output-6-0"/>
          <p:cNvSpPr/>
          <p:nvPr/>
        </p:nvSpPr>
        <p:spPr>
          <a:xfrm>
            <a:off x="5394960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grid-3-test-output-6-1"/>
          <p:cNvSpPr/>
          <p:nvPr/>
        </p:nvSpPr>
        <p:spPr>
          <a:xfrm>
            <a:off x="5503025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grid-3-test-output-6-2"/>
          <p:cNvSpPr/>
          <p:nvPr/>
        </p:nvSpPr>
        <p:spPr>
          <a:xfrm>
            <a:off x="5611090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grid-3-test-output-6-3"/>
          <p:cNvSpPr/>
          <p:nvPr/>
        </p:nvSpPr>
        <p:spPr>
          <a:xfrm>
            <a:off x="5719156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grid-3-test-output-6-4"/>
          <p:cNvSpPr/>
          <p:nvPr/>
        </p:nvSpPr>
        <p:spPr>
          <a:xfrm>
            <a:off x="5827221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grid-3-test-output-6-5"/>
          <p:cNvSpPr/>
          <p:nvPr/>
        </p:nvSpPr>
        <p:spPr>
          <a:xfrm>
            <a:off x="5935287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grid-3-test-output-6-6"/>
          <p:cNvSpPr/>
          <p:nvPr/>
        </p:nvSpPr>
        <p:spPr>
          <a:xfrm>
            <a:off x="6043352" y="238575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grid-3-test-output-6-7"/>
          <p:cNvSpPr/>
          <p:nvPr/>
        </p:nvSpPr>
        <p:spPr>
          <a:xfrm>
            <a:off x="6151418" y="238575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grid-3-test-output-6-8"/>
          <p:cNvSpPr/>
          <p:nvPr/>
        </p:nvSpPr>
        <p:spPr>
          <a:xfrm>
            <a:off x="6259483" y="2385752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grid-3-test-output-6-9"/>
          <p:cNvSpPr/>
          <p:nvPr/>
        </p:nvSpPr>
        <p:spPr>
          <a:xfrm>
            <a:off x="6367549" y="238575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grid-3-test-output-6-10"/>
          <p:cNvSpPr/>
          <p:nvPr/>
        </p:nvSpPr>
        <p:spPr>
          <a:xfrm>
            <a:off x="6475614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grid-3-test-output-6-11"/>
          <p:cNvSpPr/>
          <p:nvPr/>
        </p:nvSpPr>
        <p:spPr>
          <a:xfrm>
            <a:off x="6583680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grid-3-test-output-6-12"/>
          <p:cNvSpPr/>
          <p:nvPr/>
        </p:nvSpPr>
        <p:spPr>
          <a:xfrm>
            <a:off x="6691745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grid-3-test-output-6-13"/>
          <p:cNvSpPr/>
          <p:nvPr/>
        </p:nvSpPr>
        <p:spPr>
          <a:xfrm>
            <a:off x="6799810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grid-3-test-output-6-14"/>
          <p:cNvSpPr/>
          <p:nvPr/>
        </p:nvSpPr>
        <p:spPr>
          <a:xfrm>
            <a:off x="6907876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grid-3-test-output-6-15"/>
          <p:cNvSpPr/>
          <p:nvPr/>
        </p:nvSpPr>
        <p:spPr>
          <a:xfrm>
            <a:off x="7015941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grid-3-test-output-6-16"/>
          <p:cNvSpPr/>
          <p:nvPr/>
        </p:nvSpPr>
        <p:spPr>
          <a:xfrm>
            <a:off x="7124007" y="238575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grid-3-test-output-6-17"/>
          <p:cNvSpPr/>
          <p:nvPr/>
        </p:nvSpPr>
        <p:spPr>
          <a:xfrm>
            <a:off x="7232072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grid-3-test-output-6-18"/>
          <p:cNvSpPr/>
          <p:nvPr/>
        </p:nvSpPr>
        <p:spPr>
          <a:xfrm>
            <a:off x="7340138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grid-3-test-output-6-19"/>
          <p:cNvSpPr/>
          <p:nvPr/>
        </p:nvSpPr>
        <p:spPr>
          <a:xfrm>
            <a:off x="7448203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grid-3-test-output-6-20"/>
          <p:cNvSpPr/>
          <p:nvPr/>
        </p:nvSpPr>
        <p:spPr>
          <a:xfrm>
            <a:off x="7556269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grid-3-test-output-6-21"/>
          <p:cNvSpPr/>
          <p:nvPr/>
        </p:nvSpPr>
        <p:spPr>
          <a:xfrm>
            <a:off x="7664334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grid-3-test-output-7-0"/>
          <p:cNvSpPr/>
          <p:nvPr/>
        </p:nvSpPr>
        <p:spPr>
          <a:xfrm>
            <a:off x="5394960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grid-3-test-output-7-1"/>
          <p:cNvSpPr/>
          <p:nvPr/>
        </p:nvSpPr>
        <p:spPr>
          <a:xfrm>
            <a:off x="5503025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grid-3-test-output-7-2"/>
          <p:cNvSpPr/>
          <p:nvPr/>
        </p:nvSpPr>
        <p:spPr>
          <a:xfrm>
            <a:off x="5611090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grid-3-test-output-7-3"/>
          <p:cNvSpPr/>
          <p:nvPr/>
        </p:nvSpPr>
        <p:spPr>
          <a:xfrm>
            <a:off x="5719156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grid-3-test-output-7-4"/>
          <p:cNvSpPr/>
          <p:nvPr/>
        </p:nvSpPr>
        <p:spPr>
          <a:xfrm>
            <a:off x="5827221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grid-3-test-output-7-5"/>
          <p:cNvSpPr/>
          <p:nvPr/>
        </p:nvSpPr>
        <p:spPr>
          <a:xfrm>
            <a:off x="5935287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grid-3-test-output-7-6"/>
          <p:cNvSpPr/>
          <p:nvPr/>
        </p:nvSpPr>
        <p:spPr>
          <a:xfrm>
            <a:off x="6043352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grid-3-test-output-7-7"/>
          <p:cNvSpPr/>
          <p:nvPr/>
        </p:nvSpPr>
        <p:spPr>
          <a:xfrm>
            <a:off x="6151418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grid-3-test-output-7-8"/>
          <p:cNvSpPr/>
          <p:nvPr/>
        </p:nvSpPr>
        <p:spPr>
          <a:xfrm>
            <a:off x="6259483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grid-3-test-output-7-9"/>
          <p:cNvSpPr/>
          <p:nvPr/>
        </p:nvSpPr>
        <p:spPr>
          <a:xfrm>
            <a:off x="6367549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grid-3-test-output-7-10"/>
          <p:cNvSpPr/>
          <p:nvPr/>
        </p:nvSpPr>
        <p:spPr>
          <a:xfrm>
            <a:off x="6475614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grid-3-test-output-7-11"/>
          <p:cNvSpPr/>
          <p:nvPr/>
        </p:nvSpPr>
        <p:spPr>
          <a:xfrm>
            <a:off x="6583680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grid-3-test-output-7-12"/>
          <p:cNvSpPr/>
          <p:nvPr/>
        </p:nvSpPr>
        <p:spPr>
          <a:xfrm>
            <a:off x="6691745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grid-3-test-output-7-13"/>
          <p:cNvSpPr/>
          <p:nvPr/>
        </p:nvSpPr>
        <p:spPr>
          <a:xfrm>
            <a:off x="6799810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grid-3-test-output-7-14"/>
          <p:cNvSpPr/>
          <p:nvPr/>
        </p:nvSpPr>
        <p:spPr>
          <a:xfrm>
            <a:off x="6907876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grid-3-test-output-7-15"/>
          <p:cNvSpPr/>
          <p:nvPr/>
        </p:nvSpPr>
        <p:spPr>
          <a:xfrm>
            <a:off x="7015941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grid-3-test-output-7-16"/>
          <p:cNvSpPr/>
          <p:nvPr/>
        </p:nvSpPr>
        <p:spPr>
          <a:xfrm>
            <a:off x="7124007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grid-3-test-output-7-17"/>
          <p:cNvSpPr/>
          <p:nvPr/>
        </p:nvSpPr>
        <p:spPr>
          <a:xfrm>
            <a:off x="7232072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grid-3-test-output-7-18"/>
          <p:cNvSpPr/>
          <p:nvPr/>
        </p:nvSpPr>
        <p:spPr>
          <a:xfrm>
            <a:off x="7340138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grid-3-test-output-7-19"/>
          <p:cNvSpPr/>
          <p:nvPr/>
        </p:nvSpPr>
        <p:spPr>
          <a:xfrm>
            <a:off x="7448203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grid-3-test-output-7-20"/>
          <p:cNvSpPr/>
          <p:nvPr/>
        </p:nvSpPr>
        <p:spPr>
          <a:xfrm>
            <a:off x="7556269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grid-3-test-output-7-21"/>
          <p:cNvSpPr/>
          <p:nvPr/>
        </p:nvSpPr>
        <p:spPr>
          <a:xfrm>
            <a:off x="7664334" y="249381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grid-3-test-output-8-0"/>
          <p:cNvSpPr/>
          <p:nvPr/>
        </p:nvSpPr>
        <p:spPr>
          <a:xfrm>
            <a:off x="5394960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grid-3-test-output-8-1"/>
          <p:cNvSpPr/>
          <p:nvPr/>
        </p:nvSpPr>
        <p:spPr>
          <a:xfrm>
            <a:off x="5503025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grid-3-test-output-8-2"/>
          <p:cNvSpPr/>
          <p:nvPr/>
        </p:nvSpPr>
        <p:spPr>
          <a:xfrm>
            <a:off x="5611090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grid-3-test-output-8-3"/>
          <p:cNvSpPr/>
          <p:nvPr/>
        </p:nvSpPr>
        <p:spPr>
          <a:xfrm>
            <a:off x="5719156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grid-3-test-output-8-4"/>
          <p:cNvSpPr/>
          <p:nvPr/>
        </p:nvSpPr>
        <p:spPr>
          <a:xfrm>
            <a:off x="5827221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grid-3-test-output-8-5"/>
          <p:cNvSpPr/>
          <p:nvPr/>
        </p:nvSpPr>
        <p:spPr>
          <a:xfrm>
            <a:off x="5935287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grid-3-test-output-8-6"/>
          <p:cNvSpPr/>
          <p:nvPr/>
        </p:nvSpPr>
        <p:spPr>
          <a:xfrm>
            <a:off x="6043352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grid-3-test-output-8-7"/>
          <p:cNvSpPr/>
          <p:nvPr/>
        </p:nvSpPr>
        <p:spPr>
          <a:xfrm>
            <a:off x="6151418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grid-3-test-output-8-8"/>
          <p:cNvSpPr/>
          <p:nvPr/>
        </p:nvSpPr>
        <p:spPr>
          <a:xfrm>
            <a:off x="6259483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grid-3-test-output-8-9"/>
          <p:cNvSpPr/>
          <p:nvPr/>
        </p:nvSpPr>
        <p:spPr>
          <a:xfrm>
            <a:off x="6367549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grid-3-test-output-8-10"/>
          <p:cNvSpPr/>
          <p:nvPr/>
        </p:nvSpPr>
        <p:spPr>
          <a:xfrm>
            <a:off x="6475614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grid-3-test-output-8-11"/>
          <p:cNvSpPr/>
          <p:nvPr/>
        </p:nvSpPr>
        <p:spPr>
          <a:xfrm>
            <a:off x="6583680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grid-3-test-output-8-12"/>
          <p:cNvSpPr/>
          <p:nvPr/>
        </p:nvSpPr>
        <p:spPr>
          <a:xfrm>
            <a:off x="6691745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grid-3-test-output-8-13"/>
          <p:cNvSpPr/>
          <p:nvPr/>
        </p:nvSpPr>
        <p:spPr>
          <a:xfrm>
            <a:off x="6799810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grid-3-test-output-8-14"/>
          <p:cNvSpPr/>
          <p:nvPr/>
        </p:nvSpPr>
        <p:spPr>
          <a:xfrm>
            <a:off x="6907876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grid-3-test-output-8-15"/>
          <p:cNvSpPr/>
          <p:nvPr/>
        </p:nvSpPr>
        <p:spPr>
          <a:xfrm>
            <a:off x="7015941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grid-3-test-output-8-16"/>
          <p:cNvSpPr/>
          <p:nvPr/>
        </p:nvSpPr>
        <p:spPr>
          <a:xfrm>
            <a:off x="7124007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grid-3-test-output-8-17"/>
          <p:cNvSpPr/>
          <p:nvPr/>
        </p:nvSpPr>
        <p:spPr>
          <a:xfrm>
            <a:off x="7232072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grid-3-test-output-8-18"/>
          <p:cNvSpPr/>
          <p:nvPr/>
        </p:nvSpPr>
        <p:spPr>
          <a:xfrm>
            <a:off x="7340138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grid-3-test-output-8-19"/>
          <p:cNvSpPr/>
          <p:nvPr/>
        </p:nvSpPr>
        <p:spPr>
          <a:xfrm>
            <a:off x="7448203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grid-3-test-output-8-20"/>
          <p:cNvSpPr/>
          <p:nvPr/>
        </p:nvSpPr>
        <p:spPr>
          <a:xfrm>
            <a:off x="7556269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grid-3-test-output-8-21"/>
          <p:cNvSpPr/>
          <p:nvPr/>
        </p:nvSpPr>
        <p:spPr>
          <a:xfrm>
            <a:off x="7664334" y="260188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grid-3-test-output-9-0"/>
          <p:cNvSpPr/>
          <p:nvPr/>
        </p:nvSpPr>
        <p:spPr>
          <a:xfrm>
            <a:off x="5394960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grid-3-test-output-9-1"/>
          <p:cNvSpPr/>
          <p:nvPr/>
        </p:nvSpPr>
        <p:spPr>
          <a:xfrm>
            <a:off x="5503025" y="2709949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grid-3-test-output-9-2"/>
          <p:cNvSpPr/>
          <p:nvPr/>
        </p:nvSpPr>
        <p:spPr>
          <a:xfrm>
            <a:off x="5611090" y="2709949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grid-3-test-output-9-3"/>
          <p:cNvSpPr/>
          <p:nvPr/>
        </p:nvSpPr>
        <p:spPr>
          <a:xfrm>
            <a:off x="5719156" y="2709949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grid-3-test-output-9-4"/>
          <p:cNvSpPr/>
          <p:nvPr/>
        </p:nvSpPr>
        <p:spPr>
          <a:xfrm>
            <a:off x="5827221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grid-3-test-output-9-5"/>
          <p:cNvSpPr/>
          <p:nvPr/>
        </p:nvSpPr>
        <p:spPr>
          <a:xfrm>
            <a:off x="5935287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grid-3-test-output-9-6"/>
          <p:cNvSpPr/>
          <p:nvPr/>
        </p:nvSpPr>
        <p:spPr>
          <a:xfrm>
            <a:off x="6043352" y="2709949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grid-3-test-output-9-7"/>
          <p:cNvSpPr/>
          <p:nvPr/>
        </p:nvSpPr>
        <p:spPr>
          <a:xfrm>
            <a:off x="6151418" y="2709949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grid-3-test-output-9-8"/>
          <p:cNvSpPr/>
          <p:nvPr/>
        </p:nvSpPr>
        <p:spPr>
          <a:xfrm>
            <a:off x="6259483" y="2709949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grid-3-test-output-9-9"/>
          <p:cNvSpPr/>
          <p:nvPr/>
        </p:nvSpPr>
        <p:spPr>
          <a:xfrm>
            <a:off x="6367549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grid-3-test-output-9-10"/>
          <p:cNvSpPr/>
          <p:nvPr/>
        </p:nvSpPr>
        <p:spPr>
          <a:xfrm>
            <a:off x="6475614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grid-3-test-output-9-11"/>
          <p:cNvSpPr/>
          <p:nvPr/>
        </p:nvSpPr>
        <p:spPr>
          <a:xfrm>
            <a:off x="6583680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grid-3-test-output-9-12"/>
          <p:cNvSpPr/>
          <p:nvPr/>
        </p:nvSpPr>
        <p:spPr>
          <a:xfrm>
            <a:off x="6691745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grid-3-test-output-9-13"/>
          <p:cNvSpPr/>
          <p:nvPr/>
        </p:nvSpPr>
        <p:spPr>
          <a:xfrm>
            <a:off x="6799810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grid-3-test-output-9-14"/>
          <p:cNvSpPr/>
          <p:nvPr/>
        </p:nvSpPr>
        <p:spPr>
          <a:xfrm>
            <a:off x="6907876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grid-3-test-output-9-15"/>
          <p:cNvSpPr/>
          <p:nvPr/>
        </p:nvSpPr>
        <p:spPr>
          <a:xfrm>
            <a:off x="7015941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grid-3-test-output-9-16"/>
          <p:cNvSpPr/>
          <p:nvPr/>
        </p:nvSpPr>
        <p:spPr>
          <a:xfrm>
            <a:off x="7124007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grid-3-test-output-9-17"/>
          <p:cNvSpPr/>
          <p:nvPr/>
        </p:nvSpPr>
        <p:spPr>
          <a:xfrm>
            <a:off x="7232072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grid-3-test-output-9-18"/>
          <p:cNvSpPr/>
          <p:nvPr/>
        </p:nvSpPr>
        <p:spPr>
          <a:xfrm>
            <a:off x="7340138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grid-3-test-output-9-19"/>
          <p:cNvSpPr/>
          <p:nvPr/>
        </p:nvSpPr>
        <p:spPr>
          <a:xfrm>
            <a:off x="7448203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grid-3-test-output-9-20"/>
          <p:cNvSpPr/>
          <p:nvPr/>
        </p:nvSpPr>
        <p:spPr>
          <a:xfrm>
            <a:off x="7556269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grid-3-test-output-9-21"/>
          <p:cNvSpPr/>
          <p:nvPr/>
        </p:nvSpPr>
        <p:spPr>
          <a:xfrm>
            <a:off x="7664334" y="270994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grid-3-test-output-10-0"/>
          <p:cNvSpPr/>
          <p:nvPr/>
        </p:nvSpPr>
        <p:spPr>
          <a:xfrm>
            <a:off x="5394960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grid-3-test-output-10-1"/>
          <p:cNvSpPr/>
          <p:nvPr/>
        </p:nvSpPr>
        <p:spPr>
          <a:xfrm>
            <a:off x="5503025" y="2818014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grid-3-test-output-10-2"/>
          <p:cNvSpPr/>
          <p:nvPr/>
        </p:nvSpPr>
        <p:spPr>
          <a:xfrm>
            <a:off x="5611090" y="2818014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grid-3-test-output-10-3"/>
          <p:cNvSpPr/>
          <p:nvPr/>
        </p:nvSpPr>
        <p:spPr>
          <a:xfrm>
            <a:off x="5719156" y="2818014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grid-3-test-output-10-4"/>
          <p:cNvSpPr/>
          <p:nvPr/>
        </p:nvSpPr>
        <p:spPr>
          <a:xfrm>
            <a:off x="5827221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grid-3-test-output-10-5"/>
          <p:cNvSpPr/>
          <p:nvPr/>
        </p:nvSpPr>
        <p:spPr>
          <a:xfrm>
            <a:off x="5935287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grid-3-test-output-10-6"/>
          <p:cNvSpPr/>
          <p:nvPr/>
        </p:nvSpPr>
        <p:spPr>
          <a:xfrm>
            <a:off x="6043352" y="2818014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grid-3-test-output-10-7"/>
          <p:cNvSpPr/>
          <p:nvPr/>
        </p:nvSpPr>
        <p:spPr>
          <a:xfrm>
            <a:off x="6151418" y="2818014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grid-3-test-output-10-8"/>
          <p:cNvSpPr/>
          <p:nvPr/>
        </p:nvSpPr>
        <p:spPr>
          <a:xfrm>
            <a:off x="6259483" y="2818014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grid-3-test-output-10-9"/>
          <p:cNvSpPr/>
          <p:nvPr/>
        </p:nvSpPr>
        <p:spPr>
          <a:xfrm>
            <a:off x="6367549" y="2818014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grid-3-test-output-10-10"/>
          <p:cNvSpPr/>
          <p:nvPr/>
        </p:nvSpPr>
        <p:spPr>
          <a:xfrm>
            <a:off x="6475614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grid-3-test-output-10-11"/>
          <p:cNvSpPr/>
          <p:nvPr/>
        </p:nvSpPr>
        <p:spPr>
          <a:xfrm>
            <a:off x="6583680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grid-3-test-output-10-12"/>
          <p:cNvSpPr/>
          <p:nvPr/>
        </p:nvSpPr>
        <p:spPr>
          <a:xfrm>
            <a:off x="6691745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grid-3-test-output-10-13"/>
          <p:cNvSpPr/>
          <p:nvPr/>
        </p:nvSpPr>
        <p:spPr>
          <a:xfrm>
            <a:off x="6799810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grid-3-test-output-10-14"/>
          <p:cNvSpPr/>
          <p:nvPr/>
        </p:nvSpPr>
        <p:spPr>
          <a:xfrm>
            <a:off x="6907876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grid-3-test-output-10-15"/>
          <p:cNvSpPr/>
          <p:nvPr/>
        </p:nvSpPr>
        <p:spPr>
          <a:xfrm>
            <a:off x="7015941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grid-3-test-output-10-16"/>
          <p:cNvSpPr/>
          <p:nvPr/>
        </p:nvSpPr>
        <p:spPr>
          <a:xfrm>
            <a:off x="7124007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grid-3-test-output-10-17"/>
          <p:cNvSpPr/>
          <p:nvPr/>
        </p:nvSpPr>
        <p:spPr>
          <a:xfrm>
            <a:off x="7232072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grid-3-test-output-10-18"/>
          <p:cNvSpPr/>
          <p:nvPr/>
        </p:nvSpPr>
        <p:spPr>
          <a:xfrm>
            <a:off x="7340138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grid-3-test-output-10-19"/>
          <p:cNvSpPr/>
          <p:nvPr/>
        </p:nvSpPr>
        <p:spPr>
          <a:xfrm>
            <a:off x="7448203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grid-3-test-output-10-20"/>
          <p:cNvSpPr/>
          <p:nvPr/>
        </p:nvSpPr>
        <p:spPr>
          <a:xfrm>
            <a:off x="7556269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grid-3-test-output-10-21"/>
          <p:cNvSpPr/>
          <p:nvPr/>
        </p:nvSpPr>
        <p:spPr>
          <a:xfrm>
            <a:off x="7664334" y="281801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grid-3-test-output-11-0"/>
          <p:cNvSpPr/>
          <p:nvPr/>
        </p:nvSpPr>
        <p:spPr>
          <a:xfrm>
            <a:off x="5394960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grid-3-test-output-11-1"/>
          <p:cNvSpPr/>
          <p:nvPr/>
        </p:nvSpPr>
        <p:spPr>
          <a:xfrm>
            <a:off x="5503025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grid-3-test-output-11-2"/>
          <p:cNvSpPr/>
          <p:nvPr/>
        </p:nvSpPr>
        <p:spPr>
          <a:xfrm>
            <a:off x="5611090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grid-3-test-output-11-3"/>
          <p:cNvSpPr/>
          <p:nvPr/>
        </p:nvSpPr>
        <p:spPr>
          <a:xfrm>
            <a:off x="5719156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grid-3-test-output-11-4"/>
          <p:cNvSpPr/>
          <p:nvPr/>
        </p:nvSpPr>
        <p:spPr>
          <a:xfrm>
            <a:off x="5827221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grid-3-test-output-11-5"/>
          <p:cNvSpPr/>
          <p:nvPr/>
        </p:nvSpPr>
        <p:spPr>
          <a:xfrm>
            <a:off x="5935287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grid-3-test-output-11-6"/>
          <p:cNvSpPr/>
          <p:nvPr/>
        </p:nvSpPr>
        <p:spPr>
          <a:xfrm>
            <a:off x="6043352" y="2926080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grid-3-test-output-11-7"/>
          <p:cNvSpPr/>
          <p:nvPr/>
        </p:nvSpPr>
        <p:spPr>
          <a:xfrm>
            <a:off x="6151418" y="2926080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grid-3-test-output-11-8"/>
          <p:cNvSpPr/>
          <p:nvPr/>
        </p:nvSpPr>
        <p:spPr>
          <a:xfrm>
            <a:off x="6259483" y="2926080"/>
            <a:ext cx="108065" cy="10806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grid-3-test-output-11-9"/>
          <p:cNvSpPr/>
          <p:nvPr/>
        </p:nvSpPr>
        <p:spPr>
          <a:xfrm>
            <a:off x="6367549" y="292608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grid-3-test-output-11-10"/>
          <p:cNvSpPr/>
          <p:nvPr/>
        </p:nvSpPr>
        <p:spPr>
          <a:xfrm>
            <a:off x="6475614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grid-3-test-output-11-11"/>
          <p:cNvSpPr/>
          <p:nvPr/>
        </p:nvSpPr>
        <p:spPr>
          <a:xfrm>
            <a:off x="6583680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grid-3-test-output-11-12"/>
          <p:cNvSpPr/>
          <p:nvPr/>
        </p:nvSpPr>
        <p:spPr>
          <a:xfrm>
            <a:off x="6691745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grid-3-test-output-11-13"/>
          <p:cNvSpPr/>
          <p:nvPr/>
        </p:nvSpPr>
        <p:spPr>
          <a:xfrm>
            <a:off x="6799810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grid-3-test-output-11-14"/>
          <p:cNvSpPr/>
          <p:nvPr/>
        </p:nvSpPr>
        <p:spPr>
          <a:xfrm>
            <a:off x="6907876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grid-3-test-output-11-15"/>
          <p:cNvSpPr/>
          <p:nvPr/>
        </p:nvSpPr>
        <p:spPr>
          <a:xfrm>
            <a:off x="7015941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grid-3-test-output-11-16"/>
          <p:cNvSpPr/>
          <p:nvPr/>
        </p:nvSpPr>
        <p:spPr>
          <a:xfrm>
            <a:off x="7124007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grid-3-test-output-11-17"/>
          <p:cNvSpPr/>
          <p:nvPr/>
        </p:nvSpPr>
        <p:spPr>
          <a:xfrm>
            <a:off x="7232072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grid-3-test-output-11-18"/>
          <p:cNvSpPr/>
          <p:nvPr/>
        </p:nvSpPr>
        <p:spPr>
          <a:xfrm>
            <a:off x="7340138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grid-3-test-output-11-19"/>
          <p:cNvSpPr/>
          <p:nvPr/>
        </p:nvSpPr>
        <p:spPr>
          <a:xfrm>
            <a:off x="7448203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grid-3-test-output-11-20"/>
          <p:cNvSpPr/>
          <p:nvPr/>
        </p:nvSpPr>
        <p:spPr>
          <a:xfrm>
            <a:off x="7556269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grid-3-test-output-11-21"/>
          <p:cNvSpPr/>
          <p:nvPr/>
        </p:nvSpPr>
        <p:spPr>
          <a:xfrm>
            <a:off x="7664334" y="292608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grid-3-test-output-12-0"/>
          <p:cNvSpPr/>
          <p:nvPr/>
        </p:nvSpPr>
        <p:spPr>
          <a:xfrm>
            <a:off x="5394960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grid-3-test-output-12-1"/>
          <p:cNvSpPr/>
          <p:nvPr/>
        </p:nvSpPr>
        <p:spPr>
          <a:xfrm>
            <a:off x="5503025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grid-3-test-output-12-2"/>
          <p:cNvSpPr/>
          <p:nvPr/>
        </p:nvSpPr>
        <p:spPr>
          <a:xfrm>
            <a:off x="5611090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grid-3-test-output-12-3"/>
          <p:cNvSpPr/>
          <p:nvPr/>
        </p:nvSpPr>
        <p:spPr>
          <a:xfrm>
            <a:off x="5719156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grid-3-test-output-12-4"/>
          <p:cNvSpPr/>
          <p:nvPr/>
        </p:nvSpPr>
        <p:spPr>
          <a:xfrm>
            <a:off x="5827221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grid-3-test-output-12-5"/>
          <p:cNvSpPr/>
          <p:nvPr/>
        </p:nvSpPr>
        <p:spPr>
          <a:xfrm>
            <a:off x="5935287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grid-3-test-output-12-6"/>
          <p:cNvSpPr/>
          <p:nvPr/>
        </p:nvSpPr>
        <p:spPr>
          <a:xfrm>
            <a:off x="6043352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grid-3-test-output-12-7"/>
          <p:cNvSpPr/>
          <p:nvPr/>
        </p:nvSpPr>
        <p:spPr>
          <a:xfrm>
            <a:off x="6151418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grid-3-test-output-12-8"/>
          <p:cNvSpPr/>
          <p:nvPr/>
        </p:nvSpPr>
        <p:spPr>
          <a:xfrm>
            <a:off x="6259483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grid-3-test-output-12-9"/>
          <p:cNvSpPr/>
          <p:nvPr/>
        </p:nvSpPr>
        <p:spPr>
          <a:xfrm>
            <a:off x="6367549" y="303414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grid-3-test-output-12-10"/>
          <p:cNvSpPr/>
          <p:nvPr/>
        </p:nvSpPr>
        <p:spPr>
          <a:xfrm>
            <a:off x="6475614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grid-3-test-output-12-11"/>
          <p:cNvSpPr/>
          <p:nvPr/>
        </p:nvSpPr>
        <p:spPr>
          <a:xfrm>
            <a:off x="6583680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grid-3-test-output-12-12"/>
          <p:cNvSpPr/>
          <p:nvPr/>
        </p:nvSpPr>
        <p:spPr>
          <a:xfrm>
            <a:off x="6691745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grid-3-test-output-12-13"/>
          <p:cNvSpPr/>
          <p:nvPr/>
        </p:nvSpPr>
        <p:spPr>
          <a:xfrm>
            <a:off x="6799810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grid-3-test-output-12-14"/>
          <p:cNvSpPr/>
          <p:nvPr/>
        </p:nvSpPr>
        <p:spPr>
          <a:xfrm>
            <a:off x="6907876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grid-3-test-output-12-15"/>
          <p:cNvSpPr/>
          <p:nvPr/>
        </p:nvSpPr>
        <p:spPr>
          <a:xfrm>
            <a:off x="7015941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grid-3-test-output-12-16"/>
          <p:cNvSpPr/>
          <p:nvPr/>
        </p:nvSpPr>
        <p:spPr>
          <a:xfrm>
            <a:off x="7124007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grid-3-test-output-12-17"/>
          <p:cNvSpPr/>
          <p:nvPr/>
        </p:nvSpPr>
        <p:spPr>
          <a:xfrm>
            <a:off x="7232072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grid-3-test-output-12-18"/>
          <p:cNvSpPr/>
          <p:nvPr/>
        </p:nvSpPr>
        <p:spPr>
          <a:xfrm>
            <a:off x="7340138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grid-3-test-output-12-19"/>
          <p:cNvSpPr/>
          <p:nvPr/>
        </p:nvSpPr>
        <p:spPr>
          <a:xfrm>
            <a:off x="7448203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grid-3-test-output-12-20"/>
          <p:cNvSpPr/>
          <p:nvPr/>
        </p:nvSpPr>
        <p:spPr>
          <a:xfrm>
            <a:off x="7556269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grid-3-test-output-12-21"/>
          <p:cNvSpPr/>
          <p:nvPr/>
        </p:nvSpPr>
        <p:spPr>
          <a:xfrm>
            <a:off x="7664334" y="3034145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grid-3-test-output-13-0"/>
          <p:cNvSpPr/>
          <p:nvPr/>
        </p:nvSpPr>
        <p:spPr>
          <a:xfrm>
            <a:off x="5394960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grid-3-test-output-13-1"/>
          <p:cNvSpPr/>
          <p:nvPr/>
        </p:nvSpPr>
        <p:spPr>
          <a:xfrm>
            <a:off x="5503025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grid-3-test-output-13-2"/>
          <p:cNvSpPr/>
          <p:nvPr/>
        </p:nvSpPr>
        <p:spPr>
          <a:xfrm>
            <a:off x="5611090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grid-3-test-output-13-3"/>
          <p:cNvSpPr/>
          <p:nvPr/>
        </p:nvSpPr>
        <p:spPr>
          <a:xfrm>
            <a:off x="5719156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grid-3-test-output-13-4"/>
          <p:cNvSpPr/>
          <p:nvPr/>
        </p:nvSpPr>
        <p:spPr>
          <a:xfrm>
            <a:off x="5827221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grid-3-test-output-13-5"/>
          <p:cNvSpPr/>
          <p:nvPr/>
        </p:nvSpPr>
        <p:spPr>
          <a:xfrm>
            <a:off x="5935287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grid-3-test-output-13-6"/>
          <p:cNvSpPr/>
          <p:nvPr/>
        </p:nvSpPr>
        <p:spPr>
          <a:xfrm>
            <a:off x="6043352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grid-3-test-output-13-7"/>
          <p:cNvSpPr/>
          <p:nvPr/>
        </p:nvSpPr>
        <p:spPr>
          <a:xfrm>
            <a:off x="6151418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grid-3-test-output-13-8"/>
          <p:cNvSpPr/>
          <p:nvPr/>
        </p:nvSpPr>
        <p:spPr>
          <a:xfrm>
            <a:off x="6259483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grid-3-test-output-13-9"/>
          <p:cNvSpPr/>
          <p:nvPr/>
        </p:nvSpPr>
        <p:spPr>
          <a:xfrm>
            <a:off x="6367549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grid-3-test-output-13-10"/>
          <p:cNvSpPr/>
          <p:nvPr/>
        </p:nvSpPr>
        <p:spPr>
          <a:xfrm>
            <a:off x="6475614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grid-3-test-output-13-11"/>
          <p:cNvSpPr/>
          <p:nvPr/>
        </p:nvSpPr>
        <p:spPr>
          <a:xfrm>
            <a:off x="6583680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grid-3-test-output-13-12"/>
          <p:cNvSpPr/>
          <p:nvPr/>
        </p:nvSpPr>
        <p:spPr>
          <a:xfrm>
            <a:off x="6691745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grid-3-test-output-13-13"/>
          <p:cNvSpPr/>
          <p:nvPr/>
        </p:nvSpPr>
        <p:spPr>
          <a:xfrm>
            <a:off x="6799810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grid-3-test-output-13-14"/>
          <p:cNvSpPr/>
          <p:nvPr/>
        </p:nvSpPr>
        <p:spPr>
          <a:xfrm>
            <a:off x="6907876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grid-3-test-output-13-15"/>
          <p:cNvSpPr/>
          <p:nvPr/>
        </p:nvSpPr>
        <p:spPr>
          <a:xfrm>
            <a:off x="7015941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grid-3-test-output-13-16"/>
          <p:cNvSpPr/>
          <p:nvPr/>
        </p:nvSpPr>
        <p:spPr>
          <a:xfrm>
            <a:off x="7124007" y="3142210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grid-3-test-output-13-17"/>
          <p:cNvSpPr/>
          <p:nvPr/>
        </p:nvSpPr>
        <p:spPr>
          <a:xfrm>
            <a:off x="7232072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grid-3-test-output-13-18"/>
          <p:cNvSpPr/>
          <p:nvPr/>
        </p:nvSpPr>
        <p:spPr>
          <a:xfrm>
            <a:off x="7340138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grid-3-test-output-13-19"/>
          <p:cNvSpPr/>
          <p:nvPr/>
        </p:nvSpPr>
        <p:spPr>
          <a:xfrm>
            <a:off x="7448203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grid-3-test-output-13-20"/>
          <p:cNvSpPr/>
          <p:nvPr/>
        </p:nvSpPr>
        <p:spPr>
          <a:xfrm>
            <a:off x="7556269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grid-3-test-output-13-21"/>
          <p:cNvSpPr/>
          <p:nvPr/>
        </p:nvSpPr>
        <p:spPr>
          <a:xfrm>
            <a:off x="7664334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grid-3-test-output-14-0"/>
          <p:cNvSpPr/>
          <p:nvPr/>
        </p:nvSpPr>
        <p:spPr>
          <a:xfrm>
            <a:off x="5394960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grid-3-test-output-14-1"/>
          <p:cNvSpPr/>
          <p:nvPr/>
        </p:nvSpPr>
        <p:spPr>
          <a:xfrm>
            <a:off x="5503025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grid-3-test-output-14-2"/>
          <p:cNvSpPr/>
          <p:nvPr/>
        </p:nvSpPr>
        <p:spPr>
          <a:xfrm>
            <a:off x="5611090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grid-3-test-output-14-3"/>
          <p:cNvSpPr/>
          <p:nvPr/>
        </p:nvSpPr>
        <p:spPr>
          <a:xfrm>
            <a:off x="5719156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grid-3-test-output-14-4"/>
          <p:cNvSpPr/>
          <p:nvPr/>
        </p:nvSpPr>
        <p:spPr>
          <a:xfrm>
            <a:off x="5827221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grid-3-test-output-14-5"/>
          <p:cNvSpPr/>
          <p:nvPr/>
        </p:nvSpPr>
        <p:spPr>
          <a:xfrm>
            <a:off x="5935287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grid-3-test-output-14-6"/>
          <p:cNvSpPr/>
          <p:nvPr/>
        </p:nvSpPr>
        <p:spPr>
          <a:xfrm>
            <a:off x="6043352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grid-3-test-output-14-7"/>
          <p:cNvSpPr/>
          <p:nvPr/>
        </p:nvSpPr>
        <p:spPr>
          <a:xfrm>
            <a:off x="6151418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grid-3-test-output-14-8"/>
          <p:cNvSpPr/>
          <p:nvPr/>
        </p:nvSpPr>
        <p:spPr>
          <a:xfrm>
            <a:off x="6259483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grid-3-test-output-14-9"/>
          <p:cNvSpPr/>
          <p:nvPr/>
        </p:nvSpPr>
        <p:spPr>
          <a:xfrm>
            <a:off x="6367549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grid-3-test-output-14-10"/>
          <p:cNvSpPr/>
          <p:nvPr/>
        </p:nvSpPr>
        <p:spPr>
          <a:xfrm>
            <a:off x="6475614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grid-3-test-output-14-11"/>
          <p:cNvSpPr/>
          <p:nvPr/>
        </p:nvSpPr>
        <p:spPr>
          <a:xfrm>
            <a:off x="6583680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grid-3-test-output-14-12"/>
          <p:cNvSpPr/>
          <p:nvPr/>
        </p:nvSpPr>
        <p:spPr>
          <a:xfrm>
            <a:off x="6691745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grid-3-test-output-14-13"/>
          <p:cNvSpPr/>
          <p:nvPr/>
        </p:nvSpPr>
        <p:spPr>
          <a:xfrm>
            <a:off x="6799810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grid-3-test-output-14-14"/>
          <p:cNvSpPr/>
          <p:nvPr/>
        </p:nvSpPr>
        <p:spPr>
          <a:xfrm>
            <a:off x="6907876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grid-3-test-output-14-15"/>
          <p:cNvSpPr/>
          <p:nvPr/>
        </p:nvSpPr>
        <p:spPr>
          <a:xfrm>
            <a:off x="7015941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grid-3-test-output-14-16"/>
          <p:cNvSpPr/>
          <p:nvPr/>
        </p:nvSpPr>
        <p:spPr>
          <a:xfrm>
            <a:off x="7124007" y="3250276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grid-3-test-output-14-17"/>
          <p:cNvSpPr/>
          <p:nvPr/>
        </p:nvSpPr>
        <p:spPr>
          <a:xfrm>
            <a:off x="7232072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grid-3-test-output-14-18"/>
          <p:cNvSpPr/>
          <p:nvPr/>
        </p:nvSpPr>
        <p:spPr>
          <a:xfrm>
            <a:off x="7340138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grid-3-test-output-14-19"/>
          <p:cNvSpPr/>
          <p:nvPr/>
        </p:nvSpPr>
        <p:spPr>
          <a:xfrm>
            <a:off x="7448203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grid-3-test-output-14-20"/>
          <p:cNvSpPr/>
          <p:nvPr/>
        </p:nvSpPr>
        <p:spPr>
          <a:xfrm>
            <a:off x="7556269" y="3250276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grid-3-test-output-14-21"/>
          <p:cNvSpPr/>
          <p:nvPr/>
        </p:nvSpPr>
        <p:spPr>
          <a:xfrm>
            <a:off x="7664334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grid-3-test-output-15-0"/>
          <p:cNvSpPr/>
          <p:nvPr/>
        </p:nvSpPr>
        <p:spPr>
          <a:xfrm>
            <a:off x="5394960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grid-3-test-output-15-1"/>
          <p:cNvSpPr/>
          <p:nvPr/>
        </p:nvSpPr>
        <p:spPr>
          <a:xfrm>
            <a:off x="5503025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grid-3-test-output-15-2"/>
          <p:cNvSpPr/>
          <p:nvPr/>
        </p:nvSpPr>
        <p:spPr>
          <a:xfrm>
            <a:off x="5611090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grid-3-test-output-15-3"/>
          <p:cNvSpPr/>
          <p:nvPr/>
        </p:nvSpPr>
        <p:spPr>
          <a:xfrm>
            <a:off x="5719156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grid-3-test-output-15-4"/>
          <p:cNvSpPr/>
          <p:nvPr/>
        </p:nvSpPr>
        <p:spPr>
          <a:xfrm>
            <a:off x="5827221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grid-3-test-output-15-5"/>
          <p:cNvSpPr/>
          <p:nvPr/>
        </p:nvSpPr>
        <p:spPr>
          <a:xfrm>
            <a:off x="5935287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grid-3-test-output-15-6"/>
          <p:cNvSpPr/>
          <p:nvPr/>
        </p:nvSpPr>
        <p:spPr>
          <a:xfrm>
            <a:off x="6043352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grid-3-test-output-15-7"/>
          <p:cNvSpPr/>
          <p:nvPr/>
        </p:nvSpPr>
        <p:spPr>
          <a:xfrm>
            <a:off x="6151418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grid-3-test-output-15-8"/>
          <p:cNvSpPr/>
          <p:nvPr/>
        </p:nvSpPr>
        <p:spPr>
          <a:xfrm>
            <a:off x="6259483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grid-3-test-output-15-9"/>
          <p:cNvSpPr/>
          <p:nvPr/>
        </p:nvSpPr>
        <p:spPr>
          <a:xfrm>
            <a:off x="6367549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grid-3-test-output-15-10"/>
          <p:cNvSpPr/>
          <p:nvPr/>
        </p:nvSpPr>
        <p:spPr>
          <a:xfrm>
            <a:off x="6475614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grid-3-test-output-15-11"/>
          <p:cNvSpPr/>
          <p:nvPr/>
        </p:nvSpPr>
        <p:spPr>
          <a:xfrm>
            <a:off x="6583680" y="3358341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grid-3-test-output-15-12"/>
          <p:cNvSpPr/>
          <p:nvPr/>
        </p:nvSpPr>
        <p:spPr>
          <a:xfrm>
            <a:off x="6691745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grid-3-test-output-15-13"/>
          <p:cNvSpPr/>
          <p:nvPr/>
        </p:nvSpPr>
        <p:spPr>
          <a:xfrm>
            <a:off x="6799810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grid-3-test-output-15-14"/>
          <p:cNvSpPr/>
          <p:nvPr/>
        </p:nvSpPr>
        <p:spPr>
          <a:xfrm>
            <a:off x="6907876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grid-3-test-output-15-15"/>
          <p:cNvSpPr/>
          <p:nvPr/>
        </p:nvSpPr>
        <p:spPr>
          <a:xfrm>
            <a:off x="7015941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grid-3-test-output-15-16"/>
          <p:cNvSpPr/>
          <p:nvPr/>
        </p:nvSpPr>
        <p:spPr>
          <a:xfrm>
            <a:off x="7124007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grid-3-test-output-15-17"/>
          <p:cNvSpPr/>
          <p:nvPr/>
        </p:nvSpPr>
        <p:spPr>
          <a:xfrm>
            <a:off x="7232072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grid-3-test-output-15-18"/>
          <p:cNvSpPr/>
          <p:nvPr/>
        </p:nvSpPr>
        <p:spPr>
          <a:xfrm>
            <a:off x="7340138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grid-3-test-output-15-19"/>
          <p:cNvSpPr/>
          <p:nvPr/>
        </p:nvSpPr>
        <p:spPr>
          <a:xfrm>
            <a:off x="7448203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grid-3-test-output-15-20"/>
          <p:cNvSpPr/>
          <p:nvPr/>
        </p:nvSpPr>
        <p:spPr>
          <a:xfrm>
            <a:off x="7556269" y="3358341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grid-3-test-output-15-21"/>
          <p:cNvSpPr/>
          <p:nvPr/>
        </p:nvSpPr>
        <p:spPr>
          <a:xfrm>
            <a:off x="7664334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grid-3-test-output-16-0"/>
          <p:cNvSpPr/>
          <p:nvPr/>
        </p:nvSpPr>
        <p:spPr>
          <a:xfrm>
            <a:off x="5394960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grid-3-test-output-16-1"/>
          <p:cNvSpPr/>
          <p:nvPr/>
        </p:nvSpPr>
        <p:spPr>
          <a:xfrm>
            <a:off x="5503025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grid-3-test-output-16-2"/>
          <p:cNvSpPr/>
          <p:nvPr/>
        </p:nvSpPr>
        <p:spPr>
          <a:xfrm>
            <a:off x="5611090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grid-3-test-output-16-3"/>
          <p:cNvSpPr/>
          <p:nvPr/>
        </p:nvSpPr>
        <p:spPr>
          <a:xfrm>
            <a:off x="5719156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grid-3-test-output-16-4"/>
          <p:cNvSpPr/>
          <p:nvPr/>
        </p:nvSpPr>
        <p:spPr>
          <a:xfrm>
            <a:off x="5827221" y="3466407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grid-3-test-output-16-5"/>
          <p:cNvSpPr/>
          <p:nvPr/>
        </p:nvSpPr>
        <p:spPr>
          <a:xfrm>
            <a:off x="5935287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grid-3-test-output-16-6"/>
          <p:cNvSpPr/>
          <p:nvPr/>
        </p:nvSpPr>
        <p:spPr>
          <a:xfrm>
            <a:off x="6043352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grid-3-test-output-16-7"/>
          <p:cNvSpPr/>
          <p:nvPr/>
        </p:nvSpPr>
        <p:spPr>
          <a:xfrm>
            <a:off x="6151418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grid-3-test-output-16-8"/>
          <p:cNvSpPr/>
          <p:nvPr/>
        </p:nvSpPr>
        <p:spPr>
          <a:xfrm>
            <a:off x="6259483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grid-3-test-output-16-9"/>
          <p:cNvSpPr/>
          <p:nvPr/>
        </p:nvSpPr>
        <p:spPr>
          <a:xfrm>
            <a:off x="6367549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grid-3-test-output-16-10"/>
          <p:cNvSpPr/>
          <p:nvPr/>
        </p:nvSpPr>
        <p:spPr>
          <a:xfrm>
            <a:off x="6475614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grid-3-test-output-16-11"/>
          <p:cNvSpPr/>
          <p:nvPr/>
        </p:nvSpPr>
        <p:spPr>
          <a:xfrm>
            <a:off x="6583680" y="3466407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grid-3-test-output-16-12"/>
          <p:cNvSpPr/>
          <p:nvPr/>
        </p:nvSpPr>
        <p:spPr>
          <a:xfrm>
            <a:off x="6691745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grid-3-test-output-16-13"/>
          <p:cNvSpPr/>
          <p:nvPr/>
        </p:nvSpPr>
        <p:spPr>
          <a:xfrm>
            <a:off x="6799810" y="346640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grid-3-test-output-16-14"/>
          <p:cNvSpPr/>
          <p:nvPr/>
        </p:nvSpPr>
        <p:spPr>
          <a:xfrm>
            <a:off x="6907876" y="346640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grid-3-test-output-16-15"/>
          <p:cNvSpPr/>
          <p:nvPr/>
        </p:nvSpPr>
        <p:spPr>
          <a:xfrm>
            <a:off x="7015941" y="346640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grid-3-test-output-16-16"/>
          <p:cNvSpPr/>
          <p:nvPr/>
        </p:nvSpPr>
        <p:spPr>
          <a:xfrm>
            <a:off x="7124007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grid-3-test-output-16-17"/>
          <p:cNvSpPr/>
          <p:nvPr/>
        </p:nvSpPr>
        <p:spPr>
          <a:xfrm>
            <a:off x="7232072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grid-3-test-output-16-18"/>
          <p:cNvSpPr/>
          <p:nvPr/>
        </p:nvSpPr>
        <p:spPr>
          <a:xfrm>
            <a:off x="7340138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grid-3-test-output-16-19"/>
          <p:cNvSpPr/>
          <p:nvPr/>
        </p:nvSpPr>
        <p:spPr>
          <a:xfrm>
            <a:off x="7448203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grid-3-test-output-16-20"/>
          <p:cNvSpPr/>
          <p:nvPr/>
        </p:nvSpPr>
        <p:spPr>
          <a:xfrm>
            <a:off x="7556269" y="3466407"/>
            <a:ext cx="108065" cy="10806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grid-3-test-output-16-21"/>
          <p:cNvSpPr/>
          <p:nvPr/>
        </p:nvSpPr>
        <p:spPr>
          <a:xfrm>
            <a:off x="7664334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grid-3-test-output-17-0"/>
          <p:cNvSpPr/>
          <p:nvPr/>
        </p:nvSpPr>
        <p:spPr>
          <a:xfrm>
            <a:off x="5394960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grid-3-test-output-17-1"/>
          <p:cNvSpPr/>
          <p:nvPr/>
        </p:nvSpPr>
        <p:spPr>
          <a:xfrm>
            <a:off x="5503025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grid-3-test-output-17-2"/>
          <p:cNvSpPr/>
          <p:nvPr/>
        </p:nvSpPr>
        <p:spPr>
          <a:xfrm>
            <a:off x="5611090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grid-3-test-output-17-3"/>
          <p:cNvSpPr/>
          <p:nvPr/>
        </p:nvSpPr>
        <p:spPr>
          <a:xfrm>
            <a:off x="5719156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grid-3-test-output-17-4"/>
          <p:cNvSpPr/>
          <p:nvPr/>
        </p:nvSpPr>
        <p:spPr>
          <a:xfrm>
            <a:off x="5827221" y="3574472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grid-3-test-output-17-5"/>
          <p:cNvSpPr/>
          <p:nvPr/>
        </p:nvSpPr>
        <p:spPr>
          <a:xfrm>
            <a:off x="5935287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grid-3-test-output-17-6"/>
          <p:cNvSpPr/>
          <p:nvPr/>
        </p:nvSpPr>
        <p:spPr>
          <a:xfrm>
            <a:off x="6043352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grid-3-test-output-17-7"/>
          <p:cNvSpPr/>
          <p:nvPr/>
        </p:nvSpPr>
        <p:spPr>
          <a:xfrm>
            <a:off x="6151418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grid-3-test-output-17-8"/>
          <p:cNvSpPr/>
          <p:nvPr/>
        </p:nvSpPr>
        <p:spPr>
          <a:xfrm>
            <a:off x="6259483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grid-3-test-output-17-9"/>
          <p:cNvSpPr/>
          <p:nvPr/>
        </p:nvSpPr>
        <p:spPr>
          <a:xfrm>
            <a:off x="6367549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grid-3-test-output-17-10"/>
          <p:cNvSpPr/>
          <p:nvPr/>
        </p:nvSpPr>
        <p:spPr>
          <a:xfrm>
            <a:off x="6475614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grid-3-test-output-17-11"/>
          <p:cNvSpPr/>
          <p:nvPr/>
        </p:nvSpPr>
        <p:spPr>
          <a:xfrm>
            <a:off x="6583680" y="3574472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id-3-test-output-17-12"/>
          <p:cNvSpPr/>
          <p:nvPr/>
        </p:nvSpPr>
        <p:spPr>
          <a:xfrm>
            <a:off x="6691745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grid-3-test-output-17-13"/>
          <p:cNvSpPr/>
          <p:nvPr/>
        </p:nvSpPr>
        <p:spPr>
          <a:xfrm>
            <a:off x="6799810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grid-3-test-output-17-14"/>
          <p:cNvSpPr/>
          <p:nvPr/>
        </p:nvSpPr>
        <p:spPr>
          <a:xfrm>
            <a:off x="6907876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grid-3-test-output-17-15"/>
          <p:cNvSpPr/>
          <p:nvPr/>
        </p:nvSpPr>
        <p:spPr>
          <a:xfrm>
            <a:off x="7015941" y="3574472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grid-3-test-output-17-16"/>
          <p:cNvSpPr/>
          <p:nvPr/>
        </p:nvSpPr>
        <p:spPr>
          <a:xfrm>
            <a:off x="7124007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grid-3-test-output-17-17"/>
          <p:cNvSpPr/>
          <p:nvPr/>
        </p:nvSpPr>
        <p:spPr>
          <a:xfrm>
            <a:off x="7232072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grid-3-test-output-17-18"/>
          <p:cNvSpPr/>
          <p:nvPr/>
        </p:nvSpPr>
        <p:spPr>
          <a:xfrm>
            <a:off x="7340138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grid-3-test-output-17-19"/>
          <p:cNvSpPr/>
          <p:nvPr/>
        </p:nvSpPr>
        <p:spPr>
          <a:xfrm>
            <a:off x="7448203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grid-3-test-output-17-20"/>
          <p:cNvSpPr/>
          <p:nvPr/>
        </p:nvSpPr>
        <p:spPr>
          <a:xfrm>
            <a:off x="7556269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grid-3-test-output-17-21"/>
          <p:cNvSpPr/>
          <p:nvPr/>
        </p:nvSpPr>
        <p:spPr>
          <a:xfrm>
            <a:off x="7664334" y="357447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grid-3-test-output-18-0"/>
          <p:cNvSpPr/>
          <p:nvPr/>
        </p:nvSpPr>
        <p:spPr>
          <a:xfrm>
            <a:off x="5394960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grid-3-test-output-18-1"/>
          <p:cNvSpPr/>
          <p:nvPr/>
        </p:nvSpPr>
        <p:spPr>
          <a:xfrm>
            <a:off x="5503025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grid-3-test-output-18-2"/>
          <p:cNvSpPr/>
          <p:nvPr/>
        </p:nvSpPr>
        <p:spPr>
          <a:xfrm>
            <a:off x="5611090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grid-3-test-output-18-3"/>
          <p:cNvSpPr/>
          <p:nvPr/>
        </p:nvSpPr>
        <p:spPr>
          <a:xfrm>
            <a:off x="5719156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grid-3-test-output-18-4"/>
          <p:cNvSpPr/>
          <p:nvPr/>
        </p:nvSpPr>
        <p:spPr>
          <a:xfrm>
            <a:off x="5827221" y="368253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grid-3-test-output-18-5"/>
          <p:cNvSpPr/>
          <p:nvPr/>
        </p:nvSpPr>
        <p:spPr>
          <a:xfrm>
            <a:off x="5935287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grid-3-test-output-18-6"/>
          <p:cNvSpPr/>
          <p:nvPr/>
        </p:nvSpPr>
        <p:spPr>
          <a:xfrm>
            <a:off x="6043352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grid-3-test-output-18-7"/>
          <p:cNvSpPr/>
          <p:nvPr/>
        </p:nvSpPr>
        <p:spPr>
          <a:xfrm>
            <a:off x="6151418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grid-3-test-output-18-8"/>
          <p:cNvSpPr/>
          <p:nvPr/>
        </p:nvSpPr>
        <p:spPr>
          <a:xfrm>
            <a:off x="6259483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grid-3-test-output-18-9"/>
          <p:cNvSpPr/>
          <p:nvPr/>
        </p:nvSpPr>
        <p:spPr>
          <a:xfrm>
            <a:off x="6367549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grid-3-test-output-18-10"/>
          <p:cNvSpPr/>
          <p:nvPr/>
        </p:nvSpPr>
        <p:spPr>
          <a:xfrm>
            <a:off x="6475614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grid-3-test-output-18-11"/>
          <p:cNvSpPr/>
          <p:nvPr/>
        </p:nvSpPr>
        <p:spPr>
          <a:xfrm>
            <a:off x="6583680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grid-3-test-output-18-12"/>
          <p:cNvSpPr/>
          <p:nvPr/>
        </p:nvSpPr>
        <p:spPr>
          <a:xfrm>
            <a:off x="6691745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grid-3-test-output-18-13"/>
          <p:cNvSpPr/>
          <p:nvPr/>
        </p:nvSpPr>
        <p:spPr>
          <a:xfrm>
            <a:off x="6799810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grid-3-test-output-18-14"/>
          <p:cNvSpPr/>
          <p:nvPr/>
        </p:nvSpPr>
        <p:spPr>
          <a:xfrm>
            <a:off x="6907876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grid-3-test-output-18-15"/>
          <p:cNvSpPr/>
          <p:nvPr/>
        </p:nvSpPr>
        <p:spPr>
          <a:xfrm>
            <a:off x="7015941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grid-3-test-output-18-16"/>
          <p:cNvSpPr/>
          <p:nvPr/>
        </p:nvSpPr>
        <p:spPr>
          <a:xfrm>
            <a:off x="7124007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grid-3-test-output-18-17"/>
          <p:cNvSpPr/>
          <p:nvPr/>
        </p:nvSpPr>
        <p:spPr>
          <a:xfrm>
            <a:off x="7232072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grid-3-test-output-18-18"/>
          <p:cNvSpPr/>
          <p:nvPr/>
        </p:nvSpPr>
        <p:spPr>
          <a:xfrm>
            <a:off x="7340138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grid-3-test-output-18-19"/>
          <p:cNvSpPr/>
          <p:nvPr/>
        </p:nvSpPr>
        <p:spPr>
          <a:xfrm>
            <a:off x="7448203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grid-3-test-output-18-20"/>
          <p:cNvSpPr/>
          <p:nvPr/>
        </p:nvSpPr>
        <p:spPr>
          <a:xfrm>
            <a:off x="7556269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grid-3-test-output-18-21"/>
          <p:cNvSpPr/>
          <p:nvPr/>
        </p:nvSpPr>
        <p:spPr>
          <a:xfrm>
            <a:off x="7664334" y="3682538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grid-3-test-output-19-0"/>
          <p:cNvSpPr/>
          <p:nvPr/>
        </p:nvSpPr>
        <p:spPr>
          <a:xfrm>
            <a:off x="5394960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grid-3-test-output-19-1"/>
          <p:cNvSpPr/>
          <p:nvPr/>
        </p:nvSpPr>
        <p:spPr>
          <a:xfrm>
            <a:off x="5503025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grid-3-test-output-19-2"/>
          <p:cNvSpPr/>
          <p:nvPr/>
        </p:nvSpPr>
        <p:spPr>
          <a:xfrm>
            <a:off x="5611090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grid-3-test-output-19-3"/>
          <p:cNvSpPr/>
          <p:nvPr/>
        </p:nvSpPr>
        <p:spPr>
          <a:xfrm>
            <a:off x="5719156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grid-3-test-output-19-4"/>
          <p:cNvSpPr/>
          <p:nvPr/>
        </p:nvSpPr>
        <p:spPr>
          <a:xfrm>
            <a:off x="5827221" y="379060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grid-3-test-output-19-5"/>
          <p:cNvSpPr/>
          <p:nvPr/>
        </p:nvSpPr>
        <p:spPr>
          <a:xfrm>
            <a:off x="5935287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grid-3-test-output-19-6"/>
          <p:cNvSpPr/>
          <p:nvPr/>
        </p:nvSpPr>
        <p:spPr>
          <a:xfrm>
            <a:off x="6043352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grid-3-test-output-19-7"/>
          <p:cNvSpPr/>
          <p:nvPr/>
        </p:nvSpPr>
        <p:spPr>
          <a:xfrm>
            <a:off x="6151418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grid-3-test-output-19-8"/>
          <p:cNvSpPr/>
          <p:nvPr/>
        </p:nvSpPr>
        <p:spPr>
          <a:xfrm>
            <a:off x="6259483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grid-3-test-output-19-9"/>
          <p:cNvSpPr/>
          <p:nvPr/>
        </p:nvSpPr>
        <p:spPr>
          <a:xfrm>
            <a:off x="6367549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grid-3-test-output-19-10"/>
          <p:cNvSpPr/>
          <p:nvPr/>
        </p:nvSpPr>
        <p:spPr>
          <a:xfrm>
            <a:off x="6475614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grid-3-test-output-19-11"/>
          <p:cNvSpPr/>
          <p:nvPr/>
        </p:nvSpPr>
        <p:spPr>
          <a:xfrm>
            <a:off x="6583680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grid-3-test-output-19-12"/>
          <p:cNvSpPr/>
          <p:nvPr/>
        </p:nvSpPr>
        <p:spPr>
          <a:xfrm>
            <a:off x="6691745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grid-3-test-output-19-13"/>
          <p:cNvSpPr/>
          <p:nvPr/>
        </p:nvSpPr>
        <p:spPr>
          <a:xfrm>
            <a:off x="6799810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grid-3-test-output-19-14"/>
          <p:cNvSpPr/>
          <p:nvPr/>
        </p:nvSpPr>
        <p:spPr>
          <a:xfrm>
            <a:off x="6907876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grid-3-test-output-19-15"/>
          <p:cNvSpPr/>
          <p:nvPr/>
        </p:nvSpPr>
        <p:spPr>
          <a:xfrm>
            <a:off x="7015941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grid-3-test-output-19-16"/>
          <p:cNvSpPr/>
          <p:nvPr/>
        </p:nvSpPr>
        <p:spPr>
          <a:xfrm>
            <a:off x="7124007" y="3790603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grid-3-test-output-19-17"/>
          <p:cNvSpPr/>
          <p:nvPr/>
        </p:nvSpPr>
        <p:spPr>
          <a:xfrm>
            <a:off x="7232072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grid-3-test-output-19-18"/>
          <p:cNvSpPr/>
          <p:nvPr/>
        </p:nvSpPr>
        <p:spPr>
          <a:xfrm>
            <a:off x="7340138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grid-3-test-output-19-19"/>
          <p:cNvSpPr/>
          <p:nvPr/>
        </p:nvSpPr>
        <p:spPr>
          <a:xfrm>
            <a:off x="7448203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grid-3-test-output-19-20"/>
          <p:cNvSpPr/>
          <p:nvPr/>
        </p:nvSpPr>
        <p:spPr>
          <a:xfrm>
            <a:off x="7556269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grid-3-test-output-19-21"/>
          <p:cNvSpPr/>
          <p:nvPr/>
        </p:nvSpPr>
        <p:spPr>
          <a:xfrm>
            <a:off x="7664334" y="3790603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grid-3-test-output-20-0"/>
          <p:cNvSpPr/>
          <p:nvPr/>
        </p:nvSpPr>
        <p:spPr>
          <a:xfrm>
            <a:off x="5394960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grid-3-test-output-20-1"/>
          <p:cNvSpPr/>
          <p:nvPr/>
        </p:nvSpPr>
        <p:spPr>
          <a:xfrm>
            <a:off x="5503025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grid-3-test-output-20-2"/>
          <p:cNvSpPr/>
          <p:nvPr/>
        </p:nvSpPr>
        <p:spPr>
          <a:xfrm>
            <a:off x="5611090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grid-3-test-output-20-3"/>
          <p:cNvSpPr/>
          <p:nvPr/>
        </p:nvSpPr>
        <p:spPr>
          <a:xfrm>
            <a:off x="5719156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grid-3-test-output-20-4"/>
          <p:cNvSpPr/>
          <p:nvPr/>
        </p:nvSpPr>
        <p:spPr>
          <a:xfrm>
            <a:off x="5827221" y="389866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grid-3-test-output-20-5"/>
          <p:cNvSpPr/>
          <p:nvPr/>
        </p:nvSpPr>
        <p:spPr>
          <a:xfrm>
            <a:off x="5935287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grid-3-test-output-20-6"/>
          <p:cNvSpPr/>
          <p:nvPr/>
        </p:nvSpPr>
        <p:spPr>
          <a:xfrm>
            <a:off x="6043352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grid-3-test-output-20-7"/>
          <p:cNvSpPr/>
          <p:nvPr/>
        </p:nvSpPr>
        <p:spPr>
          <a:xfrm>
            <a:off x="6151418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grid-3-test-output-20-8"/>
          <p:cNvSpPr/>
          <p:nvPr/>
        </p:nvSpPr>
        <p:spPr>
          <a:xfrm>
            <a:off x="6259483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grid-3-test-output-20-9"/>
          <p:cNvSpPr/>
          <p:nvPr/>
        </p:nvSpPr>
        <p:spPr>
          <a:xfrm>
            <a:off x="6367549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grid-3-test-output-20-10"/>
          <p:cNvSpPr/>
          <p:nvPr/>
        </p:nvSpPr>
        <p:spPr>
          <a:xfrm>
            <a:off x="6475614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grid-3-test-output-20-11"/>
          <p:cNvSpPr/>
          <p:nvPr/>
        </p:nvSpPr>
        <p:spPr>
          <a:xfrm>
            <a:off x="6583680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grid-3-test-output-20-12"/>
          <p:cNvSpPr/>
          <p:nvPr/>
        </p:nvSpPr>
        <p:spPr>
          <a:xfrm>
            <a:off x="6691745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grid-3-test-output-20-13"/>
          <p:cNvSpPr/>
          <p:nvPr/>
        </p:nvSpPr>
        <p:spPr>
          <a:xfrm>
            <a:off x="6799810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grid-3-test-output-20-14"/>
          <p:cNvSpPr/>
          <p:nvPr/>
        </p:nvSpPr>
        <p:spPr>
          <a:xfrm>
            <a:off x="6907876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grid-3-test-output-20-15"/>
          <p:cNvSpPr/>
          <p:nvPr/>
        </p:nvSpPr>
        <p:spPr>
          <a:xfrm>
            <a:off x="7015941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grid-3-test-output-20-16"/>
          <p:cNvSpPr/>
          <p:nvPr/>
        </p:nvSpPr>
        <p:spPr>
          <a:xfrm>
            <a:off x="7124007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grid-3-test-output-20-17"/>
          <p:cNvSpPr/>
          <p:nvPr/>
        </p:nvSpPr>
        <p:spPr>
          <a:xfrm>
            <a:off x="7232072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grid-3-test-output-20-18"/>
          <p:cNvSpPr/>
          <p:nvPr/>
        </p:nvSpPr>
        <p:spPr>
          <a:xfrm>
            <a:off x="7340138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grid-3-test-output-20-19"/>
          <p:cNvSpPr/>
          <p:nvPr/>
        </p:nvSpPr>
        <p:spPr>
          <a:xfrm>
            <a:off x="7448203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grid-3-test-output-20-20"/>
          <p:cNvSpPr/>
          <p:nvPr/>
        </p:nvSpPr>
        <p:spPr>
          <a:xfrm>
            <a:off x="7556269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grid-3-test-output-20-21"/>
          <p:cNvSpPr/>
          <p:nvPr/>
        </p:nvSpPr>
        <p:spPr>
          <a:xfrm>
            <a:off x="7664334" y="3898669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grid-3-test-output-21-0"/>
          <p:cNvSpPr/>
          <p:nvPr/>
        </p:nvSpPr>
        <p:spPr>
          <a:xfrm>
            <a:off x="539496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grid-3-test-output-21-1"/>
          <p:cNvSpPr/>
          <p:nvPr/>
        </p:nvSpPr>
        <p:spPr>
          <a:xfrm>
            <a:off x="5503025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grid-3-test-output-21-2"/>
          <p:cNvSpPr/>
          <p:nvPr/>
        </p:nvSpPr>
        <p:spPr>
          <a:xfrm>
            <a:off x="561109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grid-3-test-output-21-3"/>
          <p:cNvSpPr/>
          <p:nvPr/>
        </p:nvSpPr>
        <p:spPr>
          <a:xfrm>
            <a:off x="5719156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grid-3-test-output-21-4"/>
          <p:cNvSpPr/>
          <p:nvPr/>
        </p:nvSpPr>
        <p:spPr>
          <a:xfrm>
            <a:off x="5827221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grid-3-test-output-21-5"/>
          <p:cNvSpPr/>
          <p:nvPr/>
        </p:nvSpPr>
        <p:spPr>
          <a:xfrm>
            <a:off x="5935287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grid-3-test-output-21-6"/>
          <p:cNvSpPr/>
          <p:nvPr/>
        </p:nvSpPr>
        <p:spPr>
          <a:xfrm>
            <a:off x="6043352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grid-3-test-output-21-7"/>
          <p:cNvSpPr/>
          <p:nvPr/>
        </p:nvSpPr>
        <p:spPr>
          <a:xfrm>
            <a:off x="6151418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grid-3-test-output-21-8"/>
          <p:cNvSpPr/>
          <p:nvPr/>
        </p:nvSpPr>
        <p:spPr>
          <a:xfrm>
            <a:off x="6259483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grid-3-test-output-21-9"/>
          <p:cNvSpPr/>
          <p:nvPr/>
        </p:nvSpPr>
        <p:spPr>
          <a:xfrm>
            <a:off x="6367549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grid-3-test-output-21-10"/>
          <p:cNvSpPr/>
          <p:nvPr/>
        </p:nvSpPr>
        <p:spPr>
          <a:xfrm>
            <a:off x="6475614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grid-3-test-output-21-11"/>
          <p:cNvSpPr/>
          <p:nvPr/>
        </p:nvSpPr>
        <p:spPr>
          <a:xfrm>
            <a:off x="658368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grid-3-test-output-21-12"/>
          <p:cNvSpPr/>
          <p:nvPr/>
        </p:nvSpPr>
        <p:spPr>
          <a:xfrm>
            <a:off x="6691745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grid-3-test-output-21-13"/>
          <p:cNvSpPr/>
          <p:nvPr/>
        </p:nvSpPr>
        <p:spPr>
          <a:xfrm>
            <a:off x="6799810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grid-3-test-output-21-14"/>
          <p:cNvSpPr/>
          <p:nvPr/>
        </p:nvSpPr>
        <p:spPr>
          <a:xfrm>
            <a:off x="6907876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grid-3-test-output-21-15"/>
          <p:cNvSpPr/>
          <p:nvPr/>
        </p:nvSpPr>
        <p:spPr>
          <a:xfrm>
            <a:off x="7015941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grid-3-test-output-21-16"/>
          <p:cNvSpPr/>
          <p:nvPr/>
        </p:nvSpPr>
        <p:spPr>
          <a:xfrm>
            <a:off x="7124007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grid-3-test-output-21-17"/>
          <p:cNvSpPr/>
          <p:nvPr/>
        </p:nvSpPr>
        <p:spPr>
          <a:xfrm>
            <a:off x="7232072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grid-3-test-output-21-18"/>
          <p:cNvSpPr/>
          <p:nvPr/>
        </p:nvSpPr>
        <p:spPr>
          <a:xfrm>
            <a:off x="7340138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grid-3-test-output-21-19"/>
          <p:cNvSpPr/>
          <p:nvPr/>
        </p:nvSpPr>
        <p:spPr>
          <a:xfrm>
            <a:off x="7448203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grid-3-test-output-21-20"/>
          <p:cNvSpPr/>
          <p:nvPr/>
        </p:nvSpPr>
        <p:spPr>
          <a:xfrm>
            <a:off x="7556269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grid-3-test-output-21-21"/>
          <p:cNvSpPr/>
          <p:nvPr/>
        </p:nvSpPr>
        <p:spPr>
          <a:xfrm>
            <a:off x="7664334" y="4006734"/>
            <a:ext cx="108065" cy="10806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外枠の色を条件に、物体を左側と右側へ分けて並べる。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b5ca7ac4.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https://github.com/arcprize/ARC-AGI-2/blob/f3283f7/data/evaluation/b5ca7ac4.json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追加例2：印の位置に合わせて物体をつなぐ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4-train-input-0-0"/>
          <p:cNvSpPr/>
          <p:nvPr/>
        </p:nvSpPr>
        <p:spPr>
          <a:xfrm>
            <a:off x="128016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4-train-input-0-1"/>
          <p:cNvSpPr/>
          <p:nvPr/>
        </p:nvSpPr>
        <p:spPr>
          <a:xfrm>
            <a:off x="138822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4-train-input-0-2"/>
          <p:cNvSpPr/>
          <p:nvPr/>
        </p:nvSpPr>
        <p:spPr>
          <a:xfrm>
            <a:off x="149629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4-train-input-0-3"/>
          <p:cNvSpPr/>
          <p:nvPr/>
        </p:nvSpPr>
        <p:spPr>
          <a:xfrm>
            <a:off x="160435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4-train-input-0-4"/>
          <p:cNvSpPr/>
          <p:nvPr/>
        </p:nvSpPr>
        <p:spPr>
          <a:xfrm>
            <a:off x="1712421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4-train-input-0-5"/>
          <p:cNvSpPr/>
          <p:nvPr/>
        </p:nvSpPr>
        <p:spPr>
          <a:xfrm>
            <a:off x="182048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4-train-input-0-6"/>
          <p:cNvSpPr/>
          <p:nvPr/>
        </p:nvSpPr>
        <p:spPr>
          <a:xfrm>
            <a:off x="192855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4-train-input-0-7"/>
          <p:cNvSpPr/>
          <p:nvPr/>
        </p:nvSpPr>
        <p:spPr>
          <a:xfrm>
            <a:off x="203661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4-train-input-0-8"/>
          <p:cNvSpPr/>
          <p:nvPr/>
        </p:nvSpPr>
        <p:spPr>
          <a:xfrm>
            <a:off x="2144683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4-train-input-0-9"/>
          <p:cNvSpPr/>
          <p:nvPr/>
        </p:nvSpPr>
        <p:spPr>
          <a:xfrm>
            <a:off x="225274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4-train-input-0-10"/>
          <p:cNvSpPr/>
          <p:nvPr/>
        </p:nvSpPr>
        <p:spPr>
          <a:xfrm>
            <a:off x="236081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4-train-input-0-11"/>
          <p:cNvSpPr/>
          <p:nvPr/>
        </p:nvSpPr>
        <p:spPr>
          <a:xfrm>
            <a:off x="246888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4-train-input-0-12"/>
          <p:cNvSpPr/>
          <p:nvPr/>
        </p:nvSpPr>
        <p:spPr>
          <a:xfrm>
            <a:off x="257694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4-train-input-0-13"/>
          <p:cNvSpPr/>
          <p:nvPr/>
        </p:nvSpPr>
        <p:spPr>
          <a:xfrm>
            <a:off x="268501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4-train-input-0-14"/>
          <p:cNvSpPr/>
          <p:nvPr/>
        </p:nvSpPr>
        <p:spPr>
          <a:xfrm>
            <a:off x="279307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4-train-input-0-15"/>
          <p:cNvSpPr/>
          <p:nvPr/>
        </p:nvSpPr>
        <p:spPr>
          <a:xfrm>
            <a:off x="2901141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4-train-input-0-16"/>
          <p:cNvSpPr/>
          <p:nvPr/>
        </p:nvSpPr>
        <p:spPr>
          <a:xfrm>
            <a:off x="300920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4-train-input-0-17"/>
          <p:cNvSpPr/>
          <p:nvPr/>
        </p:nvSpPr>
        <p:spPr>
          <a:xfrm>
            <a:off x="311727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4-train-input-0-18"/>
          <p:cNvSpPr/>
          <p:nvPr/>
        </p:nvSpPr>
        <p:spPr>
          <a:xfrm>
            <a:off x="322533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4-train-input-0-19"/>
          <p:cNvSpPr/>
          <p:nvPr/>
        </p:nvSpPr>
        <p:spPr>
          <a:xfrm>
            <a:off x="3333403" y="173736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4-train-input-0-20"/>
          <p:cNvSpPr/>
          <p:nvPr/>
        </p:nvSpPr>
        <p:spPr>
          <a:xfrm>
            <a:off x="344146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4-train-input-0-21"/>
          <p:cNvSpPr/>
          <p:nvPr/>
        </p:nvSpPr>
        <p:spPr>
          <a:xfrm>
            <a:off x="354953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4-train-input-1-0"/>
          <p:cNvSpPr/>
          <p:nvPr/>
        </p:nvSpPr>
        <p:spPr>
          <a:xfrm>
            <a:off x="128016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4-train-input-1-1"/>
          <p:cNvSpPr/>
          <p:nvPr/>
        </p:nvSpPr>
        <p:spPr>
          <a:xfrm>
            <a:off x="1388225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4-train-input-1-2"/>
          <p:cNvSpPr/>
          <p:nvPr/>
        </p:nvSpPr>
        <p:spPr>
          <a:xfrm>
            <a:off x="149629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4-train-input-1-3"/>
          <p:cNvSpPr/>
          <p:nvPr/>
        </p:nvSpPr>
        <p:spPr>
          <a:xfrm>
            <a:off x="1604356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4-train-input-1-4"/>
          <p:cNvSpPr/>
          <p:nvPr/>
        </p:nvSpPr>
        <p:spPr>
          <a:xfrm>
            <a:off x="1712421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4-train-input-1-5"/>
          <p:cNvSpPr/>
          <p:nvPr/>
        </p:nvSpPr>
        <p:spPr>
          <a:xfrm>
            <a:off x="1820487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4-train-input-1-6"/>
          <p:cNvSpPr/>
          <p:nvPr/>
        </p:nvSpPr>
        <p:spPr>
          <a:xfrm>
            <a:off x="1928552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4-train-input-1-7"/>
          <p:cNvSpPr/>
          <p:nvPr/>
        </p:nvSpPr>
        <p:spPr>
          <a:xfrm>
            <a:off x="2036618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4-train-input-1-8"/>
          <p:cNvSpPr/>
          <p:nvPr/>
        </p:nvSpPr>
        <p:spPr>
          <a:xfrm>
            <a:off x="2144683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4-train-input-1-9"/>
          <p:cNvSpPr/>
          <p:nvPr/>
        </p:nvSpPr>
        <p:spPr>
          <a:xfrm>
            <a:off x="225274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4-train-input-1-10"/>
          <p:cNvSpPr/>
          <p:nvPr/>
        </p:nvSpPr>
        <p:spPr>
          <a:xfrm>
            <a:off x="236081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4-train-input-1-11"/>
          <p:cNvSpPr/>
          <p:nvPr/>
        </p:nvSpPr>
        <p:spPr>
          <a:xfrm>
            <a:off x="246888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4-train-input-1-12"/>
          <p:cNvSpPr/>
          <p:nvPr/>
        </p:nvSpPr>
        <p:spPr>
          <a:xfrm>
            <a:off x="2576945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4-train-input-1-13"/>
          <p:cNvSpPr/>
          <p:nvPr/>
        </p:nvSpPr>
        <p:spPr>
          <a:xfrm>
            <a:off x="268501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4-train-input-1-14"/>
          <p:cNvSpPr/>
          <p:nvPr/>
        </p:nvSpPr>
        <p:spPr>
          <a:xfrm>
            <a:off x="2793076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4-train-input-1-15"/>
          <p:cNvSpPr/>
          <p:nvPr/>
        </p:nvSpPr>
        <p:spPr>
          <a:xfrm>
            <a:off x="2901141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4-train-input-1-16"/>
          <p:cNvSpPr/>
          <p:nvPr/>
        </p:nvSpPr>
        <p:spPr>
          <a:xfrm>
            <a:off x="3009207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4-train-input-1-17"/>
          <p:cNvSpPr/>
          <p:nvPr/>
        </p:nvSpPr>
        <p:spPr>
          <a:xfrm>
            <a:off x="3117272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4-train-input-1-18"/>
          <p:cNvSpPr/>
          <p:nvPr/>
        </p:nvSpPr>
        <p:spPr>
          <a:xfrm>
            <a:off x="3225338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4-train-input-1-19"/>
          <p:cNvSpPr/>
          <p:nvPr/>
        </p:nvSpPr>
        <p:spPr>
          <a:xfrm>
            <a:off x="3333403" y="1845425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4-train-input-1-20"/>
          <p:cNvSpPr/>
          <p:nvPr/>
        </p:nvSpPr>
        <p:spPr>
          <a:xfrm>
            <a:off x="344146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4-train-input-1-21"/>
          <p:cNvSpPr/>
          <p:nvPr/>
        </p:nvSpPr>
        <p:spPr>
          <a:xfrm>
            <a:off x="354953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4-train-input-2-0"/>
          <p:cNvSpPr/>
          <p:nvPr/>
        </p:nvSpPr>
        <p:spPr>
          <a:xfrm>
            <a:off x="128016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4-train-input-2-1"/>
          <p:cNvSpPr/>
          <p:nvPr/>
        </p:nvSpPr>
        <p:spPr>
          <a:xfrm>
            <a:off x="1388225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4-train-input-2-2"/>
          <p:cNvSpPr/>
          <p:nvPr/>
        </p:nvSpPr>
        <p:spPr>
          <a:xfrm>
            <a:off x="149629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4-train-input-2-3"/>
          <p:cNvSpPr/>
          <p:nvPr/>
        </p:nvSpPr>
        <p:spPr>
          <a:xfrm>
            <a:off x="1604356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4-train-input-2-4"/>
          <p:cNvSpPr/>
          <p:nvPr/>
        </p:nvSpPr>
        <p:spPr>
          <a:xfrm>
            <a:off x="1712421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4-train-input-2-5"/>
          <p:cNvSpPr/>
          <p:nvPr/>
        </p:nvSpPr>
        <p:spPr>
          <a:xfrm>
            <a:off x="1820487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4-train-input-2-6"/>
          <p:cNvSpPr/>
          <p:nvPr/>
        </p:nvSpPr>
        <p:spPr>
          <a:xfrm>
            <a:off x="1928552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4-train-input-2-7"/>
          <p:cNvSpPr/>
          <p:nvPr/>
        </p:nvSpPr>
        <p:spPr>
          <a:xfrm>
            <a:off x="2036618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4-train-input-2-8"/>
          <p:cNvSpPr/>
          <p:nvPr/>
        </p:nvSpPr>
        <p:spPr>
          <a:xfrm>
            <a:off x="2144683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4-train-input-2-9"/>
          <p:cNvSpPr/>
          <p:nvPr/>
        </p:nvSpPr>
        <p:spPr>
          <a:xfrm>
            <a:off x="2252749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4-train-input-2-10"/>
          <p:cNvSpPr/>
          <p:nvPr/>
        </p:nvSpPr>
        <p:spPr>
          <a:xfrm>
            <a:off x="2360814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4-train-input-2-11"/>
          <p:cNvSpPr/>
          <p:nvPr/>
        </p:nvSpPr>
        <p:spPr>
          <a:xfrm>
            <a:off x="246888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4-train-input-2-12"/>
          <p:cNvSpPr/>
          <p:nvPr/>
        </p:nvSpPr>
        <p:spPr>
          <a:xfrm>
            <a:off x="2576945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4-train-input-2-13"/>
          <p:cNvSpPr/>
          <p:nvPr/>
        </p:nvSpPr>
        <p:spPr>
          <a:xfrm>
            <a:off x="268501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4-train-input-2-14"/>
          <p:cNvSpPr/>
          <p:nvPr/>
        </p:nvSpPr>
        <p:spPr>
          <a:xfrm>
            <a:off x="2793076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4-train-input-2-15"/>
          <p:cNvSpPr/>
          <p:nvPr/>
        </p:nvSpPr>
        <p:spPr>
          <a:xfrm>
            <a:off x="2901141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4-train-input-2-16"/>
          <p:cNvSpPr/>
          <p:nvPr/>
        </p:nvSpPr>
        <p:spPr>
          <a:xfrm>
            <a:off x="3009207" y="195349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4-train-input-2-17"/>
          <p:cNvSpPr/>
          <p:nvPr/>
        </p:nvSpPr>
        <p:spPr>
          <a:xfrm>
            <a:off x="3117272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4-train-input-2-18"/>
          <p:cNvSpPr/>
          <p:nvPr/>
        </p:nvSpPr>
        <p:spPr>
          <a:xfrm>
            <a:off x="3225338" y="1953490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4-train-input-2-19"/>
          <p:cNvSpPr/>
          <p:nvPr/>
        </p:nvSpPr>
        <p:spPr>
          <a:xfrm>
            <a:off x="3333403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4-train-input-2-20"/>
          <p:cNvSpPr/>
          <p:nvPr/>
        </p:nvSpPr>
        <p:spPr>
          <a:xfrm>
            <a:off x="3441469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4-train-input-2-21"/>
          <p:cNvSpPr/>
          <p:nvPr/>
        </p:nvSpPr>
        <p:spPr>
          <a:xfrm>
            <a:off x="3549534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4-train-input-3-0"/>
          <p:cNvSpPr/>
          <p:nvPr/>
        </p:nvSpPr>
        <p:spPr>
          <a:xfrm>
            <a:off x="128016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4-train-input-3-1"/>
          <p:cNvSpPr/>
          <p:nvPr/>
        </p:nvSpPr>
        <p:spPr>
          <a:xfrm>
            <a:off x="1388225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4-train-input-3-2"/>
          <p:cNvSpPr/>
          <p:nvPr/>
        </p:nvSpPr>
        <p:spPr>
          <a:xfrm>
            <a:off x="149629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4-train-input-3-3"/>
          <p:cNvSpPr/>
          <p:nvPr/>
        </p:nvSpPr>
        <p:spPr>
          <a:xfrm>
            <a:off x="1604356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4-train-input-3-4"/>
          <p:cNvSpPr/>
          <p:nvPr/>
        </p:nvSpPr>
        <p:spPr>
          <a:xfrm>
            <a:off x="1712421" y="206155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4-train-input-3-5"/>
          <p:cNvSpPr/>
          <p:nvPr/>
        </p:nvSpPr>
        <p:spPr>
          <a:xfrm>
            <a:off x="1820487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4-train-input-3-6"/>
          <p:cNvSpPr/>
          <p:nvPr/>
        </p:nvSpPr>
        <p:spPr>
          <a:xfrm>
            <a:off x="1928552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4-train-input-3-7"/>
          <p:cNvSpPr/>
          <p:nvPr/>
        </p:nvSpPr>
        <p:spPr>
          <a:xfrm>
            <a:off x="2036618" y="206155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4-train-input-3-8"/>
          <p:cNvSpPr/>
          <p:nvPr/>
        </p:nvSpPr>
        <p:spPr>
          <a:xfrm>
            <a:off x="2144683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4-train-input-3-9"/>
          <p:cNvSpPr/>
          <p:nvPr/>
        </p:nvSpPr>
        <p:spPr>
          <a:xfrm>
            <a:off x="2252749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4-train-input-3-10"/>
          <p:cNvSpPr/>
          <p:nvPr/>
        </p:nvSpPr>
        <p:spPr>
          <a:xfrm>
            <a:off x="2360814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4-train-input-3-11"/>
          <p:cNvSpPr/>
          <p:nvPr/>
        </p:nvSpPr>
        <p:spPr>
          <a:xfrm>
            <a:off x="246888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4-train-input-3-12"/>
          <p:cNvSpPr/>
          <p:nvPr/>
        </p:nvSpPr>
        <p:spPr>
          <a:xfrm>
            <a:off x="2576945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4-train-input-3-13"/>
          <p:cNvSpPr/>
          <p:nvPr/>
        </p:nvSpPr>
        <p:spPr>
          <a:xfrm>
            <a:off x="268501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4-train-input-3-14"/>
          <p:cNvSpPr/>
          <p:nvPr/>
        </p:nvSpPr>
        <p:spPr>
          <a:xfrm>
            <a:off x="2793076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4-train-input-3-15"/>
          <p:cNvSpPr/>
          <p:nvPr/>
        </p:nvSpPr>
        <p:spPr>
          <a:xfrm>
            <a:off x="2901141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4-train-input-3-16"/>
          <p:cNvSpPr/>
          <p:nvPr/>
        </p:nvSpPr>
        <p:spPr>
          <a:xfrm>
            <a:off x="3009207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4-train-input-3-17"/>
          <p:cNvSpPr/>
          <p:nvPr/>
        </p:nvSpPr>
        <p:spPr>
          <a:xfrm>
            <a:off x="3117272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4-train-input-3-18"/>
          <p:cNvSpPr/>
          <p:nvPr/>
        </p:nvSpPr>
        <p:spPr>
          <a:xfrm>
            <a:off x="3225338" y="2061556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4-train-input-3-19"/>
          <p:cNvSpPr/>
          <p:nvPr/>
        </p:nvSpPr>
        <p:spPr>
          <a:xfrm>
            <a:off x="3333403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4-train-input-3-20"/>
          <p:cNvSpPr/>
          <p:nvPr/>
        </p:nvSpPr>
        <p:spPr>
          <a:xfrm>
            <a:off x="3441469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4-train-input-3-21"/>
          <p:cNvSpPr/>
          <p:nvPr/>
        </p:nvSpPr>
        <p:spPr>
          <a:xfrm>
            <a:off x="3549534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4-train-input-4-0"/>
          <p:cNvSpPr/>
          <p:nvPr/>
        </p:nvSpPr>
        <p:spPr>
          <a:xfrm>
            <a:off x="128016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4-train-input-4-1"/>
          <p:cNvSpPr/>
          <p:nvPr/>
        </p:nvSpPr>
        <p:spPr>
          <a:xfrm>
            <a:off x="1388225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4-train-input-4-2"/>
          <p:cNvSpPr/>
          <p:nvPr/>
        </p:nvSpPr>
        <p:spPr>
          <a:xfrm>
            <a:off x="149629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4-train-input-4-3"/>
          <p:cNvSpPr/>
          <p:nvPr/>
        </p:nvSpPr>
        <p:spPr>
          <a:xfrm>
            <a:off x="1604356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4-train-input-4-4"/>
          <p:cNvSpPr/>
          <p:nvPr/>
        </p:nvSpPr>
        <p:spPr>
          <a:xfrm>
            <a:off x="1712421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4-train-input-4-5"/>
          <p:cNvSpPr/>
          <p:nvPr/>
        </p:nvSpPr>
        <p:spPr>
          <a:xfrm>
            <a:off x="1820487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4-train-input-4-6"/>
          <p:cNvSpPr/>
          <p:nvPr/>
        </p:nvSpPr>
        <p:spPr>
          <a:xfrm>
            <a:off x="1928552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4-train-input-4-7"/>
          <p:cNvSpPr/>
          <p:nvPr/>
        </p:nvSpPr>
        <p:spPr>
          <a:xfrm>
            <a:off x="2036618" y="216962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4-train-input-4-8"/>
          <p:cNvSpPr/>
          <p:nvPr/>
        </p:nvSpPr>
        <p:spPr>
          <a:xfrm>
            <a:off x="2144683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4-train-input-4-9"/>
          <p:cNvSpPr/>
          <p:nvPr/>
        </p:nvSpPr>
        <p:spPr>
          <a:xfrm>
            <a:off x="2252749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4-train-input-4-10"/>
          <p:cNvSpPr/>
          <p:nvPr/>
        </p:nvSpPr>
        <p:spPr>
          <a:xfrm>
            <a:off x="2360814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4-train-input-4-11"/>
          <p:cNvSpPr/>
          <p:nvPr/>
        </p:nvSpPr>
        <p:spPr>
          <a:xfrm>
            <a:off x="246888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4-train-input-4-12"/>
          <p:cNvSpPr/>
          <p:nvPr/>
        </p:nvSpPr>
        <p:spPr>
          <a:xfrm>
            <a:off x="2576945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4-train-input-4-13"/>
          <p:cNvSpPr/>
          <p:nvPr/>
        </p:nvSpPr>
        <p:spPr>
          <a:xfrm>
            <a:off x="268501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4-train-input-4-14"/>
          <p:cNvSpPr/>
          <p:nvPr/>
        </p:nvSpPr>
        <p:spPr>
          <a:xfrm>
            <a:off x="2793076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4-train-input-4-15"/>
          <p:cNvSpPr/>
          <p:nvPr/>
        </p:nvSpPr>
        <p:spPr>
          <a:xfrm>
            <a:off x="2901141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4-train-input-4-16"/>
          <p:cNvSpPr/>
          <p:nvPr/>
        </p:nvSpPr>
        <p:spPr>
          <a:xfrm>
            <a:off x="3009207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4-train-input-4-17"/>
          <p:cNvSpPr/>
          <p:nvPr/>
        </p:nvSpPr>
        <p:spPr>
          <a:xfrm>
            <a:off x="3117272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4-train-input-4-18"/>
          <p:cNvSpPr/>
          <p:nvPr/>
        </p:nvSpPr>
        <p:spPr>
          <a:xfrm>
            <a:off x="3225338" y="216962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4-train-input-4-19"/>
          <p:cNvSpPr/>
          <p:nvPr/>
        </p:nvSpPr>
        <p:spPr>
          <a:xfrm>
            <a:off x="3333403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4-train-input-4-20"/>
          <p:cNvSpPr/>
          <p:nvPr/>
        </p:nvSpPr>
        <p:spPr>
          <a:xfrm>
            <a:off x="3441469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4-train-input-4-21"/>
          <p:cNvSpPr/>
          <p:nvPr/>
        </p:nvSpPr>
        <p:spPr>
          <a:xfrm>
            <a:off x="3549534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4-train-input-5-0"/>
          <p:cNvSpPr/>
          <p:nvPr/>
        </p:nvSpPr>
        <p:spPr>
          <a:xfrm>
            <a:off x="128016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4-train-input-5-1"/>
          <p:cNvSpPr/>
          <p:nvPr/>
        </p:nvSpPr>
        <p:spPr>
          <a:xfrm>
            <a:off x="1388225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4-train-input-5-2"/>
          <p:cNvSpPr/>
          <p:nvPr/>
        </p:nvSpPr>
        <p:spPr>
          <a:xfrm>
            <a:off x="1496290" y="227768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4-train-input-5-3"/>
          <p:cNvSpPr/>
          <p:nvPr/>
        </p:nvSpPr>
        <p:spPr>
          <a:xfrm>
            <a:off x="1604356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4-train-input-5-4"/>
          <p:cNvSpPr/>
          <p:nvPr/>
        </p:nvSpPr>
        <p:spPr>
          <a:xfrm>
            <a:off x="1712421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4-train-input-5-5"/>
          <p:cNvSpPr/>
          <p:nvPr/>
        </p:nvSpPr>
        <p:spPr>
          <a:xfrm>
            <a:off x="1820487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4-train-input-5-6"/>
          <p:cNvSpPr/>
          <p:nvPr/>
        </p:nvSpPr>
        <p:spPr>
          <a:xfrm>
            <a:off x="1928552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4-train-input-5-7"/>
          <p:cNvSpPr/>
          <p:nvPr/>
        </p:nvSpPr>
        <p:spPr>
          <a:xfrm>
            <a:off x="2036618" y="227768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4-train-input-5-8"/>
          <p:cNvSpPr/>
          <p:nvPr/>
        </p:nvSpPr>
        <p:spPr>
          <a:xfrm>
            <a:off x="2144683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4-train-input-5-9"/>
          <p:cNvSpPr/>
          <p:nvPr/>
        </p:nvSpPr>
        <p:spPr>
          <a:xfrm>
            <a:off x="2252749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4-train-input-5-10"/>
          <p:cNvSpPr/>
          <p:nvPr/>
        </p:nvSpPr>
        <p:spPr>
          <a:xfrm>
            <a:off x="2360814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4-train-input-5-11"/>
          <p:cNvSpPr/>
          <p:nvPr/>
        </p:nvSpPr>
        <p:spPr>
          <a:xfrm>
            <a:off x="246888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4-train-input-5-12"/>
          <p:cNvSpPr/>
          <p:nvPr/>
        </p:nvSpPr>
        <p:spPr>
          <a:xfrm>
            <a:off x="2576945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4-train-input-5-13"/>
          <p:cNvSpPr/>
          <p:nvPr/>
        </p:nvSpPr>
        <p:spPr>
          <a:xfrm>
            <a:off x="268501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4-train-input-5-14"/>
          <p:cNvSpPr/>
          <p:nvPr/>
        </p:nvSpPr>
        <p:spPr>
          <a:xfrm>
            <a:off x="2793076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4-train-input-5-15"/>
          <p:cNvSpPr/>
          <p:nvPr/>
        </p:nvSpPr>
        <p:spPr>
          <a:xfrm>
            <a:off x="2901141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4-train-input-5-16"/>
          <p:cNvSpPr/>
          <p:nvPr/>
        </p:nvSpPr>
        <p:spPr>
          <a:xfrm>
            <a:off x="3009207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4-train-input-5-17"/>
          <p:cNvSpPr/>
          <p:nvPr/>
        </p:nvSpPr>
        <p:spPr>
          <a:xfrm>
            <a:off x="3117272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4-train-input-5-18"/>
          <p:cNvSpPr/>
          <p:nvPr/>
        </p:nvSpPr>
        <p:spPr>
          <a:xfrm>
            <a:off x="3225338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4-train-input-5-19"/>
          <p:cNvSpPr/>
          <p:nvPr/>
        </p:nvSpPr>
        <p:spPr>
          <a:xfrm>
            <a:off x="3333403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4-train-input-5-20"/>
          <p:cNvSpPr/>
          <p:nvPr/>
        </p:nvSpPr>
        <p:spPr>
          <a:xfrm>
            <a:off x="3441469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4-train-input-5-21"/>
          <p:cNvSpPr/>
          <p:nvPr/>
        </p:nvSpPr>
        <p:spPr>
          <a:xfrm>
            <a:off x="3549534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4-train-input-6-0"/>
          <p:cNvSpPr/>
          <p:nvPr/>
        </p:nvSpPr>
        <p:spPr>
          <a:xfrm>
            <a:off x="128016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4-train-input-6-1"/>
          <p:cNvSpPr/>
          <p:nvPr/>
        </p:nvSpPr>
        <p:spPr>
          <a:xfrm>
            <a:off x="1388225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4-train-input-6-2"/>
          <p:cNvSpPr/>
          <p:nvPr/>
        </p:nvSpPr>
        <p:spPr>
          <a:xfrm>
            <a:off x="1496290" y="238575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4-train-input-6-3"/>
          <p:cNvSpPr/>
          <p:nvPr/>
        </p:nvSpPr>
        <p:spPr>
          <a:xfrm>
            <a:off x="160435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4-train-input-6-4"/>
          <p:cNvSpPr/>
          <p:nvPr/>
        </p:nvSpPr>
        <p:spPr>
          <a:xfrm>
            <a:off x="1712421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4-train-input-6-5"/>
          <p:cNvSpPr/>
          <p:nvPr/>
        </p:nvSpPr>
        <p:spPr>
          <a:xfrm>
            <a:off x="1820487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4-train-input-6-6"/>
          <p:cNvSpPr/>
          <p:nvPr/>
        </p:nvSpPr>
        <p:spPr>
          <a:xfrm>
            <a:off x="1928552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4-train-input-6-7"/>
          <p:cNvSpPr/>
          <p:nvPr/>
        </p:nvSpPr>
        <p:spPr>
          <a:xfrm>
            <a:off x="2036618" y="238575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4-train-input-6-8"/>
          <p:cNvSpPr/>
          <p:nvPr/>
        </p:nvSpPr>
        <p:spPr>
          <a:xfrm>
            <a:off x="2144683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4-train-input-6-9"/>
          <p:cNvSpPr/>
          <p:nvPr/>
        </p:nvSpPr>
        <p:spPr>
          <a:xfrm>
            <a:off x="2252749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4-train-input-6-10"/>
          <p:cNvSpPr/>
          <p:nvPr/>
        </p:nvSpPr>
        <p:spPr>
          <a:xfrm>
            <a:off x="2360814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4-train-input-6-11"/>
          <p:cNvSpPr/>
          <p:nvPr/>
        </p:nvSpPr>
        <p:spPr>
          <a:xfrm>
            <a:off x="246888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4-train-input-6-12"/>
          <p:cNvSpPr/>
          <p:nvPr/>
        </p:nvSpPr>
        <p:spPr>
          <a:xfrm>
            <a:off x="2576945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4-train-input-6-13"/>
          <p:cNvSpPr/>
          <p:nvPr/>
        </p:nvSpPr>
        <p:spPr>
          <a:xfrm>
            <a:off x="268501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4-train-input-6-14"/>
          <p:cNvSpPr/>
          <p:nvPr/>
        </p:nvSpPr>
        <p:spPr>
          <a:xfrm>
            <a:off x="279307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4-train-input-6-15"/>
          <p:cNvSpPr/>
          <p:nvPr/>
        </p:nvSpPr>
        <p:spPr>
          <a:xfrm>
            <a:off x="2901141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4-train-input-6-16"/>
          <p:cNvSpPr/>
          <p:nvPr/>
        </p:nvSpPr>
        <p:spPr>
          <a:xfrm>
            <a:off x="3009207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4-train-input-6-17"/>
          <p:cNvSpPr/>
          <p:nvPr/>
        </p:nvSpPr>
        <p:spPr>
          <a:xfrm>
            <a:off x="3117272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4-train-input-6-18"/>
          <p:cNvSpPr/>
          <p:nvPr/>
        </p:nvSpPr>
        <p:spPr>
          <a:xfrm>
            <a:off x="3225338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4-train-input-6-19"/>
          <p:cNvSpPr/>
          <p:nvPr/>
        </p:nvSpPr>
        <p:spPr>
          <a:xfrm>
            <a:off x="3333403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4-train-input-6-20"/>
          <p:cNvSpPr/>
          <p:nvPr/>
        </p:nvSpPr>
        <p:spPr>
          <a:xfrm>
            <a:off x="3441469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4-train-input-6-21"/>
          <p:cNvSpPr/>
          <p:nvPr/>
        </p:nvSpPr>
        <p:spPr>
          <a:xfrm>
            <a:off x="3549534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4-train-input-7-0"/>
          <p:cNvSpPr/>
          <p:nvPr/>
        </p:nvSpPr>
        <p:spPr>
          <a:xfrm>
            <a:off x="128016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4-train-input-7-1"/>
          <p:cNvSpPr/>
          <p:nvPr/>
        </p:nvSpPr>
        <p:spPr>
          <a:xfrm>
            <a:off x="1388225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4-train-input-7-2"/>
          <p:cNvSpPr/>
          <p:nvPr/>
        </p:nvSpPr>
        <p:spPr>
          <a:xfrm>
            <a:off x="1496290" y="2493818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4-train-input-7-3"/>
          <p:cNvSpPr/>
          <p:nvPr/>
        </p:nvSpPr>
        <p:spPr>
          <a:xfrm>
            <a:off x="1604356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4-train-input-7-4"/>
          <p:cNvSpPr/>
          <p:nvPr/>
        </p:nvSpPr>
        <p:spPr>
          <a:xfrm>
            <a:off x="1712421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4-train-input-7-5"/>
          <p:cNvSpPr/>
          <p:nvPr/>
        </p:nvSpPr>
        <p:spPr>
          <a:xfrm>
            <a:off x="1820487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4-train-input-7-6"/>
          <p:cNvSpPr/>
          <p:nvPr/>
        </p:nvSpPr>
        <p:spPr>
          <a:xfrm>
            <a:off x="1928552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4-train-input-7-7"/>
          <p:cNvSpPr/>
          <p:nvPr/>
        </p:nvSpPr>
        <p:spPr>
          <a:xfrm>
            <a:off x="2036618" y="2493818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4-train-input-7-8"/>
          <p:cNvSpPr/>
          <p:nvPr/>
        </p:nvSpPr>
        <p:spPr>
          <a:xfrm>
            <a:off x="2144683" y="249381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4-train-input-7-9"/>
          <p:cNvSpPr/>
          <p:nvPr/>
        </p:nvSpPr>
        <p:spPr>
          <a:xfrm>
            <a:off x="2252749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4-train-input-7-10"/>
          <p:cNvSpPr/>
          <p:nvPr/>
        </p:nvSpPr>
        <p:spPr>
          <a:xfrm>
            <a:off x="2360814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4-train-input-7-11"/>
          <p:cNvSpPr/>
          <p:nvPr/>
        </p:nvSpPr>
        <p:spPr>
          <a:xfrm>
            <a:off x="246888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4-train-input-7-12"/>
          <p:cNvSpPr/>
          <p:nvPr/>
        </p:nvSpPr>
        <p:spPr>
          <a:xfrm>
            <a:off x="2576945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4-train-input-7-13"/>
          <p:cNvSpPr/>
          <p:nvPr/>
        </p:nvSpPr>
        <p:spPr>
          <a:xfrm>
            <a:off x="268501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4-train-input-7-14"/>
          <p:cNvSpPr/>
          <p:nvPr/>
        </p:nvSpPr>
        <p:spPr>
          <a:xfrm>
            <a:off x="2793076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4-train-input-7-15"/>
          <p:cNvSpPr/>
          <p:nvPr/>
        </p:nvSpPr>
        <p:spPr>
          <a:xfrm>
            <a:off x="2901141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4-train-input-7-16"/>
          <p:cNvSpPr/>
          <p:nvPr/>
        </p:nvSpPr>
        <p:spPr>
          <a:xfrm>
            <a:off x="3009207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4-train-input-7-17"/>
          <p:cNvSpPr/>
          <p:nvPr/>
        </p:nvSpPr>
        <p:spPr>
          <a:xfrm>
            <a:off x="3117272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4-train-input-7-18"/>
          <p:cNvSpPr/>
          <p:nvPr/>
        </p:nvSpPr>
        <p:spPr>
          <a:xfrm>
            <a:off x="3225338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4-train-input-7-19"/>
          <p:cNvSpPr/>
          <p:nvPr/>
        </p:nvSpPr>
        <p:spPr>
          <a:xfrm>
            <a:off x="3333403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4-train-input-7-20"/>
          <p:cNvSpPr/>
          <p:nvPr/>
        </p:nvSpPr>
        <p:spPr>
          <a:xfrm>
            <a:off x="3441469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4-train-input-7-21"/>
          <p:cNvSpPr/>
          <p:nvPr/>
        </p:nvSpPr>
        <p:spPr>
          <a:xfrm>
            <a:off x="3549534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4-train-input-8-0"/>
          <p:cNvSpPr/>
          <p:nvPr/>
        </p:nvSpPr>
        <p:spPr>
          <a:xfrm>
            <a:off x="128016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4-train-input-8-1"/>
          <p:cNvSpPr/>
          <p:nvPr/>
        </p:nvSpPr>
        <p:spPr>
          <a:xfrm>
            <a:off x="1388225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4-train-input-8-2"/>
          <p:cNvSpPr/>
          <p:nvPr/>
        </p:nvSpPr>
        <p:spPr>
          <a:xfrm>
            <a:off x="1496290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4-train-input-8-3"/>
          <p:cNvSpPr/>
          <p:nvPr/>
        </p:nvSpPr>
        <p:spPr>
          <a:xfrm>
            <a:off x="1604356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4-train-input-8-4"/>
          <p:cNvSpPr/>
          <p:nvPr/>
        </p:nvSpPr>
        <p:spPr>
          <a:xfrm>
            <a:off x="1712421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4-train-input-8-5"/>
          <p:cNvSpPr/>
          <p:nvPr/>
        </p:nvSpPr>
        <p:spPr>
          <a:xfrm>
            <a:off x="1820487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4-train-input-8-6"/>
          <p:cNvSpPr/>
          <p:nvPr/>
        </p:nvSpPr>
        <p:spPr>
          <a:xfrm>
            <a:off x="1928552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4-train-input-8-7"/>
          <p:cNvSpPr/>
          <p:nvPr/>
        </p:nvSpPr>
        <p:spPr>
          <a:xfrm>
            <a:off x="2036618" y="2601883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4-train-input-8-8"/>
          <p:cNvSpPr/>
          <p:nvPr/>
        </p:nvSpPr>
        <p:spPr>
          <a:xfrm>
            <a:off x="2144683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4-train-input-8-9"/>
          <p:cNvSpPr/>
          <p:nvPr/>
        </p:nvSpPr>
        <p:spPr>
          <a:xfrm>
            <a:off x="2252749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4-train-input-8-10"/>
          <p:cNvSpPr/>
          <p:nvPr/>
        </p:nvSpPr>
        <p:spPr>
          <a:xfrm>
            <a:off x="236081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4-train-input-8-11"/>
          <p:cNvSpPr/>
          <p:nvPr/>
        </p:nvSpPr>
        <p:spPr>
          <a:xfrm>
            <a:off x="246888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4-train-input-8-12"/>
          <p:cNvSpPr/>
          <p:nvPr/>
        </p:nvSpPr>
        <p:spPr>
          <a:xfrm>
            <a:off x="2576945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4-train-input-8-13"/>
          <p:cNvSpPr/>
          <p:nvPr/>
        </p:nvSpPr>
        <p:spPr>
          <a:xfrm>
            <a:off x="268501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4-train-input-8-14"/>
          <p:cNvSpPr/>
          <p:nvPr/>
        </p:nvSpPr>
        <p:spPr>
          <a:xfrm>
            <a:off x="2793076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4-train-input-8-15"/>
          <p:cNvSpPr/>
          <p:nvPr/>
        </p:nvSpPr>
        <p:spPr>
          <a:xfrm>
            <a:off x="2901141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4-train-input-8-16"/>
          <p:cNvSpPr/>
          <p:nvPr/>
        </p:nvSpPr>
        <p:spPr>
          <a:xfrm>
            <a:off x="3009207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4-train-input-8-17"/>
          <p:cNvSpPr/>
          <p:nvPr/>
        </p:nvSpPr>
        <p:spPr>
          <a:xfrm>
            <a:off x="3117272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4-train-input-8-18"/>
          <p:cNvSpPr/>
          <p:nvPr/>
        </p:nvSpPr>
        <p:spPr>
          <a:xfrm>
            <a:off x="3225338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4-train-input-8-19"/>
          <p:cNvSpPr/>
          <p:nvPr/>
        </p:nvSpPr>
        <p:spPr>
          <a:xfrm>
            <a:off x="3333403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4-train-input-8-20"/>
          <p:cNvSpPr/>
          <p:nvPr/>
        </p:nvSpPr>
        <p:spPr>
          <a:xfrm>
            <a:off x="3441469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4-train-input-8-21"/>
          <p:cNvSpPr/>
          <p:nvPr/>
        </p:nvSpPr>
        <p:spPr>
          <a:xfrm>
            <a:off x="354953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4-train-input-9-0"/>
          <p:cNvSpPr/>
          <p:nvPr/>
        </p:nvSpPr>
        <p:spPr>
          <a:xfrm>
            <a:off x="128016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4-train-input-9-1"/>
          <p:cNvSpPr/>
          <p:nvPr/>
        </p:nvSpPr>
        <p:spPr>
          <a:xfrm>
            <a:off x="1388225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4-train-input-9-2"/>
          <p:cNvSpPr/>
          <p:nvPr/>
        </p:nvSpPr>
        <p:spPr>
          <a:xfrm>
            <a:off x="149629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4-train-input-9-3"/>
          <p:cNvSpPr/>
          <p:nvPr/>
        </p:nvSpPr>
        <p:spPr>
          <a:xfrm>
            <a:off x="1604356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4-train-input-9-4"/>
          <p:cNvSpPr/>
          <p:nvPr/>
        </p:nvSpPr>
        <p:spPr>
          <a:xfrm>
            <a:off x="1712421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4-train-input-9-5"/>
          <p:cNvSpPr/>
          <p:nvPr/>
        </p:nvSpPr>
        <p:spPr>
          <a:xfrm>
            <a:off x="1820487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4-train-input-9-6"/>
          <p:cNvSpPr/>
          <p:nvPr/>
        </p:nvSpPr>
        <p:spPr>
          <a:xfrm>
            <a:off x="1928552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4-train-input-9-7"/>
          <p:cNvSpPr/>
          <p:nvPr/>
        </p:nvSpPr>
        <p:spPr>
          <a:xfrm>
            <a:off x="2036618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4-train-input-9-8"/>
          <p:cNvSpPr/>
          <p:nvPr/>
        </p:nvSpPr>
        <p:spPr>
          <a:xfrm>
            <a:off x="2144683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4-train-input-9-9"/>
          <p:cNvSpPr/>
          <p:nvPr/>
        </p:nvSpPr>
        <p:spPr>
          <a:xfrm>
            <a:off x="2252749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4-train-input-9-10"/>
          <p:cNvSpPr/>
          <p:nvPr/>
        </p:nvSpPr>
        <p:spPr>
          <a:xfrm>
            <a:off x="2360814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4-train-input-9-11"/>
          <p:cNvSpPr/>
          <p:nvPr/>
        </p:nvSpPr>
        <p:spPr>
          <a:xfrm>
            <a:off x="246888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4-train-input-9-12"/>
          <p:cNvSpPr/>
          <p:nvPr/>
        </p:nvSpPr>
        <p:spPr>
          <a:xfrm>
            <a:off x="2576945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4-train-input-9-13"/>
          <p:cNvSpPr/>
          <p:nvPr/>
        </p:nvSpPr>
        <p:spPr>
          <a:xfrm>
            <a:off x="268501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4-train-input-9-14"/>
          <p:cNvSpPr/>
          <p:nvPr/>
        </p:nvSpPr>
        <p:spPr>
          <a:xfrm>
            <a:off x="2793076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4-train-input-9-15"/>
          <p:cNvSpPr/>
          <p:nvPr/>
        </p:nvSpPr>
        <p:spPr>
          <a:xfrm>
            <a:off x="2901141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4-train-input-9-16"/>
          <p:cNvSpPr/>
          <p:nvPr/>
        </p:nvSpPr>
        <p:spPr>
          <a:xfrm>
            <a:off x="3009207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4-train-input-9-17"/>
          <p:cNvSpPr/>
          <p:nvPr/>
        </p:nvSpPr>
        <p:spPr>
          <a:xfrm>
            <a:off x="3117272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4-train-input-9-18"/>
          <p:cNvSpPr/>
          <p:nvPr/>
        </p:nvSpPr>
        <p:spPr>
          <a:xfrm>
            <a:off x="3225338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4-train-input-9-19"/>
          <p:cNvSpPr/>
          <p:nvPr/>
        </p:nvSpPr>
        <p:spPr>
          <a:xfrm>
            <a:off x="3333403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4-train-input-9-20"/>
          <p:cNvSpPr/>
          <p:nvPr/>
        </p:nvSpPr>
        <p:spPr>
          <a:xfrm>
            <a:off x="3441469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4-train-input-9-21"/>
          <p:cNvSpPr/>
          <p:nvPr/>
        </p:nvSpPr>
        <p:spPr>
          <a:xfrm>
            <a:off x="3549534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4-train-input-10-0"/>
          <p:cNvSpPr/>
          <p:nvPr/>
        </p:nvSpPr>
        <p:spPr>
          <a:xfrm>
            <a:off x="128016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4-train-input-10-1"/>
          <p:cNvSpPr/>
          <p:nvPr/>
        </p:nvSpPr>
        <p:spPr>
          <a:xfrm>
            <a:off x="1388225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4-train-input-10-2"/>
          <p:cNvSpPr/>
          <p:nvPr/>
        </p:nvSpPr>
        <p:spPr>
          <a:xfrm>
            <a:off x="149629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4-train-input-10-3"/>
          <p:cNvSpPr/>
          <p:nvPr/>
        </p:nvSpPr>
        <p:spPr>
          <a:xfrm>
            <a:off x="1604356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4-train-input-10-4"/>
          <p:cNvSpPr/>
          <p:nvPr/>
        </p:nvSpPr>
        <p:spPr>
          <a:xfrm>
            <a:off x="1712421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4-train-input-10-5"/>
          <p:cNvSpPr/>
          <p:nvPr/>
        </p:nvSpPr>
        <p:spPr>
          <a:xfrm>
            <a:off x="1820487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4-train-input-10-6"/>
          <p:cNvSpPr/>
          <p:nvPr/>
        </p:nvSpPr>
        <p:spPr>
          <a:xfrm>
            <a:off x="1928552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4-train-input-10-7"/>
          <p:cNvSpPr/>
          <p:nvPr/>
        </p:nvSpPr>
        <p:spPr>
          <a:xfrm>
            <a:off x="2036618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4-train-input-10-8"/>
          <p:cNvSpPr/>
          <p:nvPr/>
        </p:nvSpPr>
        <p:spPr>
          <a:xfrm>
            <a:off x="2144683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4-train-input-10-9"/>
          <p:cNvSpPr/>
          <p:nvPr/>
        </p:nvSpPr>
        <p:spPr>
          <a:xfrm>
            <a:off x="2252749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4-train-input-10-10"/>
          <p:cNvSpPr/>
          <p:nvPr/>
        </p:nvSpPr>
        <p:spPr>
          <a:xfrm>
            <a:off x="2360814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4-train-input-10-11"/>
          <p:cNvSpPr/>
          <p:nvPr/>
        </p:nvSpPr>
        <p:spPr>
          <a:xfrm>
            <a:off x="2468880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4-train-input-10-12"/>
          <p:cNvSpPr/>
          <p:nvPr/>
        </p:nvSpPr>
        <p:spPr>
          <a:xfrm>
            <a:off x="2576945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4-train-input-10-13"/>
          <p:cNvSpPr/>
          <p:nvPr/>
        </p:nvSpPr>
        <p:spPr>
          <a:xfrm>
            <a:off x="268501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4-train-input-10-14"/>
          <p:cNvSpPr/>
          <p:nvPr/>
        </p:nvSpPr>
        <p:spPr>
          <a:xfrm>
            <a:off x="2793076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4-train-input-10-15"/>
          <p:cNvSpPr/>
          <p:nvPr/>
        </p:nvSpPr>
        <p:spPr>
          <a:xfrm>
            <a:off x="2901141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4-train-input-10-16"/>
          <p:cNvSpPr/>
          <p:nvPr/>
        </p:nvSpPr>
        <p:spPr>
          <a:xfrm>
            <a:off x="3009207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4-train-input-10-17"/>
          <p:cNvSpPr/>
          <p:nvPr/>
        </p:nvSpPr>
        <p:spPr>
          <a:xfrm>
            <a:off x="3117272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4-train-input-10-18"/>
          <p:cNvSpPr/>
          <p:nvPr/>
        </p:nvSpPr>
        <p:spPr>
          <a:xfrm>
            <a:off x="3225338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4-train-input-10-19"/>
          <p:cNvSpPr/>
          <p:nvPr/>
        </p:nvSpPr>
        <p:spPr>
          <a:xfrm>
            <a:off x="3333403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4-train-input-10-20"/>
          <p:cNvSpPr/>
          <p:nvPr/>
        </p:nvSpPr>
        <p:spPr>
          <a:xfrm>
            <a:off x="3441469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4-train-input-10-21"/>
          <p:cNvSpPr/>
          <p:nvPr/>
        </p:nvSpPr>
        <p:spPr>
          <a:xfrm>
            <a:off x="3549534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4-train-input-11-0"/>
          <p:cNvSpPr/>
          <p:nvPr/>
        </p:nvSpPr>
        <p:spPr>
          <a:xfrm>
            <a:off x="128016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4-train-input-11-1"/>
          <p:cNvSpPr/>
          <p:nvPr/>
        </p:nvSpPr>
        <p:spPr>
          <a:xfrm>
            <a:off x="1388225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4-train-input-11-2"/>
          <p:cNvSpPr/>
          <p:nvPr/>
        </p:nvSpPr>
        <p:spPr>
          <a:xfrm>
            <a:off x="149629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4-train-input-11-3"/>
          <p:cNvSpPr/>
          <p:nvPr/>
        </p:nvSpPr>
        <p:spPr>
          <a:xfrm>
            <a:off x="1604356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4-train-input-11-4"/>
          <p:cNvSpPr/>
          <p:nvPr/>
        </p:nvSpPr>
        <p:spPr>
          <a:xfrm>
            <a:off x="1712421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4-train-input-11-5"/>
          <p:cNvSpPr/>
          <p:nvPr/>
        </p:nvSpPr>
        <p:spPr>
          <a:xfrm>
            <a:off x="1820487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4-train-input-11-6"/>
          <p:cNvSpPr/>
          <p:nvPr/>
        </p:nvSpPr>
        <p:spPr>
          <a:xfrm>
            <a:off x="1928552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4-train-input-11-7"/>
          <p:cNvSpPr/>
          <p:nvPr/>
        </p:nvSpPr>
        <p:spPr>
          <a:xfrm>
            <a:off x="2036618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4-train-input-11-8"/>
          <p:cNvSpPr/>
          <p:nvPr/>
        </p:nvSpPr>
        <p:spPr>
          <a:xfrm>
            <a:off x="2144683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4-train-input-11-9"/>
          <p:cNvSpPr/>
          <p:nvPr/>
        </p:nvSpPr>
        <p:spPr>
          <a:xfrm>
            <a:off x="2252749" y="292608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4-train-input-11-10"/>
          <p:cNvSpPr/>
          <p:nvPr/>
        </p:nvSpPr>
        <p:spPr>
          <a:xfrm>
            <a:off x="2360814" y="292608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4-train-input-11-11"/>
          <p:cNvSpPr/>
          <p:nvPr/>
        </p:nvSpPr>
        <p:spPr>
          <a:xfrm>
            <a:off x="2468880" y="292608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4-train-input-11-12"/>
          <p:cNvSpPr/>
          <p:nvPr/>
        </p:nvSpPr>
        <p:spPr>
          <a:xfrm>
            <a:off x="2576945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4-train-input-11-13"/>
          <p:cNvSpPr/>
          <p:nvPr/>
        </p:nvSpPr>
        <p:spPr>
          <a:xfrm>
            <a:off x="268501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4-train-input-11-14"/>
          <p:cNvSpPr/>
          <p:nvPr/>
        </p:nvSpPr>
        <p:spPr>
          <a:xfrm>
            <a:off x="2793076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4-train-input-11-15"/>
          <p:cNvSpPr/>
          <p:nvPr/>
        </p:nvSpPr>
        <p:spPr>
          <a:xfrm>
            <a:off x="2901141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4-train-input-11-16"/>
          <p:cNvSpPr/>
          <p:nvPr/>
        </p:nvSpPr>
        <p:spPr>
          <a:xfrm>
            <a:off x="3009207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4-train-input-11-17"/>
          <p:cNvSpPr/>
          <p:nvPr/>
        </p:nvSpPr>
        <p:spPr>
          <a:xfrm>
            <a:off x="3117272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4-train-input-11-18"/>
          <p:cNvSpPr/>
          <p:nvPr/>
        </p:nvSpPr>
        <p:spPr>
          <a:xfrm>
            <a:off x="3225338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4-train-input-11-19"/>
          <p:cNvSpPr/>
          <p:nvPr/>
        </p:nvSpPr>
        <p:spPr>
          <a:xfrm>
            <a:off x="3333403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4-train-input-11-20"/>
          <p:cNvSpPr/>
          <p:nvPr/>
        </p:nvSpPr>
        <p:spPr>
          <a:xfrm>
            <a:off x="3441469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4-train-input-11-21"/>
          <p:cNvSpPr/>
          <p:nvPr/>
        </p:nvSpPr>
        <p:spPr>
          <a:xfrm>
            <a:off x="3549534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4-train-input-12-0"/>
          <p:cNvSpPr/>
          <p:nvPr/>
        </p:nvSpPr>
        <p:spPr>
          <a:xfrm>
            <a:off x="128016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4-train-input-12-1"/>
          <p:cNvSpPr/>
          <p:nvPr/>
        </p:nvSpPr>
        <p:spPr>
          <a:xfrm>
            <a:off x="1388225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4-train-input-12-2"/>
          <p:cNvSpPr/>
          <p:nvPr/>
        </p:nvSpPr>
        <p:spPr>
          <a:xfrm>
            <a:off x="149629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4-train-input-12-3"/>
          <p:cNvSpPr/>
          <p:nvPr/>
        </p:nvSpPr>
        <p:spPr>
          <a:xfrm>
            <a:off x="1604356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4-train-input-12-4"/>
          <p:cNvSpPr/>
          <p:nvPr/>
        </p:nvSpPr>
        <p:spPr>
          <a:xfrm>
            <a:off x="1712421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4-train-input-12-5"/>
          <p:cNvSpPr/>
          <p:nvPr/>
        </p:nvSpPr>
        <p:spPr>
          <a:xfrm>
            <a:off x="1820487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4-train-input-12-6"/>
          <p:cNvSpPr/>
          <p:nvPr/>
        </p:nvSpPr>
        <p:spPr>
          <a:xfrm>
            <a:off x="1928552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4-train-input-12-7"/>
          <p:cNvSpPr/>
          <p:nvPr/>
        </p:nvSpPr>
        <p:spPr>
          <a:xfrm>
            <a:off x="2036618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4-train-input-12-8"/>
          <p:cNvSpPr/>
          <p:nvPr/>
        </p:nvSpPr>
        <p:spPr>
          <a:xfrm>
            <a:off x="2144683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4-train-input-12-9"/>
          <p:cNvSpPr/>
          <p:nvPr/>
        </p:nvSpPr>
        <p:spPr>
          <a:xfrm>
            <a:off x="2252749" y="303414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4-train-input-12-10"/>
          <p:cNvSpPr/>
          <p:nvPr/>
        </p:nvSpPr>
        <p:spPr>
          <a:xfrm>
            <a:off x="2360814" y="303414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4-train-input-12-11"/>
          <p:cNvSpPr/>
          <p:nvPr/>
        </p:nvSpPr>
        <p:spPr>
          <a:xfrm>
            <a:off x="2468880" y="303414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4-train-input-12-12"/>
          <p:cNvSpPr/>
          <p:nvPr/>
        </p:nvSpPr>
        <p:spPr>
          <a:xfrm>
            <a:off x="2576945" y="303414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4-train-input-12-13"/>
          <p:cNvSpPr/>
          <p:nvPr/>
        </p:nvSpPr>
        <p:spPr>
          <a:xfrm>
            <a:off x="268501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4-train-input-12-14"/>
          <p:cNvSpPr/>
          <p:nvPr/>
        </p:nvSpPr>
        <p:spPr>
          <a:xfrm>
            <a:off x="2793076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4-train-input-12-15"/>
          <p:cNvSpPr/>
          <p:nvPr/>
        </p:nvSpPr>
        <p:spPr>
          <a:xfrm>
            <a:off x="2901141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4-train-input-12-16"/>
          <p:cNvSpPr/>
          <p:nvPr/>
        </p:nvSpPr>
        <p:spPr>
          <a:xfrm>
            <a:off x="3009207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4-train-input-12-17"/>
          <p:cNvSpPr/>
          <p:nvPr/>
        </p:nvSpPr>
        <p:spPr>
          <a:xfrm>
            <a:off x="3117272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4-train-input-12-18"/>
          <p:cNvSpPr/>
          <p:nvPr/>
        </p:nvSpPr>
        <p:spPr>
          <a:xfrm>
            <a:off x="3225338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4-train-input-12-19"/>
          <p:cNvSpPr/>
          <p:nvPr/>
        </p:nvSpPr>
        <p:spPr>
          <a:xfrm>
            <a:off x="3333403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4-train-input-12-20"/>
          <p:cNvSpPr/>
          <p:nvPr/>
        </p:nvSpPr>
        <p:spPr>
          <a:xfrm>
            <a:off x="3441469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4-train-input-12-21"/>
          <p:cNvSpPr/>
          <p:nvPr/>
        </p:nvSpPr>
        <p:spPr>
          <a:xfrm>
            <a:off x="3549534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4-train-input-13-0"/>
          <p:cNvSpPr/>
          <p:nvPr/>
        </p:nvSpPr>
        <p:spPr>
          <a:xfrm>
            <a:off x="128016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4-train-input-13-1"/>
          <p:cNvSpPr/>
          <p:nvPr/>
        </p:nvSpPr>
        <p:spPr>
          <a:xfrm>
            <a:off x="1388225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4-train-input-13-2"/>
          <p:cNvSpPr/>
          <p:nvPr/>
        </p:nvSpPr>
        <p:spPr>
          <a:xfrm>
            <a:off x="149629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4-train-input-13-3"/>
          <p:cNvSpPr/>
          <p:nvPr/>
        </p:nvSpPr>
        <p:spPr>
          <a:xfrm>
            <a:off x="1604356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4-train-input-13-4"/>
          <p:cNvSpPr/>
          <p:nvPr/>
        </p:nvSpPr>
        <p:spPr>
          <a:xfrm>
            <a:off x="1712421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4-train-input-13-5"/>
          <p:cNvSpPr/>
          <p:nvPr/>
        </p:nvSpPr>
        <p:spPr>
          <a:xfrm>
            <a:off x="1820487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4-train-input-13-6"/>
          <p:cNvSpPr/>
          <p:nvPr/>
        </p:nvSpPr>
        <p:spPr>
          <a:xfrm>
            <a:off x="1928552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4-train-input-13-7"/>
          <p:cNvSpPr/>
          <p:nvPr/>
        </p:nvSpPr>
        <p:spPr>
          <a:xfrm>
            <a:off x="2036618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4-train-input-13-8"/>
          <p:cNvSpPr/>
          <p:nvPr/>
        </p:nvSpPr>
        <p:spPr>
          <a:xfrm>
            <a:off x="2144683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4-train-input-13-9"/>
          <p:cNvSpPr/>
          <p:nvPr/>
        </p:nvSpPr>
        <p:spPr>
          <a:xfrm>
            <a:off x="2252749" y="314221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4-train-input-13-10"/>
          <p:cNvSpPr/>
          <p:nvPr/>
        </p:nvSpPr>
        <p:spPr>
          <a:xfrm>
            <a:off x="2360814" y="314221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4-train-input-13-11"/>
          <p:cNvSpPr/>
          <p:nvPr/>
        </p:nvSpPr>
        <p:spPr>
          <a:xfrm>
            <a:off x="2468880" y="314221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4-train-input-13-12"/>
          <p:cNvSpPr/>
          <p:nvPr/>
        </p:nvSpPr>
        <p:spPr>
          <a:xfrm>
            <a:off x="2576945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4-train-input-13-13"/>
          <p:cNvSpPr/>
          <p:nvPr/>
        </p:nvSpPr>
        <p:spPr>
          <a:xfrm>
            <a:off x="268501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4-train-input-13-14"/>
          <p:cNvSpPr/>
          <p:nvPr/>
        </p:nvSpPr>
        <p:spPr>
          <a:xfrm>
            <a:off x="2793076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4-train-input-13-15"/>
          <p:cNvSpPr/>
          <p:nvPr/>
        </p:nvSpPr>
        <p:spPr>
          <a:xfrm>
            <a:off x="2901141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4-train-input-13-16"/>
          <p:cNvSpPr/>
          <p:nvPr/>
        </p:nvSpPr>
        <p:spPr>
          <a:xfrm>
            <a:off x="3009207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4-train-input-13-17"/>
          <p:cNvSpPr/>
          <p:nvPr/>
        </p:nvSpPr>
        <p:spPr>
          <a:xfrm>
            <a:off x="3117272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4-train-input-13-18"/>
          <p:cNvSpPr/>
          <p:nvPr/>
        </p:nvSpPr>
        <p:spPr>
          <a:xfrm>
            <a:off x="3225338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4-train-input-13-19"/>
          <p:cNvSpPr/>
          <p:nvPr/>
        </p:nvSpPr>
        <p:spPr>
          <a:xfrm>
            <a:off x="3333403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4-train-input-13-20"/>
          <p:cNvSpPr/>
          <p:nvPr/>
        </p:nvSpPr>
        <p:spPr>
          <a:xfrm>
            <a:off x="3441469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4-train-input-13-21"/>
          <p:cNvSpPr/>
          <p:nvPr/>
        </p:nvSpPr>
        <p:spPr>
          <a:xfrm>
            <a:off x="3549534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4-train-input-14-0"/>
          <p:cNvSpPr/>
          <p:nvPr/>
        </p:nvSpPr>
        <p:spPr>
          <a:xfrm>
            <a:off x="128016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4-train-input-14-1"/>
          <p:cNvSpPr/>
          <p:nvPr/>
        </p:nvSpPr>
        <p:spPr>
          <a:xfrm>
            <a:off x="1388225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4-train-input-14-2"/>
          <p:cNvSpPr/>
          <p:nvPr/>
        </p:nvSpPr>
        <p:spPr>
          <a:xfrm>
            <a:off x="149629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4-train-input-14-3"/>
          <p:cNvSpPr/>
          <p:nvPr/>
        </p:nvSpPr>
        <p:spPr>
          <a:xfrm>
            <a:off x="1604356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4-train-input-14-4"/>
          <p:cNvSpPr/>
          <p:nvPr/>
        </p:nvSpPr>
        <p:spPr>
          <a:xfrm>
            <a:off x="1712421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4-train-input-14-5"/>
          <p:cNvSpPr/>
          <p:nvPr/>
        </p:nvSpPr>
        <p:spPr>
          <a:xfrm>
            <a:off x="1820487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4-train-input-14-6"/>
          <p:cNvSpPr/>
          <p:nvPr/>
        </p:nvSpPr>
        <p:spPr>
          <a:xfrm>
            <a:off x="192855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4-train-input-14-7"/>
          <p:cNvSpPr/>
          <p:nvPr/>
        </p:nvSpPr>
        <p:spPr>
          <a:xfrm>
            <a:off x="203661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4-train-input-14-8"/>
          <p:cNvSpPr/>
          <p:nvPr/>
        </p:nvSpPr>
        <p:spPr>
          <a:xfrm>
            <a:off x="214468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4-train-input-14-9"/>
          <p:cNvSpPr/>
          <p:nvPr/>
        </p:nvSpPr>
        <p:spPr>
          <a:xfrm>
            <a:off x="2252749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4-train-input-14-10"/>
          <p:cNvSpPr/>
          <p:nvPr/>
        </p:nvSpPr>
        <p:spPr>
          <a:xfrm>
            <a:off x="2360814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4-train-input-14-11"/>
          <p:cNvSpPr/>
          <p:nvPr/>
        </p:nvSpPr>
        <p:spPr>
          <a:xfrm>
            <a:off x="246888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4-train-input-14-12"/>
          <p:cNvSpPr/>
          <p:nvPr/>
        </p:nvSpPr>
        <p:spPr>
          <a:xfrm>
            <a:off x="2576945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4-train-input-14-13"/>
          <p:cNvSpPr/>
          <p:nvPr/>
        </p:nvSpPr>
        <p:spPr>
          <a:xfrm>
            <a:off x="268501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4-train-input-14-14"/>
          <p:cNvSpPr/>
          <p:nvPr/>
        </p:nvSpPr>
        <p:spPr>
          <a:xfrm>
            <a:off x="2793076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4-train-input-14-15"/>
          <p:cNvSpPr/>
          <p:nvPr/>
        </p:nvSpPr>
        <p:spPr>
          <a:xfrm>
            <a:off x="2901141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4-train-input-14-16"/>
          <p:cNvSpPr/>
          <p:nvPr/>
        </p:nvSpPr>
        <p:spPr>
          <a:xfrm>
            <a:off x="3009207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4-train-input-14-17"/>
          <p:cNvSpPr/>
          <p:nvPr/>
        </p:nvSpPr>
        <p:spPr>
          <a:xfrm>
            <a:off x="311727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4-train-input-14-18"/>
          <p:cNvSpPr/>
          <p:nvPr/>
        </p:nvSpPr>
        <p:spPr>
          <a:xfrm>
            <a:off x="322533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4-train-input-14-19"/>
          <p:cNvSpPr/>
          <p:nvPr/>
        </p:nvSpPr>
        <p:spPr>
          <a:xfrm>
            <a:off x="333340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4-train-input-14-20"/>
          <p:cNvSpPr/>
          <p:nvPr/>
        </p:nvSpPr>
        <p:spPr>
          <a:xfrm>
            <a:off x="3441469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4-train-input-14-21"/>
          <p:cNvSpPr/>
          <p:nvPr/>
        </p:nvSpPr>
        <p:spPr>
          <a:xfrm>
            <a:off x="3549534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4-train-input-15-0"/>
          <p:cNvSpPr/>
          <p:nvPr/>
        </p:nvSpPr>
        <p:spPr>
          <a:xfrm>
            <a:off x="128016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4-train-input-15-1"/>
          <p:cNvSpPr/>
          <p:nvPr/>
        </p:nvSpPr>
        <p:spPr>
          <a:xfrm>
            <a:off x="1388225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4-train-input-15-2"/>
          <p:cNvSpPr/>
          <p:nvPr/>
        </p:nvSpPr>
        <p:spPr>
          <a:xfrm>
            <a:off x="149629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4-train-input-15-3"/>
          <p:cNvSpPr/>
          <p:nvPr/>
        </p:nvSpPr>
        <p:spPr>
          <a:xfrm>
            <a:off x="1604356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4-train-input-15-4"/>
          <p:cNvSpPr/>
          <p:nvPr/>
        </p:nvSpPr>
        <p:spPr>
          <a:xfrm>
            <a:off x="1712421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4-train-input-15-5"/>
          <p:cNvSpPr/>
          <p:nvPr/>
        </p:nvSpPr>
        <p:spPr>
          <a:xfrm>
            <a:off x="1820487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4-train-input-15-6"/>
          <p:cNvSpPr/>
          <p:nvPr/>
        </p:nvSpPr>
        <p:spPr>
          <a:xfrm>
            <a:off x="1928552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4-train-input-15-7"/>
          <p:cNvSpPr/>
          <p:nvPr/>
        </p:nvSpPr>
        <p:spPr>
          <a:xfrm>
            <a:off x="2036618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4-train-input-15-8"/>
          <p:cNvSpPr/>
          <p:nvPr/>
        </p:nvSpPr>
        <p:spPr>
          <a:xfrm>
            <a:off x="2144683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4-train-input-15-9"/>
          <p:cNvSpPr/>
          <p:nvPr/>
        </p:nvSpPr>
        <p:spPr>
          <a:xfrm>
            <a:off x="2252749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4-train-input-15-10"/>
          <p:cNvSpPr/>
          <p:nvPr/>
        </p:nvSpPr>
        <p:spPr>
          <a:xfrm>
            <a:off x="2360814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4-train-input-15-11"/>
          <p:cNvSpPr/>
          <p:nvPr/>
        </p:nvSpPr>
        <p:spPr>
          <a:xfrm>
            <a:off x="246888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4-train-input-15-12"/>
          <p:cNvSpPr/>
          <p:nvPr/>
        </p:nvSpPr>
        <p:spPr>
          <a:xfrm>
            <a:off x="2576945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4-train-input-15-13"/>
          <p:cNvSpPr/>
          <p:nvPr/>
        </p:nvSpPr>
        <p:spPr>
          <a:xfrm>
            <a:off x="268501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4-train-input-15-14"/>
          <p:cNvSpPr/>
          <p:nvPr/>
        </p:nvSpPr>
        <p:spPr>
          <a:xfrm>
            <a:off x="2793076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4-train-input-15-15"/>
          <p:cNvSpPr/>
          <p:nvPr/>
        </p:nvSpPr>
        <p:spPr>
          <a:xfrm>
            <a:off x="2901141" y="3358341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4-train-input-15-16"/>
          <p:cNvSpPr/>
          <p:nvPr/>
        </p:nvSpPr>
        <p:spPr>
          <a:xfrm>
            <a:off x="3009207" y="335834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4-train-input-15-17"/>
          <p:cNvSpPr/>
          <p:nvPr/>
        </p:nvSpPr>
        <p:spPr>
          <a:xfrm>
            <a:off x="3117272" y="335834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4-train-input-15-18"/>
          <p:cNvSpPr/>
          <p:nvPr/>
        </p:nvSpPr>
        <p:spPr>
          <a:xfrm>
            <a:off x="3225338" y="335834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4-train-input-15-19"/>
          <p:cNvSpPr/>
          <p:nvPr/>
        </p:nvSpPr>
        <p:spPr>
          <a:xfrm>
            <a:off x="3333403" y="335834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4-train-input-15-20"/>
          <p:cNvSpPr/>
          <p:nvPr/>
        </p:nvSpPr>
        <p:spPr>
          <a:xfrm>
            <a:off x="3441469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4-train-input-15-21"/>
          <p:cNvSpPr/>
          <p:nvPr/>
        </p:nvSpPr>
        <p:spPr>
          <a:xfrm>
            <a:off x="3549534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4-train-input-16-0"/>
          <p:cNvSpPr/>
          <p:nvPr/>
        </p:nvSpPr>
        <p:spPr>
          <a:xfrm>
            <a:off x="128016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4-train-input-16-1"/>
          <p:cNvSpPr/>
          <p:nvPr/>
        </p:nvSpPr>
        <p:spPr>
          <a:xfrm>
            <a:off x="1388225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4-train-input-16-2"/>
          <p:cNvSpPr/>
          <p:nvPr/>
        </p:nvSpPr>
        <p:spPr>
          <a:xfrm>
            <a:off x="149629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4-train-input-16-3"/>
          <p:cNvSpPr/>
          <p:nvPr/>
        </p:nvSpPr>
        <p:spPr>
          <a:xfrm>
            <a:off x="1604356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4-train-input-16-4"/>
          <p:cNvSpPr/>
          <p:nvPr/>
        </p:nvSpPr>
        <p:spPr>
          <a:xfrm>
            <a:off x="1712421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4-train-input-16-5"/>
          <p:cNvSpPr/>
          <p:nvPr/>
        </p:nvSpPr>
        <p:spPr>
          <a:xfrm>
            <a:off x="1820487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4-train-input-16-6"/>
          <p:cNvSpPr/>
          <p:nvPr/>
        </p:nvSpPr>
        <p:spPr>
          <a:xfrm>
            <a:off x="1928552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4-train-input-16-7"/>
          <p:cNvSpPr/>
          <p:nvPr/>
        </p:nvSpPr>
        <p:spPr>
          <a:xfrm>
            <a:off x="2036618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4-train-input-16-8"/>
          <p:cNvSpPr/>
          <p:nvPr/>
        </p:nvSpPr>
        <p:spPr>
          <a:xfrm>
            <a:off x="2144683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4-train-input-16-9"/>
          <p:cNvSpPr/>
          <p:nvPr/>
        </p:nvSpPr>
        <p:spPr>
          <a:xfrm>
            <a:off x="2252749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4-train-input-16-10"/>
          <p:cNvSpPr/>
          <p:nvPr/>
        </p:nvSpPr>
        <p:spPr>
          <a:xfrm>
            <a:off x="2360814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4-train-input-16-11"/>
          <p:cNvSpPr/>
          <p:nvPr/>
        </p:nvSpPr>
        <p:spPr>
          <a:xfrm>
            <a:off x="246888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4-train-input-16-12"/>
          <p:cNvSpPr/>
          <p:nvPr/>
        </p:nvSpPr>
        <p:spPr>
          <a:xfrm>
            <a:off x="2576945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4-train-input-16-13"/>
          <p:cNvSpPr/>
          <p:nvPr/>
        </p:nvSpPr>
        <p:spPr>
          <a:xfrm>
            <a:off x="268501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4-train-input-16-14"/>
          <p:cNvSpPr/>
          <p:nvPr/>
        </p:nvSpPr>
        <p:spPr>
          <a:xfrm>
            <a:off x="2793076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4-train-input-16-15"/>
          <p:cNvSpPr/>
          <p:nvPr/>
        </p:nvSpPr>
        <p:spPr>
          <a:xfrm>
            <a:off x="2901141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4-train-input-16-16"/>
          <p:cNvSpPr/>
          <p:nvPr/>
        </p:nvSpPr>
        <p:spPr>
          <a:xfrm>
            <a:off x="3009207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4-train-input-16-17"/>
          <p:cNvSpPr/>
          <p:nvPr/>
        </p:nvSpPr>
        <p:spPr>
          <a:xfrm>
            <a:off x="3117272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4-train-input-16-18"/>
          <p:cNvSpPr/>
          <p:nvPr/>
        </p:nvSpPr>
        <p:spPr>
          <a:xfrm>
            <a:off x="3225338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4-train-input-16-19"/>
          <p:cNvSpPr/>
          <p:nvPr/>
        </p:nvSpPr>
        <p:spPr>
          <a:xfrm>
            <a:off x="3333403" y="3466407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4-train-input-16-20"/>
          <p:cNvSpPr/>
          <p:nvPr/>
        </p:nvSpPr>
        <p:spPr>
          <a:xfrm>
            <a:off x="3441469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4-train-input-16-21"/>
          <p:cNvSpPr/>
          <p:nvPr/>
        </p:nvSpPr>
        <p:spPr>
          <a:xfrm>
            <a:off x="3549534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4-train-input-17-0"/>
          <p:cNvSpPr/>
          <p:nvPr/>
        </p:nvSpPr>
        <p:spPr>
          <a:xfrm>
            <a:off x="128016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4-train-input-17-1"/>
          <p:cNvSpPr/>
          <p:nvPr/>
        </p:nvSpPr>
        <p:spPr>
          <a:xfrm>
            <a:off x="1388225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4-train-input-17-2"/>
          <p:cNvSpPr/>
          <p:nvPr/>
        </p:nvSpPr>
        <p:spPr>
          <a:xfrm>
            <a:off x="149629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4-train-input-17-3"/>
          <p:cNvSpPr/>
          <p:nvPr/>
        </p:nvSpPr>
        <p:spPr>
          <a:xfrm>
            <a:off x="1604356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4-train-input-17-4"/>
          <p:cNvSpPr/>
          <p:nvPr/>
        </p:nvSpPr>
        <p:spPr>
          <a:xfrm>
            <a:off x="1712421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4-train-input-17-5"/>
          <p:cNvSpPr/>
          <p:nvPr/>
        </p:nvSpPr>
        <p:spPr>
          <a:xfrm>
            <a:off x="1820487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4-train-input-17-6"/>
          <p:cNvSpPr/>
          <p:nvPr/>
        </p:nvSpPr>
        <p:spPr>
          <a:xfrm>
            <a:off x="1928552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4-train-input-17-7"/>
          <p:cNvSpPr/>
          <p:nvPr/>
        </p:nvSpPr>
        <p:spPr>
          <a:xfrm>
            <a:off x="2036618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4-train-input-17-8"/>
          <p:cNvSpPr/>
          <p:nvPr/>
        </p:nvSpPr>
        <p:spPr>
          <a:xfrm>
            <a:off x="2144683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4-train-input-17-9"/>
          <p:cNvSpPr/>
          <p:nvPr/>
        </p:nvSpPr>
        <p:spPr>
          <a:xfrm>
            <a:off x="2252749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4-train-input-17-10"/>
          <p:cNvSpPr/>
          <p:nvPr/>
        </p:nvSpPr>
        <p:spPr>
          <a:xfrm>
            <a:off x="2360814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4-train-input-17-11"/>
          <p:cNvSpPr/>
          <p:nvPr/>
        </p:nvSpPr>
        <p:spPr>
          <a:xfrm>
            <a:off x="246888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4-train-input-17-12"/>
          <p:cNvSpPr/>
          <p:nvPr/>
        </p:nvSpPr>
        <p:spPr>
          <a:xfrm>
            <a:off x="2576945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4-train-input-17-13"/>
          <p:cNvSpPr/>
          <p:nvPr/>
        </p:nvSpPr>
        <p:spPr>
          <a:xfrm>
            <a:off x="268501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4-train-input-17-14"/>
          <p:cNvSpPr/>
          <p:nvPr/>
        </p:nvSpPr>
        <p:spPr>
          <a:xfrm>
            <a:off x="2793076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4-train-input-17-15"/>
          <p:cNvSpPr/>
          <p:nvPr/>
        </p:nvSpPr>
        <p:spPr>
          <a:xfrm>
            <a:off x="2901141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4-train-input-17-16"/>
          <p:cNvSpPr/>
          <p:nvPr/>
        </p:nvSpPr>
        <p:spPr>
          <a:xfrm>
            <a:off x="3009207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4-train-input-17-17"/>
          <p:cNvSpPr/>
          <p:nvPr/>
        </p:nvSpPr>
        <p:spPr>
          <a:xfrm>
            <a:off x="3117272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4-train-input-17-18"/>
          <p:cNvSpPr/>
          <p:nvPr/>
        </p:nvSpPr>
        <p:spPr>
          <a:xfrm>
            <a:off x="3225338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4-train-input-17-19"/>
          <p:cNvSpPr/>
          <p:nvPr/>
        </p:nvSpPr>
        <p:spPr>
          <a:xfrm>
            <a:off x="3333403" y="3574472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4-train-input-17-20"/>
          <p:cNvSpPr/>
          <p:nvPr/>
        </p:nvSpPr>
        <p:spPr>
          <a:xfrm>
            <a:off x="3441469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4-train-input-17-21"/>
          <p:cNvSpPr/>
          <p:nvPr/>
        </p:nvSpPr>
        <p:spPr>
          <a:xfrm>
            <a:off x="3549534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4-train-input-18-0"/>
          <p:cNvSpPr/>
          <p:nvPr/>
        </p:nvSpPr>
        <p:spPr>
          <a:xfrm>
            <a:off x="128016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4-train-input-18-1"/>
          <p:cNvSpPr/>
          <p:nvPr/>
        </p:nvSpPr>
        <p:spPr>
          <a:xfrm>
            <a:off x="1388225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4-train-input-18-2"/>
          <p:cNvSpPr/>
          <p:nvPr/>
        </p:nvSpPr>
        <p:spPr>
          <a:xfrm>
            <a:off x="1496290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4-train-input-18-3"/>
          <p:cNvSpPr/>
          <p:nvPr/>
        </p:nvSpPr>
        <p:spPr>
          <a:xfrm>
            <a:off x="1604356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4-train-input-18-4"/>
          <p:cNvSpPr/>
          <p:nvPr/>
        </p:nvSpPr>
        <p:spPr>
          <a:xfrm>
            <a:off x="1712421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4-train-input-18-5"/>
          <p:cNvSpPr/>
          <p:nvPr/>
        </p:nvSpPr>
        <p:spPr>
          <a:xfrm>
            <a:off x="1820487" y="3682538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4-train-input-18-6"/>
          <p:cNvSpPr/>
          <p:nvPr/>
        </p:nvSpPr>
        <p:spPr>
          <a:xfrm>
            <a:off x="1928552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4-train-input-18-7"/>
          <p:cNvSpPr/>
          <p:nvPr/>
        </p:nvSpPr>
        <p:spPr>
          <a:xfrm>
            <a:off x="2036618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4-train-input-18-8"/>
          <p:cNvSpPr/>
          <p:nvPr/>
        </p:nvSpPr>
        <p:spPr>
          <a:xfrm>
            <a:off x="2144683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4-train-input-18-9"/>
          <p:cNvSpPr/>
          <p:nvPr/>
        </p:nvSpPr>
        <p:spPr>
          <a:xfrm>
            <a:off x="2252749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4-train-input-18-10"/>
          <p:cNvSpPr/>
          <p:nvPr/>
        </p:nvSpPr>
        <p:spPr>
          <a:xfrm>
            <a:off x="2360814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4-train-input-18-11"/>
          <p:cNvSpPr/>
          <p:nvPr/>
        </p:nvSpPr>
        <p:spPr>
          <a:xfrm>
            <a:off x="246888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4-train-input-18-12"/>
          <p:cNvSpPr/>
          <p:nvPr/>
        </p:nvSpPr>
        <p:spPr>
          <a:xfrm>
            <a:off x="2576945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4-train-input-18-13"/>
          <p:cNvSpPr/>
          <p:nvPr/>
        </p:nvSpPr>
        <p:spPr>
          <a:xfrm>
            <a:off x="268501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4-train-input-18-14"/>
          <p:cNvSpPr/>
          <p:nvPr/>
        </p:nvSpPr>
        <p:spPr>
          <a:xfrm>
            <a:off x="2793076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4-train-input-18-15"/>
          <p:cNvSpPr/>
          <p:nvPr/>
        </p:nvSpPr>
        <p:spPr>
          <a:xfrm>
            <a:off x="2901141" y="3682538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4-train-input-18-16"/>
          <p:cNvSpPr/>
          <p:nvPr/>
        </p:nvSpPr>
        <p:spPr>
          <a:xfrm>
            <a:off x="3009207" y="3682538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4-train-input-18-17"/>
          <p:cNvSpPr/>
          <p:nvPr/>
        </p:nvSpPr>
        <p:spPr>
          <a:xfrm>
            <a:off x="3117272" y="3682538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4-train-input-18-18"/>
          <p:cNvSpPr/>
          <p:nvPr/>
        </p:nvSpPr>
        <p:spPr>
          <a:xfrm>
            <a:off x="3225338" y="3682538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4-train-input-18-19"/>
          <p:cNvSpPr/>
          <p:nvPr/>
        </p:nvSpPr>
        <p:spPr>
          <a:xfrm>
            <a:off x="3333403" y="3682538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4-train-input-18-20"/>
          <p:cNvSpPr/>
          <p:nvPr/>
        </p:nvSpPr>
        <p:spPr>
          <a:xfrm>
            <a:off x="3441469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4-train-input-18-21"/>
          <p:cNvSpPr/>
          <p:nvPr/>
        </p:nvSpPr>
        <p:spPr>
          <a:xfrm>
            <a:off x="3549534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4-train-input-19-0"/>
          <p:cNvSpPr/>
          <p:nvPr/>
        </p:nvSpPr>
        <p:spPr>
          <a:xfrm>
            <a:off x="128016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4-train-input-19-1"/>
          <p:cNvSpPr/>
          <p:nvPr/>
        </p:nvSpPr>
        <p:spPr>
          <a:xfrm>
            <a:off x="1388225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4-train-input-19-2"/>
          <p:cNvSpPr/>
          <p:nvPr/>
        </p:nvSpPr>
        <p:spPr>
          <a:xfrm>
            <a:off x="149629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4-train-input-19-3"/>
          <p:cNvSpPr/>
          <p:nvPr/>
        </p:nvSpPr>
        <p:spPr>
          <a:xfrm>
            <a:off x="1604356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4-train-input-19-4"/>
          <p:cNvSpPr/>
          <p:nvPr/>
        </p:nvSpPr>
        <p:spPr>
          <a:xfrm>
            <a:off x="1712421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4-train-input-19-5"/>
          <p:cNvSpPr/>
          <p:nvPr/>
        </p:nvSpPr>
        <p:spPr>
          <a:xfrm>
            <a:off x="1820487" y="3790603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4-train-input-19-6"/>
          <p:cNvSpPr/>
          <p:nvPr/>
        </p:nvSpPr>
        <p:spPr>
          <a:xfrm>
            <a:off x="1928552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4-train-input-19-7"/>
          <p:cNvSpPr/>
          <p:nvPr/>
        </p:nvSpPr>
        <p:spPr>
          <a:xfrm>
            <a:off x="2036618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4-train-input-19-8"/>
          <p:cNvSpPr/>
          <p:nvPr/>
        </p:nvSpPr>
        <p:spPr>
          <a:xfrm>
            <a:off x="2144683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4-train-input-19-9"/>
          <p:cNvSpPr/>
          <p:nvPr/>
        </p:nvSpPr>
        <p:spPr>
          <a:xfrm>
            <a:off x="2252749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4-train-input-19-10"/>
          <p:cNvSpPr/>
          <p:nvPr/>
        </p:nvSpPr>
        <p:spPr>
          <a:xfrm>
            <a:off x="2360814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4-train-input-19-11"/>
          <p:cNvSpPr/>
          <p:nvPr/>
        </p:nvSpPr>
        <p:spPr>
          <a:xfrm>
            <a:off x="246888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4-train-input-19-12"/>
          <p:cNvSpPr/>
          <p:nvPr/>
        </p:nvSpPr>
        <p:spPr>
          <a:xfrm>
            <a:off x="2576945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4-train-input-19-13"/>
          <p:cNvSpPr/>
          <p:nvPr/>
        </p:nvSpPr>
        <p:spPr>
          <a:xfrm>
            <a:off x="268501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4-train-input-19-14"/>
          <p:cNvSpPr/>
          <p:nvPr/>
        </p:nvSpPr>
        <p:spPr>
          <a:xfrm>
            <a:off x="2793076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4-train-input-19-15"/>
          <p:cNvSpPr/>
          <p:nvPr/>
        </p:nvSpPr>
        <p:spPr>
          <a:xfrm>
            <a:off x="2901141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4-train-input-19-16"/>
          <p:cNvSpPr/>
          <p:nvPr/>
        </p:nvSpPr>
        <p:spPr>
          <a:xfrm>
            <a:off x="3009207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4-train-input-19-17"/>
          <p:cNvSpPr/>
          <p:nvPr/>
        </p:nvSpPr>
        <p:spPr>
          <a:xfrm>
            <a:off x="3117272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4-train-input-19-18"/>
          <p:cNvSpPr/>
          <p:nvPr/>
        </p:nvSpPr>
        <p:spPr>
          <a:xfrm>
            <a:off x="3225338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4-train-input-19-19"/>
          <p:cNvSpPr/>
          <p:nvPr/>
        </p:nvSpPr>
        <p:spPr>
          <a:xfrm>
            <a:off x="3333403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4-train-input-19-20"/>
          <p:cNvSpPr/>
          <p:nvPr/>
        </p:nvSpPr>
        <p:spPr>
          <a:xfrm>
            <a:off x="3441469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4-train-input-19-21"/>
          <p:cNvSpPr/>
          <p:nvPr/>
        </p:nvSpPr>
        <p:spPr>
          <a:xfrm>
            <a:off x="3549534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4-train-input-20-0"/>
          <p:cNvSpPr/>
          <p:nvPr/>
        </p:nvSpPr>
        <p:spPr>
          <a:xfrm>
            <a:off x="128016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4-train-input-20-1"/>
          <p:cNvSpPr/>
          <p:nvPr/>
        </p:nvSpPr>
        <p:spPr>
          <a:xfrm>
            <a:off x="1388225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4-train-input-20-2"/>
          <p:cNvSpPr/>
          <p:nvPr/>
        </p:nvSpPr>
        <p:spPr>
          <a:xfrm>
            <a:off x="149629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4-train-input-20-3"/>
          <p:cNvSpPr/>
          <p:nvPr/>
        </p:nvSpPr>
        <p:spPr>
          <a:xfrm>
            <a:off x="160435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4-train-input-20-4"/>
          <p:cNvSpPr/>
          <p:nvPr/>
        </p:nvSpPr>
        <p:spPr>
          <a:xfrm>
            <a:off x="171242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4-train-input-20-5"/>
          <p:cNvSpPr/>
          <p:nvPr/>
        </p:nvSpPr>
        <p:spPr>
          <a:xfrm>
            <a:off x="1820487" y="3898669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4-train-input-20-6"/>
          <p:cNvSpPr/>
          <p:nvPr/>
        </p:nvSpPr>
        <p:spPr>
          <a:xfrm>
            <a:off x="1928552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4-train-input-20-7"/>
          <p:cNvSpPr/>
          <p:nvPr/>
        </p:nvSpPr>
        <p:spPr>
          <a:xfrm>
            <a:off x="2036618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4-train-input-20-8"/>
          <p:cNvSpPr/>
          <p:nvPr/>
        </p:nvSpPr>
        <p:spPr>
          <a:xfrm>
            <a:off x="2144683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4-train-input-20-9"/>
          <p:cNvSpPr/>
          <p:nvPr/>
        </p:nvSpPr>
        <p:spPr>
          <a:xfrm>
            <a:off x="2252749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4-train-input-20-10"/>
          <p:cNvSpPr/>
          <p:nvPr/>
        </p:nvSpPr>
        <p:spPr>
          <a:xfrm>
            <a:off x="2360814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4-train-input-20-11"/>
          <p:cNvSpPr/>
          <p:nvPr/>
        </p:nvSpPr>
        <p:spPr>
          <a:xfrm>
            <a:off x="246888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4-train-input-20-12"/>
          <p:cNvSpPr/>
          <p:nvPr/>
        </p:nvSpPr>
        <p:spPr>
          <a:xfrm>
            <a:off x="2576945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4-train-input-20-13"/>
          <p:cNvSpPr/>
          <p:nvPr/>
        </p:nvSpPr>
        <p:spPr>
          <a:xfrm>
            <a:off x="268501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4-train-input-20-14"/>
          <p:cNvSpPr/>
          <p:nvPr/>
        </p:nvSpPr>
        <p:spPr>
          <a:xfrm>
            <a:off x="279307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4-train-input-20-15"/>
          <p:cNvSpPr/>
          <p:nvPr/>
        </p:nvSpPr>
        <p:spPr>
          <a:xfrm>
            <a:off x="290114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4-train-input-20-16"/>
          <p:cNvSpPr/>
          <p:nvPr/>
        </p:nvSpPr>
        <p:spPr>
          <a:xfrm>
            <a:off x="3009207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4-train-input-20-17"/>
          <p:cNvSpPr/>
          <p:nvPr/>
        </p:nvSpPr>
        <p:spPr>
          <a:xfrm>
            <a:off x="3117272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4-train-input-20-18"/>
          <p:cNvSpPr/>
          <p:nvPr/>
        </p:nvSpPr>
        <p:spPr>
          <a:xfrm>
            <a:off x="3225338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4-train-input-20-19"/>
          <p:cNvSpPr/>
          <p:nvPr/>
        </p:nvSpPr>
        <p:spPr>
          <a:xfrm>
            <a:off x="3333403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4-train-input-20-20"/>
          <p:cNvSpPr/>
          <p:nvPr/>
        </p:nvSpPr>
        <p:spPr>
          <a:xfrm>
            <a:off x="3441469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4-train-input-20-21"/>
          <p:cNvSpPr/>
          <p:nvPr/>
        </p:nvSpPr>
        <p:spPr>
          <a:xfrm>
            <a:off x="3549534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4-train-input-21-0"/>
          <p:cNvSpPr/>
          <p:nvPr/>
        </p:nvSpPr>
        <p:spPr>
          <a:xfrm>
            <a:off x="128016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4-train-input-21-1"/>
          <p:cNvSpPr/>
          <p:nvPr/>
        </p:nvSpPr>
        <p:spPr>
          <a:xfrm>
            <a:off x="138822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4-train-input-21-2"/>
          <p:cNvSpPr/>
          <p:nvPr/>
        </p:nvSpPr>
        <p:spPr>
          <a:xfrm>
            <a:off x="149629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4-train-input-21-3"/>
          <p:cNvSpPr/>
          <p:nvPr/>
        </p:nvSpPr>
        <p:spPr>
          <a:xfrm>
            <a:off x="160435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4-train-input-21-4"/>
          <p:cNvSpPr/>
          <p:nvPr/>
        </p:nvSpPr>
        <p:spPr>
          <a:xfrm>
            <a:off x="171242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4-train-input-21-5"/>
          <p:cNvSpPr/>
          <p:nvPr/>
        </p:nvSpPr>
        <p:spPr>
          <a:xfrm>
            <a:off x="182048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4-train-input-21-6"/>
          <p:cNvSpPr/>
          <p:nvPr/>
        </p:nvSpPr>
        <p:spPr>
          <a:xfrm>
            <a:off x="192855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4-train-input-21-7"/>
          <p:cNvSpPr/>
          <p:nvPr/>
        </p:nvSpPr>
        <p:spPr>
          <a:xfrm>
            <a:off x="203661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4-train-input-21-8"/>
          <p:cNvSpPr/>
          <p:nvPr/>
        </p:nvSpPr>
        <p:spPr>
          <a:xfrm>
            <a:off x="214468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4-train-input-21-9"/>
          <p:cNvSpPr/>
          <p:nvPr/>
        </p:nvSpPr>
        <p:spPr>
          <a:xfrm>
            <a:off x="225274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4-train-input-21-10"/>
          <p:cNvSpPr/>
          <p:nvPr/>
        </p:nvSpPr>
        <p:spPr>
          <a:xfrm>
            <a:off x="236081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4-train-input-21-11"/>
          <p:cNvSpPr/>
          <p:nvPr/>
        </p:nvSpPr>
        <p:spPr>
          <a:xfrm>
            <a:off x="246888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4-train-input-21-12"/>
          <p:cNvSpPr/>
          <p:nvPr/>
        </p:nvSpPr>
        <p:spPr>
          <a:xfrm>
            <a:off x="257694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4-train-input-21-13"/>
          <p:cNvSpPr/>
          <p:nvPr/>
        </p:nvSpPr>
        <p:spPr>
          <a:xfrm>
            <a:off x="268501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4-train-input-21-14"/>
          <p:cNvSpPr/>
          <p:nvPr/>
        </p:nvSpPr>
        <p:spPr>
          <a:xfrm>
            <a:off x="279307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4-train-input-21-15"/>
          <p:cNvSpPr/>
          <p:nvPr/>
        </p:nvSpPr>
        <p:spPr>
          <a:xfrm>
            <a:off x="290114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4-train-input-21-16"/>
          <p:cNvSpPr/>
          <p:nvPr/>
        </p:nvSpPr>
        <p:spPr>
          <a:xfrm>
            <a:off x="300920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4-train-input-21-17"/>
          <p:cNvSpPr/>
          <p:nvPr/>
        </p:nvSpPr>
        <p:spPr>
          <a:xfrm>
            <a:off x="311727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4-train-input-21-18"/>
          <p:cNvSpPr/>
          <p:nvPr/>
        </p:nvSpPr>
        <p:spPr>
          <a:xfrm>
            <a:off x="322533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4-train-input-21-19"/>
          <p:cNvSpPr/>
          <p:nvPr/>
        </p:nvSpPr>
        <p:spPr>
          <a:xfrm>
            <a:off x="333340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4-train-input-21-20"/>
          <p:cNvSpPr/>
          <p:nvPr/>
        </p:nvSpPr>
        <p:spPr>
          <a:xfrm>
            <a:off x="344146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4-train-input-21-21"/>
          <p:cNvSpPr/>
          <p:nvPr/>
        </p:nvSpPr>
        <p:spPr>
          <a:xfrm>
            <a:off x="354953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4-train-output-0-0"/>
          <p:cNvSpPr/>
          <p:nvPr/>
        </p:nvSpPr>
        <p:spPr>
          <a:xfrm>
            <a:off x="539496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4-train-output-0-1"/>
          <p:cNvSpPr/>
          <p:nvPr/>
        </p:nvSpPr>
        <p:spPr>
          <a:xfrm>
            <a:off x="550302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4-train-output-0-2"/>
          <p:cNvSpPr/>
          <p:nvPr/>
        </p:nvSpPr>
        <p:spPr>
          <a:xfrm>
            <a:off x="561109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4-train-output-0-3"/>
          <p:cNvSpPr/>
          <p:nvPr/>
        </p:nvSpPr>
        <p:spPr>
          <a:xfrm>
            <a:off x="571915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4-train-output-0-4"/>
          <p:cNvSpPr/>
          <p:nvPr/>
        </p:nvSpPr>
        <p:spPr>
          <a:xfrm>
            <a:off x="5827221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4-train-output-0-5"/>
          <p:cNvSpPr/>
          <p:nvPr/>
        </p:nvSpPr>
        <p:spPr>
          <a:xfrm>
            <a:off x="593528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4-train-output-0-6"/>
          <p:cNvSpPr/>
          <p:nvPr/>
        </p:nvSpPr>
        <p:spPr>
          <a:xfrm>
            <a:off x="604335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4-train-output-0-7"/>
          <p:cNvSpPr/>
          <p:nvPr/>
        </p:nvSpPr>
        <p:spPr>
          <a:xfrm>
            <a:off x="615141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4-train-output-0-8"/>
          <p:cNvSpPr/>
          <p:nvPr/>
        </p:nvSpPr>
        <p:spPr>
          <a:xfrm>
            <a:off x="6259483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4-train-output-0-9"/>
          <p:cNvSpPr/>
          <p:nvPr/>
        </p:nvSpPr>
        <p:spPr>
          <a:xfrm>
            <a:off x="636754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4-train-output-0-10"/>
          <p:cNvSpPr/>
          <p:nvPr/>
        </p:nvSpPr>
        <p:spPr>
          <a:xfrm>
            <a:off x="647561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4-train-output-0-11"/>
          <p:cNvSpPr/>
          <p:nvPr/>
        </p:nvSpPr>
        <p:spPr>
          <a:xfrm>
            <a:off x="658368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4-train-output-0-12"/>
          <p:cNvSpPr/>
          <p:nvPr/>
        </p:nvSpPr>
        <p:spPr>
          <a:xfrm>
            <a:off x="6691745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4-train-output-0-13"/>
          <p:cNvSpPr/>
          <p:nvPr/>
        </p:nvSpPr>
        <p:spPr>
          <a:xfrm>
            <a:off x="6799810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4-train-output-0-14"/>
          <p:cNvSpPr/>
          <p:nvPr/>
        </p:nvSpPr>
        <p:spPr>
          <a:xfrm>
            <a:off x="6907876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4-train-output-0-15"/>
          <p:cNvSpPr/>
          <p:nvPr/>
        </p:nvSpPr>
        <p:spPr>
          <a:xfrm>
            <a:off x="7015941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4-train-output-0-16"/>
          <p:cNvSpPr/>
          <p:nvPr/>
        </p:nvSpPr>
        <p:spPr>
          <a:xfrm>
            <a:off x="7124007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4-train-output-0-17"/>
          <p:cNvSpPr/>
          <p:nvPr/>
        </p:nvSpPr>
        <p:spPr>
          <a:xfrm>
            <a:off x="7232072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4-train-output-0-18"/>
          <p:cNvSpPr/>
          <p:nvPr/>
        </p:nvSpPr>
        <p:spPr>
          <a:xfrm>
            <a:off x="7340138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4-train-output-0-19"/>
          <p:cNvSpPr/>
          <p:nvPr/>
        </p:nvSpPr>
        <p:spPr>
          <a:xfrm>
            <a:off x="7448203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4-train-output-0-20"/>
          <p:cNvSpPr/>
          <p:nvPr/>
        </p:nvSpPr>
        <p:spPr>
          <a:xfrm>
            <a:off x="7556269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4-train-output-0-21"/>
          <p:cNvSpPr/>
          <p:nvPr/>
        </p:nvSpPr>
        <p:spPr>
          <a:xfrm>
            <a:off x="7664334" y="173736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4-train-output-1-0"/>
          <p:cNvSpPr/>
          <p:nvPr/>
        </p:nvSpPr>
        <p:spPr>
          <a:xfrm>
            <a:off x="539496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4-train-output-1-1"/>
          <p:cNvSpPr/>
          <p:nvPr/>
        </p:nvSpPr>
        <p:spPr>
          <a:xfrm>
            <a:off x="5503025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grid-4-train-output-1-2"/>
          <p:cNvSpPr/>
          <p:nvPr/>
        </p:nvSpPr>
        <p:spPr>
          <a:xfrm>
            <a:off x="561109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grid-4-train-output-1-3"/>
          <p:cNvSpPr/>
          <p:nvPr/>
        </p:nvSpPr>
        <p:spPr>
          <a:xfrm>
            <a:off x="5719156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grid-4-train-output-1-4"/>
          <p:cNvSpPr/>
          <p:nvPr/>
        </p:nvSpPr>
        <p:spPr>
          <a:xfrm>
            <a:off x="5827221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grid-4-train-output-1-5"/>
          <p:cNvSpPr/>
          <p:nvPr/>
        </p:nvSpPr>
        <p:spPr>
          <a:xfrm>
            <a:off x="5935287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grid-4-train-output-1-6"/>
          <p:cNvSpPr/>
          <p:nvPr/>
        </p:nvSpPr>
        <p:spPr>
          <a:xfrm>
            <a:off x="6043352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grid-4-train-output-1-7"/>
          <p:cNvSpPr/>
          <p:nvPr/>
        </p:nvSpPr>
        <p:spPr>
          <a:xfrm>
            <a:off x="6151418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grid-4-train-output-1-8"/>
          <p:cNvSpPr/>
          <p:nvPr/>
        </p:nvSpPr>
        <p:spPr>
          <a:xfrm>
            <a:off x="6259483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grid-4-train-output-1-9"/>
          <p:cNvSpPr/>
          <p:nvPr/>
        </p:nvSpPr>
        <p:spPr>
          <a:xfrm>
            <a:off x="636754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grid-4-train-output-1-10"/>
          <p:cNvSpPr/>
          <p:nvPr/>
        </p:nvSpPr>
        <p:spPr>
          <a:xfrm>
            <a:off x="647561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grid-4-train-output-1-11"/>
          <p:cNvSpPr/>
          <p:nvPr/>
        </p:nvSpPr>
        <p:spPr>
          <a:xfrm>
            <a:off x="658368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grid-4-train-output-1-12"/>
          <p:cNvSpPr/>
          <p:nvPr/>
        </p:nvSpPr>
        <p:spPr>
          <a:xfrm>
            <a:off x="6691745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grid-4-train-output-1-13"/>
          <p:cNvSpPr/>
          <p:nvPr/>
        </p:nvSpPr>
        <p:spPr>
          <a:xfrm>
            <a:off x="6799810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grid-4-train-output-1-14"/>
          <p:cNvSpPr/>
          <p:nvPr/>
        </p:nvSpPr>
        <p:spPr>
          <a:xfrm>
            <a:off x="6907876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grid-4-train-output-1-15"/>
          <p:cNvSpPr/>
          <p:nvPr/>
        </p:nvSpPr>
        <p:spPr>
          <a:xfrm>
            <a:off x="7015941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grid-4-train-output-1-16"/>
          <p:cNvSpPr/>
          <p:nvPr/>
        </p:nvSpPr>
        <p:spPr>
          <a:xfrm>
            <a:off x="7124007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grid-4-train-output-1-17"/>
          <p:cNvSpPr/>
          <p:nvPr/>
        </p:nvSpPr>
        <p:spPr>
          <a:xfrm>
            <a:off x="7232072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grid-4-train-output-1-18"/>
          <p:cNvSpPr/>
          <p:nvPr/>
        </p:nvSpPr>
        <p:spPr>
          <a:xfrm>
            <a:off x="7340138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grid-4-train-output-1-19"/>
          <p:cNvSpPr/>
          <p:nvPr/>
        </p:nvSpPr>
        <p:spPr>
          <a:xfrm>
            <a:off x="7448203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grid-4-train-output-1-20"/>
          <p:cNvSpPr/>
          <p:nvPr/>
        </p:nvSpPr>
        <p:spPr>
          <a:xfrm>
            <a:off x="7556269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grid-4-train-output-1-21"/>
          <p:cNvSpPr/>
          <p:nvPr/>
        </p:nvSpPr>
        <p:spPr>
          <a:xfrm>
            <a:off x="7664334" y="184542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grid-4-train-output-2-0"/>
          <p:cNvSpPr/>
          <p:nvPr/>
        </p:nvSpPr>
        <p:spPr>
          <a:xfrm>
            <a:off x="539496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grid-4-train-output-2-1"/>
          <p:cNvSpPr/>
          <p:nvPr/>
        </p:nvSpPr>
        <p:spPr>
          <a:xfrm>
            <a:off x="5503025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grid-4-train-output-2-2"/>
          <p:cNvSpPr/>
          <p:nvPr/>
        </p:nvSpPr>
        <p:spPr>
          <a:xfrm>
            <a:off x="561109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grid-4-train-output-2-3"/>
          <p:cNvSpPr/>
          <p:nvPr/>
        </p:nvSpPr>
        <p:spPr>
          <a:xfrm>
            <a:off x="5719156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grid-4-train-output-2-4"/>
          <p:cNvSpPr/>
          <p:nvPr/>
        </p:nvSpPr>
        <p:spPr>
          <a:xfrm>
            <a:off x="5827221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grid-4-train-output-2-5"/>
          <p:cNvSpPr/>
          <p:nvPr/>
        </p:nvSpPr>
        <p:spPr>
          <a:xfrm>
            <a:off x="5935287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grid-4-train-output-2-6"/>
          <p:cNvSpPr/>
          <p:nvPr/>
        </p:nvSpPr>
        <p:spPr>
          <a:xfrm>
            <a:off x="6043352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grid-4-train-output-2-7"/>
          <p:cNvSpPr/>
          <p:nvPr/>
        </p:nvSpPr>
        <p:spPr>
          <a:xfrm>
            <a:off x="6151418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grid-4-train-output-2-8"/>
          <p:cNvSpPr/>
          <p:nvPr/>
        </p:nvSpPr>
        <p:spPr>
          <a:xfrm>
            <a:off x="6259483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grid-4-train-output-2-9"/>
          <p:cNvSpPr/>
          <p:nvPr/>
        </p:nvSpPr>
        <p:spPr>
          <a:xfrm>
            <a:off x="6367549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grid-4-train-output-2-10"/>
          <p:cNvSpPr/>
          <p:nvPr/>
        </p:nvSpPr>
        <p:spPr>
          <a:xfrm>
            <a:off x="6475614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grid-4-train-output-2-11"/>
          <p:cNvSpPr/>
          <p:nvPr/>
        </p:nvSpPr>
        <p:spPr>
          <a:xfrm>
            <a:off x="658368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grid-4-train-output-2-12"/>
          <p:cNvSpPr/>
          <p:nvPr/>
        </p:nvSpPr>
        <p:spPr>
          <a:xfrm>
            <a:off x="6691745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grid-4-train-output-2-13"/>
          <p:cNvSpPr/>
          <p:nvPr/>
        </p:nvSpPr>
        <p:spPr>
          <a:xfrm>
            <a:off x="6799810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grid-4-train-output-2-14"/>
          <p:cNvSpPr/>
          <p:nvPr/>
        </p:nvSpPr>
        <p:spPr>
          <a:xfrm>
            <a:off x="6907876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grid-4-train-output-2-15"/>
          <p:cNvSpPr/>
          <p:nvPr/>
        </p:nvSpPr>
        <p:spPr>
          <a:xfrm>
            <a:off x="7015941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grid-4-train-output-2-16"/>
          <p:cNvSpPr/>
          <p:nvPr/>
        </p:nvSpPr>
        <p:spPr>
          <a:xfrm>
            <a:off x="7124007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grid-4-train-output-2-17"/>
          <p:cNvSpPr/>
          <p:nvPr/>
        </p:nvSpPr>
        <p:spPr>
          <a:xfrm>
            <a:off x="7232072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grid-4-train-output-2-18"/>
          <p:cNvSpPr/>
          <p:nvPr/>
        </p:nvSpPr>
        <p:spPr>
          <a:xfrm>
            <a:off x="7340138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grid-4-train-output-2-19"/>
          <p:cNvSpPr/>
          <p:nvPr/>
        </p:nvSpPr>
        <p:spPr>
          <a:xfrm>
            <a:off x="7448203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grid-4-train-output-2-20"/>
          <p:cNvSpPr/>
          <p:nvPr/>
        </p:nvSpPr>
        <p:spPr>
          <a:xfrm>
            <a:off x="7556269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grid-4-train-output-2-21"/>
          <p:cNvSpPr/>
          <p:nvPr/>
        </p:nvSpPr>
        <p:spPr>
          <a:xfrm>
            <a:off x="7664334" y="195349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grid-4-train-output-3-0"/>
          <p:cNvSpPr/>
          <p:nvPr/>
        </p:nvSpPr>
        <p:spPr>
          <a:xfrm>
            <a:off x="539496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grid-4-train-output-3-1"/>
          <p:cNvSpPr/>
          <p:nvPr/>
        </p:nvSpPr>
        <p:spPr>
          <a:xfrm>
            <a:off x="5503025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grid-4-train-output-3-2"/>
          <p:cNvSpPr/>
          <p:nvPr/>
        </p:nvSpPr>
        <p:spPr>
          <a:xfrm>
            <a:off x="561109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grid-4-train-output-3-3"/>
          <p:cNvSpPr/>
          <p:nvPr/>
        </p:nvSpPr>
        <p:spPr>
          <a:xfrm>
            <a:off x="5719156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grid-4-train-output-3-4"/>
          <p:cNvSpPr/>
          <p:nvPr/>
        </p:nvSpPr>
        <p:spPr>
          <a:xfrm>
            <a:off x="5827221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grid-4-train-output-3-5"/>
          <p:cNvSpPr/>
          <p:nvPr/>
        </p:nvSpPr>
        <p:spPr>
          <a:xfrm>
            <a:off x="5935287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grid-4-train-output-3-6"/>
          <p:cNvSpPr/>
          <p:nvPr/>
        </p:nvSpPr>
        <p:spPr>
          <a:xfrm>
            <a:off x="6043352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grid-4-train-output-3-7"/>
          <p:cNvSpPr/>
          <p:nvPr/>
        </p:nvSpPr>
        <p:spPr>
          <a:xfrm>
            <a:off x="6151418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grid-4-train-output-3-8"/>
          <p:cNvSpPr/>
          <p:nvPr/>
        </p:nvSpPr>
        <p:spPr>
          <a:xfrm>
            <a:off x="6259483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grid-4-train-output-3-9"/>
          <p:cNvSpPr/>
          <p:nvPr/>
        </p:nvSpPr>
        <p:spPr>
          <a:xfrm>
            <a:off x="6367549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grid-4-train-output-3-10"/>
          <p:cNvSpPr/>
          <p:nvPr/>
        </p:nvSpPr>
        <p:spPr>
          <a:xfrm>
            <a:off x="6475614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grid-4-train-output-3-11"/>
          <p:cNvSpPr/>
          <p:nvPr/>
        </p:nvSpPr>
        <p:spPr>
          <a:xfrm>
            <a:off x="658368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grid-4-train-output-3-12"/>
          <p:cNvSpPr/>
          <p:nvPr/>
        </p:nvSpPr>
        <p:spPr>
          <a:xfrm>
            <a:off x="6691745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grid-4-train-output-3-13"/>
          <p:cNvSpPr/>
          <p:nvPr/>
        </p:nvSpPr>
        <p:spPr>
          <a:xfrm>
            <a:off x="6799810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grid-4-train-output-3-14"/>
          <p:cNvSpPr/>
          <p:nvPr/>
        </p:nvSpPr>
        <p:spPr>
          <a:xfrm>
            <a:off x="6907876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grid-4-train-output-3-15"/>
          <p:cNvSpPr/>
          <p:nvPr/>
        </p:nvSpPr>
        <p:spPr>
          <a:xfrm>
            <a:off x="7015941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grid-4-train-output-3-16"/>
          <p:cNvSpPr/>
          <p:nvPr/>
        </p:nvSpPr>
        <p:spPr>
          <a:xfrm>
            <a:off x="7124007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grid-4-train-output-3-17"/>
          <p:cNvSpPr/>
          <p:nvPr/>
        </p:nvSpPr>
        <p:spPr>
          <a:xfrm>
            <a:off x="7232072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grid-4-train-output-3-18"/>
          <p:cNvSpPr/>
          <p:nvPr/>
        </p:nvSpPr>
        <p:spPr>
          <a:xfrm>
            <a:off x="7340138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grid-4-train-output-3-19"/>
          <p:cNvSpPr/>
          <p:nvPr/>
        </p:nvSpPr>
        <p:spPr>
          <a:xfrm>
            <a:off x="7448203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grid-4-train-output-3-20"/>
          <p:cNvSpPr/>
          <p:nvPr/>
        </p:nvSpPr>
        <p:spPr>
          <a:xfrm>
            <a:off x="7556269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grid-4-train-output-3-21"/>
          <p:cNvSpPr/>
          <p:nvPr/>
        </p:nvSpPr>
        <p:spPr>
          <a:xfrm>
            <a:off x="7664334" y="206155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grid-4-train-output-4-0"/>
          <p:cNvSpPr/>
          <p:nvPr/>
        </p:nvSpPr>
        <p:spPr>
          <a:xfrm>
            <a:off x="539496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grid-4-train-output-4-1"/>
          <p:cNvSpPr/>
          <p:nvPr/>
        </p:nvSpPr>
        <p:spPr>
          <a:xfrm>
            <a:off x="5503025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grid-4-train-output-4-2"/>
          <p:cNvSpPr/>
          <p:nvPr/>
        </p:nvSpPr>
        <p:spPr>
          <a:xfrm>
            <a:off x="561109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grid-4-train-output-4-3"/>
          <p:cNvSpPr/>
          <p:nvPr/>
        </p:nvSpPr>
        <p:spPr>
          <a:xfrm>
            <a:off x="5719156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grid-4-train-output-4-4"/>
          <p:cNvSpPr/>
          <p:nvPr/>
        </p:nvSpPr>
        <p:spPr>
          <a:xfrm>
            <a:off x="5827221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grid-4-train-output-4-5"/>
          <p:cNvSpPr/>
          <p:nvPr/>
        </p:nvSpPr>
        <p:spPr>
          <a:xfrm>
            <a:off x="5935287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grid-4-train-output-4-6"/>
          <p:cNvSpPr/>
          <p:nvPr/>
        </p:nvSpPr>
        <p:spPr>
          <a:xfrm>
            <a:off x="6043352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grid-4-train-output-4-7"/>
          <p:cNvSpPr/>
          <p:nvPr/>
        </p:nvSpPr>
        <p:spPr>
          <a:xfrm>
            <a:off x="6151418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grid-4-train-output-4-8"/>
          <p:cNvSpPr/>
          <p:nvPr/>
        </p:nvSpPr>
        <p:spPr>
          <a:xfrm>
            <a:off x="6259483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grid-4-train-output-4-9"/>
          <p:cNvSpPr/>
          <p:nvPr/>
        </p:nvSpPr>
        <p:spPr>
          <a:xfrm>
            <a:off x="6367549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grid-4-train-output-4-10"/>
          <p:cNvSpPr/>
          <p:nvPr/>
        </p:nvSpPr>
        <p:spPr>
          <a:xfrm>
            <a:off x="6475614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grid-4-train-output-4-11"/>
          <p:cNvSpPr/>
          <p:nvPr/>
        </p:nvSpPr>
        <p:spPr>
          <a:xfrm>
            <a:off x="6583680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grid-4-train-output-4-12"/>
          <p:cNvSpPr/>
          <p:nvPr/>
        </p:nvSpPr>
        <p:spPr>
          <a:xfrm>
            <a:off x="6691745" y="2169621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grid-4-train-output-4-13"/>
          <p:cNvSpPr/>
          <p:nvPr/>
        </p:nvSpPr>
        <p:spPr>
          <a:xfrm>
            <a:off x="6799810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grid-4-train-output-4-14"/>
          <p:cNvSpPr/>
          <p:nvPr/>
        </p:nvSpPr>
        <p:spPr>
          <a:xfrm>
            <a:off x="6907876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id-4-train-output-4-15"/>
          <p:cNvSpPr/>
          <p:nvPr/>
        </p:nvSpPr>
        <p:spPr>
          <a:xfrm>
            <a:off x="7015941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grid-4-train-output-4-16"/>
          <p:cNvSpPr/>
          <p:nvPr/>
        </p:nvSpPr>
        <p:spPr>
          <a:xfrm>
            <a:off x="7124007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id-4-train-output-4-17"/>
          <p:cNvSpPr/>
          <p:nvPr/>
        </p:nvSpPr>
        <p:spPr>
          <a:xfrm>
            <a:off x="7232072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grid-4-train-output-4-18"/>
          <p:cNvSpPr/>
          <p:nvPr/>
        </p:nvSpPr>
        <p:spPr>
          <a:xfrm>
            <a:off x="7340138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grid-4-train-output-4-19"/>
          <p:cNvSpPr/>
          <p:nvPr/>
        </p:nvSpPr>
        <p:spPr>
          <a:xfrm>
            <a:off x="7448203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grid-4-train-output-4-20"/>
          <p:cNvSpPr/>
          <p:nvPr/>
        </p:nvSpPr>
        <p:spPr>
          <a:xfrm>
            <a:off x="7556269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id-4-train-output-4-21"/>
          <p:cNvSpPr/>
          <p:nvPr/>
        </p:nvSpPr>
        <p:spPr>
          <a:xfrm>
            <a:off x="7664334" y="216962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grid-4-train-output-5-0"/>
          <p:cNvSpPr/>
          <p:nvPr/>
        </p:nvSpPr>
        <p:spPr>
          <a:xfrm>
            <a:off x="539496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grid-4-train-output-5-1"/>
          <p:cNvSpPr/>
          <p:nvPr/>
        </p:nvSpPr>
        <p:spPr>
          <a:xfrm>
            <a:off x="5503025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grid-4-train-output-5-2"/>
          <p:cNvSpPr/>
          <p:nvPr/>
        </p:nvSpPr>
        <p:spPr>
          <a:xfrm>
            <a:off x="561109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id-4-train-output-5-3"/>
          <p:cNvSpPr/>
          <p:nvPr/>
        </p:nvSpPr>
        <p:spPr>
          <a:xfrm>
            <a:off x="5719156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grid-4-train-output-5-4"/>
          <p:cNvSpPr/>
          <p:nvPr/>
        </p:nvSpPr>
        <p:spPr>
          <a:xfrm>
            <a:off x="5827221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grid-4-train-output-5-5"/>
          <p:cNvSpPr/>
          <p:nvPr/>
        </p:nvSpPr>
        <p:spPr>
          <a:xfrm>
            <a:off x="5935287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grid-4-train-output-5-6"/>
          <p:cNvSpPr/>
          <p:nvPr/>
        </p:nvSpPr>
        <p:spPr>
          <a:xfrm>
            <a:off x="6043352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id-4-train-output-5-7"/>
          <p:cNvSpPr/>
          <p:nvPr/>
        </p:nvSpPr>
        <p:spPr>
          <a:xfrm>
            <a:off x="6151418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grid-4-train-output-5-8"/>
          <p:cNvSpPr/>
          <p:nvPr/>
        </p:nvSpPr>
        <p:spPr>
          <a:xfrm>
            <a:off x="6259483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grid-4-train-output-5-9"/>
          <p:cNvSpPr/>
          <p:nvPr/>
        </p:nvSpPr>
        <p:spPr>
          <a:xfrm>
            <a:off x="6367549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grid-4-train-output-5-10"/>
          <p:cNvSpPr/>
          <p:nvPr/>
        </p:nvSpPr>
        <p:spPr>
          <a:xfrm>
            <a:off x="6475614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id-4-train-output-5-11"/>
          <p:cNvSpPr/>
          <p:nvPr/>
        </p:nvSpPr>
        <p:spPr>
          <a:xfrm>
            <a:off x="658368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grid-4-train-output-5-12"/>
          <p:cNvSpPr/>
          <p:nvPr/>
        </p:nvSpPr>
        <p:spPr>
          <a:xfrm>
            <a:off x="6691745" y="2277687"/>
            <a:ext cx="108065" cy="108065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grid-4-train-output-5-13"/>
          <p:cNvSpPr/>
          <p:nvPr/>
        </p:nvSpPr>
        <p:spPr>
          <a:xfrm>
            <a:off x="6799810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grid-4-train-output-5-14"/>
          <p:cNvSpPr/>
          <p:nvPr/>
        </p:nvSpPr>
        <p:spPr>
          <a:xfrm>
            <a:off x="6907876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grid-4-train-output-5-15"/>
          <p:cNvSpPr/>
          <p:nvPr/>
        </p:nvSpPr>
        <p:spPr>
          <a:xfrm>
            <a:off x="7015941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grid-4-train-output-5-16"/>
          <p:cNvSpPr/>
          <p:nvPr/>
        </p:nvSpPr>
        <p:spPr>
          <a:xfrm>
            <a:off x="7124007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grid-4-train-output-5-17"/>
          <p:cNvSpPr/>
          <p:nvPr/>
        </p:nvSpPr>
        <p:spPr>
          <a:xfrm>
            <a:off x="7232072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grid-4-train-output-5-18"/>
          <p:cNvSpPr/>
          <p:nvPr/>
        </p:nvSpPr>
        <p:spPr>
          <a:xfrm>
            <a:off x="7340138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grid-4-train-output-5-19"/>
          <p:cNvSpPr/>
          <p:nvPr/>
        </p:nvSpPr>
        <p:spPr>
          <a:xfrm>
            <a:off x="7448203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grid-4-train-output-5-20"/>
          <p:cNvSpPr/>
          <p:nvPr/>
        </p:nvSpPr>
        <p:spPr>
          <a:xfrm>
            <a:off x="7556269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grid-4-train-output-5-21"/>
          <p:cNvSpPr/>
          <p:nvPr/>
        </p:nvSpPr>
        <p:spPr>
          <a:xfrm>
            <a:off x="7664334" y="227768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grid-4-train-output-6-0"/>
          <p:cNvSpPr/>
          <p:nvPr/>
        </p:nvSpPr>
        <p:spPr>
          <a:xfrm>
            <a:off x="539496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grid-4-train-output-6-1"/>
          <p:cNvSpPr/>
          <p:nvPr/>
        </p:nvSpPr>
        <p:spPr>
          <a:xfrm>
            <a:off x="5503025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grid-4-train-output-6-2"/>
          <p:cNvSpPr/>
          <p:nvPr/>
        </p:nvSpPr>
        <p:spPr>
          <a:xfrm>
            <a:off x="561109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grid-4-train-output-6-3"/>
          <p:cNvSpPr/>
          <p:nvPr/>
        </p:nvSpPr>
        <p:spPr>
          <a:xfrm>
            <a:off x="571915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grid-4-train-output-6-4"/>
          <p:cNvSpPr/>
          <p:nvPr/>
        </p:nvSpPr>
        <p:spPr>
          <a:xfrm>
            <a:off x="5827221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grid-4-train-output-6-5"/>
          <p:cNvSpPr/>
          <p:nvPr/>
        </p:nvSpPr>
        <p:spPr>
          <a:xfrm>
            <a:off x="5935287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grid-4-train-output-6-6"/>
          <p:cNvSpPr/>
          <p:nvPr/>
        </p:nvSpPr>
        <p:spPr>
          <a:xfrm>
            <a:off x="6043352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grid-4-train-output-6-7"/>
          <p:cNvSpPr/>
          <p:nvPr/>
        </p:nvSpPr>
        <p:spPr>
          <a:xfrm>
            <a:off x="6151418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grid-4-train-output-6-8"/>
          <p:cNvSpPr/>
          <p:nvPr/>
        </p:nvSpPr>
        <p:spPr>
          <a:xfrm>
            <a:off x="6259483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grid-4-train-output-6-9"/>
          <p:cNvSpPr/>
          <p:nvPr/>
        </p:nvSpPr>
        <p:spPr>
          <a:xfrm>
            <a:off x="6367549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grid-4-train-output-6-10"/>
          <p:cNvSpPr/>
          <p:nvPr/>
        </p:nvSpPr>
        <p:spPr>
          <a:xfrm>
            <a:off x="6475614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grid-4-train-output-6-11"/>
          <p:cNvSpPr/>
          <p:nvPr/>
        </p:nvSpPr>
        <p:spPr>
          <a:xfrm>
            <a:off x="658368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grid-4-train-output-6-12"/>
          <p:cNvSpPr/>
          <p:nvPr/>
        </p:nvSpPr>
        <p:spPr>
          <a:xfrm>
            <a:off x="6691745" y="2385752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grid-4-train-output-6-13"/>
          <p:cNvSpPr/>
          <p:nvPr/>
        </p:nvSpPr>
        <p:spPr>
          <a:xfrm>
            <a:off x="6799810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grid-4-train-output-6-14"/>
          <p:cNvSpPr/>
          <p:nvPr/>
        </p:nvSpPr>
        <p:spPr>
          <a:xfrm>
            <a:off x="6907876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grid-4-train-output-6-15"/>
          <p:cNvSpPr/>
          <p:nvPr/>
        </p:nvSpPr>
        <p:spPr>
          <a:xfrm>
            <a:off x="7015941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grid-4-train-output-6-16"/>
          <p:cNvSpPr/>
          <p:nvPr/>
        </p:nvSpPr>
        <p:spPr>
          <a:xfrm>
            <a:off x="7124007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grid-4-train-output-6-17"/>
          <p:cNvSpPr/>
          <p:nvPr/>
        </p:nvSpPr>
        <p:spPr>
          <a:xfrm>
            <a:off x="7232072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grid-4-train-output-6-18"/>
          <p:cNvSpPr/>
          <p:nvPr/>
        </p:nvSpPr>
        <p:spPr>
          <a:xfrm>
            <a:off x="7340138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grid-4-train-output-6-19"/>
          <p:cNvSpPr/>
          <p:nvPr/>
        </p:nvSpPr>
        <p:spPr>
          <a:xfrm>
            <a:off x="7448203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grid-4-train-output-6-20"/>
          <p:cNvSpPr/>
          <p:nvPr/>
        </p:nvSpPr>
        <p:spPr>
          <a:xfrm>
            <a:off x="7556269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grid-4-train-output-6-21"/>
          <p:cNvSpPr/>
          <p:nvPr/>
        </p:nvSpPr>
        <p:spPr>
          <a:xfrm>
            <a:off x="7664334" y="238575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grid-4-train-output-7-0"/>
          <p:cNvSpPr/>
          <p:nvPr/>
        </p:nvSpPr>
        <p:spPr>
          <a:xfrm>
            <a:off x="539496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grid-4-train-output-7-1"/>
          <p:cNvSpPr/>
          <p:nvPr/>
        </p:nvSpPr>
        <p:spPr>
          <a:xfrm>
            <a:off x="5503025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grid-4-train-output-7-2"/>
          <p:cNvSpPr/>
          <p:nvPr/>
        </p:nvSpPr>
        <p:spPr>
          <a:xfrm>
            <a:off x="561109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grid-4-train-output-7-3"/>
          <p:cNvSpPr/>
          <p:nvPr/>
        </p:nvSpPr>
        <p:spPr>
          <a:xfrm>
            <a:off x="5719156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grid-4-train-output-7-4"/>
          <p:cNvSpPr/>
          <p:nvPr/>
        </p:nvSpPr>
        <p:spPr>
          <a:xfrm>
            <a:off x="5827221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grid-4-train-output-7-5"/>
          <p:cNvSpPr/>
          <p:nvPr/>
        </p:nvSpPr>
        <p:spPr>
          <a:xfrm>
            <a:off x="5935287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grid-4-train-output-7-6"/>
          <p:cNvSpPr/>
          <p:nvPr/>
        </p:nvSpPr>
        <p:spPr>
          <a:xfrm>
            <a:off x="6043352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grid-4-train-output-7-7"/>
          <p:cNvSpPr/>
          <p:nvPr/>
        </p:nvSpPr>
        <p:spPr>
          <a:xfrm>
            <a:off x="6151418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grid-4-train-output-7-8"/>
          <p:cNvSpPr/>
          <p:nvPr/>
        </p:nvSpPr>
        <p:spPr>
          <a:xfrm>
            <a:off x="6259483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grid-4-train-output-7-9"/>
          <p:cNvSpPr/>
          <p:nvPr/>
        </p:nvSpPr>
        <p:spPr>
          <a:xfrm>
            <a:off x="6367549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grid-4-train-output-7-10"/>
          <p:cNvSpPr/>
          <p:nvPr/>
        </p:nvSpPr>
        <p:spPr>
          <a:xfrm>
            <a:off x="6475614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grid-4-train-output-7-11"/>
          <p:cNvSpPr/>
          <p:nvPr/>
        </p:nvSpPr>
        <p:spPr>
          <a:xfrm>
            <a:off x="6583680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grid-4-train-output-7-12"/>
          <p:cNvSpPr/>
          <p:nvPr/>
        </p:nvSpPr>
        <p:spPr>
          <a:xfrm>
            <a:off x="6691745" y="2493818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grid-4-train-output-7-13"/>
          <p:cNvSpPr/>
          <p:nvPr/>
        </p:nvSpPr>
        <p:spPr>
          <a:xfrm>
            <a:off x="6799810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grid-4-train-output-7-14"/>
          <p:cNvSpPr/>
          <p:nvPr/>
        </p:nvSpPr>
        <p:spPr>
          <a:xfrm>
            <a:off x="6907876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grid-4-train-output-7-15"/>
          <p:cNvSpPr/>
          <p:nvPr/>
        </p:nvSpPr>
        <p:spPr>
          <a:xfrm>
            <a:off x="7015941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grid-4-train-output-7-16"/>
          <p:cNvSpPr/>
          <p:nvPr/>
        </p:nvSpPr>
        <p:spPr>
          <a:xfrm>
            <a:off x="7124007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grid-4-train-output-7-17"/>
          <p:cNvSpPr/>
          <p:nvPr/>
        </p:nvSpPr>
        <p:spPr>
          <a:xfrm>
            <a:off x="7232072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grid-4-train-output-7-18"/>
          <p:cNvSpPr/>
          <p:nvPr/>
        </p:nvSpPr>
        <p:spPr>
          <a:xfrm>
            <a:off x="7340138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grid-4-train-output-7-19"/>
          <p:cNvSpPr/>
          <p:nvPr/>
        </p:nvSpPr>
        <p:spPr>
          <a:xfrm>
            <a:off x="7448203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grid-4-train-output-7-20"/>
          <p:cNvSpPr/>
          <p:nvPr/>
        </p:nvSpPr>
        <p:spPr>
          <a:xfrm>
            <a:off x="7556269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grid-4-train-output-7-21"/>
          <p:cNvSpPr/>
          <p:nvPr/>
        </p:nvSpPr>
        <p:spPr>
          <a:xfrm>
            <a:off x="7664334" y="249381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grid-4-train-output-8-0"/>
          <p:cNvSpPr/>
          <p:nvPr/>
        </p:nvSpPr>
        <p:spPr>
          <a:xfrm>
            <a:off x="539496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grid-4-train-output-8-1"/>
          <p:cNvSpPr/>
          <p:nvPr/>
        </p:nvSpPr>
        <p:spPr>
          <a:xfrm>
            <a:off x="5503025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grid-4-train-output-8-2"/>
          <p:cNvSpPr/>
          <p:nvPr/>
        </p:nvSpPr>
        <p:spPr>
          <a:xfrm>
            <a:off x="561109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grid-4-train-output-8-3"/>
          <p:cNvSpPr/>
          <p:nvPr/>
        </p:nvSpPr>
        <p:spPr>
          <a:xfrm>
            <a:off x="5719156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grid-4-train-output-8-4"/>
          <p:cNvSpPr/>
          <p:nvPr/>
        </p:nvSpPr>
        <p:spPr>
          <a:xfrm>
            <a:off x="5827221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grid-4-train-output-8-5"/>
          <p:cNvSpPr/>
          <p:nvPr/>
        </p:nvSpPr>
        <p:spPr>
          <a:xfrm>
            <a:off x="5935287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grid-4-train-output-8-6"/>
          <p:cNvSpPr/>
          <p:nvPr/>
        </p:nvSpPr>
        <p:spPr>
          <a:xfrm>
            <a:off x="6043352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grid-4-train-output-8-7"/>
          <p:cNvSpPr/>
          <p:nvPr/>
        </p:nvSpPr>
        <p:spPr>
          <a:xfrm>
            <a:off x="6151418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grid-4-train-output-8-8"/>
          <p:cNvSpPr/>
          <p:nvPr/>
        </p:nvSpPr>
        <p:spPr>
          <a:xfrm>
            <a:off x="6259483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grid-4-train-output-8-9"/>
          <p:cNvSpPr/>
          <p:nvPr/>
        </p:nvSpPr>
        <p:spPr>
          <a:xfrm>
            <a:off x="6367549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grid-4-train-output-8-10"/>
          <p:cNvSpPr/>
          <p:nvPr/>
        </p:nvSpPr>
        <p:spPr>
          <a:xfrm>
            <a:off x="647561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grid-4-train-output-8-11"/>
          <p:cNvSpPr/>
          <p:nvPr/>
        </p:nvSpPr>
        <p:spPr>
          <a:xfrm>
            <a:off x="6583680" y="2601883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grid-4-train-output-8-12"/>
          <p:cNvSpPr/>
          <p:nvPr/>
        </p:nvSpPr>
        <p:spPr>
          <a:xfrm>
            <a:off x="6691745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grid-4-train-output-8-13"/>
          <p:cNvSpPr/>
          <p:nvPr/>
        </p:nvSpPr>
        <p:spPr>
          <a:xfrm>
            <a:off x="6799810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grid-4-train-output-8-14"/>
          <p:cNvSpPr/>
          <p:nvPr/>
        </p:nvSpPr>
        <p:spPr>
          <a:xfrm>
            <a:off x="6907876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grid-4-train-output-8-15"/>
          <p:cNvSpPr/>
          <p:nvPr/>
        </p:nvSpPr>
        <p:spPr>
          <a:xfrm>
            <a:off x="7015941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grid-4-train-output-8-16"/>
          <p:cNvSpPr/>
          <p:nvPr/>
        </p:nvSpPr>
        <p:spPr>
          <a:xfrm>
            <a:off x="7124007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grid-4-train-output-8-17"/>
          <p:cNvSpPr/>
          <p:nvPr/>
        </p:nvSpPr>
        <p:spPr>
          <a:xfrm>
            <a:off x="7232072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grid-4-train-output-8-18"/>
          <p:cNvSpPr/>
          <p:nvPr/>
        </p:nvSpPr>
        <p:spPr>
          <a:xfrm>
            <a:off x="7340138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grid-4-train-output-8-19"/>
          <p:cNvSpPr/>
          <p:nvPr/>
        </p:nvSpPr>
        <p:spPr>
          <a:xfrm>
            <a:off x="7448203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grid-4-train-output-8-20"/>
          <p:cNvSpPr/>
          <p:nvPr/>
        </p:nvSpPr>
        <p:spPr>
          <a:xfrm>
            <a:off x="7556269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grid-4-train-output-8-21"/>
          <p:cNvSpPr/>
          <p:nvPr/>
        </p:nvSpPr>
        <p:spPr>
          <a:xfrm>
            <a:off x="7664334" y="260188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grid-4-train-output-9-0"/>
          <p:cNvSpPr/>
          <p:nvPr/>
        </p:nvSpPr>
        <p:spPr>
          <a:xfrm>
            <a:off x="539496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grid-4-train-output-9-1"/>
          <p:cNvSpPr/>
          <p:nvPr/>
        </p:nvSpPr>
        <p:spPr>
          <a:xfrm>
            <a:off x="5503025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grid-4-train-output-9-2"/>
          <p:cNvSpPr/>
          <p:nvPr/>
        </p:nvSpPr>
        <p:spPr>
          <a:xfrm>
            <a:off x="561109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grid-4-train-output-9-3"/>
          <p:cNvSpPr/>
          <p:nvPr/>
        </p:nvSpPr>
        <p:spPr>
          <a:xfrm>
            <a:off x="5719156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grid-4-train-output-9-4"/>
          <p:cNvSpPr/>
          <p:nvPr/>
        </p:nvSpPr>
        <p:spPr>
          <a:xfrm>
            <a:off x="5827221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grid-4-train-output-9-5"/>
          <p:cNvSpPr/>
          <p:nvPr/>
        </p:nvSpPr>
        <p:spPr>
          <a:xfrm>
            <a:off x="5935287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grid-4-train-output-9-6"/>
          <p:cNvSpPr/>
          <p:nvPr/>
        </p:nvSpPr>
        <p:spPr>
          <a:xfrm>
            <a:off x="6043352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grid-4-train-output-9-7"/>
          <p:cNvSpPr/>
          <p:nvPr/>
        </p:nvSpPr>
        <p:spPr>
          <a:xfrm>
            <a:off x="6151418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grid-4-train-output-9-8"/>
          <p:cNvSpPr/>
          <p:nvPr/>
        </p:nvSpPr>
        <p:spPr>
          <a:xfrm>
            <a:off x="6259483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grid-4-train-output-9-9"/>
          <p:cNvSpPr/>
          <p:nvPr/>
        </p:nvSpPr>
        <p:spPr>
          <a:xfrm>
            <a:off x="6367549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grid-4-train-output-9-10"/>
          <p:cNvSpPr/>
          <p:nvPr/>
        </p:nvSpPr>
        <p:spPr>
          <a:xfrm>
            <a:off x="6475614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grid-4-train-output-9-11"/>
          <p:cNvSpPr/>
          <p:nvPr/>
        </p:nvSpPr>
        <p:spPr>
          <a:xfrm>
            <a:off x="6583680" y="2709949"/>
            <a:ext cx="108065" cy="10806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grid-4-train-output-9-12"/>
          <p:cNvSpPr/>
          <p:nvPr/>
        </p:nvSpPr>
        <p:spPr>
          <a:xfrm>
            <a:off x="6691745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grid-4-train-output-9-13"/>
          <p:cNvSpPr/>
          <p:nvPr/>
        </p:nvSpPr>
        <p:spPr>
          <a:xfrm>
            <a:off x="6799810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grid-4-train-output-9-14"/>
          <p:cNvSpPr/>
          <p:nvPr/>
        </p:nvSpPr>
        <p:spPr>
          <a:xfrm>
            <a:off x="6907876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grid-4-train-output-9-15"/>
          <p:cNvSpPr/>
          <p:nvPr/>
        </p:nvSpPr>
        <p:spPr>
          <a:xfrm>
            <a:off x="7015941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grid-4-train-output-9-16"/>
          <p:cNvSpPr/>
          <p:nvPr/>
        </p:nvSpPr>
        <p:spPr>
          <a:xfrm>
            <a:off x="7124007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grid-4-train-output-9-17"/>
          <p:cNvSpPr/>
          <p:nvPr/>
        </p:nvSpPr>
        <p:spPr>
          <a:xfrm>
            <a:off x="7232072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grid-4-train-output-9-18"/>
          <p:cNvSpPr/>
          <p:nvPr/>
        </p:nvSpPr>
        <p:spPr>
          <a:xfrm>
            <a:off x="7340138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grid-4-train-output-9-19"/>
          <p:cNvSpPr/>
          <p:nvPr/>
        </p:nvSpPr>
        <p:spPr>
          <a:xfrm>
            <a:off x="7448203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grid-4-train-output-9-20"/>
          <p:cNvSpPr/>
          <p:nvPr/>
        </p:nvSpPr>
        <p:spPr>
          <a:xfrm>
            <a:off x="7556269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grid-4-train-output-9-21"/>
          <p:cNvSpPr/>
          <p:nvPr/>
        </p:nvSpPr>
        <p:spPr>
          <a:xfrm>
            <a:off x="7664334" y="270994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grid-4-train-output-10-0"/>
          <p:cNvSpPr/>
          <p:nvPr/>
        </p:nvSpPr>
        <p:spPr>
          <a:xfrm>
            <a:off x="539496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grid-4-train-output-10-1"/>
          <p:cNvSpPr/>
          <p:nvPr/>
        </p:nvSpPr>
        <p:spPr>
          <a:xfrm>
            <a:off x="5503025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grid-4-train-output-10-2"/>
          <p:cNvSpPr/>
          <p:nvPr/>
        </p:nvSpPr>
        <p:spPr>
          <a:xfrm>
            <a:off x="561109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grid-4-train-output-10-3"/>
          <p:cNvSpPr/>
          <p:nvPr/>
        </p:nvSpPr>
        <p:spPr>
          <a:xfrm>
            <a:off x="5719156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grid-4-train-output-10-4"/>
          <p:cNvSpPr/>
          <p:nvPr/>
        </p:nvSpPr>
        <p:spPr>
          <a:xfrm>
            <a:off x="5827221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grid-4-train-output-10-5"/>
          <p:cNvSpPr/>
          <p:nvPr/>
        </p:nvSpPr>
        <p:spPr>
          <a:xfrm>
            <a:off x="5935287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grid-4-train-output-10-6"/>
          <p:cNvSpPr/>
          <p:nvPr/>
        </p:nvSpPr>
        <p:spPr>
          <a:xfrm>
            <a:off x="6043352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grid-4-train-output-10-7"/>
          <p:cNvSpPr/>
          <p:nvPr/>
        </p:nvSpPr>
        <p:spPr>
          <a:xfrm>
            <a:off x="6151418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grid-4-train-output-10-8"/>
          <p:cNvSpPr/>
          <p:nvPr/>
        </p:nvSpPr>
        <p:spPr>
          <a:xfrm>
            <a:off x="6259483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grid-4-train-output-10-9"/>
          <p:cNvSpPr/>
          <p:nvPr/>
        </p:nvSpPr>
        <p:spPr>
          <a:xfrm>
            <a:off x="6367549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grid-4-train-output-10-10"/>
          <p:cNvSpPr/>
          <p:nvPr/>
        </p:nvSpPr>
        <p:spPr>
          <a:xfrm>
            <a:off x="6475614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grid-4-train-output-10-11"/>
          <p:cNvSpPr/>
          <p:nvPr/>
        </p:nvSpPr>
        <p:spPr>
          <a:xfrm>
            <a:off x="6583680" y="2818014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grid-4-train-output-10-12"/>
          <p:cNvSpPr/>
          <p:nvPr/>
        </p:nvSpPr>
        <p:spPr>
          <a:xfrm>
            <a:off x="6691745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grid-4-train-output-10-13"/>
          <p:cNvSpPr/>
          <p:nvPr/>
        </p:nvSpPr>
        <p:spPr>
          <a:xfrm>
            <a:off x="6799810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grid-4-train-output-10-14"/>
          <p:cNvSpPr/>
          <p:nvPr/>
        </p:nvSpPr>
        <p:spPr>
          <a:xfrm>
            <a:off x="6907876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grid-4-train-output-10-15"/>
          <p:cNvSpPr/>
          <p:nvPr/>
        </p:nvSpPr>
        <p:spPr>
          <a:xfrm>
            <a:off x="7015941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grid-4-train-output-10-16"/>
          <p:cNvSpPr/>
          <p:nvPr/>
        </p:nvSpPr>
        <p:spPr>
          <a:xfrm>
            <a:off x="7124007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grid-4-train-output-10-17"/>
          <p:cNvSpPr/>
          <p:nvPr/>
        </p:nvSpPr>
        <p:spPr>
          <a:xfrm>
            <a:off x="7232072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grid-4-train-output-10-18"/>
          <p:cNvSpPr/>
          <p:nvPr/>
        </p:nvSpPr>
        <p:spPr>
          <a:xfrm>
            <a:off x="7340138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grid-4-train-output-10-19"/>
          <p:cNvSpPr/>
          <p:nvPr/>
        </p:nvSpPr>
        <p:spPr>
          <a:xfrm>
            <a:off x="7448203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grid-4-train-output-10-20"/>
          <p:cNvSpPr/>
          <p:nvPr/>
        </p:nvSpPr>
        <p:spPr>
          <a:xfrm>
            <a:off x="7556269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grid-4-train-output-10-21"/>
          <p:cNvSpPr/>
          <p:nvPr/>
        </p:nvSpPr>
        <p:spPr>
          <a:xfrm>
            <a:off x="7664334" y="281801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grid-4-train-output-11-0"/>
          <p:cNvSpPr/>
          <p:nvPr/>
        </p:nvSpPr>
        <p:spPr>
          <a:xfrm>
            <a:off x="539496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grid-4-train-output-11-1"/>
          <p:cNvSpPr/>
          <p:nvPr/>
        </p:nvSpPr>
        <p:spPr>
          <a:xfrm>
            <a:off x="5503025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grid-4-train-output-11-2"/>
          <p:cNvSpPr/>
          <p:nvPr/>
        </p:nvSpPr>
        <p:spPr>
          <a:xfrm>
            <a:off x="561109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grid-4-train-output-11-3"/>
          <p:cNvSpPr/>
          <p:nvPr/>
        </p:nvSpPr>
        <p:spPr>
          <a:xfrm>
            <a:off x="5719156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grid-4-train-output-11-4"/>
          <p:cNvSpPr/>
          <p:nvPr/>
        </p:nvSpPr>
        <p:spPr>
          <a:xfrm>
            <a:off x="5827221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grid-4-train-output-11-5"/>
          <p:cNvSpPr/>
          <p:nvPr/>
        </p:nvSpPr>
        <p:spPr>
          <a:xfrm>
            <a:off x="5935287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grid-4-train-output-11-6"/>
          <p:cNvSpPr/>
          <p:nvPr/>
        </p:nvSpPr>
        <p:spPr>
          <a:xfrm>
            <a:off x="6043352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grid-4-train-output-11-7"/>
          <p:cNvSpPr/>
          <p:nvPr/>
        </p:nvSpPr>
        <p:spPr>
          <a:xfrm>
            <a:off x="6151418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grid-4-train-output-11-8"/>
          <p:cNvSpPr/>
          <p:nvPr/>
        </p:nvSpPr>
        <p:spPr>
          <a:xfrm>
            <a:off x="6259483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grid-4-train-output-11-9"/>
          <p:cNvSpPr/>
          <p:nvPr/>
        </p:nvSpPr>
        <p:spPr>
          <a:xfrm>
            <a:off x="6367549" y="292608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grid-4-train-output-11-10"/>
          <p:cNvSpPr/>
          <p:nvPr/>
        </p:nvSpPr>
        <p:spPr>
          <a:xfrm>
            <a:off x="6475614" y="292608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grid-4-train-output-11-11"/>
          <p:cNvSpPr/>
          <p:nvPr/>
        </p:nvSpPr>
        <p:spPr>
          <a:xfrm>
            <a:off x="6583680" y="292608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grid-4-train-output-11-12"/>
          <p:cNvSpPr/>
          <p:nvPr/>
        </p:nvSpPr>
        <p:spPr>
          <a:xfrm>
            <a:off x="6691745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grid-4-train-output-11-13"/>
          <p:cNvSpPr/>
          <p:nvPr/>
        </p:nvSpPr>
        <p:spPr>
          <a:xfrm>
            <a:off x="6799810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grid-4-train-output-11-14"/>
          <p:cNvSpPr/>
          <p:nvPr/>
        </p:nvSpPr>
        <p:spPr>
          <a:xfrm>
            <a:off x="6907876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grid-4-train-output-11-15"/>
          <p:cNvSpPr/>
          <p:nvPr/>
        </p:nvSpPr>
        <p:spPr>
          <a:xfrm>
            <a:off x="7015941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grid-4-train-output-11-16"/>
          <p:cNvSpPr/>
          <p:nvPr/>
        </p:nvSpPr>
        <p:spPr>
          <a:xfrm>
            <a:off x="7124007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grid-4-train-output-11-17"/>
          <p:cNvSpPr/>
          <p:nvPr/>
        </p:nvSpPr>
        <p:spPr>
          <a:xfrm>
            <a:off x="7232072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grid-4-train-output-11-18"/>
          <p:cNvSpPr/>
          <p:nvPr/>
        </p:nvSpPr>
        <p:spPr>
          <a:xfrm>
            <a:off x="7340138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grid-4-train-output-11-19"/>
          <p:cNvSpPr/>
          <p:nvPr/>
        </p:nvSpPr>
        <p:spPr>
          <a:xfrm>
            <a:off x="7448203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grid-4-train-output-11-20"/>
          <p:cNvSpPr/>
          <p:nvPr/>
        </p:nvSpPr>
        <p:spPr>
          <a:xfrm>
            <a:off x="7556269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grid-4-train-output-11-21"/>
          <p:cNvSpPr/>
          <p:nvPr/>
        </p:nvSpPr>
        <p:spPr>
          <a:xfrm>
            <a:off x="7664334" y="292608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grid-4-train-output-12-0"/>
          <p:cNvSpPr/>
          <p:nvPr/>
        </p:nvSpPr>
        <p:spPr>
          <a:xfrm>
            <a:off x="539496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grid-4-train-output-12-1"/>
          <p:cNvSpPr/>
          <p:nvPr/>
        </p:nvSpPr>
        <p:spPr>
          <a:xfrm>
            <a:off x="5503025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grid-4-train-output-12-2"/>
          <p:cNvSpPr/>
          <p:nvPr/>
        </p:nvSpPr>
        <p:spPr>
          <a:xfrm>
            <a:off x="5611090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grid-4-train-output-12-3"/>
          <p:cNvSpPr/>
          <p:nvPr/>
        </p:nvSpPr>
        <p:spPr>
          <a:xfrm>
            <a:off x="5719156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grid-4-train-output-12-4"/>
          <p:cNvSpPr/>
          <p:nvPr/>
        </p:nvSpPr>
        <p:spPr>
          <a:xfrm>
            <a:off x="5827221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grid-4-train-output-12-5"/>
          <p:cNvSpPr/>
          <p:nvPr/>
        </p:nvSpPr>
        <p:spPr>
          <a:xfrm>
            <a:off x="5935287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grid-4-train-output-12-6"/>
          <p:cNvSpPr/>
          <p:nvPr/>
        </p:nvSpPr>
        <p:spPr>
          <a:xfrm>
            <a:off x="6043352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grid-4-train-output-12-7"/>
          <p:cNvSpPr/>
          <p:nvPr/>
        </p:nvSpPr>
        <p:spPr>
          <a:xfrm>
            <a:off x="6151418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grid-4-train-output-12-8"/>
          <p:cNvSpPr/>
          <p:nvPr/>
        </p:nvSpPr>
        <p:spPr>
          <a:xfrm>
            <a:off x="6259483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grid-4-train-output-12-9"/>
          <p:cNvSpPr/>
          <p:nvPr/>
        </p:nvSpPr>
        <p:spPr>
          <a:xfrm>
            <a:off x="6367549" y="303414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grid-4-train-output-12-10"/>
          <p:cNvSpPr/>
          <p:nvPr/>
        </p:nvSpPr>
        <p:spPr>
          <a:xfrm>
            <a:off x="6475614" y="303414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grid-4-train-output-12-11"/>
          <p:cNvSpPr/>
          <p:nvPr/>
        </p:nvSpPr>
        <p:spPr>
          <a:xfrm>
            <a:off x="6583680" y="3034145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grid-4-train-output-12-12"/>
          <p:cNvSpPr/>
          <p:nvPr/>
        </p:nvSpPr>
        <p:spPr>
          <a:xfrm>
            <a:off x="6691745" y="3034145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grid-4-train-output-12-13"/>
          <p:cNvSpPr/>
          <p:nvPr/>
        </p:nvSpPr>
        <p:spPr>
          <a:xfrm>
            <a:off x="6799810" y="3034145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grid-4-train-output-12-14"/>
          <p:cNvSpPr/>
          <p:nvPr/>
        </p:nvSpPr>
        <p:spPr>
          <a:xfrm>
            <a:off x="6907876" y="3034145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grid-4-train-output-12-15"/>
          <p:cNvSpPr/>
          <p:nvPr/>
        </p:nvSpPr>
        <p:spPr>
          <a:xfrm>
            <a:off x="7015941" y="3034145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grid-4-train-output-12-16"/>
          <p:cNvSpPr/>
          <p:nvPr/>
        </p:nvSpPr>
        <p:spPr>
          <a:xfrm>
            <a:off x="7124007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grid-4-train-output-12-17"/>
          <p:cNvSpPr/>
          <p:nvPr/>
        </p:nvSpPr>
        <p:spPr>
          <a:xfrm>
            <a:off x="7232072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grid-4-train-output-12-18"/>
          <p:cNvSpPr/>
          <p:nvPr/>
        </p:nvSpPr>
        <p:spPr>
          <a:xfrm>
            <a:off x="7340138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grid-4-train-output-12-19"/>
          <p:cNvSpPr/>
          <p:nvPr/>
        </p:nvSpPr>
        <p:spPr>
          <a:xfrm>
            <a:off x="7448203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grid-4-train-output-12-20"/>
          <p:cNvSpPr/>
          <p:nvPr/>
        </p:nvSpPr>
        <p:spPr>
          <a:xfrm>
            <a:off x="7556269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grid-4-train-output-12-21"/>
          <p:cNvSpPr/>
          <p:nvPr/>
        </p:nvSpPr>
        <p:spPr>
          <a:xfrm>
            <a:off x="7664334" y="3034145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grid-4-train-output-13-0"/>
          <p:cNvSpPr/>
          <p:nvPr/>
        </p:nvSpPr>
        <p:spPr>
          <a:xfrm>
            <a:off x="539496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grid-4-train-output-13-1"/>
          <p:cNvSpPr/>
          <p:nvPr/>
        </p:nvSpPr>
        <p:spPr>
          <a:xfrm>
            <a:off x="5503025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grid-4-train-output-13-2"/>
          <p:cNvSpPr/>
          <p:nvPr/>
        </p:nvSpPr>
        <p:spPr>
          <a:xfrm>
            <a:off x="561109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grid-4-train-output-13-3"/>
          <p:cNvSpPr/>
          <p:nvPr/>
        </p:nvSpPr>
        <p:spPr>
          <a:xfrm>
            <a:off x="5719156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grid-4-train-output-13-4"/>
          <p:cNvSpPr/>
          <p:nvPr/>
        </p:nvSpPr>
        <p:spPr>
          <a:xfrm>
            <a:off x="5827221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grid-4-train-output-13-5"/>
          <p:cNvSpPr/>
          <p:nvPr/>
        </p:nvSpPr>
        <p:spPr>
          <a:xfrm>
            <a:off x="5935287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grid-4-train-output-13-6"/>
          <p:cNvSpPr/>
          <p:nvPr/>
        </p:nvSpPr>
        <p:spPr>
          <a:xfrm>
            <a:off x="6043352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grid-4-train-output-13-7"/>
          <p:cNvSpPr/>
          <p:nvPr/>
        </p:nvSpPr>
        <p:spPr>
          <a:xfrm>
            <a:off x="6151418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grid-4-train-output-13-8"/>
          <p:cNvSpPr/>
          <p:nvPr/>
        </p:nvSpPr>
        <p:spPr>
          <a:xfrm>
            <a:off x="6259483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grid-4-train-output-13-9"/>
          <p:cNvSpPr/>
          <p:nvPr/>
        </p:nvSpPr>
        <p:spPr>
          <a:xfrm>
            <a:off x="6367549" y="314221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grid-4-train-output-13-10"/>
          <p:cNvSpPr/>
          <p:nvPr/>
        </p:nvSpPr>
        <p:spPr>
          <a:xfrm>
            <a:off x="6475614" y="314221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grid-4-train-output-13-11"/>
          <p:cNvSpPr/>
          <p:nvPr/>
        </p:nvSpPr>
        <p:spPr>
          <a:xfrm>
            <a:off x="6583680" y="3142210"/>
            <a:ext cx="108065" cy="10806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grid-4-train-output-13-12"/>
          <p:cNvSpPr/>
          <p:nvPr/>
        </p:nvSpPr>
        <p:spPr>
          <a:xfrm>
            <a:off x="6691745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grid-4-train-output-13-13"/>
          <p:cNvSpPr/>
          <p:nvPr/>
        </p:nvSpPr>
        <p:spPr>
          <a:xfrm>
            <a:off x="6799810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grid-4-train-output-13-14"/>
          <p:cNvSpPr/>
          <p:nvPr/>
        </p:nvSpPr>
        <p:spPr>
          <a:xfrm>
            <a:off x="6907876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grid-4-train-output-13-15"/>
          <p:cNvSpPr/>
          <p:nvPr/>
        </p:nvSpPr>
        <p:spPr>
          <a:xfrm>
            <a:off x="7015941" y="3142210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grid-4-train-output-13-16"/>
          <p:cNvSpPr/>
          <p:nvPr/>
        </p:nvSpPr>
        <p:spPr>
          <a:xfrm>
            <a:off x="7124007" y="3142210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grid-4-train-output-13-17"/>
          <p:cNvSpPr/>
          <p:nvPr/>
        </p:nvSpPr>
        <p:spPr>
          <a:xfrm>
            <a:off x="7232072" y="314221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grid-4-train-output-13-18"/>
          <p:cNvSpPr/>
          <p:nvPr/>
        </p:nvSpPr>
        <p:spPr>
          <a:xfrm>
            <a:off x="7340138" y="314221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grid-4-train-output-13-19"/>
          <p:cNvSpPr/>
          <p:nvPr/>
        </p:nvSpPr>
        <p:spPr>
          <a:xfrm>
            <a:off x="7448203" y="314221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grid-4-train-output-13-20"/>
          <p:cNvSpPr/>
          <p:nvPr/>
        </p:nvSpPr>
        <p:spPr>
          <a:xfrm>
            <a:off x="7556269" y="3142210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grid-4-train-output-13-21"/>
          <p:cNvSpPr/>
          <p:nvPr/>
        </p:nvSpPr>
        <p:spPr>
          <a:xfrm>
            <a:off x="7664334" y="3142210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grid-4-train-output-14-0"/>
          <p:cNvSpPr/>
          <p:nvPr/>
        </p:nvSpPr>
        <p:spPr>
          <a:xfrm>
            <a:off x="539496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grid-4-train-output-14-1"/>
          <p:cNvSpPr/>
          <p:nvPr/>
        </p:nvSpPr>
        <p:spPr>
          <a:xfrm>
            <a:off x="5503025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grid-4-train-output-14-2"/>
          <p:cNvSpPr/>
          <p:nvPr/>
        </p:nvSpPr>
        <p:spPr>
          <a:xfrm>
            <a:off x="561109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grid-4-train-output-14-3"/>
          <p:cNvSpPr/>
          <p:nvPr/>
        </p:nvSpPr>
        <p:spPr>
          <a:xfrm>
            <a:off x="5719156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grid-4-train-output-14-4"/>
          <p:cNvSpPr/>
          <p:nvPr/>
        </p:nvSpPr>
        <p:spPr>
          <a:xfrm>
            <a:off x="5827221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grid-4-train-output-14-5"/>
          <p:cNvSpPr/>
          <p:nvPr/>
        </p:nvSpPr>
        <p:spPr>
          <a:xfrm>
            <a:off x="5935287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grid-4-train-output-14-6"/>
          <p:cNvSpPr/>
          <p:nvPr/>
        </p:nvSpPr>
        <p:spPr>
          <a:xfrm>
            <a:off x="604335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grid-4-train-output-14-7"/>
          <p:cNvSpPr/>
          <p:nvPr/>
        </p:nvSpPr>
        <p:spPr>
          <a:xfrm>
            <a:off x="615141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grid-4-train-output-14-8"/>
          <p:cNvSpPr/>
          <p:nvPr/>
        </p:nvSpPr>
        <p:spPr>
          <a:xfrm>
            <a:off x="625948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grid-4-train-output-14-9"/>
          <p:cNvSpPr/>
          <p:nvPr/>
        </p:nvSpPr>
        <p:spPr>
          <a:xfrm>
            <a:off x="6367549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grid-4-train-output-14-10"/>
          <p:cNvSpPr/>
          <p:nvPr/>
        </p:nvSpPr>
        <p:spPr>
          <a:xfrm>
            <a:off x="6475614" y="3250276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grid-4-train-output-14-11"/>
          <p:cNvSpPr/>
          <p:nvPr/>
        </p:nvSpPr>
        <p:spPr>
          <a:xfrm>
            <a:off x="658368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grid-4-train-output-14-12"/>
          <p:cNvSpPr/>
          <p:nvPr/>
        </p:nvSpPr>
        <p:spPr>
          <a:xfrm>
            <a:off x="6691745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grid-4-train-output-14-13"/>
          <p:cNvSpPr/>
          <p:nvPr/>
        </p:nvSpPr>
        <p:spPr>
          <a:xfrm>
            <a:off x="6799810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grid-4-train-output-14-14"/>
          <p:cNvSpPr/>
          <p:nvPr/>
        </p:nvSpPr>
        <p:spPr>
          <a:xfrm>
            <a:off x="6907876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grid-4-train-output-14-15"/>
          <p:cNvSpPr/>
          <p:nvPr/>
        </p:nvSpPr>
        <p:spPr>
          <a:xfrm>
            <a:off x="7015941" y="3250276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grid-4-train-output-14-16"/>
          <p:cNvSpPr/>
          <p:nvPr/>
        </p:nvSpPr>
        <p:spPr>
          <a:xfrm>
            <a:off x="7124007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grid-4-train-output-14-17"/>
          <p:cNvSpPr/>
          <p:nvPr/>
        </p:nvSpPr>
        <p:spPr>
          <a:xfrm>
            <a:off x="7232072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grid-4-train-output-14-18"/>
          <p:cNvSpPr/>
          <p:nvPr/>
        </p:nvSpPr>
        <p:spPr>
          <a:xfrm>
            <a:off x="7340138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grid-4-train-output-14-19"/>
          <p:cNvSpPr/>
          <p:nvPr/>
        </p:nvSpPr>
        <p:spPr>
          <a:xfrm>
            <a:off x="7448203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grid-4-train-output-14-20"/>
          <p:cNvSpPr/>
          <p:nvPr/>
        </p:nvSpPr>
        <p:spPr>
          <a:xfrm>
            <a:off x="7556269" y="3250276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grid-4-train-output-14-21"/>
          <p:cNvSpPr/>
          <p:nvPr/>
        </p:nvSpPr>
        <p:spPr>
          <a:xfrm>
            <a:off x="7664334" y="3250276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grid-4-train-output-15-0"/>
          <p:cNvSpPr/>
          <p:nvPr/>
        </p:nvSpPr>
        <p:spPr>
          <a:xfrm>
            <a:off x="539496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grid-4-train-output-15-1"/>
          <p:cNvSpPr/>
          <p:nvPr/>
        </p:nvSpPr>
        <p:spPr>
          <a:xfrm>
            <a:off x="5503025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grid-4-train-output-15-2"/>
          <p:cNvSpPr/>
          <p:nvPr/>
        </p:nvSpPr>
        <p:spPr>
          <a:xfrm>
            <a:off x="561109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grid-4-train-output-15-3"/>
          <p:cNvSpPr/>
          <p:nvPr/>
        </p:nvSpPr>
        <p:spPr>
          <a:xfrm>
            <a:off x="5719156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grid-4-train-output-15-4"/>
          <p:cNvSpPr/>
          <p:nvPr/>
        </p:nvSpPr>
        <p:spPr>
          <a:xfrm>
            <a:off x="5827221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grid-4-train-output-15-5"/>
          <p:cNvSpPr/>
          <p:nvPr/>
        </p:nvSpPr>
        <p:spPr>
          <a:xfrm>
            <a:off x="5935287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grid-4-train-output-15-6"/>
          <p:cNvSpPr/>
          <p:nvPr/>
        </p:nvSpPr>
        <p:spPr>
          <a:xfrm>
            <a:off x="6043352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grid-4-train-output-15-7"/>
          <p:cNvSpPr/>
          <p:nvPr/>
        </p:nvSpPr>
        <p:spPr>
          <a:xfrm>
            <a:off x="6151418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grid-4-train-output-15-8"/>
          <p:cNvSpPr/>
          <p:nvPr/>
        </p:nvSpPr>
        <p:spPr>
          <a:xfrm>
            <a:off x="6259483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grid-4-train-output-15-9"/>
          <p:cNvSpPr/>
          <p:nvPr/>
        </p:nvSpPr>
        <p:spPr>
          <a:xfrm>
            <a:off x="6367549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grid-4-train-output-15-10"/>
          <p:cNvSpPr/>
          <p:nvPr/>
        </p:nvSpPr>
        <p:spPr>
          <a:xfrm>
            <a:off x="6475614" y="335834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grid-4-train-output-15-11"/>
          <p:cNvSpPr/>
          <p:nvPr/>
        </p:nvSpPr>
        <p:spPr>
          <a:xfrm>
            <a:off x="658368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grid-4-train-output-15-12"/>
          <p:cNvSpPr/>
          <p:nvPr/>
        </p:nvSpPr>
        <p:spPr>
          <a:xfrm>
            <a:off x="6691745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grid-4-train-output-15-13"/>
          <p:cNvSpPr/>
          <p:nvPr/>
        </p:nvSpPr>
        <p:spPr>
          <a:xfrm>
            <a:off x="6799810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grid-4-train-output-15-14"/>
          <p:cNvSpPr/>
          <p:nvPr/>
        </p:nvSpPr>
        <p:spPr>
          <a:xfrm>
            <a:off x="6907876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grid-4-train-output-15-15"/>
          <p:cNvSpPr/>
          <p:nvPr/>
        </p:nvSpPr>
        <p:spPr>
          <a:xfrm>
            <a:off x="7015941" y="3358341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grid-4-train-output-15-16"/>
          <p:cNvSpPr/>
          <p:nvPr/>
        </p:nvSpPr>
        <p:spPr>
          <a:xfrm>
            <a:off x="7124007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grid-4-train-output-15-17"/>
          <p:cNvSpPr/>
          <p:nvPr/>
        </p:nvSpPr>
        <p:spPr>
          <a:xfrm>
            <a:off x="7232072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grid-4-train-output-15-18"/>
          <p:cNvSpPr/>
          <p:nvPr/>
        </p:nvSpPr>
        <p:spPr>
          <a:xfrm>
            <a:off x="7340138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grid-4-train-output-15-19"/>
          <p:cNvSpPr/>
          <p:nvPr/>
        </p:nvSpPr>
        <p:spPr>
          <a:xfrm>
            <a:off x="7448203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grid-4-train-output-15-20"/>
          <p:cNvSpPr/>
          <p:nvPr/>
        </p:nvSpPr>
        <p:spPr>
          <a:xfrm>
            <a:off x="7556269" y="3358341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grid-4-train-output-15-21"/>
          <p:cNvSpPr/>
          <p:nvPr/>
        </p:nvSpPr>
        <p:spPr>
          <a:xfrm>
            <a:off x="7664334" y="3358341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grid-4-train-output-16-0"/>
          <p:cNvSpPr/>
          <p:nvPr/>
        </p:nvSpPr>
        <p:spPr>
          <a:xfrm>
            <a:off x="539496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grid-4-train-output-16-1"/>
          <p:cNvSpPr/>
          <p:nvPr/>
        </p:nvSpPr>
        <p:spPr>
          <a:xfrm>
            <a:off x="5503025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grid-4-train-output-16-2"/>
          <p:cNvSpPr/>
          <p:nvPr/>
        </p:nvSpPr>
        <p:spPr>
          <a:xfrm>
            <a:off x="561109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grid-4-train-output-16-3"/>
          <p:cNvSpPr/>
          <p:nvPr/>
        </p:nvSpPr>
        <p:spPr>
          <a:xfrm>
            <a:off x="5719156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grid-4-train-output-16-4"/>
          <p:cNvSpPr/>
          <p:nvPr/>
        </p:nvSpPr>
        <p:spPr>
          <a:xfrm>
            <a:off x="5827221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grid-4-train-output-16-5"/>
          <p:cNvSpPr/>
          <p:nvPr/>
        </p:nvSpPr>
        <p:spPr>
          <a:xfrm>
            <a:off x="5935287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grid-4-train-output-16-6"/>
          <p:cNvSpPr/>
          <p:nvPr/>
        </p:nvSpPr>
        <p:spPr>
          <a:xfrm>
            <a:off x="6043352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grid-4-train-output-16-7"/>
          <p:cNvSpPr/>
          <p:nvPr/>
        </p:nvSpPr>
        <p:spPr>
          <a:xfrm>
            <a:off x="6151418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grid-4-train-output-16-8"/>
          <p:cNvSpPr/>
          <p:nvPr/>
        </p:nvSpPr>
        <p:spPr>
          <a:xfrm>
            <a:off x="6259483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grid-4-train-output-16-9"/>
          <p:cNvSpPr/>
          <p:nvPr/>
        </p:nvSpPr>
        <p:spPr>
          <a:xfrm>
            <a:off x="6367549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grid-4-train-output-16-10"/>
          <p:cNvSpPr/>
          <p:nvPr/>
        </p:nvSpPr>
        <p:spPr>
          <a:xfrm>
            <a:off x="6475614" y="346640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grid-4-train-output-16-11"/>
          <p:cNvSpPr/>
          <p:nvPr/>
        </p:nvSpPr>
        <p:spPr>
          <a:xfrm>
            <a:off x="658368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grid-4-train-output-16-12"/>
          <p:cNvSpPr/>
          <p:nvPr/>
        </p:nvSpPr>
        <p:spPr>
          <a:xfrm>
            <a:off x="6691745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grid-4-train-output-16-13"/>
          <p:cNvSpPr/>
          <p:nvPr/>
        </p:nvSpPr>
        <p:spPr>
          <a:xfrm>
            <a:off x="6799810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grid-4-train-output-16-14"/>
          <p:cNvSpPr/>
          <p:nvPr/>
        </p:nvSpPr>
        <p:spPr>
          <a:xfrm>
            <a:off x="6907876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grid-4-train-output-16-15"/>
          <p:cNvSpPr/>
          <p:nvPr/>
        </p:nvSpPr>
        <p:spPr>
          <a:xfrm>
            <a:off x="7015941" y="3466407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grid-4-train-output-16-16"/>
          <p:cNvSpPr/>
          <p:nvPr/>
        </p:nvSpPr>
        <p:spPr>
          <a:xfrm>
            <a:off x="7124007" y="3466407"/>
            <a:ext cx="108065" cy="10806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grid-4-train-output-16-17"/>
          <p:cNvSpPr/>
          <p:nvPr/>
        </p:nvSpPr>
        <p:spPr>
          <a:xfrm>
            <a:off x="7232072" y="3466407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grid-4-train-output-16-18"/>
          <p:cNvSpPr/>
          <p:nvPr/>
        </p:nvSpPr>
        <p:spPr>
          <a:xfrm>
            <a:off x="7340138" y="3466407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grid-4-train-output-16-19"/>
          <p:cNvSpPr/>
          <p:nvPr/>
        </p:nvSpPr>
        <p:spPr>
          <a:xfrm>
            <a:off x="7448203" y="3466407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grid-4-train-output-16-20"/>
          <p:cNvSpPr/>
          <p:nvPr/>
        </p:nvSpPr>
        <p:spPr>
          <a:xfrm>
            <a:off x="7556269" y="3466407"/>
            <a:ext cx="108065" cy="10806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grid-4-train-output-16-21"/>
          <p:cNvSpPr/>
          <p:nvPr/>
        </p:nvSpPr>
        <p:spPr>
          <a:xfrm>
            <a:off x="7664334" y="3466407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grid-4-train-output-17-0"/>
          <p:cNvSpPr/>
          <p:nvPr/>
        </p:nvSpPr>
        <p:spPr>
          <a:xfrm>
            <a:off x="539496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grid-4-train-output-17-1"/>
          <p:cNvSpPr/>
          <p:nvPr/>
        </p:nvSpPr>
        <p:spPr>
          <a:xfrm>
            <a:off x="5503025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grid-4-train-output-17-2"/>
          <p:cNvSpPr/>
          <p:nvPr/>
        </p:nvSpPr>
        <p:spPr>
          <a:xfrm>
            <a:off x="5611090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grid-4-train-output-17-3"/>
          <p:cNvSpPr/>
          <p:nvPr/>
        </p:nvSpPr>
        <p:spPr>
          <a:xfrm>
            <a:off x="5719156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grid-4-train-output-17-4"/>
          <p:cNvSpPr/>
          <p:nvPr/>
        </p:nvSpPr>
        <p:spPr>
          <a:xfrm>
            <a:off x="5827221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grid-4-train-output-17-5"/>
          <p:cNvSpPr/>
          <p:nvPr/>
        </p:nvSpPr>
        <p:spPr>
          <a:xfrm>
            <a:off x="5935287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grid-4-train-output-17-6"/>
          <p:cNvSpPr/>
          <p:nvPr/>
        </p:nvSpPr>
        <p:spPr>
          <a:xfrm>
            <a:off x="6043352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grid-4-train-output-17-7"/>
          <p:cNvSpPr/>
          <p:nvPr/>
        </p:nvSpPr>
        <p:spPr>
          <a:xfrm>
            <a:off x="6151418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grid-4-train-output-17-8"/>
          <p:cNvSpPr/>
          <p:nvPr/>
        </p:nvSpPr>
        <p:spPr>
          <a:xfrm>
            <a:off x="6259483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grid-4-train-output-17-9"/>
          <p:cNvSpPr/>
          <p:nvPr/>
        </p:nvSpPr>
        <p:spPr>
          <a:xfrm>
            <a:off x="6367549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grid-4-train-output-17-10"/>
          <p:cNvSpPr/>
          <p:nvPr/>
        </p:nvSpPr>
        <p:spPr>
          <a:xfrm>
            <a:off x="6475614" y="357447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grid-4-train-output-17-11"/>
          <p:cNvSpPr/>
          <p:nvPr/>
        </p:nvSpPr>
        <p:spPr>
          <a:xfrm>
            <a:off x="6583680" y="357447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id-4-train-output-17-12"/>
          <p:cNvSpPr/>
          <p:nvPr/>
        </p:nvSpPr>
        <p:spPr>
          <a:xfrm>
            <a:off x="6691745" y="357447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grid-4-train-output-17-13"/>
          <p:cNvSpPr/>
          <p:nvPr/>
        </p:nvSpPr>
        <p:spPr>
          <a:xfrm>
            <a:off x="6799810" y="357447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grid-4-train-output-17-14"/>
          <p:cNvSpPr/>
          <p:nvPr/>
        </p:nvSpPr>
        <p:spPr>
          <a:xfrm>
            <a:off x="6907876" y="357447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grid-4-train-output-17-15"/>
          <p:cNvSpPr/>
          <p:nvPr/>
        </p:nvSpPr>
        <p:spPr>
          <a:xfrm>
            <a:off x="7015941" y="3574472"/>
            <a:ext cx="108065" cy="10806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grid-4-train-output-17-16"/>
          <p:cNvSpPr/>
          <p:nvPr/>
        </p:nvSpPr>
        <p:spPr>
          <a:xfrm>
            <a:off x="7124007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grid-4-train-output-17-17"/>
          <p:cNvSpPr/>
          <p:nvPr/>
        </p:nvSpPr>
        <p:spPr>
          <a:xfrm>
            <a:off x="7232072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grid-4-train-output-17-18"/>
          <p:cNvSpPr/>
          <p:nvPr/>
        </p:nvSpPr>
        <p:spPr>
          <a:xfrm>
            <a:off x="7340138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grid-4-train-output-17-19"/>
          <p:cNvSpPr/>
          <p:nvPr/>
        </p:nvSpPr>
        <p:spPr>
          <a:xfrm>
            <a:off x="7448203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grid-4-train-output-17-20"/>
          <p:cNvSpPr/>
          <p:nvPr/>
        </p:nvSpPr>
        <p:spPr>
          <a:xfrm>
            <a:off x="7556269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grid-4-train-output-17-21"/>
          <p:cNvSpPr/>
          <p:nvPr/>
        </p:nvSpPr>
        <p:spPr>
          <a:xfrm>
            <a:off x="7664334" y="3574472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grid-4-train-output-18-0"/>
          <p:cNvSpPr/>
          <p:nvPr/>
        </p:nvSpPr>
        <p:spPr>
          <a:xfrm>
            <a:off x="539496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grid-4-train-output-18-1"/>
          <p:cNvSpPr/>
          <p:nvPr/>
        </p:nvSpPr>
        <p:spPr>
          <a:xfrm>
            <a:off x="5503025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grid-4-train-output-18-2"/>
          <p:cNvSpPr/>
          <p:nvPr/>
        </p:nvSpPr>
        <p:spPr>
          <a:xfrm>
            <a:off x="561109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grid-4-train-output-18-3"/>
          <p:cNvSpPr/>
          <p:nvPr/>
        </p:nvSpPr>
        <p:spPr>
          <a:xfrm>
            <a:off x="5719156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grid-4-train-output-18-4"/>
          <p:cNvSpPr/>
          <p:nvPr/>
        </p:nvSpPr>
        <p:spPr>
          <a:xfrm>
            <a:off x="5827221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grid-4-train-output-18-5"/>
          <p:cNvSpPr/>
          <p:nvPr/>
        </p:nvSpPr>
        <p:spPr>
          <a:xfrm>
            <a:off x="5935287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grid-4-train-output-18-6"/>
          <p:cNvSpPr/>
          <p:nvPr/>
        </p:nvSpPr>
        <p:spPr>
          <a:xfrm>
            <a:off x="6043352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grid-4-train-output-18-7"/>
          <p:cNvSpPr/>
          <p:nvPr/>
        </p:nvSpPr>
        <p:spPr>
          <a:xfrm>
            <a:off x="6151418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grid-4-train-output-18-8"/>
          <p:cNvSpPr/>
          <p:nvPr/>
        </p:nvSpPr>
        <p:spPr>
          <a:xfrm>
            <a:off x="6259483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grid-4-train-output-18-9"/>
          <p:cNvSpPr/>
          <p:nvPr/>
        </p:nvSpPr>
        <p:spPr>
          <a:xfrm>
            <a:off x="6367549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grid-4-train-output-18-10"/>
          <p:cNvSpPr/>
          <p:nvPr/>
        </p:nvSpPr>
        <p:spPr>
          <a:xfrm>
            <a:off x="6475614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grid-4-train-output-18-11"/>
          <p:cNvSpPr/>
          <p:nvPr/>
        </p:nvSpPr>
        <p:spPr>
          <a:xfrm>
            <a:off x="658368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grid-4-train-output-18-12"/>
          <p:cNvSpPr/>
          <p:nvPr/>
        </p:nvSpPr>
        <p:spPr>
          <a:xfrm>
            <a:off x="6691745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grid-4-train-output-18-13"/>
          <p:cNvSpPr/>
          <p:nvPr/>
        </p:nvSpPr>
        <p:spPr>
          <a:xfrm>
            <a:off x="6799810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grid-4-train-output-18-14"/>
          <p:cNvSpPr/>
          <p:nvPr/>
        </p:nvSpPr>
        <p:spPr>
          <a:xfrm>
            <a:off x="6907876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grid-4-train-output-18-15"/>
          <p:cNvSpPr/>
          <p:nvPr/>
        </p:nvSpPr>
        <p:spPr>
          <a:xfrm>
            <a:off x="7015941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grid-4-train-output-18-16"/>
          <p:cNvSpPr/>
          <p:nvPr/>
        </p:nvSpPr>
        <p:spPr>
          <a:xfrm>
            <a:off x="7124007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grid-4-train-output-18-17"/>
          <p:cNvSpPr/>
          <p:nvPr/>
        </p:nvSpPr>
        <p:spPr>
          <a:xfrm>
            <a:off x="7232072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grid-4-train-output-18-18"/>
          <p:cNvSpPr/>
          <p:nvPr/>
        </p:nvSpPr>
        <p:spPr>
          <a:xfrm>
            <a:off x="7340138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grid-4-train-output-18-19"/>
          <p:cNvSpPr/>
          <p:nvPr/>
        </p:nvSpPr>
        <p:spPr>
          <a:xfrm>
            <a:off x="7448203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grid-4-train-output-18-20"/>
          <p:cNvSpPr/>
          <p:nvPr/>
        </p:nvSpPr>
        <p:spPr>
          <a:xfrm>
            <a:off x="7556269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grid-4-train-output-18-21"/>
          <p:cNvSpPr/>
          <p:nvPr/>
        </p:nvSpPr>
        <p:spPr>
          <a:xfrm>
            <a:off x="7664334" y="3682538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grid-4-train-output-19-0"/>
          <p:cNvSpPr/>
          <p:nvPr/>
        </p:nvSpPr>
        <p:spPr>
          <a:xfrm>
            <a:off x="539496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grid-4-train-output-19-1"/>
          <p:cNvSpPr/>
          <p:nvPr/>
        </p:nvSpPr>
        <p:spPr>
          <a:xfrm>
            <a:off x="5503025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grid-4-train-output-19-2"/>
          <p:cNvSpPr/>
          <p:nvPr/>
        </p:nvSpPr>
        <p:spPr>
          <a:xfrm>
            <a:off x="561109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grid-4-train-output-19-3"/>
          <p:cNvSpPr/>
          <p:nvPr/>
        </p:nvSpPr>
        <p:spPr>
          <a:xfrm>
            <a:off x="5719156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grid-4-train-output-19-4"/>
          <p:cNvSpPr/>
          <p:nvPr/>
        </p:nvSpPr>
        <p:spPr>
          <a:xfrm>
            <a:off x="5827221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grid-4-train-output-19-5"/>
          <p:cNvSpPr/>
          <p:nvPr/>
        </p:nvSpPr>
        <p:spPr>
          <a:xfrm>
            <a:off x="5935287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grid-4-train-output-19-6"/>
          <p:cNvSpPr/>
          <p:nvPr/>
        </p:nvSpPr>
        <p:spPr>
          <a:xfrm>
            <a:off x="6043352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grid-4-train-output-19-7"/>
          <p:cNvSpPr/>
          <p:nvPr/>
        </p:nvSpPr>
        <p:spPr>
          <a:xfrm>
            <a:off x="6151418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grid-4-train-output-19-8"/>
          <p:cNvSpPr/>
          <p:nvPr/>
        </p:nvSpPr>
        <p:spPr>
          <a:xfrm>
            <a:off x="6259483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grid-4-train-output-19-9"/>
          <p:cNvSpPr/>
          <p:nvPr/>
        </p:nvSpPr>
        <p:spPr>
          <a:xfrm>
            <a:off x="6367549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grid-4-train-output-19-10"/>
          <p:cNvSpPr/>
          <p:nvPr/>
        </p:nvSpPr>
        <p:spPr>
          <a:xfrm>
            <a:off x="6475614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grid-4-train-output-19-11"/>
          <p:cNvSpPr/>
          <p:nvPr/>
        </p:nvSpPr>
        <p:spPr>
          <a:xfrm>
            <a:off x="658368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grid-4-train-output-19-12"/>
          <p:cNvSpPr/>
          <p:nvPr/>
        </p:nvSpPr>
        <p:spPr>
          <a:xfrm>
            <a:off x="6691745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grid-4-train-output-19-13"/>
          <p:cNvSpPr/>
          <p:nvPr/>
        </p:nvSpPr>
        <p:spPr>
          <a:xfrm>
            <a:off x="6799810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grid-4-train-output-19-14"/>
          <p:cNvSpPr/>
          <p:nvPr/>
        </p:nvSpPr>
        <p:spPr>
          <a:xfrm>
            <a:off x="6907876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grid-4-train-output-19-15"/>
          <p:cNvSpPr/>
          <p:nvPr/>
        </p:nvSpPr>
        <p:spPr>
          <a:xfrm>
            <a:off x="7015941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grid-4-train-output-19-16"/>
          <p:cNvSpPr/>
          <p:nvPr/>
        </p:nvSpPr>
        <p:spPr>
          <a:xfrm>
            <a:off x="7124007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grid-4-train-output-19-17"/>
          <p:cNvSpPr/>
          <p:nvPr/>
        </p:nvSpPr>
        <p:spPr>
          <a:xfrm>
            <a:off x="7232072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grid-4-train-output-19-18"/>
          <p:cNvSpPr/>
          <p:nvPr/>
        </p:nvSpPr>
        <p:spPr>
          <a:xfrm>
            <a:off x="7340138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grid-4-train-output-19-19"/>
          <p:cNvSpPr/>
          <p:nvPr/>
        </p:nvSpPr>
        <p:spPr>
          <a:xfrm>
            <a:off x="7448203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grid-4-train-output-19-20"/>
          <p:cNvSpPr/>
          <p:nvPr/>
        </p:nvSpPr>
        <p:spPr>
          <a:xfrm>
            <a:off x="7556269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grid-4-train-output-19-21"/>
          <p:cNvSpPr/>
          <p:nvPr/>
        </p:nvSpPr>
        <p:spPr>
          <a:xfrm>
            <a:off x="7664334" y="3790603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grid-4-train-output-20-0"/>
          <p:cNvSpPr/>
          <p:nvPr/>
        </p:nvSpPr>
        <p:spPr>
          <a:xfrm>
            <a:off x="539496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grid-4-train-output-20-1"/>
          <p:cNvSpPr/>
          <p:nvPr/>
        </p:nvSpPr>
        <p:spPr>
          <a:xfrm>
            <a:off x="5503025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grid-4-train-output-20-2"/>
          <p:cNvSpPr/>
          <p:nvPr/>
        </p:nvSpPr>
        <p:spPr>
          <a:xfrm>
            <a:off x="561109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grid-4-train-output-20-3"/>
          <p:cNvSpPr/>
          <p:nvPr/>
        </p:nvSpPr>
        <p:spPr>
          <a:xfrm>
            <a:off x="571915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grid-4-train-output-20-4"/>
          <p:cNvSpPr/>
          <p:nvPr/>
        </p:nvSpPr>
        <p:spPr>
          <a:xfrm>
            <a:off x="582722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grid-4-train-output-20-5"/>
          <p:cNvSpPr/>
          <p:nvPr/>
        </p:nvSpPr>
        <p:spPr>
          <a:xfrm>
            <a:off x="5935287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grid-4-train-output-20-6"/>
          <p:cNvSpPr/>
          <p:nvPr/>
        </p:nvSpPr>
        <p:spPr>
          <a:xfrm>
            <a:off x="6043352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grid-4-train-output-20-7"/>
          <p:cNvSpPr/>
          <p:nvPr/>
        </p:nvSpPr>
        <p:spPr>
          <a:xfrm>
            <a:off x="6151418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grid-4-train-output-20-8"/>
          <p:cNvSpPr/>
          <p:nvPr/>
        </p:nvSpPr>
        <p:spPr>
          <a:xfrm>
            <a:off x="6259483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grid-4-train-output-20-9"/>
          <p:cNvSpPr/>
          <p:nvPr/>
        </p:nvSpPr>
        <p:spPr>
          <a:xfrm>
            <a:off x="6367549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grid-4-train-output-20-10"/>
          <p:cNvSpPr/>
          <p:nvPr/>
        </p:nvSpPr>
        <p:spPr>
          <a:xfrm>
            <a:off x="6475614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grid-4-train-output-20-11"/>
          <p:cNvSpPr/>
          <p:nvPr/>
        </p:nvSpPr>
        <p:spPr>
          <a:xfrm>
            <a:off x="658368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grid-4-train-output-20-12"/>
          <p:cNvSpPr/>
          <p:nvPr/>
        </p:nvSpPr>
        <p:spPr>
          <a:xfrm>
            <a:off x="6691745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grid-4-train-output-20-13"/>
          <p:cNvSpPr/>
          <p:nvPr/>
        </p:nvSpPr>
        <p:spPr>
          <a:xfrm>
            <a:off x="6799810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grid-4-train-output-20-14"/>
          <p:cNvSpPr/>
          <p:nvPr/>
        </p:nvSpPr>
        <p:spPr>
          <a:xfrm>
            <a:off x="6907876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grid-4-train-output-20-15"/>
          <p:cNvSpPr/>
          <p:nvPr/>
        </p:nvSpPr>
        <p:spPr>
          <a:xfrm>
            <a:off x="7015941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grid-4-train-output-20-16"/>
          <p:cNvSpPr/>
          <p:nvPr/>
        </p:nvSpPr>
        <p:spPr>
          <a:xfrm>
            <a:off x="7124007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grid-4-train-output-20-17"/>
          <p:cNvSpPr/>
          <p:nvPr/>
        </p:nvSpPr>
        <p:spPr>
          <a:xfrm>
            <a:off x="7232072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grid-4-train-output-20-18"/>
          <p:cNvSpPr/>
          <p:nvPr/>
        </p:nvSpPr>
        <p:spPr>
          <a:xfrm>
            <a:off x="7340138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grid-4-train-output-20-19"/>
          <p:cNvSpPr/>
          <p:nvPr/>
        </p:nvSpPr>
        <p:spPr>
          <a:xfrm>
            <a:off x="7448203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grid-4-train-output-20-20"/>
          <p:cNvSpPr/>
          <p:nvPr/>
        </p:nvSpPr>
        <p:spPr>
          <a:xfrm>
            <a:off x="7556269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grid-4-train-output-20-21"/>
          <p:cNvSpPr/>
          <p:nvPr/>
        </p:nvSpPr>
        <p:spPr>
          <a:xfrm>
            <a:off x="7664334" y="3898669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grid-4-train-output-21-0"/>
          <p:cNvSpPr/>
          <p:nvPr/>
        </p:nvSpPr>
        <p:spPr>
          <a:xfrm>
            <a:off x="539496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grid-4-train-output-21-1"/>
          <p:cNvSpPr/>
          <p:nvPr/>
        </p:nvSpPr>
        <p:spPr>
          <a:xfrm>
            <a:off x="550302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grid-4-train-output-21-2"/>
          <p:cNvSpPr/>
          <p:nvPr/>
        </p:nvSpPr>
        <p:spPr>
          <a:xfrm>
            <a:off x="561109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grid-4-train-output-21-3"/>
          <p:cNvSpPr/>
          <p:nvPr/>
        </p:nvSpPr>
        <p:spPr>
          <a:xfrm>
            <a:off x="571915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grid-4-train-output-21-4"/>
          <p:cNvSpPr/>
          <p:nvPr/>
        </p:nvSpPr>
        <p:spPr>
          <a:xfrm>
            <a:off x="582722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grid-4-train-output-21-5"/>
          <p:cNvSpPr/>
          <p:nvPr/>
        </p:nvSpPr>
        <p:spPr>
          <a:xfrm>
            <a:off x="593528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grid-4-train-output-21-6"/>
          <p:cNvSpPr/>
          <p:nvPr/>
        </p:nvSpPr>
        <p:spPr>
          <a:xfrm>
            <a:off x="604335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grid-4-train-output-21-7"/>
          <p:cNvSpPr/>
          <p:nvPr/>
        </p:nvSpPr>
        <p:spPr>
          <a:xfrm>
            <a:off x="615141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grid-4-train-output-21-8"/>
          <p:cNvSpPr/>
          <p:nvPr/>
        </p:nvSpPr>
        <p:spPr>
          <a:xfrm>
            <a:off x="625948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grid-4-train-output-21-9"/>
          <p:cNvSpPr/>
          <p:nvPr/>
        </p:nvSpPr>
        <p:spPr>
          <a:xfrm>
            <a:off x="636754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grid-4-train-output-21-10"/>
          <p:cNvSpPr/>
          <p:nvPr/>
        </p:nvSpPr>
        <p:spPr>
          <a:xfrm>
            <a:off x="647561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grid-4-train-output-21-11"/>
          <p:cNvSpPr/>
          <p:nvPr/>
        </p:nvSpPr>
        <p:spPr>
          <a:xfrm>
            <a:off x="658368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grid-4-train-output-21-12"/>
          <p:cNvSpPr/>
          <p:nvPr/>
        </p:nvSpPr>
        <p:spPr>
          <a:xfrm>
            <a:off x="6691745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grid-4-train-output-21-13"/>
          <p:cNvSpPr/>
          <p:nvPr/>
        </p:nvSpPr>
        <p:spPr>
          <a:xfrm>
            <a:off x="6799810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grid-4-train-output-21-14"/>
          <p:cNvSpPr/>
          <p:nvPr/>
        </p:nvSpPr>
        <p:spPr>
          <a:xfrm>
            <a:off x="6907876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grid-4-train-output-21-15"/>
          <p:cNvSpPr/>
          <p:nvPr/>
        </p:nvSpPr>
        <p:spPr>
          <a:xfrm>
            <a:off x="7015941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grid-4-train-output-21-16"/>
          <p:cNvSpPr/>
          <p:nvPr/>
        </p:nvSpPr>
        <p:spPr>
          <a:xfrm>
            <a:off x="7124007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grid-4-train-output-21-17"/>
          <p:cNvSpPr/>
          <p:nvPr/>
        </p:nvSpPr>
        <p:spPr>
          <a:xfrm>
            <a:off x="7232072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grid-4-train-output-21-18"/>
          <p:cNvSpPr/>
          <p:nvPr/>
        </p:nvSpPr>
        <p:spPr>
          <a:xfrm>
            <a:off x="7340138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grid-4-train-output-21-19"/>
          <p:cNvSpPr/>
          <p:nvPr/>
        </p:nvSpPr>
        <p:spPr>
          <a:xfrm>
            <a:off x="7448203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grid-4-train-output-21-20"/>
          <p:cNvSpPr/>
          <p:nvPr/>
        </p:nvSpPr>
        <p:spPr>
          <a:xfrm>
            <a:off x="7556269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grid-4-train-output-21-21"/>
          <p:cNvSpPr/>
          <p:nvPr/>
        </p:nvSpPr>
        <p:spPr>
          <a:xfrm>
            <a:off x="7664334" y="4006734"/>
            <a:ext cx="108065" cy="10806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提示例は全2組、テスト入力は全2個。ここでは各1番目を表示。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cbebaa4b.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https://github.com/arcprize/ARC-AGI-2/blob/f3283f7/data/evaluation/cbebaa4b.json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追加例2：印の位置に合わせて物体をつなぐ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4-test-input-0-0"/>
          <p:cNvSpPr/>
          <p:nvPr/>
        </p:nvSpPr>
        <p:spPr>
          <a:xfrm>
            <a:off x="12801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4-test-input-0-1"/>
          <p:cNvSpPr/>
          <p:nvPr/>
        </p:nvSpPr>
        <p:spPr>
          <a:xfrm>
            <a:off x="13716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4-test-input-0-2"/>
          <p:cNvSpPr/>
          <p:nvPr/>
        </p:nvSpPr>
        <p:spPr>
          <a:xfrm>
            <a:off x="1463039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4-test-input-0-3"/>
          <p:cNvSpPr/>
          <p:nvPr/>
        </p:nvSpPr>
        <p:spPr>
          <a:xfrm>
            <a:off x="15544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4-test-input-0-4"/>
          <p:cNvSpPr/>
          <p:nvPr/>
        </p:nvSpPr>
        <p:spPr>
          <a:xfrm>
            <a:off x="1645919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4-test-input-0-5"/>
          <p:cNvSpPr/>
          <p:nvPr/>
        </p:nvSpPr>
        <p:spPr>
          <a:xfrm>
            <a:off x="17373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4-test-input-0-6"/>
          <p:cNvSpPr/>
          <p:nvPr/>
        </p:nvSpPr>
        <p:spPr>
          <a:xfrm>
            <a:off x="18288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4-test-input-0-7"/>
          <p:cNvSpPr/>
          <p:nvPr/>
        </p:nvSpPr>
        <p:spPr>
          <a:xfrm>
            <a:off x="19202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4-test-input-0-8"/>
          <p:cNvSpPr/>
          <p:nvPr/>
        </p:nvSpPr>
        <p:spPr>
          <a:xfrm>
            <a:off x="20116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4-test-input-0-9"/>
          <p:cNvSpPr/>
          <p:nvPr/>
        </p:nvSpPr>
        <p:spPr>
          <a:xfrm>
            <a:off x="21031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4-test-input-0-10"/>
          <p:cNvSpPr/>
          <p:nvPr/>
        </p:nvSpPr>
        <p:spPr>
          <a:xfrm>
            <a:off x="21945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4-test-input-0-11"/>
          <p:cNvSpPr/>
          <p:nvPr/>
        </p:nvSpPr>
        <p:spPr>
          <a:xfrm>
            <a:off x="22860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4-test-input-0-12"/>
          <p:cNvSpPr/>
          <p:nvPr/>
        </p:nvSpPr>
        <p:spPr>
          <a:xfrm>
            <a:off x="23774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4-test-input-0-13"/>
          <p:cNvSpPr/>
          <p:nvPr/>
        </p:nvSpPr>
        <p:spPr>
          <a:xfrm>
            <a:off x="24688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4-test-input-0-14"/>
          <p:cNvSpPr/>
          <p:nvPr/>
        </p:nvSpPr>
        <p:spPr>
          <a:xfrm>
            <a:off x="25603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4-test-input-0-15"/>
          <p:cNvSpPr/>
          <p:nvPr/>
        </p:nvSpPr>
        <p:spPr>
          <a:xfrm>
            <a:off x="26517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4-test-input-0-16"/>
          <p:cNvSpPr/>
          <p:nvPr/>
        </p:nvSpPr>
        <p:spPr>
          <a:xfrm>
            <a:off x="27432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4-test-input-0-17"/>
          <p:cNvSpPr/>
          <p:nvPr/>
        </p:nvSpPr>
        <p:spPr>
          <a:xfrm>
            <a:off x="28346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4-test-input-0-18"/>
          <p:cNvSpPr/>
          <p:nvPr/>
        </p:nvSpPr>
        <p:spPr>
          <a:xfrm>
            <a:off x="29260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4-test-input-0-19"/>
          <p:cNvSpPr/>
          <p:nvPr/>
        </p:nvSpPr>
        <p:spPr>
          <a:xfrm>
            <a:off x="30175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4-test-input-0-20"/>
          <p:cNvSpPr/>
          <p:nvPr/>
        </p:nvSpPr>
        <p:spPr>
          <a:xfrm>
            <a:off x="31089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4-test-input-0-21"/>
          <p:cNvSpPr/>
          <p:nvPr/>
        </p:nvSpPr>
        <p:spPr>
          <a:xfrm>
            <a:off x="32004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4-test-input-0-22"/>
          <p:cNvSpPr/>
          <p:nvPr/>
        </p:nvSpPr>
        <p:spPr>
          <a:xfrm>
            <a:off x="3291840" y="17373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4-test-input-0-23"/>
          <p:cNvSpPr/>
          <p:nvPr/>
        </p:nvSpPr>
        <p:spPr>
          <a:xfrm>
            <a:off x="33832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4-test-input-0-24"/>
          <p:cNvSpPr/>
          <p:nvPr/>
        </p:nvSpPr>
        <p:spPr>
          <a:xfrm>
            <a:off x="34747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4-test-input-0-25"/>
          <p:cNvSpPr/>
          <p:nvPr/>
        </p:nvSpPr>
        <p:spPr>
          <a:xfrm>
            <a:off x="35661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4-test-input-1-0"/>
          <p:cNvSpPr/>
          <p:nvPr/>
        </p:nvSpPr>
        <p:spPr>
          <a:xfrm>
            <a:off x="12801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4-test-input-1-1"/>
          <p:cNvSpPr/>
          <p:nvPr/>
        </p:nvSpPr>
        <p:spPr>
          <a:xfrm>
            <a:off x="13716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4-test-input-1-2"/>
          <p:cNvSpPr/>
          <p:nvPr/>
        </p:nvSpPr>
        <p:spPr>
          <a:xfrm>
            <a:off x="1463039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4-test-input-1-3"/>
          <p:cNvSpPr/>
          <p:nvPr/>
        </p:nvSpPr>
        <p:spPr>
          <a:xfrm>
            <a:off x="15544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4-test-input-1-4"/>
          <p:cNvSpPr/>
          <p:nvPr/>
        </p:nvSpPr>
        <p:spPr>
          <a:xfrm>
            <a:off x="1645919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4-test-input-1-5"/>
          <p:cNvSpPr/>
          <p:nvPr/>
        </p:nvSpPr>
        <p:spPr>
          <a:xfrm>
            <a:off x="17373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4-test-input-1-6"/>
          <p:cNvSpPr/>
          <p:nvPr/>
        </p:nvSpPr>
        <p:spPr>
          <a:xfrm>
            <a:off x="18288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4-test-input-1-7"/>
          <p:cNvSpPr/>
          <p:nvPr/>
        </p:nvSpPr>
        <p:spPr>
          <a:xfrm>
            <a:off x="192024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4-test-input-1-8"/>
          <p:cNvSpPr/>
          <p:nvPr/>
        </p:nvSpPr>
        <p:spPr>
          <a:xfrm>
            <a:off x="20116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4-test-input-1-9"/>
          <p:cNvSpPr/>
          <p:nvPr/>
        </p:nvSpPr>
        <p:spPr>
          <a:xfrm>
            <a:off x="21031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4-test-input-1-10"/>
          <p:cNvSpPr/>
          <p:nvPr/>
        </p:nvSpPr>
        <p:spPr>
          <a:xfrm>
            <a:off x="2194560" y="182880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4-test-input-1-11"/>
          <p:cNvSpPr/>
          <p:nvPr/>
        </p:nvSpPr>
        <p:spPr>
          <a:xfrm>
            <a:off x="22860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4-test-input-1-12"/>
          <p:cNvSpPr/>
          <p:nvPr/>
        </p:nvSpPr>
        <p:spPr>
          <a:xfrm>
            <a:off x="2377440" y="182880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4-test-input-1-13"/>
          <p:cNvSpPr/>
          <p:nvPr/>
        </p:nvSpPr>
        <p:spPr>
          <a:xfrm>
            <a:off x="24688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4-test-input-1-14"/>
          <p:cNvSpPr/>
          <p:nvPr/>
        </p:nvSpPr>
        <p:spPr>
          <a:xfrm>
            <a:off x="25603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4-test-input-1-15"/>
          <p:cNvSpPr/>
          <p:nvPr/>
        </p:nvSpPr>
        <p:spPr>
          <a:xfrm>
            <a:off x="26517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4-test-input-1-16"/>
          <p:cNvSpPr/>
          <p:nvPr/>
        </p:nvSpPr>
        <p:spPr>
          <a:xfrm>
            <a:off x="2743200" y="18288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4-test-input-1-17"/>
          <p:cNvSpPr/>
          <p:nvPr/>
        </p:nvSpPr>
        <p:spPr>
          <a:xfrm>
            <a:off x="2834640" y="18288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4-test-input-1-18"/>
          <p:cNvSpPr/>
          <p:nvPr/>
        </p:nvSpPr>
        <p:spPr>
          <a:xfrm>
            <a:off x="2926080" y="18288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4-test-input-1-19"/>
          <p:cNvSpPr/>
          <p:nvPr/>
        </p:nvSpPr>
        <p:spPr>
          <a:xfrm>
            <a:off x="3017520" y="18288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4-test-input-1-20"/>
          <p:cNvSpPr/>
          <p:nvPr/>
        </p:nvSpPr>
        <p:spPr>
          <a:xfrm>
            <a:off x="3108960" y="18288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4-test-input-1-21"/>
          <p:cNvSpPr/>
          <p:nvPr/>
        </p:nvSpPr>
        <p:spPr>
          <a:xfrm>
            <a:off x="3200400" y="18288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4-test-input-1-22"/>
          <p:cNvSpPr/>
          <p:nvPr/>
        </p:nvSpPr>
        <p:spPr>
          <a:xfrm>
            <a:off x="3291840" y="18288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4-test-input-1-23"/>
          <p:cNvSpPr/>
          <p:nvPr/>
        </p:nvSpPr>
        <p:spPr>
          <a:xfrm>
            <a:off x="3383280" y="182880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4-test-input-1-24"/>
          <p:cNvSpPr/>
          <p:nvPr/>
        </p:nvSpPr>
        <p:spPr>
          <a:xfrm>
            <a:off x="34747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4-test-input-1-25"/>
          <p:cNvSpPr/>
          <p:nvPr/>
        </p:nvSpPr>
        <p:spPr>
          <a:xfrm>
            <a:off x="35661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4-test-input-2-0"/>
          <p:cNvSpPr/>
          <p:nvPr/>
        </p:nvSpPr>
        <p:spPr>
          <a:xfrm>
            <a:off x="12801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4-test-input-2-1"/>
          <p:cNvSpPr/>
          <p:nvPr/>
        </p:nvSpPr>
        <p:spPr>
          <a:xfrm>
            <a:off x="13716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4-test-input-2-2"/>
          <p:cNvSpPr/>
          <p:nvPr/>
        </p:nvSpPr>
        <p:spPr>
          <a:xfrm>
            <a:off x="1463039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4-test-input-2-3"/>
          <p:cNvSpPr/>
          <p:nvPr/>
        </p:nvSpPr>
        <p:spPr>
          <a:xfrm>
            <a:off x="15544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4-test-input-2-4"/>
          <p:cNvSpPr/>
          <p:nvPr/>
        </p:nvSpPr>
        <p:spPr>
          <a:xfrm>
            <a:off x="1645919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4-test-input-2-5"/>
          <p:cNvSpPr/>
          <p:nvPr/>
        </p:nvSpPr>
        <p:spPr>
          <a:xfrm>
            <a:off x="17373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4-test-input-2-6"/>
          <p:cNvSpPr/>
          <p:nvPr/>
        </p:nvSpPr>
        <p:spPr>
          <a:xfrm>
            <a:off x="18288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4-test-input-2-7"/>
          <p:cNvSpPr/>
          <p:nvPr/>
        </p:nvSpPr>
        <p:spPr>
          <a:xfrm>
            <a:off x="192024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4-test-input-2-8"/>
          <p:cNvSpPr/>
          <p:nvPr/>
        </p:nvSpPr>
        <p:spPr>
          <a:xfrm>
            <a:off x="20116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4-test-input-2-9"/>
          <p:cNvSpPr/>
          <p:nvPr/>
        </p:nvSpPr>
        <p:spPr>
          <a:xfrm>
            <a:off x="21031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4-test-input-2-10"/>
          <p:cNvSpPr/>
          <p:nvPr/>
        </p:nvSpPr>
        <p:spPr>
          <a:xfrm>
            <a:off x="2194560" y="192024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4-test-input-2-11"/>
          <p:cNvSpPr/>
          <p:nvPr/>
        </p:nvSpPr>
        <p:spPr>
          <a:xfrm>
            <a:off x="22860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4-test-input-2-12"/>
          <p:cNvSpPr/>
          <p:nvPr/>
        </p:nvSpPr>
        <p:spPr>
          <a:xfrm>
            <a:off x="2377440" y="192024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4-test-input-2-13"/>
          <p:cNvSpPr/>
          <p:nvPr/>
        </p:nvSpPr>
        <p:spPr>
          <a:xfrm>
            <a:off x="24688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4-test-input-2-14"/>
          <p:cNvSpPr/>
          <p:nvPr/>
        </p:nvSpPr>
        <p:spPr>
          <a:xfrm>
            <a:off x="25603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4-test-input-2-15"/>
          <p:cNvSpPr/>
          <p:nvPr/>
        </p:nvSpPr>
        <p:spPr>
          <a:xfrm>
            <a:off x="26517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4-test-input-2-16"/>
          <p:cNvSpPr/>
          <p:nvPr/>
        </p:nvSpPr>
        <p:spPr>
          <a:xfrm>
            <a:off x="2743200" y="192024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4-test-input-2-17"/>
          <p:cNvSpPr/>
          <p:nvPr/>
        </p:nvSpPr>
        <p:spPr>
          <a:xfrm>
            <a:off x="283464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4-test-input-2-18"/>
          <p:cNvSpPr/>
          <p:nvPr/>
        </p:nvSpPr>
        <p:spPr>
          <a:xfrm>
            <a:off x="29260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4-test-input-2-19"/>
          <p:cNvSpPr/>
          <p:nvPr/>
        </p:nvSpPr>
        <p:spPr>
          <a:xfrm>
            <a:off x="30175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4-test-input-2-20"/>
          <p:cNvSpPr/>
          <p:nvPr/>
        </p:nvSpPr>
        <p:spPr>
          <a:xfrm>
            <a:off x="31089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4-test-input-2-21"/>
          <p:cNvSpPr/>
          <p:nvPr/>
        </p:nvSpPr>
        <p:spPr>
          <a:xfrm>
            <a:off x="32004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4-test-input-2-22"/>
          <p:cNvSpPr/>
          <p:nvPr/>
        </p:nvSpPr>
        <p:spPr>
          <a:xfrm>
            <a:off x="3291840" y="192024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4-test-input-2-23"/>
          <p:cNvSpPr/>
          <p:nvPr/>
        </p:nvSpPr>
        <p:spPr>
          <a:xfrm>
            <a:off x="33832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4-test-input-2-24"/>
          <p:cNvSpPr/>
          <p:nvPr/>
        </p:nvSpPr>
        <p:spPr>
          <a:xfrm>
            <a:off x="34747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4-test-input-2-25"/>
          <p:cNvSpPr/>
          <p:nvPr/>
        </p:nvSpPr>
        <p:spPr>
          <a:xfrm>
            <a:off x="35661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4-test-input-3-0"/>
          <p:cNvSpPr/>
          <p:nvPr/>
        </p:nvSpPr>
        <p:spPr>
          <a:xfrm>
            <a:off x="12801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4-test-input-3-1"/>
          <p:cNvSpPr/>
          <p:nvPr/>
        </p:nvSpPr>
        <p:spPr>
          <a:xfrm>
            <a:off x="13716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4-test-input-3-2"/>
          <p:cNvSpPr/>
          <p:nvPr/>
        </p:nvSpPr>
        <p:spPr>
          <a:xfrm>
            <a:off x="1463039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4-test-input-3-3"/>
          <p:cNvSpPr/>
          <p:nvPr/>
        </p:nvSpPr>
        <p:spPr>
          <a:xfrm>
            <a:off x="15544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4-test-input-3-4"/>
          <p:cNvSpPr/>
          <p:nvPr/>
        </p:nvSpPr>
        <p:spPr>
          <a:xfrm>
            <a:off x="1645919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4-test-input-3-5"/>
          <p:cNvSpPr/>
          <p:nvPr/>
        </p:nvSpPr>
        <p:spPr>
          <a:xfrm>
            <a:off x="17373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4-test-input-3-6"/>
          <p:cNvSpPr/>
          <p:nvPr/>
        </p:nvSpPr>
        <p:spPr>
          <a:xfrm>
            <a:off x="18288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4-test-input-3-7"/>
          <p:cNvSpPr/>
          <p:nvPr/>
        </p:nvSpPr>
        <p:spPr>
          <a:xfrm>
            <a:off x="192024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4-test-input-3-8"/>
          <p:cNvSpPr/>
          <p:nvPr/>
        </p:nvSpPr>
        <p:spPr>
          <a:xfrm>
            <a:off x="20116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4-test-input-3-9"/>
          <p:cNvSpPr/>
          <p:nvPr/>
        </p:nvSpPr>
        <p:spPr>
          <a:xfrm>
            <a:off x="21031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4-test-input-3-10"/>
          <p:cNvSpPr/>
          <p:nvPr/>
        </p:nvSpPr>
        <p:spPr>
          <a:xfrm>
            <a:off x="2194560" y="20116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4-test-input-3-11"/>
          <p:cNvSpPr/>
          <p:nvPr/>
        </p:nvSpPr>
        <p:spPr>
          <a:xfrm>
            <a:off x="2286000" y="20116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4-test-input-3-12"/>
          <p:cNvSpPr/>
          <p:nvPr/>
        </p:nvSpPr>
        <p:spPr>
          <a:xfrm>
            <a:off x="2377440" y="20116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4-test-input-3-13"/>
          <p:cNvSpPr/>
          <p:nvPr/>
        </p:nvSpPr>
        <p:spPr>
          <a:xfrm>
            <a:off x="24688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4-test-input-3-14"/>
          <p:cNvSpPr/>
          <p:nvPr/>
        </p:nvSpPr>
        <p:spPr>
          <a:xfrm>
            <a:off x="25603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4-test-input-3-15"/>
          <p:cNvSpPr/>
          <p:nvPr/>
        </p:nvSpPr>
        <p:spPr>
          <a:xfrm>
            <a:off x="26517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4-test-input-3-16"/>
          <p:cNvSpPr/>
          <p:nvPr/>
        </p:nvSpPr>
        <p:spPr>
          <a:xfrm>
            <a:off x="2743200" y="201168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4-test-input-3-17"/>
          <p:cNvSpPr/>
          <p:nvPr/>
        </p:nvSpPr>
        <p:spPr>
          <a:xfrm>
            <a:off x="283464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4-test-input-3-18"/>
          <p:cNvSpPr/>
          <p:nvPr/>
        </p:nvSpPr>
        <p:spPr>
          <a:xfrm>
            <a:off x="29260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4-test-input-3-19"/>
          <p:cNvSpPr/>
          <p:nvPr/>
        </p:nvSpPr>
        <p:spPr>
          <a:xfrm>
            <a:off x="30175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4-test-input-3-20"/>
          <p:cNvSpPr/>
          <p:nvPr/>
        </p:nvSpPr>
        <p:spPr>
          <a:xfrm>
            <a:off x="31089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4-test-input-3-21"/>
          <p:cNvSpPr/>
          <p:nvPr/>
        </p:nvSpPr>
        <p:spPr>
          <a:xfrm>
            <a:off x="32004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4-test-input-3-22"/>
          <p:cNvSpPr/>
          <p:nvPr/>
        </p:nvSpPr>
        <p:spPr>
          <a:xfrm>
            <a:off x="3291840" y="20116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4-test-input-3-23"/>
          <p:cNvSpPr/>
          <p:nvPr/>
        </p:nvSpPr>
        <p:spPr>
          <a:xfrm>
            <a:off x="33832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4-test-input-3-24"/>
          <p:cNvSpPr/>
          <p:nvPr/>
        </p:nvSpPr>
        <p:spPr>
          <a:xfrm>
            <a:off x="34747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4-test-input-3-25"/>
          <p:cNvSpPr/>
          <p:nvPr/>
        </p:nvSpPr>
        <p:spPr>
          <a:xfrm>
            <a:off x="35661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4-test-input-4-0"/>
          <p:cNvSpPr/>
          <p:nvPr/>
        </p:nvSpPr>
        <p:spPr>
          <a:xfrm>
            <a:off x="12801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4-test-input-4-1"/>
          <p:cNvSpPr/>
          <p:nvPr/>
        </p:nvSpPr>
        <p:spPr>
          <a:xfrm>
            <a:off x="13716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4-test-input-4-2"/>
          <p:cNvSpPr/>
          <p:nvPr/>
        </p:nvSpPr>
        <p:spPr>
          <a:xfrm>
            <a:off x="1463039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4-test-input-4-3"/>
          <p:cNvSpPr/>
          <p:nvPr/>
        </p:nvSpPr>
        <p:spPr>
          <a:xfrm>
            <a:off x="15544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4-test-input-4-4"/>
          <p:cNvSpPr/>
          <p:nvPr/>
        </p:nvSpPr>
        <p:spPr>
          <a:xfrm>
            <a:off x="1645919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4-test-input-4-5"/>
          <p:cNvSpPr/>
          <p:nvPr/>
        </p:nvSpPr>
        <p:spPr>
          <a:xfrm>
            <a:off x="17373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4-test-input-4-6"/>
          <p:cNvSpPr/>
          <p:nvPr/>
        </p:nvSpPr>
        <p:spPr>
          <a:xfrm>
            <a:off x="18288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4-test-input-4-7"/>
          <p:cNvSpPr/>
          <p:nvPr/>
        </p:nvSpPr>
        <p:spPr>
          <a:xfrm>
            <a:off x="19202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4-test-input-4-8"/>
          <p:cNvSpPr/>
          <p:nvPr/>
        </p:nvSpPr>
        <p:spPr>
          <a:xfrm>
            <a:off x="20116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4-test-input-4-9"/>
          <p:cNvSpPr/>
          <p:nvPr/>
        </p:nvSpPr>
        <p:spPr>
          <a:xfrm>
            <a:off x="21031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4-test-input-4-10"/>
          <p:cNvSpPr/>
          <p:nvPr/>
        </p:nvSpPr>
        <p:spPr>
          <a:xfrm>
            <a:off x="21945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4-test-input-4-11"/>
          <p:cNvSpPr/>
          <p:nvPr/>
        </p:nvSpPr>
        <p:spPr>
          <a:xfrm>
            <a:off x="22860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4-test-input-4-12"/>
          <p:cNvSpPr/>
          <p:nvPr/>
        </p:nvSpPr>
        <p:spPr>
          <a:xfrm>
            <a:off x="23774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4-test-input-4-13"/>
          <p:cNvSpPr/>
          <p:nvPr/>
        </p:nvSpPr>
        <p:spPr>
          <a:xfrm>
            <a:off x="24688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4-test-input-4-14"/>
          <p:cNvSpPr/>
          <p:nvPr/>
        </p:nvSpPr>
        <p:spPr>
          <a:xfrm>
            <a:off x="25603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4-test-input-4-15"/>
          <p:cNvSpPr/>
          <p:nvPr/>
        </p:nvSpPr>
        <p:spPr>
          <a:xfrm>
            <a:off x="26517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4-test-input-4-16"/>
          <p:cNvSpPr/>
          <p:nvPr/>
        </p:nvSpPr>
        <p:spPr>
          <a:xfrm>
            <a:off x="27432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4-test-input-4-17"/>
          <p:cNvSpPr/>
          <p:nvPr/>
        </p:nvSpPr>
        <p:spPr>
          <a:xfrm>
            <a:off x="28346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4-test-input-4-18"/>
          <p:cNvSpPr/>
          <p:nvPr/>
        </p:nvSpPr>
        <p:spPr>
          <a:xfrm>
            <a:off x="29260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4-test-input-4-19"/>
          <p:cNvSpPr/>
          <p:nvPr/>
        </p:nvSpPr>
        <p:spPr>
          <a:xfrm>
            <a:off x="30175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4-test-input-4-20"/>
          <p:cNvSpPr/>
          <p:nvPr/>
        </p:nvSpPr>
        <p:spPr>
          <a:xfrm>
            <a:off x="31089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4-test-input-4-21"/>
          <p:cNvSpPr/>
          <p:nvPr/>
        </p:nvSpPr>
        <p:spPr>
          <a:xfrm>
            <a:off x="3200400" y="21031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4-test-input-4-22"/>
          <p:cNvSpPr/>
          <p:nvPr/>
        </p:nvSpPr>
        <p:spPr>
          <a:xfrm>
            <a:off x="3291840" y="210312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4-test-input-4-23"/>
          <p:cNvSpPr/>
          <p:nvPr/>
        </p:nvSpPr>
        <p:spPr>
          <a:xfrm>
            <a:off x="33832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4-test-input-4-24"/>
          <p:cNvSpPr/>
          <p:nvPr/>
        </p:nvSpPr>
        <p:spPr>
          <a:xfrm>
            <a:off x="34747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4-test-input-4-25"/>
          <p:cNvSpPr/>
          <p:nvPr/>
        </p:nvSpPr>
        <p:spPr>
          <a:xfrm>
            <a:off x="35661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4-test-input-5-0"/>
          <p:cNvSpPr/>
          <p:nvPr/>
        </p:nvSpPr>
        <p:spPr>
          <a:xfrm>
            <a:off x="12801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4-test-input-5-1"/>
          <p:cNvSpPr/>
          <p:nvPr/>
        </p:nvSpPr>
        <p:spPr>
          <a:xfrm>
            <a:off x="13716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4-test-input-5-2"/>
          <p:cNvSpPr/>
          <p:nvPr/>
        </p:nvSpPr>
        <p:spPr>
          <a:xfrm>
            <a:off x="1463039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4-test-input-5-3"/>
          <p:cNvSpPr/>
          <p:nvPr/>
        </p:nvSpPr>
        <p:spPr>
          <a:xfrm>
            <a:off x="15544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4-test-input-5-4"/>
          <p:cNvSpPr/>
          <p:nvPr/>
        </p:nvSpPr>
        <p:spPr>
          <a:xfrm>
            <a:off x="1645919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4-test-input-5-5"/>
          <p:cNvSpPr/>
          <p:nvPr/>
        </p:nvSpPr>
        <p:spPr>
          <a:xfrm>
            <a:off x="17373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4-test-input-5-6"/>
          <p:cNvSpPr/>
          <p:nvPr/>
        </p:nvSpPr>
        <p:spPr>
          <a:xfrm>
            <a:off x="18288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4-test-input-5-7"/>
          <p:cNvSpPr/>
          <p:nvPr/>
        </p:nvSpPr>
        <p:spPr>
          <a:xfrm>
            <a:off x="19202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4-test-input-5-8"/>
          <p:cNvSpPr/>
          <p:nvPr/>
        </p:nvSpPr>
        <p:spPr>
          <a:xfrm>
            <a:off x="20116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4-test-input-5-9"/>
          <p:cNvSpPr/>
          <p:nvPr/>
        </p:nvSpPr>
        <p:spPr>
          <a:xfrm>
            <a:off x="21031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4-test-input-5-10"/>
          <p:cNvSpPr/>
          <p:nvPr/>
        </p:nvSpPr>
        <p:spPr>
          <a:xfrm>
            <a:off x="21945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4-test-input-5-11"/>
          <p:cNvSpPr/>
          <p:nvPr/>
        </p:nvSpPr>
        <p:spPr>
          <a:xfrm>
            <a:off x="22860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4-test-input-5-12"/>
          <p:cNvSpPr/>
          <p:nvPr/>
        </p:nvSpPr>
        <p:spPr>
          <a:xfrm>
            <a:off x="23774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4-test-input-5-13"/>
          <p:cNvSpPr/>
          <p:nvPr/>
        </p:nvSpPr>
        <p:spPr>
          <a:xfrm>
            <a:off x="24688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4-test-input-5-14"/>
          <p:cNvSpPr/>
          <p:nvPr/>
        </p:nvSpPr>
        <p:spPr>
          <a:xfrm>
            <a:off x="25603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4-test-input-5-15"/>
          <p:cNvSpPr/>
          <p:nvPr/>
        </p:nvSpPr>
        <p:spPr>
          <a:xfrm>
            <a:off x="26517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4-test-input-5-16"/>
          <p:cNvSpPr/>
          <p:nvPr/>
        </p:nvSpPr>
        <p:spPr>
          <a:xfrm>
            <a:off x="27432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4-test-input-5-17"/>
          <p:cNvSpPr/>
          <p:nvPr/>
        </p:nvSpPr>
        <p:spPr>
          <a:xfrm>
            <a:off x="28346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4-test-input-5-18"/>
          <p:cNvSpPr/>
          <p:nvPr/>
        </p:nvSpPr>
        <p:spPr>
          <a:xfrm>
            <a:off x="29260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4-test-input-5-19"/>
          <p:cNvSpPr/>
          <p:nvPr/>
        </p:nvSpPr>
        <p:spPr>
          <a:xfrm>
            <a:off x="30175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4-test-input-5-20"/>
          <p:cNvSpPr/>
          <p:nvPr/>
        </p:nvSpPr>
        <p:spPr>
          <a:xfrm>
            <a:off x="31089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4-test-input-5-21"/>
          <p:cNvSpPr/>
          <p:nvPr/>
        </p:nvSpPr>
        <p:spPr>
          <a:xfrm>
            <a:off x="32004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4-test-input-5-22"/>
          <p:cNvSpPr/>
          <p:nvPr/>
        </p:nvSpPr>
        <p:spPr>
          <a:xfrm>
            <a:off x="32918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4-test-input-5-23"/>
          <p:cNvSpPr/>
          <p:nvPr/>
        </p:nvSpPr>
        <p:spPr>
          <a:xfrm>
            <a:off x="33832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4-test-input-5-24"/>
          <p:cNvSpPr/>
          <p:nvPr/>
        </p:nvSpPr>
        <p:spPr>
          <a:xfrm>
            <a:off x="34747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4-test-input-5-25"/>
          <p:cNvSpPr/>
          <p:nvPr/>
        </p:nvSpPr>
        <p:spPr>
          <a:xfrm>
            <a:off x="35661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4-test-input-6-0"/>
          <p:cNvSpPr/>
          <p:nvPr/>
        </p:nvSpPr>
        <p:spPr>
          <a:xfrm>
            <a:off x="12801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4-test-input-6-1"/>
          <p:cNvSpPr/>
          <p:nvPr/>
        </p:nvSpPr>
        <p:spPr>
          <a:xfrm>
            <a:off x="13716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4-test-input-6-2"/>
          <p:cNvSpPr/>
          <p:nvPr/>
        </p:nvSpPr>
        <p:spPr>
          <a:xfrm>
            <a:off x="1463039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4-test-input-6-3"/>
          <p:cNvSpPr/>
          <p:nvPr/>
        </p:nvSpPr>
        <p:spPr>
          <a:xfrm>
            <a:off x="1554480" y="228600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4-test-input-6-4"/>
          <p:cNvSpPr/>
          <p:nvPr/>
        </p:nvSpPr>
        <p:spPr>
          <a:xfrm>
            <a:off x="1645919" y="228600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4-test-input-6-5"/>
          <p:cNvSpPr/>
          <p:nvPr/>
        </p:nvSpPr>
        <p:spPr>
          <a:xfrm>
            <a:off x="1737360" y="228600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4-test-input-6-6"/>
          <p:cNvSpPr/>
          <p:nvPr/>
        </p:nvSpPr>
        <p:spPr>
          <a:xfrm>
            <a:off x="1828800" y="228600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4-test-input-6-7"/>
          <p:cNvSpPr/>
          <p:nvPr/>
        </p:nvSpPr>
        <p:spPr>
          <a:xfrm>
            <a:off x="1920240" y="228600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4-test-input-6-8"/>
          <p:cNvSpPr/>
          <p:nvPr/>
        </p:nvSpPr>
        <p:spPr>
          <a:xfrm>
            <a:off x="20116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4-test-input-6-9"/>
          <p:cNvSpPr/>
          <p:nvPr/>
        </p:nvSpPr>
        <p:spPr>
          <a:xfrm>
            <a:off x="21031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4-test-input-6-10"/>
          <p:cNvSpPr/>
          <p:nvPr/>
        </p:nvSpPr>
        <p:spPr>
          <a:xfrm>
            <a:off x="21945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4-test-input-6-11"/>
          <p:cNvSpPr/>
          <p:nvPr/>
        </p:nvSpPr>
        <p:spPr>
          <a:xfrm>
            <a:off x="22860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4-test-input-6-12"/>
          <p:cNvSpPr/>
          <p:nvPr/>
        </p:nvSpPr>
        <p:spPr>
          <a:xfrm>
            <a:off x="23774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4-test-input-6-13"/>
          <p:cNvSpPr/>
          <p:nvPr/>
        </p:nvSpPr>
        <p:spPr>
          <a:xfrm>
            <a:off x="24688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4-test-input-6-14"/>
          <p:cNvSpPr/>
          <p:nvPr/>
        </p:nvSpPr>
        <p:spPr>
          <a:xfrm>
            <a:off x="25603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4-test-input-6-15"/>
          <p:cNvSpPr/>
          <p:nvPr/>
        </p:nvSpPr>
        <p:spPr>
          <a:xfrm>
            <a:off x="26517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4-test-input-6-16"/>
          <p:cNvSpPr/>
          <p:nvPr/>
        </p:nvSpPr>
        <p:spPr>
          <a:xfrm>
            <a:off x="27432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4-test-input-6-17"/>
          <p:cNvSpPr/>
          <p:nvPr/>
        </p:nvSpPr>
        <p:spPr>
          <a:xfrm>
            <a:off x="28346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4-test-input-6-18"/>
          <p:cNvSpPr/>
          <p:nvPr/>
        </p:nvSpPr>
        <p:spPr>
          <a:xfrm>
            <a:off x="29260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4-test-input-6-19"/>
          <p:cNvSpPr/>
          <p:nvPr/>
        </p:nvSpPr>
        <p:spPr>
          <a:xfrm>
            <a:off x="30175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4-test-input-6-20"/>
          <p:cNvSpPr/>
          <p:nvPr/>
        </p:nvSpPr>
        <p:spPr>
          <a:xfrm>
            <a:off x="31089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4-test-input-6-21"/>
          <p:cNvSpPr/>
          <p:nvPr/>
        </p:nvSpPr>
        <p:spPr>
          <a:xfrm>
            <a:off x="32004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4-test-input-6-22"/>
          <p:cNvSpPr/>
          <p:nvPr/>
        </p:nvSpPr>
        <p:spPr>
          <a:xfrm>
            <a:off x="32918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4-test-input-6-23"/>
          <p:cNvSpPr/>
          <p:nvPr/>
        </p:nvSpPr>
        <p:spPr>
          <a:xfrm>
            <a:off x="33832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4-test-input-6-24"/>
          <p:cNvSpPr/>
          <p:nvPr/>
        </p:nvSpPr>
        <p:spPr>
          <a:xfrm>
            <a:off x="34747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4-test-input-6-25"/>
          <p:cNvSpPr/>
          <p:nvPr/>
        </p:nvSpPr>
        <p:spPr>
          <a:xfrm>
            <a:off x="35661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4-test-input-7-0"/>
          <p:cNvSpPr/>
          <p:nvPr/>
        </p:nvSpPr>
        <p:spPr>
          <a:xfrm>
            <a:off x="12801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4-test-input-7-1"/>
          <p:cNvSpPr/>
          <p:nvPr/>
        </p:nvSpPr>
        <p:spPr>
          <a:xfrm>
            <a:off x="13716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4-test-input-7-2"/>
          <p:cNvSpPr/>
          <p:nvPr/>
        </p:nvSpPr>
        <p:spPr>
          <a:xfrm>
            <a:off x="1463039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4-test-input-7-3"/>
          <p:cNvSpPr/>
          <p:nvPr/>
        </p:nvSpPr>
        <p:spPr>
          <a:xfrm>
            <a:off x="1554480" y="237744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4-test-input-7-4"/>
          <p:cNvSpPr/>
          <p:nvPr/>
        </p:nvSpPr>
        <p:spPr>
          <a:xfrm>
            <a:off x="1645919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4-test-input-7-5"/>
          <p:cNvSpPr/>
          <p:nvPr/>
        </p:nvSpPr>
        <p:spPr>
          <a:xfrm>
            <a:off x="17373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4-test-input-7-6"/>
          <p:cNvSpPr/>
          <p:nvPr/>
        </p:nvSpPr>
        <p:spPr>
          <a:xfrm>
            <a:off x="18288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4-test-input-7-7"/>
          <p:cNvSpPr/>
          <p:nvPr/>
        </p:nvSpPr>
        <p:spPr>
          <a:xfrm>
            <a:off x="1920240" y="237744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4-test-input-7-8"/>
          <p:cNvSpPr/>
          <p:nvPr/>
        </p:nvSpPr>
        <p:spPr>
          <a:xfrm>
            <a:off x="20116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4-test-input-7-9"/>
          <p:cNvSpPr/>
          <p:nvPr/>
        </p:nvSpPr>
        <p:spPr>
          <a:xfrm>
            <a:off x="21031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4-test-input-7-10"/>
          <p:cNvSpPr/>
          <p:nvPr/>
        </p:nvSpPr>
        <p:spPr>
          <a:xfrm>
            <a:off x="21945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4-test-input-7-11"/>
          <p:cNvSpPr/>
          <p:nvPr/>
        </p:nvSpPr>
        <p:spPr>
          <a:xfrm>
            <a:off x="22860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4-test-input-7-12"/>
          <p:cNvSpPr/>
          <p:nvPr/>
        </p:nvSpPr>
        <p:spPr>
          <a:xfrm>
            <a:off x="23774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4-test-input-7-13"/>
          <p:cNvSpPr/>
          <p:nvPr/>
        </p:nvSpPr>
        <p:spPr>
          <a:xfrm>
            <a:off x="24688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4-test-input-7-14"/>
          <p:cNvSpPr/>
          <p:nvPr/>
        </p:nvSpPr>
        <p:spPr>
          <a:xfrm>
            <a:off x="25603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4-test-input-7-15"/>
          <p:cNvSpPr/>
          <p:nvPr/>
        </p:nvSpPr>
        <p:spPr>
          <a:xfrm>
            <a:off x="26517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4-test-input-7-16"/>
          <p:cNvSpPr/>
          <p:nvPr/>
        </p:nvSpPr>
        <p:spPr>
          <a:xfrm>
            <a:off x="27432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4-test-input-7-17"/>
          <p:cNvSpPr/>
          <p:nvPr/>
        </p:nvSpPr>
        <p:spPr>
          <a:xfrm>
            <a:off x="28346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4-test-input-7-18"/>
          <p:cNvSpPr/>
          <p:nvPr/>
        </p:nvSpPr>
        <p:spPr>
          <a:xfrm>
            <a:off x="29260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4-test-input-7-19"/>
          <p:cNvSpPr/>
          <p:nvPr/>
        </p:nvSpPr>
        <p:spPr>
          <a:xfrm>
            <a:off x="30175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4-test-input-7-20"/>
          <p:cNvSpPr/>
          <p:nvPr/>
        </p:nvSpPr>
        <p:spPr>
          <a:xfrm>
            <a:off x="31089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4-test-input-7-21"/>
          <p:cNvSpPr/>
          <p:nvPr/>
        </p:nvSpPr>
        <p:spPr>
          <a:xfrm>
            <a:off x="32004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4-test-input-7-22"/>
          <p:cNvSpPr/>
          <p:nvPr/>
        </p:nvSpPr>
        <p:spPr>
          <a:xfrm>
            <a:off x="32918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4-test-input-7-23"/>
          <p:cNvSpPr/>
          <p:nvPr/>
        </p:nvSpPr>
        <p:spPr>
          <a:xfrm>
            <a:off x="33832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4-test-input-7-24"/>
          <p:cNvSpPr/>
          <p:nvPr/>
        </p:nvSpPr>
        <p:spPr>
          <a:xfrm>
            <a:off x="34747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4-test-input-7-25"/>
          <p:cNvSpPr/>
          <p:nvPr/>
        </p:nvSpPr>
        <p:spPr>
          <a:xfrm>
            <a:off x="35661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4-test-input-8-0"/>
          <p:cNvSpPr/>
          <p:nvPr/>
        </p:nvSpPr>
        <p:spPr>
          <a:xfrm>
            <a:off x="12801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4-test-input-8-1"/>
          <p:cNvSpPr/>
          <p:nvPr/>
        </p:nvSpPr>
        <p:spPr>
          <a:xfrm>
            <a:off x="13716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4-test-input-8-2"/>
          <p:cNvSpPr/>
          <p:nvPr/>
        </p:nvSpPr>
        <p:spPr>
          <a:xfrm>
            <a:off x="1463039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4-test-input-8-3"/>
          <p:cNvSpPr/>
          <p:nvPr/>
        </p:nvSpPr>
        <p:spPr>
          <a:xfrm>
            <a:off x="1554480" y="246888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4-test-input-8-4"/>
          <p:cNvSpPr/>
          <p:nvPr/>
        </p:nvSpPr>
        <p:spPr>
          <a:xfrm>
            <a:off x="1645919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4-test-input-8-5"/>
          <p:cNvSpPr/>
          <p:nvPr/>
        </p:nvSpPr>
        <p:spPr>
          <a:xfrm>
            <a:off x="17373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4-test-input-8-6"/>
          <p:cNvSpPr/>
          <p:nvPr/>
        </p:nvSpPr>
        <p:spPr>
          <a:xfrm>
            <a:off x="18288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4-test-input-8-7"/>
          <p:cNvSpPr/>
          <p:nvPr/>
        </p:nvSpPr>
        <p:spPr>
          <a:xfrm>
            <a:off x="1920240" y="246888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4-test-input-8-8"/>
          <p:cNvSpPr/>
          <p:nvPr/>
        </p:nvSpPr>
        <p:spPr>
          <a:xfrm>
            <a:off x="201168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4-test-input-8-9"/>
          <p:cNvSpPr/>
          <p:nvPr/>
        </p:nvSpPr>
        <p:spPr>
          <a:xfrm>
            <a:off x="210312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4-test-input-8-10"/>
          <p:cNvSpPr/>
          <p:nvPr/>
        </p:nvSpPr>
        <p:spPr>
          <a:xfrm>
            <a:off x="21945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4-test-input-8-11"/>
          <p:cNvSpPr/>
          <p:nvPr/>
        </p:nvSpPr>
        <p:spPr>
          <a:xfrm>
            <a:off x="22860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4-test-input-8-12"/>
          <p:cNvSpPr/>
          <p:nvPr/>
        </p:nvSpPr>
        <p:spPr>
          <a:xfrm>
            <a:off x="237744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4-test-input-8-13"/>
          <p:cNvSpPr/>
          <p:nvPr/>
        </p:nvSpPr>
        <p:spPr>
          <a:xfrm>
            <a:off x="246888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4-test-input-8-14"/>
          <p:cNvSpPr/>
          <p:nvPr/>
        </p:nvSpPr>
        <p:spPr>
          <a:xfrm>
            <a:off x="256032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4-test-input-8-15"/>
          <p:cNvSpPr/>
          <p:nvPr/>
        </p:nvSpPr>
        <p:spPr>
          <a:xfrm>
            <a:off x="26517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4-test-input-8-16"/>
          <p:cNvSpPr/>
          <p:nvPr/>
        </p:nvSpPr>
        <p:spPr>
          <a:xfrm>
            <a:off x="27432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4-test-input-8-17"/>
          <p:cNvSpPr/>
          <p:nvPr/>
        </p:nvSpPr>
        <p:spPr>
          <a:xfrm>
            <a:off x="283464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4-test-input-8-18"/>
          <p:cNvSpPr/>
          <p:nvPr/>
        </p:nvSpPr>
        <p:spPr>
          <a:xfrm>
            <a:off x="292608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4-test-input-8-19"/>
          <p:cNvSpPr/>
          <p:nvPr/>
        </p:nvSpPr>
        <p:spPr>
          <a:xfrm>
            <a:off x="301752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4-test-input-8-20"/>
          <p:cNvSpPr/>
          <p:nvPr/>
        </p:nvSpPr>
        <p:spPr>
          <a:xfrm>
            <a:off x="31089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4-test-input-8-21"/>
          <p:cNvSpPr/>
          <p:nvPr/>
        </p:nvSpPr>
        <p:spPr>
          <a:xfrm>
            <a:off x="32004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4-test-input-8-22"/>
          <p:cNvSpPr/>
          <p:nvPr/>
        </p:nvSpPr>
        <p:spPr>
          <a:xfrm>
            <a:off x="329184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4-test-input-8-23"/>
          <p:cNvSpPr/>
          <p:nvPr/>
        </p:nvSpPr>
        <p:spPr>
          <a:xfrm>
            <a:off x="338328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4-test-input-8-24"/>
          <p:cNvSpPr/>
          <p:nvPr/>
        </p:nvSpPr>
        <p:spPr>
          <a:xfrm>
            <a:off x="347472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4-test-input-8-25"/>
          <p:cNvSpPr/>
          <p:nvPr/>
        </p:nvSpPr>
        <p:spPr>
          <a:xfrm>
            <a:off x="35661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4-test-input-9-0"/>
          <p:cNvSpPr/>
          <p:nvPr/>
        </p:nvSpPr>
        <p:spPr>
          <a:xfrm>
            <a:off x="12801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4-test-input-9-1"/>
          <p:cNvSpPr/>
          <p:nvPr/>
        </p:nvSpPr>
        <p:spPr>
          <a:xfrm>
            <a:off x="13716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4-test-input-9-2"/>
          <p:cNvSpPr/>
          <p:nvPr/>
        </p:nvSpPr>
        <p:spPr>
          <a:xfrm>
            <a:off x="1463039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4-test-input-9-3"/>
          <p:cNvSpPr/>
          <p:nvPr/>
        </p:nvSpPr>
        <p:spPr>
          <a:xfrm>
            <a:off x="15544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4-test-input-9-4"/>
          <p:cNvSpPr/>
          <p:nvPr/>
        </p:nvSpPr>
        <p:spPr>
          <a:xfrm>
            <a:off x="1645919" y="25603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4-test-input-9-5"/>
          <p:cNvSpPr/>
          <p:nvPr/>
        </p:nvSpPr>
        <p:spPr>
          <a:xfrm>
            <a:off x="1737360" y="256032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4-test-input-9-6"/>
          <p:cNvSpPr/>
          <p:nvPr/>
        </p:nvSpPr>
        <p:spPr>
          <a:xfrm>
            <a:off x="1828800" y="256032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4-test-input-9-7"/>
          <p:cNvSpPr/>
          <p:nvPr/>
        </p:nvSpPr>
        <p:spPr>
          <a:xfrm>
            <a:off x="1920240" y="256032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4-test-input-9-8"/>
          <p:cNvSpPr/>
          <p:nvPr/>
        </p:nvSpPr>
        <p:spPr>
          <a:xfrm>
            <a:off x="20116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4-test-input-9-9"/>
          <p:cNvSpPr/>
          <p:nvPr/>
        </p:nvSpPr>
        <p:spPr>
          <a:xfrm>
            <a:off x="210312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4-test-input-9-10"/>
          <p:cNvSpPr/>
          <p:nvPr/>
        </p:nvSpPr>
        <p:spPr>
          <a:xfrm>
            <a:off x="21945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4-test-input-9-11"/>
          <p:cNvSpPr/>
          <p:nvPr/>
        </p:nvSpPr>
        <p:spPr>
          <a:xfrm>
            <a:off x="22860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4-test-input-9-12"/>
          <p:cNvSpPr/>
          <p:nvPr/>
        </p:nvSpPr>
        <p:spPr>
          <a:xfrm>
            <a:off x="237744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4-test-input-9-13"/>
          <p:cNvSpPr/>
          <p:nvPr/>
        </p:nvSpPr>
        <p:spPr>
          <a:xfrm>
            <a:off x="24688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4-test-input-9-14"/>
          <p:cNvSpPr/>
          <p:nvPr/>
        </p:nvSpPr>
        <p:spPr>
          <a:xfrm>
            <a:off x="256032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4-test-input-9-15"/>
          <p:cNvSpPr/>
          <p:nvPr/>
        </p:nvSpPr>
        <p:spPr>
          <a:xfrm>
            <a:off x="26517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4-test-input-9-16"/>
          <p:cNvSpPr/>
          <p:nvPr/>
        </p:nvSpPr>
        <p:spPr>
          <a:xfrm>
            <a:off x="27432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4-test-input-9-17"/>
          <p:cNvSpPr/>
          <p:nvPr/>
        </p:nvSpPr>
        <p:spPr>
          <a:xfrm>
            <a:off x="283464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4-test-input-9-18"/>
          <p:cNvSpPr/>
          <p:nvPr/>
        </p:nvSpPr>
        <p:spPr>
          <a:xfrm>
            <a:off x="29260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4-test-input-9-19"/>
          <p:cNvSpPr/>
          <p:nvPr/>
        </p:nvSpPr>
        <p:spPr>
          <a:xfrm>
            <a:off x="3017520" y="25603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4-test-input-9-20"/>
          <p:cNvSpPr/>
          <p:nvPr/>
        </p:nvSpPr>
        <p:spPr>
          <a:xfrm>
            <a:off x="31089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4-test-input-9-21"/>
          <p:cNvSpPr/>
          <p:nvPr/>
        </p:nvSpPr>
        <p:spPr>
          <a:xfrm>
            <a:off x="32004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4-test-input-9-22"/>
          <p:cNvSpPr/>
          <p:nvPr/>
        </p:nvSpPr>
        <p:spPr>
          <a:xfrm>
            <a:off x="3291840" y="25603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4-test-input-9-23"/>
          <p:cNvSpPr/>
          <p:nvPr/>
        </p:nvSpPr>
        <p:spPr>
          <a:xfrm>
            <a:off x="33832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4-test-input-9-24"/>
          <p:cNvSpPr/>
          <p:nvPr/>
        </p:nvSpPr>
        <p:spPr>
          <a:xfrm>
            <a:off x="347472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4-test-input-9-25"/>
          <p:cNvSpPr/>
          <p:nvPr/>
        </p:nvSpPr>
        <p:spPr>
          <a:xfrm>
            <a:off x="35661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4-test-input-10-0"/>
          <p:cNvSpPr/>
          <p:nvPr/>
        </p:nvSpPr>
        <p:spPr>
          <a:xfrm>
            <a:off x="12801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4-test-input-10-1"/>
          <p:cNvSpPr/>
          <p:nvPr/>
        </p:nvSpPr>
        <p:spPr>
          <a:xfrm>
            <a:off x="13716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4-test-input-10-2"/>
          <p:cNvSpPr/>
          <p:nvPr/>
        </p:nvSpPr>
        <p:spPr>
          <a:xfrm>
            <a:off x="1463039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4-test-input-10-3"/>
          <p:cNvSpPr/>
          <p:nvPr/>
        </p:nvSpPr>
        <p:spPr>
          <a:xfrm>
            <a:off x="15544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4-test-input-10-4"/>
          <p:cNvSpPr/>
          <p:nvPr/>
        </p:nvSpPr>
        <p:spPr>
          <a:xfrm>
            <a:off x="1645919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4-test-input-10-5"/>
          <p:cNvSpPr/>
          <p:nvPr/>
        </p:nvSpPr>
        <p:spPr>
          <a:xfrm>
            <a:off x="1737360" y="26517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4-test-input-10-6"/>
          <p:cNvSpPr/>
          <p:nvPr/>
        </p:nvSpPr>
        <p:spPr>
          <a:xfrm>
            <a:off x="18288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4-test-input-10-7"/>
          <p:cNvSpPr/>
          <p:nvPr/>
        </p:nvSpPr>
        <p:spPr>
          <a:xfrm>
            <a:off x="1920240" y="26517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4-test-input-10-8"/>
          <p:cNvSpPr/>
          <p:nvPr/>
        </p:nvSpPr>
        <p:spPr>
          <a:xfrm>
            <a:off x="20116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4-test-input-10-9"/>
          <p:cNvSpPr/>
          <p:nvPr/>
        </p:nvSpPr>
        <p:spPr>
          <a:xfrm>
            <a:off x="2103120" y="26517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4-test-input-10-10"/>
          <p:cNvSpPr/>
          <p:nvPr/>
        </p:nvSpPr>
        <p:spPr>
          <a:xfrm>
            <a:off x="21945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4-test-input-10-11"/>
          <p:cNvSpPr/>
          <p:nvPr/>
        </p:nvSpPr>
        <p:spPr>
          <a:xfrm>
            <a:off x="22860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4-test-input-10-12"/>
          <p:cNvSpPr/>
          <p:nvPr/>
        </p:nvSpPr>
        <p:spPr>
          <a:xfrm>
            <a:off x="237744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4-test-input-10-13"/>
          <p:cNvSpPr/>
          <p:nvPr/>
        </p:nvSpPr>
        <p:spPr>
          <a:xfrm>
            <a:off x="24688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4-test-input-10-14"/>
          <p:cNvSpPr/>
          <p:nvPr/>
        </p:nvSpPr>
        <p:spPr>
          <a:xfrm>
            <a:off x="256032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4-test-input-10-15"/>
          <p:cNvSpPr/>
          <p:nvPr/>
        </p:nvSpPr>
        <p:spPr>
          <a:xfrm>
            <a:off x="26517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4-test-input-10-16"/>
          <p:cNvSpPr/>
          <p:nvPr/>
        </p:nvSpPr>
        <p:spPr>
          <a:xfrm>
            <a:off x="27432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4-test-input-10-17"/>
          <p:cNvSpPr/>
          <p:nvPr/>
        </p:nvSpPr>
        <p:spPr>
          <a:xfrm>
            <a:off x="283464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4-test-input-10-18"/>
          <p:cNvSpPr/>
          <p:nvPr/>
        </p:nvSpPr>
        <p:spPr>
          <a:xfrm>
            <a:off x="29260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4-test-input-10-19"/>
          <p:cNvSpPr/>
          <p:nvPr/>
        </p:nvSpPr>
        <p:spPr>
          <a:xfrm>
            <a:off x="3017520" y="265176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4-test-input-10-20"/>
          <p:cNvSpPr/>
          <p:nvPr/>
        </p:nvSpPr>
        <p:spPr>
          <a:xfrm>
            <a:off x="31089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4-test-input-10-21"/>
          <p:cNvSpPr/>
          <p:nvPr/>
        </p:nvSpPr>
        <p:spPr>
          <a:xfrm>
            <a:off x="32004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4-test-input-10-22"/>
          <p:cNvSpPr/>
          <p:nvPr/>
        </p:nvSpPr>
        <p:spPr>
          <a:xfrm>
            <a:off x="3291840" y="265176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4-test-input-10-23"/>
          <p:cNvSpPr/>
          <p:nvPr/>
        </p:nvSpPr>
        <p:spPr>
          <a:xfrm>
            <a:off x="33832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4-test-input-10-24"/>
          <p:cNvSpPr/>
          <p:nvPr/>
        </p:nvSpPr>
        <p:spPr>
          <a:xfrm>
            <a:off x="347472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4-test-input-10-25"/>
          <p:cNvSpPr/>
          <p:nvPr/>
        </p:nvSpPr>
        <p:spPr>
          <a:xfrm>
            <a:off x="35661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4-test-input-11-0"/>
          <p:cNvSpPr/>
          <p:nvPr/>
        </p:nvSpPr>
        <p:spPr>
          <a:xfrm>
            <a:off x="12801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4-test-input-11-1"/>
          <p:cNvSpPr/>
          <p:nvPr/>
        </p:nvSpPr>
        <p:spPr>
          <a:xfrm>
            <a:off x="13716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4-test-input-11-2"/>
          <p:cNvSpPr/>
          <p:nvPr/>
        </p:nvSpPr>
        <p:spPr>
          <a:xfrm>
            <a:off x="1463039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4-test-input-11-3"/>
          <p:cNvSpPr/>
          <p:nvPr/>
        </p:nvSpPr>
        <p:spPr>
          <a:xfrm>
            <a:off x="155448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4-test-input-11-4"/>
          <p:cNvSpPr/>
          <p:nvPr/>
        </p:nvSpPr>
        <p:spPr>
          <a:xfrm>
            <a:off x="1645919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4-test-input-11-5"/>
          <p:cNvSpPr/>
          <p:nvPr/>
        </p:nvSpPr>
        <p:spPr>
          <a:xfrm>
            <a:off x="17373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4-test-input-11-6"/>
          <p:cNvSpPr/>
          <p:nvPr/>
        </p:nvSpPr>
        <p:spPr>
          <a:xfrm>
            <a:off x="18288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4-test-input-11-7"/>
          <p:cNvSpPr/>
          <p:nvPr/>
        </p:nvSpPr>
        <p:spPr>
          <a:xfrm>
            <a:off x="192024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4-test-input-11-8"/>
          <p:cNvSpPr/>
          <p:nvPr/>
        </p:nvSpPr>
        <p:spPr>
          <a:xfrm>
            <a:off x="201168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4-test-input-11-9"/>
          <p:cNvSpPr/>
          <p:nvPr/>
        </p:nvSpPr>
        <p:spPr>
          <a:xfrm>
            <a:off x="210312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4-test-input-11-10"/>
          <p:cNvSpPr/>
          <p:nvPr/>
        </p:nvSpPr>
        <p:spPr>
          <a:xfrm>
            <a:off x="219456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4-test-input-11-11"/>
          <p:cNvSpPr/>
          <p:nvPr/>
        </p:nvSpPr>
        <p:spPr>
          <a:xfrm>
            <a:off x="228600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4-test-input-11-12"/>
          <p:cNvSpPr/>
          <p:nvPr/>
        </p:nvSpPr>
        <p:spPr>
          <a:xfrm>
            <a:off x="237744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4-test-input-11-13"/>
          <p:cNvSpPr/>
          <p:nvPr/>
        </p:nvSpPr>
        <p:spPr>
          <a:xfrm>
            <a:off x="246888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4-test-input-11-14"/>
          <p:cNvSpPr/>
          <p:nvPr/>
        </p:nvSpPr>
        <p:spPr>
          <a:xfrm>
            <a:off x="2560320" y="274320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4-test-input-11-15"/>
          <p:cNvSpPr/>
          <p:nvPr/>
        </p:nvSpPr>
        <p:spPr>
          <a:xfrm>
            <a:off x="26517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4-test-input-11-16"/>
          <p:cNvSpPr/>
          <p:nvPr/>
        </p:nvSpPr>
        <p:spPr>
          <a:xfrm>
            <a:off x="27432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4-test-input-11-17"/>
          <p:cNvSpPr/>
          <p:nvPr/>
        </p:nvSpPr>
        <p:spPr>
          <a:xfrm>
            <a:off x="283464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4-test-input-11-18"/>
          <p:cNvSpPr/>
          <p:nvPr/>
        </p:nvSpPr>
        <p:spPr>
          <a:xfrm>
            <a:off x="292608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4-test-input-11-19"/>
          <p:cNvSpPr/>
          <p:nvPr/>
        </p:nvSpPr>
        <p:spPr>
          <a:xfrm>
            <a:off x="3017520" y="274320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4-test-input-11-20"/>
          <p:cNvSpPr/>
          <p:nvPr/>
        </p:nvSpPr>
        <p:spPr>
          <a:xfrm>
            <a:off x="31089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4-test-input-11-21"/>
          <p:cNvSpPr/>
          <p:nvPr/>
        </p:nvSpPr>
        <p:spPr>
          <a:xfrm>
            <a:off x="32004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4-test-input-11-22"/>
          <p:cNvSpPr/>
          <p:nvPr/>
        </p:nvSpPr>
        <p:spPr>
          <a:xfrm>
            <a:off x="3291840" y="274320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4-test-input-11-23"/>
          <p:cNvSpPr/>
          <p:nvPr/>
        </p:nvSpPr>
        <p:spPr>
          <a:xfrm>
            <a:off x="338328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4-test-input-11-24"/>
          <p:cNvSpPr/>
          <p:nvPr/>
        </p:nvSpPr>
        <p:spPr>
          <a:xfrm>
            <a:off x="347472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4-test-input-11-25"/>
          <p:cNvSpPr/>
          <p:nvPr/>
        </p:nvSpPr>
        <p:spPr>
          <a:xfrm>
            <a:off x="35661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4-test-input-12-0"/>
          <p:cNvSpPr/>
          <p:nvPr/>
        </p:nvSpPr>
        <p:spPr>
          <a:xfrm>
            <a:off x="12801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4-test-input-12-1"/>
          <p:cNvSpPr/>
          <p:nvPr/>
        </p:nvSpPr>
        <p:spPr>
          <a:xfrm>
            <a:off x="13716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4-test-input-12-2"/>
          <p:cNvSpPr/>
          <p:nvPr/>
        </p:nvSpPr>
        <p:spPr>
          <a:xfrm>
            <a:off x="1463039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4-test-input-12-3"/>
          <p:cNvSpPr/>
          <p:nvPr/>
        </p:nvSpPr>
        <p:spPr>
          <a:xfrm>
            <a:off x="15544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4-test-input-12-4"/>
          <p:cNvSpPr/>
          <p:nvPr/>
        </p:nvSpPr>
        <p:spPr>
          <a:xfrm>
            <a:off x="1645919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4-test-input-12-5"/>
          <p:cNvSpPr/>
          <p:nvPr/>
        </p:nvSpPr>
        <p:spPr>
          <a:xfrm>
            <a:off x="17373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4-test-input-12-6"/>
          <p:cNvSpPr/>
          <p:nvPr/>
        </p:nvSpPr>
        <p:spPr>
          <a:xfrm>
            <a:off x="18288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4-test-input-12-7"/>
          <p:cNvSpPr/>
          <p:nvPr/>
        </p:nvSpPr>
        <p:spPr>
          <a:xfrm>
            <a:off x="192024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4-test-input-12-8"/>
          <p:cNvSpPr/>
          <p:nvPr/>
        </p:nvSpPr>
        <p:spPr>
          <a:xfrm>
            <a:off x="20116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4-test-input-12-9"/>
          <p:cNvSpPr/>
          <p:nvPr/>
        </p:nvSpPr>
        <p:spPr>
          <a:xfrm>
            <a:off x="210312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4-test-input-12-10"/>
          <p:cNvSpPr/>
          <p:nvPr/>
        </p:nvSpPr>
        <p:spPr>
          <a:xfrm>
            <a:off x="219456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4-test-input-12-11"/>
          <p:cNvSpPr/>
          <p:nvPr/>
        </p:nvSpPr>
        <p:spPr>
          <a:xfrm>
            <a:off x="228600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4-test-input-12-12"/>
          <p:cNvSpPr/>
          <p:nvPr/>
        </p:nvSpPr>
        <p:spPr>
          <a:xfrm>
            <a:off x="237744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4-test-input-12-13"/>
          <p:cNvSpPr/>
          <p:nvPr/>
        </p:nvSpPr>
        <p:spPr>
          <a:xfrm>
            <a:off x="246888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4-test-input-12-14"/>
          <p:cNvSpPr/>
          <p:nvPr/>
        </p:nvSpPr>
        <p:spPr>
          <a:xfrm>
            <a:off x="256032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4-test-input-12-15"/>
          <p:cNvSpPr/>
          <p:nvPr/>
        </p:nvSpPr>
        <p:spPr>
          <a:xfrm>
            <a:off x="26517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4-test-input-12-16"/>
          <p:cNvSpPr/>
          <p:nvPr/>
        </p:nvSpPr>
        <p:spPr>
          <a:xfrm>
            <a:off x="27432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4-test-input-12-17"/>
          <p:cNvSpPr/>
          <p:nvPr/>
        </p:nvSpPr>
        <p:spPr>
          <a:xfrm>
            <a:off x="283464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4-test-input-12-18"/>
          <p:cNvSpPr/>
          <p:nvPr/>
        </p:nvSpPr>
        <p:spPr>
          <a:xfrm>
            <a:off x="29260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4-test-input-12-19"/>
          <p:cNvSpPr/>
          <p:nvPr/>
        </p:nvSpPr>
        <p:spPr>
          <a:xfrm>
            <a:off x="3017520" y="283464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4-test-input-12-20"/>
          <p:cNvSpPr/>
          <p:nvPr/>
        </p:nvSpPr>
        <p:spPr>
          <a:xfrm>
            <a:off x="31089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4-test-input-12-21"/>
          <p:cNvSpPr/>
          <p:nvPr/>
        </p:nvSpPr>
        <p:spPr>
          <a:xfrm>
            <a:off x="32004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4-test-input-12-22"/>
          <p:cNvSpPr/>
          <p:nvPr/>
        </p:nvSpPr>
        <p:spPr>
          <a:xfrm>
            <a:off x="3291840" y="283464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4-test-input-12-23"/>
          <p:cNvSpPr/>
          <p:nvPr/>
        </p:nvSpPr>
        <p:spPr>
          <a:xfrm>
            <a:off x="33832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4-test-input-12-24"/>
          <p:cNvSpPr/>
          <p:nvPr/>
        </p:nvSpPr>
        <p:spPr>
          <a:xfrm>
            <a:off x="347472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4-test-input-12-25"/>
          <p:cNvSpPr/>
          <p:nvPr/>
        </p:nvSpPr>
        <p:spPr>
          <a:xfrm>
            <a:off x="35661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4-test-input-13-0"/>
          <p:cNvSpPr/>
          <p:nvPr/>
        </p:nvSpPr>
        <p:spPr>
          <a:xfrm>
            <a:off x="12801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4-test-input-13-1"/>
          <p:cNvSpPr/>
          <p:nvPr/>
        </p:nvSpPr>
        <p:spPr>
          <a:xfrm>
            <a:off x="137160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4-test-input-13-2"/>
          <p:cNvSpPr/>
          <p:nvPr/>
        </p:nvSpPr>
        <p:spPr>
          <a:xfrm>
            <a:off x="1463039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4-test-input-13-3"/>
          <p:cNvSpPr/>
          <p:nvPr/>
        </p:nvSpPr>
        <p:spPr>
          <a:xfrm>
            <a:off x="155448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4-test-input-13-4"/>
          <p:cNvSpPr/>
          <p:nvPr/>
        </p:nvSpPr>
        <p:spPr>
          <a:xfrm>
            <a:off x="1645919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4-test-input-13-5"/>
          <p:cNvSpPr/>
          <p:nvPr/>
        </p:nvSpPr>
        <p:spPr>
          <a:xfrm>
            <a:off x="17373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4-test-input-13-6"/>
          <p:cNvSpPr/>
          <p:nvPr/>
        </p:nvSpPr>
        <p:spPr>
          <a:xfrm>
            <a:off x="182880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4-test-input-13-7"/>
          <p:cNvSpPr/>
          <p:nvPr/>
        </p:nvSpPr>
        <p:spPr>
          <a:xfrm>
            <a:off x="192024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4-test-input-13-8"/>
          <p:cNvSpPr/>
          <p:nvPr/>
        </p:nvSpPr>
        <p:spPr>
          <a:xfrm>
            <a:off x="201168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4-test-input-13-9"/>
          <p:cNvSpPr/>
          <p:nvPr/>
        </p:nvSpPr>
        <p:spPr>
          <a:xfrm>
            <a:off x="210312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4-test-input-13-10"/>
          <p:cNvSpPr/>
          <p:nvPr/>
        </p:nvSpPr>
        <p:spPr>
          <a:xfrm>
            <a:off x="219456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4-test-input-13-11"/>
          <p:cNvSpPr/>
          <p:nvPr/>
        </p:nvSpPr>
        <p:spPr>
          <a:xfrm>
            <a:off x="228600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4-test-input-13-12"/>
          <p:cNvSpPr/>
          <p:nvPr/>
        </p:nvSpPr>
        <p:spPr>
          <a:xfrm>
            <a:off x="237744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4-test-input-13-13"/>
          <p:cNvSpPr/>
          <p:nvPr/>
        </p:nvSpPr>
        <p:spPr>
          <a:xfrm>
            <a:off x="246888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4-test-input-13-14"/>
          <p:cNvSpPr/>
          <p:nvPr/>
        </p:nvSpPr>
        <p:spPr>
          <a:xfrm>
            <a:off x="256032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4-test-input-13-15"/>
          <p:cNvSpPr/>
          <p:nvPr/>
        </p:nvSpPr>
        <p:spPr>
          <a:xfrm>
            <a:off x="26517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4-test-input-13-16"/>
          <p:cNvSpPr/>
          <p:nvPr/>
        </p:nvSpPr>
        <p:spPr>
          <a:xfrm>
            <a:off x="274320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4-test-input-13-17"/>
          <p:cNvSpPr/>
          <p:nvPr/>
        </p:nvSpPr>
        <p:spPr>
          <a:xfrm>
            <a:off x="283464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4-test-input-13-18"/>
          <p:cNvSpPr/>
          <p:nvPr/>
        </p:nvSpPr>
        <p:spPr>
          <a:xfrm>
            <a:off x="2926080" y="292608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4-test-input-13-19"/>
          <p:cNvSpPr/>
          <p:nvPr/>
        </p:nvSpPr>
        <p:spPr>
          <a:xfrm>
            <a:off x="3017520" y="292608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4-test-input-13-20"/>
          <p:cNvSpPr/>
          <p:nvPr/>
        </p:nvSpPr>
        <p:spPr>
          <a:xfrm>
            <a:off x="3108960" y="292608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4-test-input-13-21"/>
          <p:cNvSpPr/>
          <p:nvPr/>
        </p:nvSpPr>
        <p:spPr>
          <a:xfrm>
            <a:off x="3200400" y="292608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4-test-input-13-22"/>
          <p:cNvSpPr/>
          <p:nvPr/>
        </p:nvSpPr>
        <p:spPr>
          <a:xfrm>
            <a:off x="3291840" y="292608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4-test-input-13-23"/>
          <p:cNvSpPr/>
          <p:nvPr/>
        </p:nvSpPr>
        <p:spPr>
          <a:xfrm>
            <a:off x="3383280" y="292608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4-test-input-13-24"/>
          <p:cNvSpPr/>
          <p:nvPr/>
        </p:nvSpPr>
        <p:spPr>
          <a:xfrm>
            <a:off x="347472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4-test-input-13-25"/>
          <p:cNvSpPr/>
          <p:nvPr/>
        </p:nvSpPr>
        <p:spPr>
          <a:xfrm>
            <a:off x="35661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4-test-input-14-0"/>
          <p:cNvSpPr/>
          <p:nvPr/>
        </p:nvSpPr>
        <p:spPr>
          <a:xfrm>
            <a:off x="12801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4-test-input-14-1"/>
          <p:cNvSpPr/>
          <p:nvPr/>
        </p:nvSpPr>
        <p:spPr>
          <a:xfrm>
            <a:off x="137160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4-test-input-14-2"/>
          <p:cNvSpPr/>
          <p:nvPr/>
        </p:nvSpPr>
        <p:spPr>
          <a:xfrm>
            <a:off x="1463039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4-test-input-14-3"/>
          <p:cNvSpPr/>
          <p:nvPr/>
        </p:nvSpPr>
        <p:spPr>
          <a:xfrm>
            <a:off x="155448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4-test-input-14-4"/>
          <p:cNvSpPr/>
          <p:nvPr/>
        </p:nvSpPr>
        <p:spPr>
          <a:xfrm>
            <a:off x="1645919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4-test-input-14-5"/>
          <p:cNvSpPr/>
          <p:nvPr/>
        </p:nvSpPr>
        <p:spPr>
          <a:xfrm>
            <a:off x="17373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4-test-input-14-6"/>
          <p:cNvSpPr/>
          <p:nvPr/>
        </p:nvSpPr>
        <p:spPr>
          <a:xfrm>
            <a:off x="182880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4-test-input-14-7"/>
          <p:cNvSpPr/>
          <p:nvPr/>
        </p:nvSpPr>
        <p:spPr>
          <a:xfrm>
            <a:off x="192024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4-test-input-14-8"/>
          <p:cNvSpPr/>
          <p:nvPr/>
        </p:nvSpPr>
        <p:spPr>
          <a:xfrm>
            <a:off x="2011680" y="30175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4-test-input-14-9"/>
          <p:cNvSpPr/>
          <p:nvPr/>
        </p:nvSpPr>
        <p:spPr>
          <a:xfrm>
            <a:off x="210312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4-test-input-14-10"/>
          <p:cNvSpPr/>
          <p:nvPr/>
        </p:nvSpPr>
        <p:spPr>
          <a:xfrm>
            <a:off x="219456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4-test-input-14-11"/>
          <p:cNvSpPr/>
          <p:nvPr/>
        </p:nvSpPr>
        <p:spPr>
          <a:xfrm>
            <a:off x="228600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4-test-input-14-12"/>
          <p:cNvSpPr/>
          <p:nvPr/>
        </p:nvSpPr>
        <p:spPr>
          <a:xfrm>
            <a:off x="237744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4-test-input-14-13"/>
          <p:cNvSpPr/>
          <p:nvPr/>
        </p:nvSpPr>
        <p:spPr>
          <a:xfrm>
            <a:off x="246888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4-test-input-14-14"/>
          <p:cNvSpPr/>
          <p:nvPr/>
        </p:nvSpPr>
        <p:spPr>
          <a:xfrm>
            <a:off x="256032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4-test-input-14-15"/>
          <p:cNvSpPr/>
          <p:nvPr/>
        </p:nvSpPr>
        <p:spPr>
          <a:xfrm>
            <a:off x="26517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4-test-input-14-16"/>
          <p:cNvSpPr/>
          <p:nvPr/>
        </p:nvSpPr>
        <p:spPr>
          <a:xfrm>
            <a:off x="274320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4-test-input-14-17"/>
          <p:cNvSpPr/>
          <p:nvPr/>
        </p:nvSpPr>
        <p:spPr>
          <a:xfrm>
            <a:off x="283464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4-test-input-14-18"/>
          <p:cNvSpPr/>
          <p:nvPr/>
        </p:nvSpPr>
        <p:spPr>
          <a:xfrm>
            <a:off x="2926080" y="30175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4-test-input-14-19"/>
          <p:cNvSpPr/>
          <p:nvPr/>
        </p:nvSpPr>
        <p:spPr>
          <a:xfrm>
            <a:off x="301752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4-test-input-14-20"/>
          <p:cNvSpPr/>
          <p:nvPr/>
        </p:nvSpPr>
        <p:spPr>
          <a:xfrm>
            <a:off x="31089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4-test-input-14-21"/>
          <p:cNvSpPr/>
          <p:nvPr/>
        </p:nvSpPr>
        <p:spPr>
          <a:xfrm>
            <a:off x="320040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4-test-input-14-22"/>
          <p:cNvSpPr/>
          <p:nvPr/>
        </p:nvSpPr>
        <p:spPr>
          <a:xfrm>
            <a:off x="329184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4-test-input-14-23"/>
          <p:cNvSpPr/>
          <p:nvPr/>
        </p:nvSpPr>
        <p:spPr>
          <a:xfrm>
            <a:off x="3383280" y="30175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4-test-input-14-24"/>
          <p:cNvSpPr/>
          <p:nvPr/>
        </p:nvSpPr>
        <p:spPr>
          <a:xfrm>
            <a:off x="347472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4-test-input-14-25"/>
          <p:cNvSpPr/>
          <p:nvPr/>
        </p:nvSpPr>
        <p:spPr>
          <a:xfrm>
            <a:off x="35661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4-test-input-15-0"/>
          <p:cNvSpPr/>
          <p:nvPr/>
        </p:nvSpPr>
        <p:spPr>
          <a:xfrm>
            <a:off x="12801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4-test-input-15-1"/>
          <p:cNvSpPr/>
          <p:nvPr/>
        </p:nvSpPr>
        <p:spPr>
          <a:xfrm>
            <a:off x="13716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4-test-input-15-2"/>
          <p:cNvSpPr/>
          <p:nvPr/>
        </p:nvSpPr>
        <p:spPr>
          <a:xfrm>
            <a:off x="1463039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4-test-input-15-3"/>
          <p:cNvSpPr/>
          <p:nvPr/>
        </p:nvSpPr>
        <p:spPr>
          <a:xfrm>
            <a:off x="15544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4-test-input-15-4"/>
          <p:cNvSpPr/>
          <p:nvPr/>
        </p:nvSpPr>
        <p:spPr>
          <a:xfrm>
            <a:off x="1645919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4-test-input-15-5"/>
          <p:cNvSpPr/>
          <p:nvPr/>
        </p:nvSpPr>
        <p:spPr>
          <a:xfrm>
            <a:off x="17373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4-test-input-15-6"/>
          <p:cNvSpPr/>
          <p:nvPr/>
        </p:nvSpPr>
        <p:spPr>
          <a:xfrm>
            <a:off x="18288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4-test-input-15-7"/>
          <p:cNvSpPr/>
          <p:nvPr/>
        </p:nvSpPr>
        <p:spPr>
          <a:xfrm>
            <a:off x="19202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4-test-input-15-8"/>
          <p:cNvSpPr/>
          <p:nvPr/>
        </p:nvSpPr>
        <p:spPr>
          <a:xfrm>
            <a:off x="20116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4-test-input-15-9"/>
          <p:cNvSpPr/>
          <p:nvPr/>
        </p:nvSpPr>
        <p:spPr>
          <a:xfrm>
            <a:off x="21031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grid-4-test-input-15-10"/>
          <p:cNvSpPr/>
          <p:nvPr/>
        </p:nvSpPr>
        <p:spPr>
          <a:xfrm>
            <a:off x="2194560" y="31089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grid-4-test-input-15-11"/>
          <p:cNvSpPr/>
          <p:nvPr/>
        </p:nvSpPr>
        <p:spPr>
          <a:xfrm>
            <a:off x="22860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grid-4-test-input-15-12"/>
          <p:cNvSpPr/>
          <p:nvPr/>
        </p:nvSpPr>
        <p:spPr>
          <a:xfrm>
            <a:off x="23774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grid-4-test-input-15-13"/>
          <p:cNvSpPr/>
          <p:nvPr/>
        </p:nvSpPr>
        <p:spPr>
          <a:xfrm>
            <a:off x="24688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grid-4-test-input-15-14"/>
          <p:cNvSpPr/>
          <p:nvPr/>
        </p:nvSpPr>
        <p:spPr>
          <a:xfrm>
            <a:off x="25603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grid-4-test-input-15-15"/>
          <p:cNvSpPr/>
          <p:nvPr/>
        </p:nvSpPr>
        <p:spPr>
          <a:xfrm>
            <a:off x="26517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grid-4-test-input-15-16"/>
          <p:cNvSpPr/>
          <p:nvPr/>
        </p:nvSpPr>
        <p:spPr>
          <a:xfrm>
            <a:off x="27432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grid-4-test-input-15-17"/>
          <p:cNvSpPr/>
          <p:nvPr/>
        </p:nvSpPr>
        <p:spPr>
          <a:xfrm>
            <a:off x="28346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grid-4-test-input-15-18"/>
          <p:cNvSpPr/>
          <p:nvPr/>
        </p:nvSpPr>
        <p:spPr>
          <a:xfrm>
            <a:off x="29260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grid-4-test-input-15-19"/>
          <p:cNvSpPr/>
          <p:nvPr/>
        </p:nvSpPr>
        <p:spPr>
          <a:xfrm>
            <a:off x="30175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grid-4-test-input-15-20"/>
          <p:cNvSpPr/>
          <p:nvPr/>
        </p:nvSpPr>
        <p:spPr>
          <a:xfrm>
            <a:off x="31089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grid-4-test-input-15-21"/>
          <p:cNvSpPr/>
          <p:nvPr/>
        </p:nvSpPr>
        <p:spPr>
          <a:xfrm>
            <a:off x="32004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grid-4-test-input-15-22"/>
          <p:cNvSpPr/>
          <p:nvPr/>
        </p:nvSpPr>
        <p:spPr>
          <a:xfrm>
            <a:off x="32918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grid-4-test-input-15-23"/>
          <p:cNvSpPr/>
          <p:nvPr/>
        </p:nvSpPr>
        <p:spPr>
          <a:xfrm>
            <a:off x="33832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grid-4-test-input-15-24"/>
          <p:cNvSpPr/>
          <p:nvPr/>
        </p:nvSpPr>
        <p:spPr>
          <a:xfrm>
            <a:off x="34747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grid-4-test-input-15-25"/>
          <p:cNvSpPr/>
          <p:nvPr/>
        </p:nvSpPr>
        <p:spPr>
          <a:xfrm>
            <a:off x="35661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grid-4-test-input-16-0"/>
          <p:cNvSpPr/>
          <p:nvPr/>
        </p:nvSpPr>
        <p:spPr>
          <a:xfrm>
            <a:off x="12801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grid-4-test-input-16-1"/>
          <p:cNvSpPr/>
          <p:nvPr/>
        </p:nvSpPr>
        <p:spPr>
          <a:xfrm>
            <a:off x="13716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grid-4-test-input-16-2"/>
          <p:cNvSpPr/>
          <p:nvPr/>
        </p:nvSpPr>
        <p:spPr>
          <a:xfrm>
            <a:off x="1463039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grid-4-test-input-16-3"/>
          <p:cNvSpPr/>
          <p:nvPr/>
        </p:nvSpPr>
        <p:spPr>
          <a:xfrm>
            <a:off x="15544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grid-4-test-input-16-4"/>
          <p:cNvSpPr/>
          <p:nvPr/>
        </p:nvSpPr>
        <p:spPr>
          <a:xfrm>
            <a:off x="1645919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grid-4-test-input-16-5"/>
          <p:cNvSpPr/>
          <p:nvPr/>
        </p:nvSpPr>
        <p:spPr>
          <a:xfrm>
            <a:off x="17373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grid-4-test-input-16-6"/>
          <p:cNvSpPr/>
          <p:nvPr/>
        </p:nvSpPr>
        <p:spPr>
          <a:xfrm>
            <a:off x="18288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grid-4-test-input-16-7"/>
          <p:cNvSpPr/>
          <p:nvPr/>
        </p:nvSpPr>
        <p:spPr>
          <a:xfrm>
            <a:off x="19202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grid-4-test-input-16-8"/>
          <p:cNvSpPr/>
          <p:nvPr/>
        </p:nvSpPr>
        <p:spPr>
          <a:xfrm>
            <a:off x="20116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grid-4-test-input-16-9"/>
          <p:cNvSpPr/>
          <p:nvPr/>
        </p:nvSpPr>
        <p:spPr>
          <a:xfrm>
            <a:off x="21031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grid-4-test-input-16-10"/>
          <p:cNvSpPr/>
          <p:nvPr/>
        </p:nvSpPr>
        <p:spPr>
          <a:xfrm>
            <a:off x="21945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grid-4-test-input-16-11"/>
          <p:cNvSpPr/>
          <p:nvPr/>
        </p:nvSpPr>
        <p:spPr>
          <a:xfrm>
            <a:off x="22860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grid-4-test-input-16-12"/>
          <p:cNvSpPr/>
          <p:nvPr/>
        </p:nvSpPr>
        <p:spPr>
          <a:xfrm>
            <a:off x="23774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grid-4-test-input-16-13"/>
          <p:cNvSpPr/>
          <p:nvPr/>
        </p:nvSpPr>
        <p:spPr>
          <a:xfrm>
            <a:off x="24688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grid-4-test-input-16-14"/>
          <p:cNvSpPr/>
          <p:nvPr/>
        </p:nvSpPr>
        <p:spPr>
          <a:xfrm>
            <a:off x="25603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grid-4-test-input-16-15"/>
          <p:cNvSpPr/>
          <p:nvPr/>
        </p:nvSpPr>
        <p:spPr>
          <a:xfrm>
            <a:off x="26517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grid-4-test-input-16-16"/>
          <p:cNvSpPr/>
          <p:nvPr/>
        </p:nvSpPr>
        <p:spPr>
          <a:xfrm>
            <a:off x="27432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grid-4-test-input-16-17"/>
          <p:cNvSpPr/>
          <p:nvPr/>
        </p:nvSpPr>
        <p:spPr>
          <a:xfrm>
            <a:off x="28346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grid-4-test-input-16-18"/>
          <p:cNvSpPr/>
          <p:nvPr/>
        </p:nvSpPr>
        <p:spPr>
          <a:xfrm>
            <a:off x="29260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grid-4-test-input-16-19"/>
          <p:cNvSpPr/>
          <p:nvPr/>
        </p:nvSpPr>
        <p:spPr>
          <a:xfrm>
            <a:off x="30175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grid-4-test-input-16-20"/>
          <p:cNvSpPr/>
          <p:nvPr/>
        </p:nvSpPr>
        <p:spPr>
          <a:xfrm>
            <a:off x="31089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grid-4-test-input-16-21"/>
          <p:cNvSpPr/>
          <p:nvPr/>
        </p:nvSpPr>
        <p:spPr>
          <a:xfrm>
            <a:off x="32004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grid-4-test-input-16-22"/>
          <p:cNvSpPr/>
          <p:nvPr/>
        </p:nvSpPr>
        <p:spPr>
          <a:xfrm>
            <a:off x="32918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grid-4-test-input-16-23"/>
          <p:cNvSpPr/>
          <p:nvPr/>
        </p:nvSpPr>
        <p:spPr>
          <a:xfrm>
            <a:off x="33832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grid-4-test-input-16-24"/>
          <p:cNvSpPr/>
          <p:nvPr/>
        </p:nvSpPr>
        <p:spPr>
          <a:xfrm>
            <a:off x="34747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grid-4-test-input-16-25"/>
          <p:cNvSpPr/>
          <p:nvPr/>
        </p:nvSpPr>
        <p:spPr>
          <a:xfrm>
            <a:off x="35661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grid-4-test-input-17-0"/>
          <p:cNvSpPr/>
          <p:nvPr/>
        </p:nvSpPr>
        <p:spPr>
          <a:xfrm>
            <a:off x="12801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grid-4-test-input-17-1"/>
          <p:cNvSpPr/>
          <p:nvPr/>
        </p:nvSpPr>
        <p:spPr>
          <a:xfrm>
            <a:off x="13716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grid-4-test-input-17-2"/>
          <p:cNvSpPr/>
          <p:nvPr/>
        </p:nvSpPr>
        <p:spPr>
          <a:xfrm>
            <a:off x="1463039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grid-4-test-input-17-3"/>
          <p:cNvSpPr/>
          <p:nvPr/>
        </p:nvSpPr>
        <p:spPr>
          <a:xfrm>
            <a:off x="15544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grid-4-test-input-17-4"/>
          <p:cNvSpPr/>
          <p:nvPr/>
        </p:nvSpPr>
        <p:spPr>
          <a:xfrm>
            <a:off x="1645919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grid-4-test-input-17-5"/>
          <p:cNvSpPr/>
          <p:nvPr/>
        </p:nvSpPr>
        <p:spPr>
          <a:xfrm>
            <a:off x="17373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grid-4-test-input-17-6"/>
          <p:cNvSpPr/>
          <p:nvPr/>
        </p:nvSpPr>
        <p:spPr>
          <a:xfrm>
            <a:off x="18288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grid-4-test-input-17-7"/>
          <p:cNvSpPr/>
          <p:nvPr/>
        </p:nvSpPr>
        <p:spPr>
          <a:xfrm>
            <a:off x="19202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grid-4-test-input-17-8"/>
          <p:cNvSpPr/>
          <p:nvPr/>
        </p:nvSpPr>
        <p:spPr>
          <a:xfrm>
            <a:off x="20116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grid-4-test-input-17-9"/>
          <p:cNvSpPr/>
          <p:nvPr/>
        </p:nvSpPr>
        <p:spPr>
          <a:xfrm>
            <a:off x="21031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grid-4-test-input-17-10"/>
          <p:cNvSpPr/>
          <p:nvPr/>
        </p:nvSpPr>
        <p:spPr>
          <a:xfrm>
            <a:off x="21945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grid-4-test-input-17-11"/>
          <p:cNvSpPr/>
          <p:nvPr/>
        </p:nvSpPr>
        <p:spPr>
          <a:xfrm>
            <a:off x="22860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grid-4-test-input-17-12"/>
          <p:cNvSpPr/>
          <p:nvPr/>
        </p:nvSpPr>
        <p:spPr>
          <a:xfrm>
            <a:off x="23774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grid-4-test-input-17-13"/>
          <p:cNvSpPr/>
          <p:nvPr/>
        </p:nvSpPr>
        <p:spPr>
          <a:xfrm>
            <a:off x="24688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grid-4-test-input-17-14"/>
          <p:cNvSpPr/>
          <p:nvPr/>
        </p:nvSpPr>
        <p:spPr>
          <a:xfrm>
            <a:off x="25603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grid-4-test-input-17-15"/>
          <p:cNvSpPr/>
          <p:nvPr/>
        </p:nvSpPr>
        <p:spPr>
          <a:xfrm>
            <a:off x="26517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grid-4-test-input-17-16"/>
          <p:cNvSpPr/>
          <p:nvPr/>
        </p:nvSpPr>
        <p:spPr>
          <a:xfrm>
            <a:off x="27432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grid-4-test-input-17-17"/>
          <p:cNvSpPr/>
          <p:nvPr/>
        </p:nvSpPr>
        <p:spPr>
          <a:xfrm>
            <a:off x="28346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grid-4-test-input-17-18"/>
          <p:cNvSpPr/>
          <p:nvPr/>
        </p:nvSpPr>
        <p:spPr>
          <a:xfrm>
            <a:off x="29260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grid-4-test-input-17-19"/>
          <p:cNvSpPr/>
          <p:nvPr/>
        </p:nvSpPr>
        <p:spPr>
          <a:xfrm>
            <a:off x="30175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grid-4-test-input-17-20"/>
          <p:cNvSpPr/>
          <p:nvPr/>
        </p:nvSpPr>
        <p:spPr>
          <a:xfrm>
            <a:off x="31089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grid-4-test-input-17-21"/>
          <p:cNvSpPr/>
          <p:nvPr/>
        </p:nvSpPr>
        <p:spPr>
          <a:xfrm>
            <a:off x="32004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grid-4-test-input-17-22"/>
          <p:cNvSpPr/>
          <p:nvPr/>
        </p:nvSpPr>
        <p:spPr>
          <a:xfrm>
            <a:off x="32918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grid-4-test-input-17-23"/>
          <p:cNvSpPr/>
          <p:nvPr/>
        </p:nvSpPr>
        <p:spPr>
          <a:xfrm>
            <a:off x="33832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grid-4-test-input-17-24"/>
          <p:cNvSpPr/>
          <p:nvPr/>
        </p:nvSpPr>
        <p:spPr>
          <a:xfrm>
            <a:off x="34747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grid-4-test-input-17-25"/>
          <p:cNvSpPr/>
          <p:nvPr/>
        </p:nvSpPr>
        <p:spPr>
          <a:xfrm>
            <a:off x="35661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grid-4-test-input-18-0"/>
          <p:cNvSpPr/>
          <p:nvPr/>
        </p:nvSpPr>
        <p:spPr>
          <a:xfrm>
            <a:off x="12801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grid-4-test-input-18-1"/>
          <p:cNvSpPr/>
          <p:nvPr/>
        </p:nvSpPr>
        <p:spPr>
          <a:xfrm>
            <a:off x="13716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grid-4-test-input-18-2"/>
          <p:cNvSpPr/>
          <p:nvPr/>
        </p:nvSpPr>
        <p:spPr>
          <a:xfrm>
            <a:off x="1463039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grid-4-test-input-18-3"/>
          <p:cNvSpPr/>
          <p:nvPr/>
        </p:nvSpPr>
        <p:spPr>
          <a:xfrm>
            <a:off x="15544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grid-4-test-input-18-4"/>
          <p:cNvSpPr/>
          <p:nvPr/>
        </p:nvSpPr>
        <p:spPr>
          <a:xfrm>
            <a:off x="1645919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grid-4-test-input-18-5"/>
          <p:cNvSpPr/>
          <p:nvPr/>
        </p:nvSpPr>
        <p:spPr>
          <a:xfrm>
            <a:off x="17373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grid-4-test-input-18-6"/>
          <p:cNvSpPr/>
          <p:nvPr/>
        </p:nvSpPr>
        <p:spPr>
          <a:xfrm>
            <a:off x="18288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rid-4-test-input-18-7"/>
          <p:cNvSpPr/>
          <p:nvPr/>
        </p:nvSpPr>
        <p:spPr>
          <a:xfrm>
            <a:off x="19202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grid-4-test-input-18-8"/>
          <p:cNvSpPr/>
          <p:nvPr/>
        </p:nvSpPr>
        <p:spPr>
          <a:xfrm>
            <a:off x="20116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grid-4-test-input-18-9"/>
          <p:cNvSpPr/>
          <p:nvPr/>
        </p:nvSpPr>
        <p:spPr>
          <a:xfrm>
            <a:off x="21031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grid-4-test-input-18-10"/>
          <p:cNvSpPr/>
          <p:nvPr/>
        </p:nvSpPr>
        <p:spPr>
          <a:xfrm>
            <a:off x="21945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grid-4-test-input-18-11"/>
          <p:cNvSpPr/>
          <p:nvPr/>
        </p:nvSpPr>
        <p:spPr>
          <a:xfrm>
            <a:off x="22860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grid-4-test-input-18-12"/>
          <p:cNvSpPr/>
          <p:nvPr/>
        </p:nvSpPr>
        <p:spPr>
          <a:xfrm>
            <a:off x="23774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grid-4-test-input-18-13"/>
          <p:cNvSpPr/>
          <p:nvPr/>
        </p:nvSpPr>
        <p:spPr>
          <a:xfrm>
            <a:off x="24688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grid-4-test-input-18-14"/>
          <p:cNvSpPr/>
          <p:nvPr/>
        </p:nvSpPr>
        <p:spPr>
          <a:xfrm>
            <a:off x="25603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grid-4-test-input-18-15"/>
          <p:cNvSpPr/>
          <p:nvPr/>
        </p:nvSpPr>
        <p:spPr>
          <a:xfrm>
            <a:off x="26517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grid-4-test-input-18-16"/>
          <p:cNvSpPr/>
          <p:nvPr/>
        </p:nvSpPr>
        <p:spPr>
          <a:xfrm>
            <a:off x="27432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grid-4-test-input-18-17"/>
          <p:cNvSpPr/>
          <p:nvPr/>
        </p:nvSpPr>
        <p:spPr>
          <a:xfrm>
            <a:off x="28346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grid-4-test-input-18-18"/>
          <p:cNvSpPr/>
          <p:nvPr/>
        </p:nvSpPr>
        <p:spPr>
          <a:xfrm>
            <a:off x="29260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grid-4-test-input-18-19"/>
          <p:cNvSpPr/>
          <p:nvPr/>
        </p:nvSpPr>
        <p:spPr>
          <a:xfrm>
            <a:off x="30175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grid-4-test-input-18-20"/>
          <p:cNvSpPr/>
          <p:nvPr/>
        </p:nvSpPr>
        <p:spPr>
          <a:xfrm>
            <a:off x="31089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grid-4-test-input-18-21"/>
          <p:cNvSpPr/>
          <p:nvPr/>
        </p:nvSpPr>
        <p:spPr>
          <a:xfrm>
            <a:off x="32004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grid-4-test-input-18-22"/>
          <p:cNvSpPr/>
          <p:nvPr/>
        </p:nvSpPr>
        <p:spPr>
          <a:xfrm>
            <a:off x="32918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grid-4-test-input-18-23"/>
          <p:cNvSpPr/>
          <p:nvPr/>
        </p:nvSpPr>
        <p:spPr>
          <a:xfrm>
            <a:off x="33832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grid-4-test-input-18-24"/>
          <p:cNvSpPr/>
          <p:nvPr/>
        </p:nvSpPr>
        <p:spPr>
          <a:xfrm>
            <a:off x="34747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grid-4-test-input-18-25"/>
          <p:cNvSpPr/>
          <p:nvPr/>
        </p:nvSpPr>
        <p:spPr>
          <a:xfrm>
            <a:off x="35661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grid-4-test-input-19-0"/>
          <p:cNvSpPr/>
          <p:nvPr/>
        </p:nvSpPr>
        <p:spPr>
          <a:xfrm>
            <a:off x="12801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grid-4-test-input-19-1"/>
          <p:cNvSpPr/>
          <p:nvPr/>
        </p:nvSpPr>
        <p:spPr>
          <a:xfrm>
            <a:off x="13716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grid-4-test-input-19-2"/>
          <p:cNvSpPr/>
          <p:nvPr/>
        </p:nvSpPr>
        <p:spPr>
          <a:xfrm>
            <a:off x="1463039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grid-4-test-input-19-3"/>
          <p:cNvSpPr/>
          <p:nvPr/>
        </p:nvSpPr>
        <p:spPr>
          <a:xfrm>
            <a:off x="15544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grid-4-test-input-19-4"/>
          <p:cNvSpPr/>
          <p:nvPr/>
        </p:nvSpPr>
        <p:spPr>
          <a:xfrm>
            <a:off x="1645919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grid-4-test-input-19-5"/>
          <p:cNvSpPr/>
          <p:nvPr/>
        </p:nvSpPr>
        <p:spPr>
          <a:xfrm>
            <a:off x="17373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grid-4-test-input-19-6"/>
          <p:cNvSpPr/>
          <p:nvPr/>
        </p:nvSpPr>
        <p:spPr>
          <a:xfrm>
            <a:off x="18288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grid-4-test-input-19-7"/>
          <p:cNvSpPr/>
          <p:nvPr/>
        </p:nvSpPr>
        <p:spPr>
          <a:xfrm>
            <a:off x="19202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grid-4-test-input-19-8"/>
          <p:cNvSpPr/>
          <p:nvPr/>
        </p:nvSpPr>
        <p:spPr>
          <a:xfrm>
            <a:off x="20116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grid-4-test-input-19-9"/>
          <p:cNvSpPr/>
          <p:nvPr/>
        </p:nvSpPr>
        <p:spPr>
          <a:xfrm>
            <a:off x="21031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grid-4-test-input-19-10"/>
          <p:cNvSpPr/>
          <p:nvPr/>
        </p:nvSpPr>
        <p:spPr>
          <a:xfrm>
            <a:off x="21945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grid-4-test-input-19-11"/>
          <p:cNvSpPr/>
          <p:nvPr/>
        </p:nvSpPr>
        <p:spPr>
          <a:xfrm>
            <a:off x="22860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grid-4-test-input-19-12"/>
          <p:cNvSpPr/>
          <p:nvPr/>
        </p:nvSpPr>
        <p:spPr>
          <a:xfrm>
            <a:off x="23774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grid-4-test-input-19-13"/>
          <p:cNvSpPr/>
          <p:nvPr/>
        </p:nvSpPr>
        <p:spPr>
          <a:xfrm>
            <a:off x="24688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grid-4-test-input-19-14"/>
          <p:cNvSpPr/>
          <p:nvPr/>
        </p:nvSpPr>
        <p:spPr>
          <a:xfrm>
            <a:off x="25603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grid-4-test-input-19-15"/>
          <p:cNvSpPr/>
          <p:nvPr/>
        </p:nvSpPr>
        <p:spPr>
          <a:xfrm>
            <a:off x="26517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grid-4-test-input-19-16"/>
          <p:cNvSpPr/>
          <p:nvPr/>
        </p:nvSpPr>
        <p:spPr>
          <a:xfrm>
            <a:off x="27432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grid-4-test-input-19-17"/>
          <p:cNvSpPr/>
          <p:nvPr/>
        </p:nvSpPr>
        <p:spPr>
          <a:xfrm>
            <a:off x="28346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grid-4-test-input-19-18"/>
          <p:cNvSpPr/>
          <p:nvPr/>
        </p:nvSpPr>
        <p:spPr>
          <a:xfrm>
            <a:off x="29260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grid-4-test-input-19-19"/>
          <p:cNvSpPr/>
          <p:nvPr/>
        </p:nvSpPr>
        <p:spPr>
          <a:xfrm>
            <a:off x="30175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grid-4-test-input-19-20"/>
          <p:cNvSpPr/>
          <p:nvPr/>
        </p:nvSpPr>
        <p:spPr>
          <a:xfrm>
            <a:off x="31089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grid-4-test-input-19-21"/>
          <p:cNvSpPr/>
          <p:nvPr/>
        </p:nvSpPr>
        <p:spPr>
          <a:xfrm>
            <a:off x="32004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grid-4-test-input-19-22"/>
          <p:cNvSpPr/>
          <p:nvPr/>
        </p:nvSpPr>
        <p:spPr>
          <a:xfrm>
            <a:off x="32918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grid-4-test-input-19-23"/>
          <p:cNvSpPr/>
          <p:nvPr/>
        </p:nvSpPr>
        <p:spPr>
          <a:xfrm>
            <a:off x="33832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grid-4-test-input-19-24"/>
          <p:cNvSpPr/>
          <p:nvPr/>
        </p:nvSpPr>
        <p:spPr>
          <a:xfrm>
            <a:off x="34747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grid-4-test-input-19-25"/>
          <p:cNvSpPr/>
          <p:nvPr/>
        </p:nvSpPr>
        <p:spPr>
          <a:xfrm>
            <a:off x="35661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grid-4-test-input-20-0"/>
          <p:cNvSpPr/>
          <p:nvPr/>
        </p:nvSpPr>
        <p:spPr>
          <a:xfrm>
            <a:off x="12801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grid-4-test-input-20-1"/>
          <p:cNvSpPr/>
          <p:nvPr/>
        </p:nvSpPr>
        <p:spPr>
          <a:xfrm>
            <a:off x="1371600" y="356616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grid-4-test-input-20-2"/>
          <p:cNvSpPr/>
          <p:nvPr/>
        </p:nvSpPr>
        <p:spPr>
          <a:xfrm>
            <a:off x="1463039" y="356616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grid-4-test-input-20-3"/>
          <p:cNvSpPr/>
          <p:nvPr/>
        </p:nvSpPr>
        <p:spPr>
          <a:xfrm>
            <a:off x="1554480" y="356616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grid-4-test-input-20-4"/>
          <p:cNvSpPr/>
          <p:nvPr/>
        </p:nvSpPr>
        <p:spPr>
          <a:xfrm>
            <a:off x="1645919" y="35661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grid-4-test-input-20-5"/>
          <p:cNvSpPr/>
          <p:nvPr/>
        </p:nvSpPr>
        <p:spPr>
          <a:xfrm>
            <a:off x="17373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grid-4-test-input-20-6"/>
          <p:cNvSpPr/>
          <p:nvPr/>
        </p:nvSpPr>
        <p:spPr>
          <a:xfrm>
            <a:off x="18288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grid-4-test-input-20-7"/>
          <p:cNvSpPr/>
          <p:nvPr/>
        </p:nvSpPr>
        <p:spPr>
          <a:xfrm>
            <a:off x="192024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grid-4-test-input-20-8"/>
          <p:cNvSpPr/>
          <p:nvPr/>
        </p:nvSpPr>
        <p:spPr>
          <a:xfrm>
            <a:off x="20116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grid-4-test-input-20-9"/>
          <p:cNvSpPr/>
          <p:nvPr/>
        </p:nvSpPr>
        <p:spPr>
          <a:xfrm>
            <a:off x="21031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grid-4-test-input-20-10"/>
          <p:cNvSpPr/>
          <p:nvPr/>
        </p:nvSpPr>
        <p:spPr>
          <a:xfrm>
            <a:off x="21945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grid-4-test-input-20-11"/>
          <p:cNvSpPr/>
          <p:nvPr/>
        </p:nvSpPr>
        <p:spPr>
          <a:xfrm>
            <a:off x="22860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grid-4-test-input-20-12"/>
          <p:cNvSpPr/>
          <p:nvPr/>
        </p:nvSpPr>
        <p:spPr>
          <a:xfrm>
            <a:off x="2377440" y="35661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grid-4-test-input-20-13"/>
          <p:cNvSpPr/>
          <p:nvPr/>
        </p:nvSpPr>
        <p:spPr>
          <a:xfrm>
            <a:off x="24688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grid-4-test-input-20-14"/>
          <p:cNvSpPr/>
          <p:nvPr/>
        </p:nvSpPr>
        <p:spPr>
          <a:xfrm>
            <a:off x="25603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grid-4-test-input-20-15"/>
          <p:cNvSpPr/>
          <p:nvPr/>
        </p:nvSpPr>
        <p:spPr>
          <a:xfrm>
            <a:off x="26517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grid-4-test-input-20-16"/>
          <p:cNvSpPr/>
          <p:nvPr/>
        </p:nvSpPr>
        <p:spPr>
          <a:xfrm>
            <a:off x="27432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grid-4-test-input-20-17"/>
          <p:cNvSpPr/>
          <p:nvPr/>
        </p:nvSpPr>
        <p:spPr>
          <a:xfrm>
            <a:off x="2834640" y="35661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grid-4-test-input-20-18"/>
          <p:cNvSpPr/>
          <p:nvPr/>
        </p:nvSpPr>
        <p:spPr>
          <a:xfrm>
            <a:off x="29260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grid-4-test-input-20-19"/>
          <p:cNvSpPr/>
          <p:nvPr/>
        </p:nvSpPr>
        <p:spPr>
          <a:xfrm>
            <a:off x="30175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grid-4-test-input-20-20"/>
          <p:cNvSpPr/>
          <p:nvPr/>
        </p:nvSpPr>
        <p:spPr>
          <a:xfrm>
            <a:off x="31089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grid-4-test-input-20-21"/>
          <p:cNvSpPr/>
          <p:nvPr/>
        </p:nvSpPr>
        <p:spPr>
          <a:xfrm>
            <a:off x="32004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grid-4-test-input-20-22"/>
          <p:cNvSpPr/>
          <p:nvPr/>
        </p:nvSpPr>
        <p:spPr>
          <a:xfrm>
            <a:off x="329184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grid-4-test-input-20-23"/>
          <p:cNvSpPr/>
          <p:nvPr/>
        </p:nvSpPr>
        <p:spPr>
          <a:xfrm>
            <a:off x="33832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grid-4-test-input-20-24"/>
          <p:cNvSpPr/>
          <p:nvPr/>
        </p:nvSpPr>
        <p:spPr>
          <a:xfrm>
            <a:off x="34747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grid-4-test-input-20-25"/>
          <p:cNvSpPr/>
          <p:nvPr/>
        </p:nvSpPr>
        <p:spPr>
          <a:xfrm>
            <a:off x="35661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grid-4-test-input-21-0"/>
          <p:cNvSpPr/>
          <p:nvPr/>
        </p:nvSpPr>
        <p:spPr>
          <a:xfrm>
            <a:off x="12801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grid-4-test-input-21-1"/>
          <p:cNvSpPr/>
          <p:nvPr/>
        </p:nvSpPr>
        <p:spPr>
          <a:xfrm>
            <a:off x="1371600" y="365760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grid-4-test-input-21-2"/>
          <p:cNvSpPr/>
          <p:nvPr/>
        </p:nvSpPr>
        <p:spPr>
          <a:xfrm>
            <a:off x="1463039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grid-4-test-input-21-3"/>
          <p:cNvSpPr/>
          <p:nvPr/>
        </p:nvSpPr>
        <p:spPr>
          <a:xfrm>
            <a:off x="15544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grid-4-test-input-21-4"/>
          <p:cNvSpPr/>
          <p:nvPr/>
        </p:nvSpPr>
        <p:spPr>
          <a:xfrm>
            <a:off x="1645919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grid-4-test-input-21-5"/>
          <p:cNvSpPr/>
          <p:nvPr/>
        </p:nvSpPr>
        <p:spPr>
          <a:xfrm>
            <a:off x="17373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grid-4-test-input-21-6"/>
          <p:cNvSpPr/>
          <p:nvPr/>
        </p:nvSpPr>
        <p:spPr>
          <a:xfrm>
            <a:off x="1828800" y="365760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grid-4-test-input-21-7"/>
          <p:cNvSpPr/>
          <p:nvPr/>
        </p:nvSpPr>
        <p:spPr>
          <a:xfrm>
            <a:off x="192024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grid-4-test-input-21-8"/>
          <p:cNvSpPr/>
          <p:nvPr/>
        </p:nvSpPr>
        <p:spPr>
          <a:xfrm>
            <a:off x="20116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grid-4-test-input-21-9"/>
          <p:cNvSpPr/>
          <p:nvPr/>
        </p:nvSpPr>
        <p:spPr>
          <a:xfrm>
            <a:off x="210312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grid-4-test-input-21-10"/>
          <p:cNvSpPr/>
          <p:nvPr/>
        </p:nvSpPr>
        <p:spPr>
          <a:xfrm>
            <a:off x="21945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grid-4-test-input-21-11"/>
          <p:cNvSpPr/>
          <p:nvPr/>
        </p:nvSpPr>
        <p:spPr>
          <a:xfrm>
            <a:off x="228600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grid-4-test-input-21-12"/>
          <p:cNvSpPr/>
          <p:nvPr/>
        </p:nvSpPr>
        <p:spPr>
          <a:xfrm>
            <a:off x="2377440" y="365760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grid-4-test-input-21-13"/>
          <p:cNvSpPr/>
          <p:nvPr/>
        </p:nvSpPr>
        <p:spPr>
          <a:xfrm>
            <a:off x="2468880" y="365760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grid-4-test-input-21-14"/>
          <p:cNvSpPr/>
          <p:nvPr/>
        </p:nvSpPr>
        <p:spPr>
          <a:xfrm>
            <a:off x="2560320" y="365760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grid-4-test-input-21-15"/>
          <p:cNvSpPr/>
          <p:nvPr/>
        </p:nvSpPr>
        <p:spPr>
          <a:xfrm>
            <a:off x="2651760" y="365760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grid-4-test-input-21-16"/>
          <p:cNvSpPr/>
          <p:nvPr/>
        </p:nvSpPr>
        <p:spPr>
          <a:xfrm>
            <a:off x="2743200" y="365760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grid-4-test-input-21-17"/>
          <p:cNvSpPr/>
          <p:nvPr/>
        </p:nvSpPr>
        <p:spPr>
          <a:xfrm>
            <a:off x="2834640" y="365760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grid-4-test-input-21-18"/>
          <p:cNvSpPr/>
          <p:nvPr/>
        </p:nvSpPr>
        <p:spPr>
          <a:xfrm>
            <a:off x="29260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grid-4-test-input-21-19"/>
          <p:cNvSpPr/>
          <p:nvPr/>
        </p:nvSpPr>
        <p:spPr>
          <a:xfrm>
            <a:off x="301752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grid-4-test-input-21-20"/>
          <p:cNvSpPr/>
          <p:nvPr/>
        </p:nvSpPr>
        <p:spPr>
          <a:xfrm>
            <a:off x="31089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grid-4-test-input-21-21"/>
          <p:cNvSpPr/>
          <p:nvPr/>
        </p:nvSpPr>
        <p:spPr>
          <a:xfrm>
            <a:off x="320040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grid-4-test-input-21-22"/>
          <p:cNvSpPr/>
          <p:nvPr/>
        </p:nvSpPr>
        <p:spPr>
          <a:xfrm>
            <a:off x="329184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grid-4-test-input-21-23"/>
          <p:cNvSpPr/>
          <p:nvPr/>
        </p:nvSpPr>
        <p:spPr>
          <a:xfrm>
            <a:off x="33832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grid-4-test-input-21-24"/>
          <p:cNvSpPr/>
          <p:nvPr/>
        </p:nvSpPr>
        <p:spPr>
          <a:xfrm>
            <a:off x="347472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grid-4-test-input-21-25"/>
          <p:cNvSpPr/>
          <p:nvPr/>
        </p:nvSpPr>
        <p:spPr>
          <a:xfrm>
            <a:off x="35661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grid-4-test-input-22-0"/>
          <p:cNvSpPr/>
          <p:nvPr/>
        </p:nvSpPr>
        <p:spPr>
          <a:xfrm>
            <a:off x="12801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grid-4-test-input-22-1"/>
          <p:cNvSpPr/>
          <p:nvPr/>
        </p:nvSpPr>
        <p:spPr>
          <a:xfrm>
            <a:off x="1371600" y="3749039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grid-4-test-input-22-2"/>
          <p:cNvSpPr/>
          <p:nvPr/>
        </p:nvSpPr>
        <p:spPr>
          <a:xfrm>
            <a:off x="1463039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grid-4-test-input-22-3"/>
          <p:cNvSpPr/>
          <p:nvPr/>
        </p:nvSpPr>
        <p:spPr>
          <a:xfrm>
            <a:off x="15544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grid-4-test-input-22-4"/>
          <p:cNvSpPr/>
          <p:nvPr/>
        </p:nvSpPr>
        <p:spPr>
          <a:xfrm>
            <a:off x="1645919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grid-4-test-input-22-5"/>
          <p:cNvSpPr/>
          <p:nvPr/>
        </p:nvSpPr>
        <p:spPr>
          <a:xfrm>
            <a:off x="17373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grid-4-test-input-22-6"/>
          <p:cNvSpPr/>
          <p:nvPr/>
        </p:nvSpPr>
        <p:spPr>
          <a:xfrm>
            <a:off x="1828800" y="3749039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grid-4-test-input-22-7"/>
          <p:cNvSpPr/>
          <p:nvPr/>
        </p:nvSpPr>
        <p:spPr>
          <a:xfrm>
            <a:off x="19202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grid-4-test-input-22-8"/>
          <p:cNvSpPr/>
          <p:nvPr/>
        </p:nvSpPr>
        <p:spPr>
          <a:xfrm>
            <a:off x="20116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grid-4-test-input-22-9"/>
          <p:cNvSpPr/>
          <p:nvPr/>
        </p:nvSpPr>
        <p:spPr>
          <a:xfrm>
            <a:off x="21031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grid-4-test-input-22-10"/>
          <p:cNvSpPr/>
          <p:nvPr/>
        </p:nvSpPr>
        <p:spPr>
          <a:xfrm>
            <a:off x="21945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grid-4-test-input-22-11"/>
          <p:cNvSpPr/>
          <p:nvPr/>
        </p:nvSpPr>
        <p:spPr>
          <a:xfrm>
            <a:off x="228600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grid-4-test-input-22-12"/>
          <p:cNvSpPr/>
          <p:nvPr/>
        </p:nvSpPr>
        <p:spPr>
          <a:xfrm>
            <a:off x="23774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grid-4-test-input-22-13"/>
          <p:cNvSpPr/>
          <p:nvPr/>
        </p:nvSpPr>
        <p:spPr>
          <a:xfrm>
            <a:off x="24688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grid-4-test-input-22-14"/>
          <p:cNvSpPr/>
          <p:nvPr/>
        </p:nvSpPr>
        <p:spPr>
          <a:xfrm>
            <a:off x="25603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grid-4-test-input-22-15"/>
          <p:cNvSpPr/>
          <p:nvPr/>
        </p:nvSpPr>
        <p:spPr>
          <a:xfrm>
            <a:off x="26517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grid-4-test-input-22-16"/>
          <p:cNvSpPr/>
          <p:nvPr/>
        </p:nvSpPr>
        <p:spPr>
          <a:xfrm>
            <a:off x="274320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grid-4-test-input-22-17"/>
          <p:cNvSpPr/>
          <p:nvPr/>
        </p:nvSpPr>
        <p:spPr>
          <a:xfrm>
            <a:off x="28346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grid-4-test-input-22-18"/>
          <p:cNvSpPr/>
          <p:nvPr/>
        </p:nvSpPr>
        <p:spPr>
          <a:xfrm>
            <a:off x="29260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grid-4-test-input-22-19"/>
          <p:cNvSpPr/>
          <p:nvPr/>
        </p:nvSpPr>
        <p:spPr>
          <a:xfrm>
            <a:off x="30175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grid-4-test-input-22-20"/>
          <p:cNvSpPr/>
          <p:nvPr/>
        </p:nvSpPr>
        <p:spPr>
          <a:xfrm>
            <a:off x="31089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grid-4-test-input-22-21"/>
          <p:cNvSpPr/>
          <p:nvPr/>
        </p:nvSpPr>
        <p:spPr>
          <a:xfrm>
            <a:off x="320040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grid-4-test-input-22-22"/>
          <p:cNvSpPr/>
          <p:nvPr/>
        </p:nvSpPr>
        <p:spPr>
          <a:xfrm>
            <a:off x="32918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grid-4-test-input-22-23"/>
          <p:cNvSpPr/>
          <p:nvPr/>
        </p:nvSpPr>
        <p:spPr>
          <a:xfrm>
            <a:off x="33832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grid-4-test-input-22-24"/>
          <p:cNvSpPr/>
          <p:nvPr/>
        </p:nvSpPr>
        <p:spPr>
          <a:xfrm>
            <a:off x="34747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grid-4-test-input-22-25"/>
          <p:cNvSpPr/>
          <p:nvPr/>
        </p:nvSpPr>
        <p:spPr>
          <a:xfrm>
            <a:off x="35661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grid-4-test-input-23-0"/>
          <p:cNvSpPr/>
          <p:nvPr/>
        </p:nvSpPr>
        <p:spPr>
          <a:xfrm>
            <a:off x="12801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grid-4-test-input-23-1"/>
          <p:cNvSpPr/>
          <p:nvPr/>
        </p:nvSpPr>
        <p:spPr>
          <a:xfrm>
            <a:off x="1371600" y="384048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grid-4-test-input-23-2"/>
          <p:cNvSpPr/>
          <p:nvPr/>
        </p:nvSpPr>
        <p:spPr>
          <a:xfrm>
            <a:off x="1463039" y="384048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grid-4-test-input-23-3"/>
          <p:cNvSpPr/>
          <p:nvPr/>
        </p:nvSpPr>
        <p:spPr>
          <a:xfrm>
            <a:off x="1554480" y="384048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grid-4-test-input-23-4"/>
          <p:cNvSpPr/>
          <p:nvPr/>
        </p:nvSpPr>
        <p:spPr>
          <a:xfrm>
            <a:off x="1645919" y="384048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grid-4-test-input-23-5"/>
          <p:cNvSpPr/>
          <p:nvPr/>
        </p:nvSpPr>
        <p:spPr>
          <a:xfrm>
            <a:off x="1737360" y="384048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grid-4-test-input-23-6"/>
          <p:cNvSpPr/>
          <p:nvPr/>
        </p:nvSpPr>
        <p:spPr>
          <a:xfrm>
            <a:off x="1828800" y="384048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grid-4-test-input-23-7"/>
          <p:cNvSpPr/>
          <p:nvPr/>
        </p:nvSpPr>
        <p:spPr>
          <a:xfrm>
            <a:off x="19202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grid-4-test-input-23-8"/>
          <p:cNvSpPr/>
          <p:nvPr/>
        </p:nvSpPr>
        <p:spPr>
          <a:xfrm>
            <a:off x="20116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grid-4-test-input-23-9"/>
          <p:cNvSpPr/>
          <p:nvPr/>
        </p:nvSpPr>
        <p:spPr>
          <a:xfrm>
            <a:off x="21031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grid-4-test-input-23-10"/>
          <p:cNvSpPr/>
          <p:nvPr/>
        </p:nvSpPr>
        <p:spPr>
          <a:xfrm>
            <a:off x="21945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grid-4-test-input-23-11"/>
          <p:cNvSpPr/>
          <p:nvPr/>
        </p:nvSpPr>
        <p:spPr>
          <a:xfrm>
            <a:off x="22860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grid-4-test-input-23-12"/>
          <p:cNvSpPr/>
          <p:nvPr/>
        </p:nvSpPr>
        <p:spPr>
          <a:xfrm>
            <a:off x="23774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grid-4-test-input-23-13"/>
          <p:cNvSpPr/>
          <p:nvPr/>
        </p:nvSpPr>
        <p:spPr>
          <a:xfrm>
            <a:off x="24688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grid-4-test-input-23-14"/>
          <p:cNvSpPr/>
          <p:nvPr/>
        </p:nvSpPr>
        <p:spPr>
          <a:xfrm>
            <a:off x="25603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grid-4-test-input-23-15"/>
          <p:cNvSpPr/>
          <p:nvPr/>
        </p:nvSpPr>
        <p:spPr>
          <a:xfrm>
            <a:off x="26517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grid-4-test-input-23-16"/>
          <p:cNvSpPr/>
          <p:nvPr/>
        </p:nvSpPr>
        <p:spPr>
          <a:xfrm>
            <a:off x="27432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grid-4-test-input-23-17"/>
          <p:cNvSpPr/>
          <p:nvPr/>
        </p:nvSpPr>
        <p:spPr>
          <a:xfrm>
            <a:off x="28346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grid-4-test-input-23-18"/>
          <p:cNvSpPr/>
          <p:nvPr/>
        </p:nvSpPr>
        <p:spPr>
          <a:xfrm>
            <a:off x="29260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grid-4-test-input-23-19"/>
          <p:cNvSpPr/>
          <p:nvPr/>
        </p:nvSpPr>
        <p:spPr>
          <a:xfrm>
            <a:off x="30175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grid-4-test-input-23-20"/>
          <p:cNvSpPr/>
          <p:nvPr/>
        </p:nvSpPr>
        <p:spPr>
          <a:xfrm>
            <a:off x="31089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grid-4-test-input-23-21"/>
          <p:cNvSpPr/>
          <p:nvPr/>
        </p:nvSpPr>
        <p:spPr>
          <a:xfrm>
            <a:off x="32004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grid-4-test-input-23-22"/>
          <p:cNvSpPr/>
          <p:nvPr/>
        </p:nvSpPr>
        <p:spPr>
          <a:xfrm>
            <a:off x="32918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grid-4-test-input-23-23"/>
          <p:cNvSpPr/>
          <p:nvPr/>
        </p:nvSpPr>
        <p:spPr>
          <a:xfrm>
            <a:off x="33832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grid-4-test-input-23-24"/>
          <p:cNvSpPr/>
          <p:nvPr/>
        </p:nvSpPr>
        <p:spPr>
          <a:xfrm>
            <a:off x="34747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grid-4-test-input-23-25"/>
          <p:cNvSpPr/>
          <p:nvPr/>
        </p:nvSpPr>
        <p:spPr>
          <a:xfrm>
            <a:off x="35661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grid-4-test-input-24-0"/>
          <p:cNvSpPr/>
          <p:nvPr/>
        </p:nvSpPr>
        <p:spPr>
          <a:xfrm>
            <a:off x="12801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grid-4-test-input-24-1"/>
          <p:cNvSpPr/>
          <p:nvPr/>
        </p:nvSpPr>
        <p:spPr>
          <a:xfrm>
            <a:off x="13716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grid-4-test-input-24-2"/>
          <p:cNvSpPr/>
          <p:nvPr/>
        </p:nvSpPr>
        <p:spPr>
          <a:xfrm>
            <a:off x="1463039" y="39319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grid-4-test-input-24-3"/>
          <p:cNvSpPr/>
          <p:nvPr/>
        </p:nvSpPr>
        <p:spPr>
          <a:xfrm>
            <a:off x="15544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grid-4-test-input-24-4"/>
          <p:cNvSpPr/>
          <p:nvPr/>
        </p:nvSpPr>
        <p:spPr>
          <a:xfrm>
            <a:off x="1645919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grid-4-test-input-24-5"/>
          <p:cNvSpPr/>
          <p:nvPr/>
        </p:nvSpPr>
        <p:spPr>
          <a:xfrm>
            <a:off x="1737360" y="39319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grid-4-test-input-24-6"/>
          <p:cNvSpPr/>
          <p:nvPr/>
        </p:nvSpPr>
        <p:spPr>
          <a:xfrm>
            <a:off x="18288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grid-4-test-input-24-7"/>
          <p:cNvSpPr/>
          <p:nvPr/>
        </p:nvSpPr>
        <p:spPr>
          <a:xfrm>
            <a:off x="19202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grid-4-test-input-24-8"/>
          <p:cNvSpPr/>
          <p:nvPr/>
        </p:nvSpPr>
        <p:spPr>
          <a:xfrm>
            <a:off x="20116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grid-4-test-input-24-9"/>
          <p:cNvSpPr/>
          <p:nvPr/>
        </p:nvSpPr>
        <p:spPr>
          <a:xfrm>
            <a:off x="21031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grid-4-test-input-24-10"/>
          <p:cNvSpPr/>
          <p:nvPr/>
        </p:nvSpPr>
        <p:spPr>
          <a:xfrm>
            <a:off x="21945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grid-4-test-input-24-11"/>
          <p:cNvSpPr/>
          <p:nvPr/>
        </p:nvSpPr>
        <p:spPr>
          <a:xfrm>
            <a:off x="22860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grid-4-test-input-24-12"/>
          <p:cNvSpPr/>
          <p:nvPr/>
        </p:nvSpPr>
        <p:spPr>
          <a:xfrm>
            <a:off x="23774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grid-4-test-input-24-13"/>
          <p:cNvSpPr/>
          <p:nvPr/>
        </p:nvSpPr>
        <p:spPr>
          <a:xfrm>
            <a:off x="24688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grid-4-test-input-24-14"/>
          <p:cNvSpPr/>
          <p:nvPr/>
        </p:nvSpPr>
        <p:spPr>
          <a:xfrm>
            <a:off x="25603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grid-4-test-input-24-15"/>
          <p:cNvSpPr/>
          <p:nvPr/>
        </p:nvSpPr>
        <p:spPr>
          <a:xfrm>
            <a:off x="26517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grid-4-test-input-24-16"/>
          <p:cNvSpPr/>
          <p:nvPr/>
        </p:nvSpPr>
        <p:spPr>
          <a:xfrm>
            <a:off x="27432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grid-4-test-input-24-17"/>
          <p:cNvSpPr/>
          <p:nvPr/>
        </p:nvSpPr>
        <p:spPr>
          <a:xfrm>
            <a:off x="28346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grid-4-test-input-24-18"/>
          <p:cNvSpPr/>
          <p:nvPr/>
        </p:nvSpPr>
        <p:spPr>
          <a:xfrm>
            <a:off x="29260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grid-4-test-input-24-19"/>
          <p:cNvSpPr/>
          <p:nvPr/>
        </p:nvSpPr>
        <p:spPr>
          <a:xfrm>
            <a:off x="30175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grid-4-test-input-24-20"/>
          <p:cNvSpPr/>
          <p:nvPr/>
        </p:nvSpPr>
        <p:spPr>
          <a:xfrm>
            <a:off x="31089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grid-4-test-input-24-21"/>
          <p:cNvSpPr/>
          <p:nvPr/>
        </p:nvSpPr>
        <p:spPr>
          <a:xfrm>
            <a:off x="32004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grid-4-test-input-24-22"/>
          <p:cNvSpPr/>
          <p:nvPr/>
        </p:nvSpPr>
        <p:spPr>
          <a:xfrm>
            <a:off x="32918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grid-4-test-input-24-23"/>
          <p:cNvSpPr/>
          <p:nvPr/>
        </p:nvSpPr>
        <p:spPr>
          <a:xfrm>
            <a:off x="33832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grid-4-test-input-24-24"/>
          <p:cNvSpPr/>
          <p:nvPr/>
        </p:nvSpPr>
        <p:spPr>
          <a:xfrm>
            <a:off x="34747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grid-4-test-input-24-25"/>
          <p:cNvSpPr/>
          <p:nvPr/>
        </p:nvSpPr>
        <p:spPr>
          <a:xfrm>
            <a:off x="35661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grid-4-test-input-25-0"/>
          <p:cNvSpPr/>
          <p:nvPr/>
        </p:nvSpPr>
        <p:spPr>
          <a:xfrm>
            <a:off x="12801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grid-4-test-input-25-1"/>
          <p:cNvSpPr/>
          <p:nvPr/>
        </p:nvSpPr>
        <p:spPr>
          <a:xfrm>
            <a:off x="13716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grid-4-test-input-25-2"/>
          <p:cNvSpPr/>
          <p:nvPr/>
        </p:nvSpPr>
        <p:spPr>
          <a:xfrm>
            <a:off x="1463039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grid-4-test-input-25-3"/>
          <p:cNvSpPr/>
          <p:nvPr/>
        </p:nvSpPr>
        <p:spPr>
          <a:xfrm>
            <a:off x="15544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grid-4-test-input-25-4"/>
          <p:cNvSpPr/>
          <p:nvPr/>
        </p:nvSpPr>
        <p:spPr>
          <a:xfrm>
            <a:off x="1645919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grid-4-test-input-25-5"/>
          <p:cNvSpPr/>
          <p:nvPr/>
        </p:nvSpPr>
        <p:spPr>
          <a:xfrm>
            <a:off x="17373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grid-4-test-input-25-6"/>
          <p:cNvSpPr/>
          <p:nvPr/>
        </p:nvSpPr>
        <p:spPr>
          <a:xfrm>
            <a:off x="18288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grid-4-test-input-25-7"/>
          <p:cNvSpPr/>
          <p:nvPr/>
        </p:nvSpPr>
        <p:spPr>
          <a:xfrm>
            <a:off x="19202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grid-4-test-input-25-8"/>
          <p:cNvSpPr/>
          <p:nvPr/>
        </p:nvSpPr>
        <p:spPr>
          <a:xfrm>
            <a:off x="20116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grid-4-test-input-25-9"/>
          <p:cNvSpPr/>
          <p:nvPr/>
        </p:nvSpPr>
        <p:spPr>
          <a:xfrm>
            <a:off x="21031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grid-4-test-input-25-10"/>
          <p:cNvSpPr/>
          <p:nvPr/>
        </p:nvSpPr>
        <p:spPr>
          <a:xfrm>
            <a:off x="21945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grid-4-test-input-25-11"/>
          <p:cNvSpPr/>
          <p:nvPr/>
        </p:nvSpPr>
        <p:spPr>
          <a:xfrm>
            <a:off x="22860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grid-4-test-input-25-12"/>
          <p:cNvSpPr/>
          <p:nvPr/>
        </p:nvSpPr>
        <p:spPr>
          <a:xfrm>
            <a:off x="23774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grid-4-test-input-25-13"/>
          <p:cNvSpPr/>
          <p:nvPr/>
        </p:nvSpPr>
        <p:spPr>
          <a:xfrm>
            <a:off x="24688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grid-4-test-input-25-14"/>
          <p:cNvSpPr/>
          <p:nvPr/>
        </p:nvSpPr>
        <p:spPr>
          <a:xfrm>
            <a:off x="25603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grid-4-test-input-25-15"/>
          <p:cNvSpPr/>
          <p:nvPr/>
        </p:nvSpPr>
        <p:spPr>
          <a:xfrm>
            <a:off x="26517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grid-4-test-input-25-16"/>
          <p:cNvSpPr/>
          <p:nvPr/>
        </p:nvSpPr>
        <p:spPr>
          <a:xfrm>
            <a:off x="27432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grid-4-test-input-25-17"/>
          <p:cNvSpPr/>
          <p:nvPr/>
        </p:nvSpPr>
        <p:spPr>
          <a:xfrm>
            <a:off x="28346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grid-4-test-input-25-18"/>
          <p:cNvSpPr/>
          <p:nvPr/>
        </p:nvSpPr>
        <p:spPr>
          <a:xfrm>
            <a:off x="29260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grid-4-test-input-25-19"/>
          <p:cNvSpPr/>
          <p:nvPr/>
        </p:nvSpPr>
        <p:spPr>
          <a:xfrm>
            <a:off x="30175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grid-4-test-input-25-20"/>
          <p:cNvSpPr/>
          <p:nvPr/>
        </p:nvSpPr>
        <p:spPr>
          <a:xfrm>
            <a:off x="31089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grid-4-test-input-25-21"/>
          <p:cNvSpPr/>
          <p:nvPr/>
        </p:nvSpPr>
        <p:spPr>
          <a:xfrm>
            <a:off x="32004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grid-4-test-input-25-22"/>
          <p:cNvSpPr/>
          <p:nvPr/>
        </p:nvSpPr>
        <p:spPr>
          <a:xfrm>
            <a:off x="32918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grid-4-test-input-25-23"/>
          <p:cNvSpPr/>
          <p:nvPr/>
        </p:nvSpPr>
        <p:spPr>
          <a:xfrm>
            <a:off x="33832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grid-4-test-input-25-24"/>
          <p:cNvSpPr/>
          <p:nvPr/>
        </p:nvSpPr>
        <p:spPr>
          <a:xfrm>
            <a:off x="34747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grid-4-test-input-25-25"/>
          <p:cNvSpPr/>
          <p:nvPr/>
        </p:nvSpPr>
        <p:spPr>
          <a:xfrm>
            <a:off x="35661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grid-4-test-output-0-0"/>
          <p:cNvSpPr/>
          <p:nvPr/>
        </p:nvSpPr>
        <p:spPr>
          <a:xfrm>
            <a:off x="53949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grid-4-test-output-0-1"/>
          <p:cNvSpPr/>
          <p:nvPr/>
        </p:nvSpPr>
        <p:spPr>
          <a:xfrm>
            <a:off x="54864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grid-4-test-output-0-2"/>
          <p:cNvSpPr/>
          <p:nvPr/>
        </p:nvSpPr>
        <p:spPr>
          <a:xfrm>
            <a:off x="55778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grid-4-test-output-0-3"/>
          <p:cNvSpPr/>
          <p:nvPr/>
        </p:nvSpPr>
        <p:spPr>
          <a:xfrm>
            <a:off x="56692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grid-4-test-output-0-4"/>
          <p:cNvSpPr/>
          <p:nvPr/>
        </p:nvSpPr>
        <p:spPr>
          <a:xfrm>
            <a:off x="57607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grid-4-test-output-0-5"/>
          <p:cNvSpPr/>
          <p:nvPr/>
        </p:nvSpPr>
        <p:spPr>
          <a:xfrm>
            <a:off x="58521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grid-4-test-output-0-6"/>
          <p:cNvSpPr/>
          <p:nvPr/>
        </p:nvSpPr>
        <p:spPr>
          <a:xfrm>
            <a:off x="59436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grid-4-test-output-0-7"/>
          <p:cNvSpPr/>
          <p:nvPr/>
        </p:nvSpPr>
        <p:spPr>
          <a:xfrm>
            <a:off x="60350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grid-4-test-output-0-8"/>
          <p:cNvSpPr/>
          <p:nvPr/>
        </p:nvSpPr>
        <p:spPr>
          <a:xfrm>
            <a:off x="61264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grid-4-test-output-0-9"/>
          <p:cNvSpPr/>
          <p:nvPr/>
        </p:nvSpPr>
        <p:spPr>
          <a:xfrm>
            <a:off x="62179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grid-4-test-output-0-10"/>
          <p:cNvSpPr/>
          <p:nvPr/>
        </p:nvSpPr>
        <p:spPr>
          <a:xfrm>
            <a:off x="63093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grid-4-test-output-0-11"/>
          <p:cNvSpPr/>
          <p:nvPr/>
        </p:nvSpPr>
        <p:spPr>
          <a:xfrm>
            <a:off x="64008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grid-4-test-output-0-12"/>
          <p:cNvSpPr/>
          <p:nvPr/>
        </p:nvSpPr>
        <p:spPr>
          <a:xfrm>
            <a:off x="64922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grid-4-test-output-0-13"/>
          <p:cNvSpPr/>
          <p:nvPr/>
        </p:nvSpPr>
        <p:spPr>
          <a:xfrm>
            <a:off x="65836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grid-4-test-output-0-14"/>
          <p:cNvSpPr/>
          <p:nvPr/>
        </p:nvSpPr>
        <p:spPr>
          <a:xfrm>
            <a:off x="66751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grid-4-test-output-0-15"/>
          <p:cNvSpPr/>
          <p:nvPr/>
        </p:nvSpPr>
        <p:spPr>
          <a:xfrm>
            <a:off x="67665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grid-4-test-output-0-16"/>
          <p:cNvSpPr/>
          <p:nvPr/>
        </p:nvSpPr>
        <p:spPr>
          <a:xfrm>
            <a:off x="68580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grid-4-test-output-0-17"/>
          <p:cNvSpPr/>
          <p:nvPr/>
        </p:nvSpPr>
        <p:spPr>
          <a:xfrm>
            <a:off x="69494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grid-4-test-output-0-18"/>
          <p:cNvSpPr/>
          <p:nvPr/>
        </p:nvSpPr>
        <p:spPr>
          <a:xfrm>
            <a:off x="70408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grid-4-test-output-0-19"/>
          <p:cNvSpPr/>
          <p:nvPr/>
        </p:nvSpPr>
        <p:spPr>
          <a:xfrm>
            <a:off x="71323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grid-4-test-output-0-20"/>
          <p:cNvSpPr/>
          <p:nvPr/>
        </p:nvSpPr>
        <p:spPr>
          <a:xfrm>
            <a:off x="72237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grid-4-test-output-0-21"/>
          <p:cNvSpPr/>
          <p:nvPr/>
        </p:nvSpPr>
        <p:spPr>
          <a:xfrm>
            <a:off x="731520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grid-4-test-output-0-22"/>
          <p:cNvSpPr/>
          <p:nvPr/>
        </p:nvSpPr>
        <p:spPr>
          <a:xfrm>
            <a:off x="740664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grid-4-test-output-0-23"/>
          <p:cNvSpPr/>
          <p:nvPr/>
        </p:nvSpPr>
        <p:spPr>
          <a:xfrm>
            <a:off x="749808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grid-4-test-output-0-24"/>
          <p:cNvSpPr/>
          <p:nvPr/>
        </p:nvSpPr>
        <p:spPr>
          <a:xfrm>
            <a:off x="758952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grid-4-test-output-0-25"/>
          <p:cNvSpPr/>
          <p:nvPr/>
        </p:nvSpPr>
        <p:spPr>
          <a:xfrm>
            <a:off x="7680960" y="1737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grid-4-test-output-1-0"/>
          <p:cNvSpPr/>
          <p:nvPr/>
        </p:nvSpPr>
        <p:spPr>
          <a:xfrm>
            <a:off x="53949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grid-4-test-output-1-1"/>
          <p:cNvSpPr/>
          <p:nvPr/>
        </p:nvSpPr>
        <p:spPr>
          <a:xfrm>
            <a:off x="54864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grid-4-test-output-1-2"/>
          <p:cNvSpPr/>
          <p:nvPr/>
        </p:nvSpPr>
        <p:spPr>
          <a:xfrm>
            <a:off x="557784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grid-4-test-output-1-3"/>
          <p:cNvSpPr/>
          <p:nvPr/>
        </p:nvSpPr>
        <p:spPr>
          <a:xfrm>
            <a:off x="56692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grid-4-test-output-1-4"/>
          <p:cNvSpPr/>
          <p:nvPr/>
        </p:nvSpPr>
        <p:spPr>
          <a:xfrm>
            <a:off x="57607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grid-4-test-output-1-5"/>
          <p:cNvSpPr/>
          <p:nvPr/>
        </p:nvSpPr>
        <p:spPr>
          <a:xfrm>
            <a:off x="58521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grid-4-test-output-1-6"/>
          <p:cNvSpPr/>
          <p:nvPr/>
        </p:nvSpPr>
        <p:spPr>
          <a:xfrm>
            <a:off x="59436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grid-4-test-output-1-7"/>
          <p:cNvSpPr/>
          <p:nvPr/>
        </p:nvSpPr>
        <p:spPr>
          <a:xfrm>
            <a:off x="603504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grid-4-test-output-1-8"/>
          <p:cNvSpPr/>
          <p:nvPr/>
        </p:nvSpPr>
        <p:spPr>
          <a:xfrm>
            <a:off x="61264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grid-4-test-output-1-9"/>
          <p:cNvSpPr/>
          <p:nvPr/>
        </p:nvSpPr>
        <p:spPr>
          <a:xfrm>
            <a:off x="62179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grid-4-test-output-1-10"/>
          <p:cNvSpPr/>
          <p:nvPr/>
        </p:nvSpPr>
        <p:spPr>
          <a:xfrm>
            <a:off x="63093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grid-4-test-output-1-11"/>
          <p:cNvSpPr/>
          <p:nvPr/>
        </p:nvSpPr>
        <p:spPr>
          <a:xfrm>
            <a:off x="64008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grid-4-test-output-1-12"/>
          <p:cNvSpPr/>
          <p:nvPr/>
        </p:nvSpPr>
        <p:spPr>
          <a:xfrm>
            <a:off x="649224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grid-4-test-output-1-13"/>
          <p:cNvSpPr/>
          <p:nvPr/>
        </p:nvSpPr>
        <p:spPr>
          <a:xfrm>
            <a:off x="65836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grid-4-test-output-1-14"/>
          <p:cNvSpPr/>
          <p:nvPr/>
        </p:nvSpPr>
        <p:spPr>
          <a:xfrm>
            <a:off x="66751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grid-4-test-output-1-15"/>
          <p:cNvSpPr/>
          <p:nvPr/>
        </p:nvSpPr>
        <p:spPr>
          <a:xfrm>
            <a:off x="67665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grid-4-test-output-1-16"/>
          <p:cNvSpPr/>
          <p:nvPr/>
        </p:nvSpPr>
        <p:spPr>
          <a:xfrm>
            <a:off x="68580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grid-4-test-output-1-17"/>
          <p:cNvSpPr/>
          <p:nvPr/>
        </p:nvSpPr>
        <p:spPr>
          <a:xfrm>
            <a:off x="694944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grid-4-test-output-1-18"/>
          <p:cNvSpPr/>
          <p:nvPr/>
        </p:nvSpPr>
        <p:spPr>
          <a:xfrm>
            <a:off x="70408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grid-4-test-output-1-19"/>
          <p:cNvSpPr/>
          <p:nvPr/>
        </p:nvSpPr>
        <p:spPr>
          <a:xfrm>
            <a:off x="71323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grid-4-test-output-1-20"/>
          <p:cNvSpPr/>
          <p:nvPr/>
        </p:nvSpPr>
        <p:spPr>
          <a:xfrm>
            <a:off x="72237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grid-4-test-output-1-21"/>
          <p:cNvSpPr/>
          <p:nvPr/>
        </p:nvSpPr>
        <p:spPr>
          <a:xfrm>
            <a:off x="731520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grid-4-test-output-1-22"/>
          <p:cNvSpPr/>
          <p:nvPr/>
        </p:nvSpPr>
        <p:spPr>
          <a:xfrm>
            <a:off x="740664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grid-4-test-output-1-23"/>
          <p:cNvSpPr/>
          <p:nvPr/>
        </p:nvSpPr>
        <p:spPr>
          <a:xfrm>
            <a:off x="749808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grid-4-test-output-1-24"/>
          <p:cNvSpPr/>
          <p:nvPr/>
        </p:nvSpPr>
        <p:spPr>
          <a:xfrm>
            <a:off x="758952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grid-4-test-output-1-25"/>
          <p:cNvSpPr/>
          <p:nvPr/>
        </p:nvSpPr>
        <p:spPr>
          <a:xfrm>
            <a:off x="7680960" y="18288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grid-4-test-output-2-0"/>
          <p:cNvSpPr/>
          <p:nvPr/>
        </p:nvSpPr>
        <p:spPr>
          <a:xfrm>
            <a:off x="53949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grid-4-test-output-2-1"/>
          <p:cNvSpPr/>
          <p:nvPr/>
        </p:nvSpPr>
        <p:spPr>
          <a:xfrm>
            <a:off x="54864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grid-4-test-output-2-2"/>
          <p:cNvSpPr/>
          <p:nvPr/>
        </p:nvSpPr>
        <p:spPr>
          <a:xfrm>
            <a:off x="557784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grid-4-test-output-2-3"/>
          <p:cNvSpPr/>
          <p:nvPr/>
        </p:nvSpPr>
        <p:spPr>
          <a:xfrm>
            <a:off x="56692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grid-4-test-output-2-4"/>
          <p:cNvSpPr/>
          <p:nvPr/>
        </p:nvSpPr>
        <p:spPr>
          <a:xfrm>
            <a:off x="57607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grid-4-test-output-2-5"/>
          <p:cNvSpPr/>
          <p:nvPr/>
        </p:nvSpPr>
        <p:spPr>
          <a:xfrm>
            <a:off x="58521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grid-4-test-output-2-6"/>
          <p:cNvSpPr/>
          <p:nvPr/>
        </p:nvSpPr>
        <p:spPr>
          <a:xfrm>
            <a:off x="59436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grid-4-test-output-2-7"/>
          <p:cNvSpPr/>
          <p:nvPr/>
        </p:nvSpPr>
        <p:spPr>
          <a:xfrm>
            <a:off x="603504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grid-4-test-output-2-8"/>
          <p:cNvSpPr/>
          <p:nvPr/>
        </p:nvSpPr>
        <p:spPr>
          <a:xfrm>
            <a:off x="61264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grid-4-test-output-2-9"/>
          <p:cNvSpPr/>
          <p:nvPr/>
        </p:nvSpPr>
        <p:spPr>
          <a:xfrm>
            <a:off x="62179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grid-4-test-output-2-10"/>
          <p:cNvSpPr/>
          <p:nvPr/>
        </p:nvSpPr>
        <p:spPr>
          <a:xfrm>
            <a:off x="63093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grid-4-test-output-2-11"/>
          <p:cNvSpPr/>
          <p:nvPr/>
        </p:nvSpPr>
        <p:spPr>
          <a:xfrm>
            <a:off x="64008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grid-4-test-output-2-12"/>
          <p:cNvSpPr/>
          <p:nvPr/>
        </p:nvSpPr>
        <p:spPr>
          <a:xfrm>
            <a:off x="649224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grid-4-test-output-2-13"/>
          <p:cNvSpPr/>
          <p:nvPr/>
        </p:nvSpPr>
        <p:spPr>
          <a:xfrm>
            <a:off x="65836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grid-4-test-output-2-14"/>
          <p:cNvSpPr/>
          <p:nvPr/>
        </p:nvSpPr>
        <p:spPr>
          <a:xfrm>
            <a:off x="66751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grid-4-test-output-2-15"/>
          <p:cNvSpPr/>
          <p:nvPr/>
        </p:nvSpPr>
        <p:spPr>
          <a:xfrm>
            <a:off x="67665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grid-4-test-output-2-16"/>
          <p:cNvSpPr/>
          <p:nvPr/>
        </p:nvSpPr>
        <p:spPr>
          <a:xfrm>
            <a:off x="68580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grid-4-test-output-2-17"/>
          <p:cNvSpPr/>
          <p:nvPr/>
        </p:nvSpPr>
        <p:spPr>
          <a:xfrm>
            <a:off x="694944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grid-4-test-output-2-18"/>
          <p:cNvSpPr/>
          <p:nvPr/>
        </p:nvSpPr>
        <p:spPr>
          <a:xfrm>
            <a:off x="70408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grid-4-test-output-2-19"/>
          <p:cNvSpPr/>
          <p:nvPr/>
        </p:nvSpPr>
        <p:spPr>
          <a:xfrm>
            <a:off x="71323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grid-4-test-output-2-20"/>
          <p:cNvSpPr/>
          <p:nvPr/>
        </p:nvSpPr>
        <p:spPr>
          <a:xfrm>
            <a:off x="72237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grid-4-test-output-2-21"/>
          <p:cNvSpPr/>
          <p:nvPr/>
        </p:nvSpPr>
        <p:spPr>
          <a:xfrm>
            <a:off x="731520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grid-4-test-output-2-22"/>
          <p:cNvSpPr/>
          <p:nvPr/>
        </p:nvSpPr>
        <p:spPr>
          <a:xfrm>
            <a:off x="740664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grid-4-test-output-2-23"/>
          <p:cNvSpPr/>
          <p:nvPr/>
        </p:nvSpPr>
        <p:spPr>
          <a:xfrm>
            <a:off x="749808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grid-4-test-output-2-24"/>
          <p:cNvSpPr/>
          <p:nvPr/>
        </p:nvSpPr>
        <p:spPr>
          <a:xfrm>
            <a:off x="758952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grid-4-test-output-2-25"/>
          <p:cNvSpPr/>
          <p:nvPr/>
        </p:nvSpPr>
        <p:spPr>
          <a:xfrm>
            <a:off x="7680960" y="19202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grid-4-test-output-3-0"/>
          <p:cNvSpPr/>
          <p:nvPr/>
        </p:nvSpPr>
        <p:spPr>
          <a:xfrm>
            <a:off x="53949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grid-4-test-output-3-1"/>
          <p:cNvSpPr/>
          <p:nvPr/>
        </p:nvSpPr>
        <p:spPr>
          <a:xfrm>
            <a:off x="54864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grid-4-test-output-3-2"/>
          <p:cNvSpPr/>
          <p:nvPr/>
        </p:nvSpPr>
        <p:spPr>
          <a:xfrm>
            <a:off x="557784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grid-4-test-output-3-3"/>
          <p:cNvSpPr/>
          <p:nvPr/>
        </p:nvSpPr>
        <p:spPr>
          <a:xfrm>
            <a:off x="56692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grid-4-test-output-3-4"/>
          <p:cNvSpPr/>
          <p:nvPr/>
        </p:nvSpPr>
        <p:spPr>
          <a:xfrm>
            <a:off x="57607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grid-4-test-output-3-5"/>
          <p:cNvSpPr/>
          <p:nvPr/>
        </p:nvSpPr>
        <p:spPr>
          <a:xfrm>
            <a:off x="58521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grid-4-test-output-3-6"/>
          <p:cNvSpPr/>
          <p:nvPr/>
        </p:nvSpPr>
        <p:spPr>
          <a:xfrm>
            <a:off x="59436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grid-4-test-output-3-7"/>
          <p:cNvSpPr/>
          <p:nvPr/>
        </p:nvSpPr>
        <p:spPr>
          <a:xfrm>
            <a:off x="603504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grid-4-test-output-3-8"/>
          <p:cNvSpPr/>
          <p:nvPr/>
        </p:nvSpPr>
        <p:spPr>
          <a:xfrm>
            <a:off x="61264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grid-4-test-output-3-9"/>
          <p:cNvSpPr/>
          <p:nvPr/>
        </p:nvSpPr>
        <p:spPr>
          <a:xfrm>
            <a:off x="62179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grid-4-test-output-3-10"/>
          <p:cNvSpPr/>
          <p:nvPr/>
        </p:nvSpPr>
        <p:spPr>
          <a:xfrm>
            <a:off x="63093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grid-4-test-output-3-11"/>
          <p:cNvSpPr/>
          <p:nvPr/>
        </p:nvSpPr>
        <p:spPr>
          <a:xfrm>
            <a:off x="64008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grid-4-test-output-3-12"/>
          <p:cNvSpPr/>
          <p:nvPr/>
        </p:nvSpPr>
        <p:spPr>
          <a:xfrm>
            <a:off x="649224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grid-4-test-output-3-13"/>
          <p:cNvSpPr/>
          <p:nvPr/>
        </p:nvSpPr>
        <p:spPr>
          <a:xfrm>
            <a:off x="65836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grid-4-test-output-3-14"/>
          <p:cNvSpPr/>
          <p:nvPr/>
        </p:nvSpPr>
        <p:spPr>
          <a:xfrm>
            <a:off x="66751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grid-4-test-output-3-15"/>
          <p:cNvSpPr/>
          <p:nvPr/>
        </p:nvSpPr>
        <p:spPr>
          <a:xfrm>
            <a:off x="67665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grid-4-test-output-3-16"/>
          <p:cNvSpPr/>
          <p:nvPr/>
        </p:nvSpPr>
        <p:spPr>
          <a:xfrm>
            <a:off x="68580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grid-4-test-output-3-17"/>
          <p:cNvSpPr/>
          <p:nvPr/>
        </p:nvSpPr>
        <p:spPr>
          <a:xfrm>
            <a:off x="694944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grid-4-test-output-3-18"/>
          <p:cNvSpPr/>
          <p:nvPr/>
        </p:nvSpPr>
        <p:spPr>
          <a:xfrm>
            <a:off x="70408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grid-4-test-output-3-19"/>
          <p:cNvSpPr/>
          <p:nvPr/>
        </p:nvSpPr>
        <p:spPr>
          <a:xfrm>
            <a:off x="71323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grid-4-test-output-3-20"/>
          <p:cNvSpPr/>
          <p:nvPr/>
        </p:nvSpPr>
        <p:spPr>
          <a:xfrm>
            <a:off x="72237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grid-4-test-output-3-21"/>
          <p:cNvSpPr/>
          <p:nvPr/>
        </p:nvSpPr>
        <p:spPr>
          <a:xfrm>
            <a:off x="731520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grid-4-test-output-3-22"/>
          <p:cNvSpPr/>
          <p:nvPr/>
        </p:nvSpPr>
        <p:spPr>
          <a:xfrm>
            <a:off x="740664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grid-4-test-output-3-23"/>
          <p:cNvSpPr/>
          <p:nvPr/>
        </p:nvSpPr>
        <p:spPr>
          <a:xfrm>
            <a:off x="749808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grid-4-test-output-3-24"/>
          <p:cNvSpPr/>
          <p:nvPr/>
        </p:nvSpPr>
        <p:spPr>
          <a:xfrm>
            <a:off x="758952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grid-4-test-output-3-25"/>
          <p:cNvSpPr/>
          <p:nvPr/>
        </p:nvSpPr>
        <p:spPr>
          <a:xfrm>
            <a:off x="7680960" y="20116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grid-4-test-output-4-0"/>
          <p:cNvSpPr/>
          <p:nvPr/>
        </p:nvSpPr>
        <p:spPr>
          <a:xfrm>
            <a:off x="53949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grid-4-test-output-4-1"/>
          <p:cNvSpPr/>
          <p:nvPr/>
        </p:nvSpPr>
        <p:spPr>
          <a:xfrm>
            <a:off x="54864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grid-4-test-output-4-2"/>
          <p:cNvSpPr/>
          <p:nvPr/>
        </p:nvSpPr>
        <p:spPr>
          <a:xfrm>
            <a:off x="55778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grid-4-test-output-4-3"/>
          <p:cNvSpPr/>
          <p:nvPr/>
        </p:nvSpPr>
        <p:spPr>
          <a:xfrm>
            <a:off x="56692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grid-4-test-output-4-4"/>
          <p:cNvSpPr/>
          <p:nvPr/>
        </p:nvSpPr>
        <p:spPr>
          <a:xfrm>
            <a:off x="57607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grid-4-test-output-4-5"/>
          <p:cNvSpPr/>
          <p:nvPr/>
        </p:nvSpPr>
        <p:spPr>
          <a:xfrm>
            <a:off x="58521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grid-4-test-output-4-6"/>
          <p:cNvSpPr/>
          <p:nvPr/>
        </p:nvSpPr>
        <p:spPr>
          <a:xfrm>
            <a:off x="59436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grid-4-test-output-4-7"/>
          <p:cNvSpPr/>
          <p:nvPr/>
        </p:nvSpPr>
        <p:spPr>
          <a:xfrm>
            <a:off x="60350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grid-4-test-output-4-8"/>
          <p:cNvSpPr/>
          <p:nvPr/>
        </p:nvSpPr>
        <p:spPr>
          <a:xfrm>
            <a:off x="61264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grid-4-test-output-4-9"/>
          <p:cNvSpPr/>
          <p:nvPr/>
        </p:nvSpPr>
        <p:spPr>
          <a:xfrm>
            <a:off x="62179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grid-4-test-output-4-10"/>
          <p:cNvSpPr/>
          <p:nvPr/>
        </p:nvSpPr>
        <p:spPr>
          <a:xfrm>
            <a:off x="63093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grid-4-test-output-4-11"/>
          <p:cNvSpPr/>
          <p:nvPr/>
        </p:nvSpPr>
        <p:spPr>
          <a:xfrm>
            <a:off x="64008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grid-4-test-output-4-12"/>
          <p:cNvSpPr/>
          <p:nvPr/>
        </p:nvSpPr>
        <p:spPr>
          <a:xfrm>
            <a:off x="64922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grid-4-test-output-4-13"/>
          <p:cNvSpPr/>
          <p:nvPr/>
        </p:nvSpPr>
        <p:spPr>
          <a:xfrm>
            <a:off x="65836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grid-4-test-output-4-14"/>
          <p:cNvSpPr/>
          <p:nvPr/>
        </p:nvSpPr>
        <p:spPr>
          <a:xfrm>
            <a:off x="66751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grid-4-test-output-4-15"/>
          <p:cNvSpPr/>
          <p:nvPr/>
        </p:nvSpPr>
        <p:spPr>
          <a:xfrm>
            <a:off x="67665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grid-4-test-output-4-16"/>
          <p:cNvSpPr/>
          <p:nvPr/>
        </p:nvSpPr>
        <p:spPr>
          <a:xfrm>
            <a:off x="68580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grid-4-test-output-4-17"/>
          <p:cNvSpPr/>
          <p:nvPr/>
        </p:nvSpPr>
        <p:spPr>
          <a:xfrm>
            <a:off x="69494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grid-4-test-output-4-18"/>
          <p:cNvSpPr/>
          <p:nvPr/>
        </p:nvSpPr>
        <p:spPr>
          <a:xfrm>
            <a:off x="70408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grid-4-test-output-4-19"/>
          <p:cNvSpPr/>
          <p:nvPr/>
        </p:nvSpPr>
        <p:spPr>
          <a:xfrm>
            <a:off x="71323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grid-4-test-output-4-20"/>
          <p:cNvSpPr/>
          <p:nvPr/>
        </p:nvSpPr>
        <p:spPr>
          <a:xfrm>
            <a:off x="72237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grid-4-test-output-4-21"/>
          <p:cNvSpPr/>
          <p:nvPr/>
        </p:nvSpPr>
        <p:spPr>
          <a:xfrm>
            <a:off x="731520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grid-4-test-output-4-22"/>
          <p:cNvSpPr/>
          <p:nvPr/>
        </p:nvSpPr>
        <p:spPr>
          <a:xfrm>
            <a:off x="740664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grid-4-test-output-4-23"/>
          <p:cNvSpPr/>
          <p:nvPr/>
        </p:nvSpPr>
        <p:spPr>
          <a:xfrm>
            <a:off x="749808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grid-4-test-output-4-24"/>
          <p:cNvSpPr/>
          <p:nvPr/>
        </p:nvSpPr>
        <p:spPr>
          <a:xfrm>
            <a:off x="758952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grid-4-test-output-4-25"/>
          <p:cNvSpPr/>
          <p:nvPr/>
        </p:nvSpPr>
        <p:spPr>
          <a:xfrm>
            <a:off x="7680960" y="21031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grid-4-test-output-5-0"/>
          <p:cNvSpPr/>
          <p:nvPr/>
        </p:nvSpPr>
        <p:spPr>
          <a:xfrm>
            <a:off x="53949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grid-4-test-output-5-1"/>
          <p:cNvSpPr/>
          <p:nvPr/>
        </p:nvSpPr>
        <p:spPr>
          <a:xfrm>
            <a:off x="54864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grid-4-test-output-5-2"/>
          <p:cNvSpPr/>
          <p:nvPr/>
        </p:nvSpPr>
        <p:spPr>
          <a:xfrm>
            <a:off x="55778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grid-4-test-output-5-3"/>
          <p:cNvSpPr/>
          <p:nvPr/>
        </p:nvSpPr>
        <p:spPr>
          <a:xfrm>
            <a:off x="56692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grid-4-test-output-5-4"/>
          <p:cNvSpPr/>
          <p:nvPr/>
        </p:nvSpPr>
        <p:spPr>
          <a:xfrm>
            <a:off x="57607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grid-4-test-output-5-5"/>
          <p:cNvSpPr/>
          <p:nvPr/>
        </p:nvSpPr>
        <p:spPr>
          <a:xfrm>
            <a:off x="58521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grid-4-test-output-5-6"/>
          <p:cNvSpPr/>
          <p:nvPr/>
        </p:nvSpPr>
        <p:spPr>
          <a:xfrm>
            <a:off x="59436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grid-4-test-output-5-7"/>
          <p:cNvSpPr/>
          <p:nvPr/>
        </p:nvSpPr>
        <p:spPr>
          <a:xfrm>
            <a:off x="60350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grid-4-test-output-5-8"/>
          <p:cNvSpPr/>
          <p:nvPr/>
        </p:nvSpPr>
        <p:spPr>
          <a:xfrm>
            <a:off x="61264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grid-4-test-output-5-9"/>
          <p:cNvSpPr/>
          <p:nvPr/>
        </p:nvSpPr>
        <p:spPr>
          <a:xfrm>
            <a:off x="62179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grid-4-test-output-5-10"/>
          <p:cNvSpPr/>
          <p:nvPr/>
        </p:nvSpPr>
        <p:spPr>
          <a:xfrm>
            <a:off x="63093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grid-4-test-output-5-11"/>
          <p:cNvSpPr/>
          <p:nvPr/>
        </p:nvSpPr>
        <p:spPr>
          <a:xfrm>
            <a:off x="64008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grid-4-test-output-5-12"/>
          <p:cNvSpPr/>
          <p:nvPr/>
        </p:nvSpPr>
        <p:spPr>
          <a:xfrm>
            <a:off x="64922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grid-4-test-output-5-13"/>
          <p:cNvSpPr/>
          <p:nvPr/>
        </p:nvSpPr>
        <p:spPr>
          <a:xfrm>
            <a:off x="65836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grid-4-test-output-5-14"/>
          <p:cNvSpPr/>
          <p:nvPr/>
        </p:nvSpPr>
        <p:spPr>
          <a:xfrm>
            <a:off x="66751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grid-4-test-output-5-15"/>
          <p:cNvSpPr/>
          <p:nvPr/>
        </p:nvSpPr>
        <p:spPr>
          <a:xfrm>
            <a:off x="6766560" y="219456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grid-4-test-output-5-16"/>
          <p:cNvSpPr/>
          <p:nvPr/>
        </p:nvSpPr>
        <p:spPr>
          <a:xfrm>
            <a:off x="6858000" y="219456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grid-4-test-output-5-17"/>
          <p:cNvSpPr/>
          <p:nvPr/>
        </p:nvSpPr>
        <p:spPr>
          <a:xfrm>
            <a:off x="6949440" y="219456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grid-4-test-output-5-18"/>
          <p:cNvSpPr/>
          <p:nvPr/>
        </p:nvSpPr>
        <p:spPr>
          <a:xfrm>
            <a:off x="7040880" y="219456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grid-4-test-output-5-19"/>
          <p:cNvSpPr/>
          <p:nvPr/>
        </p:nvSpPr>
        <p:spPr>
          <a:xfrm>
            <a:off x="7132320" y="219456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grid-4-test-output-5-20"/>
          <p:cNvSpPr/>
          <p:nvPr/>
        </p:nvSpPr>
        <p:spPr>
          <a:xfrm>
            <a:off x="72237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grid-4-test-output-5-21"/>
          <p:cNvSpPr/>
          <p:nvPr/>
        </p:nvSpPr>
        <p:spPr>
          <a:xfrm>
            <a:off x="731520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grid-4-test-output-5-22"/>
          <p:cNvSpPr/>
          <p:nvPr/>
        </p:nvSpPr>
        <p:spPr>
          <a:xfrm>
            <a:off x="740664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grid-4-test-output-5-23"/>
          <p:cNvSpPr/>
          <p:nvPr/>
        </p:nvSpPr>
        <p:spPr>
          <a:xfrm>
            <a:off x="749808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grid-4-test-output-5-24"/>
          <p:cNvSpPr/>
          <p:nvPr/>
        </p:nvSpPr>
        <p:spPr>
          <a:xfrm>
            <a:off x="758952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grid-4-test-output-5-25"/>
          <p:cNvSpPr/>
          <p:nvPr/>
        </p:nvSpPr>
        <p:spPr>
          <a:xfrm>
            <a:off x="7680960" y="21945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grid-4-test-output-6-0"/>
          <p:cNvSpPr/>
          <p:nvPr/>
        </p:nvSpPr>
        <p:spPr>
          <a:xfrm>
            <a:off x="53949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grid-4-test-output-6-1"/>
          <p:cNvSpPr/>
          <p:nvPr/>
        </p:nvSpPr>
        <p:spPr>
          <a:xfrm>
            <a:off x="54864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grid-4-test-output-6-2"/>
          <p:cNvSpPr/>
          <p:nvPr/>
        </p:nvSpPr>
        <p:spPr>
          <a:xfrm>
            <a:off x="55778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grid-4-test-output-6-3"/>
          <p:cNvSpPr/>
          <p:nvPr/>
        </p:nvSpPr>
        <p:spPr>
          <a:xfrm>
            <a:off x="56692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grid-4-test-output-6-4"/>
          <p:cNvSpPr/>
          <p:nvPr/>
        </p:nvSpPr>
        <p:spPr>
          <a:xfrm>
            <a:off x="57607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grid-4-test-output-6-5"/>
          <p:cNvSpPr/>
          <p:nvPr/>
        </p:nvSpPr>
        <p:spPr>
          <a:xfrm>
            <a:off x="58521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grid-4-test-output-6-6"/>
          <p:cNvSpPr/>
          <p:nvPr/>
        </p:nvSpPr>
        <p:spPr>
          <a:xfrm>
            <a:off x="59436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grid-4-test-output-6-7"/>
          <p:cNvSpPr/>
          <p:nvPr/>
        </p:nvSpPr>
        <p:spPr>
          <a:xfrm>
            <a:off x="60350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grid-4-test-output-6-8"/>
          <p:cNvSpPr/>
          <p:nvPr/>
        </p:nvSpPr>
        <p:spPr>
          <a:xfrm>
            <a:off x="61264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grid-4-test-output-6-9"/>
          <p:cNvSpPr/>
          <p:nvPr/>
        </p:nvSpPr>
        <p:spPr>
          <a:xfrm>
            <a:off x="62179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grid-4-test-output-6-10"/>
          <p:cNvSpPr/>
          <p:nvPr/>
        </p:nvSpPr>
        <p:spPr>
          <a:xfrm>
            <a:off x="63093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grid-4-test-output-6-11"/>
          <p:cNvSpPr/>
          <p:nvPr/>
        </p:nvSpPr>
        <p:spPr>
          <a:xfrm>
            <a:off x="64008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grid-4-test-output-6-12"/>
          <p:cNvSpPr/>
          <p:nvPr/>
        </p:nvSpPr>
        <p:spPr>
          <a:xfrm>
            <a:off x="64922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grid-4-test-output-6-13"/>
          <p:cNvSpPr/>
          <p:nvPr/>
        </p:nvSpPr>
        <p:spPr>
          <a:xfrm>
            <a:off x="65836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grid-4-test-output-6-14"/>
          <p:cNvSpPr/>
          <p:nvPr/>
        </p:nvSpPr>
        <p:spPr>
          <a:xfrm>
            <a:off x="66751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grid-4-test-output-6-15"/>
          <p:cNvSpPr/>
          <p:nvPr/>
        </p:nvSpPr>
        <p:spPr>
          <a:xfrm>
            <a:off x="6766560" y="228600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grid-4-test-output-6-16"/>
          <p:cNvSpPr/>
          <p:nvPr/>
        </p:nvSpPr>
        <p:spPr>
          <a:xfrm>
            <a:off x="68580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grid-4-test-output-6-17"/>
          <p:cNvSpPr/>
          <p:nvPr/>
        </p:nvSpPr>
        <p:spPr>
          <a:xfrm>
            <a:off x="69494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grid-4-test-output-6-18"/>
          <p:cNvSpPr/>
          <p:nvPr/>
        </p:nvSpPr>
        <p:spPr>
          <a:xfrm>
            <a:off x="70408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grid-4-test-output-6-19"/>
          <p:cNvSpPr/>
          <p:nvPr/>
        </p:nvSpPr>
        <p:spPr>
          <a:xfrm>
            <a:off x="7132320" y="228600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grid-4-test-output-6-20"/>
          <p:cNvSpPr/>
          <p:nvPr/>
        </p:nvSpPr>
        <p:spPr>
          <a:xfrm>
            <a:off x="72237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grid-4-test-output-6-21"/>
          <p:cNvSpPr/>
          <p:nvPr/>
        </p:nvSpPr>
        <p:spPr>
          <a:xfrm>
            <a:off x="731520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grid-4-test-output-6-22"/>
          <p:cNvSpPr/>
          <p:nvPr/>
        </p:nvSpPr>
        <p:spPr>
          <a:xfrm>
            <a:off x="740664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grid-4-test-output-6-23"/>
          <p:cNvSpPr/>
          <p:nvPr/>
        </p:nvSpPr>
        <p:spPr>
          <a:xfrm>
            <a:off x="749808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grid-4-test-output-6-24"/>
          <p:cNvSpPr/>
          <p:nvPr/>
        </p:nvSpPr>
        <p:spPr>
          <a:xfrm>
            <a:off x="758952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grid-4-test-output-6-25"/>
          <p:cNvSpPr/>
          <p:nvPr/>
        </p:nvSpPr>
        <p:spPr>
          <a:xfrm>
            <a:off x="7680960" y="22860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grid-4-test-output-7-0"/>
          <p:cNvSpPr/>
          <p:nvPr/>
        </p:nvSpPr>
        <p:spPr>
          <a:xfrm>
            <a:off x="53949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grid-4-test-output-7-1"/>
          <p:cNvSpPr/>
          <p:nvPr/>
        </p:nvSpPr>
        <p:spPr>
          <a:xfrm>
            <a:off x="54864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grid-4-test-output-7-2"/>
          <p:cNvSpPr/>
          <p:nvPr/>
        </p:nvSpPr>
        <p:spPr>
          <a:xfrm>
            <a:off x="55778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grid-4-test-output-7-3"/>
          <p:cNvSpPr/>
          <p:nvPr/>
        </p:nvSpPr>
        <p:spPr>
          <a:xfrm>
            <a:off x="56692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grid-4-test-output-7-4"/>
          <p:cNvSpPr/>
          <p:nvPr/>
        </p:nvSpPr>
        <p:spPr>
          <a:xfrm>
            <a:off x="57607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grid-4-test-output-7-5"/>
          <p:cNvSpPr/>
          <p:nvPr/>
        </p:nvSpPr>
        <p:spPr>
          <a:xfrm>
            <a:off x="58521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grid-4-test-output-7-6"/>
          <p:cNvSpPr/>
          <p:nvPr/>
        </p:nvSpPr>
        <p:spPr>
          <a:xfrm>
            <a:off x="59436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grid-4-test-output-7-7"/>
          <p:cNvSpPr/>
          <p:nvPr/>
        </p:nvSpPr>
        <p:spPr>
          <a:xfrm>
            <a:off x="60350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grid-4-test-output-7-8"/>
          <p:cNvSpPr/>
          <p:nvPr/>
        </p:nvSpPr>
        <p:spPr>
          <a:xfrm>
            <a:off x="61264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grid-4-test-output-7-9"/>
          <p:cNvSpPr/>
          <p:nvPr/>
        </p:nvSpPr>
        <p:spPr>
          <a:xfrm>
            <a:off x="62179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grid-4-test-output-7-10"/>
          <p:cNvSpPr/>
          <p:nvPr/>
        </p:nvSpPr>
        <p:spPr>
          <a:xfrm>
            <a:off x="63093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grid-4-test-output-7-11"/>
          <p:cNvSpPr/>
          <p:nvPr/>
        </p:nvSpPr>
        <p:spPr>
          <a:xfrm>
            <a:off x="64008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id-4-test-output-7-12"/>
          <p:cNvSpPr/>
          <p:nvPr/>
        </p:nvSpPr>
        <p:spPr>
          <a:xfrm>
            <a:off x="64922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grid-4-test-output-7-13"/>
          <p:cNvSpPr/>
          <p:nvPr/>
        </p:nvSpPr>
        <p:spPr>
          <a:xfrm>
            <a:off x="65836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grid-4-test-output-7-14"/>
          <p:cNvSpPr/>
          <p:nvPr/>
        </p:nvSpPr>
        <p:spPr>
          <a:xfrm>
            <a:off x="66751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grid-4-test-output-7-15"/>
          <p:cNvSpPr/>
          <p:nvPr/>
        </p:nvSpPr>
        <p:spPr>
          <a:xfrm>
            <a:off x="6766560" y="237744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grid-4-test-output-7-16"/>
          <p:cNvSpPr/>
          <p:nvPr/>
        </p:nvSpPr>
        <p:spPr>
          <a:xfrm>
            <a:off x="68580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grid-4-test-output-7-17"/>
          <p:cNvSpPr/>
          <p:nvPr/>
        </p:nvSpPr>
        <p:spPr>
          <a:xfrm>
            <a:off x="69494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grid-4-test-output-7-18"/>
          <p:cNvSpPr/>
          <p:nvPr/>
        </p:nvSpPr>
        <p:spPr>
          <a:xfrm>
            <a:off x="70408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grid-4-test-output-7-19"/>
          <p:cNvSpPr/>
          <p:nvPr/>
        </p:nvSpPr>
        <p:spPr>
          <a:xfrm>
            <a:off x="7132320" y="237744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grid-4-test-output-7-20"/>
          <p:cNvSpPr/>
          <p:nvPr/>
        </p:nvSpPr>
        <p:spPr>
          <a:xfrm>
            <a:off x="72237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grid-4-test-output-7-21"/>
          <p:cNvSpPr/>
          <p:nvPr/>
        </p:nvSpPr>
        <p:spPr>
          <a:xfrm>
            <a:off x="731520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grid-4-test-output-7-22"/>
          <p:cNvSpPr/>
          <p:nvPr/>
        </p:nvSpPr>
        <p:spPr>
          <a:xfrm>
            <a:off x="740664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grid-4-test-output-7-23"/>
          <p:cNvSpPr/>
          <p:nvPr/>
        </p:nvSpPr>
        <p:spPr>
          <a:xfrm>
            <a:off x="749808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grid-4-test-output-7-24"/>
          <p:cNvSpPr/>
          <p:nvPr/>
        </p:nvSpPr>
        <p:spPr>
          <a:xfrm>
            <a:off x="758952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grid-4-test-output-7-25"/>
          <p:cNvSpPr/>
          <p:nvPr/>
        </p:nvSpPr>
        <p:spPr>
          <a:xfrm>
            <a:off x="7680960" y="23774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grid-4-test-output-8-0"/>
          <p:cNvSpPr/>
          <p:nvPr/>
        </p:nvSpPr>
        <p:spPr>
          <a:xfrm>
            <a:off x="53949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grid-4-test-output-8-1"/>
          <p:cNvSpPr/>
          <p:nvPr/>
        </p:nvSpPr>
        <p:spPr>
          <a:xfrm>
            <a:off x="54864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grid-4-test-output-8-2"/>
          <p:cNvSpPr/>
          <p:nvPr/>
        </p:nvSpPr>
        <p:spPr>
          <a:xfrm>
            <a:off x="557784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grid-4-test-output-8-3"/>
          <p:cNvSpPr/>
          <p:nvPr/>
        </p:nvSpPr>
        <p:spPr>
          <a:xfrm>
            <a:off x="566928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grid-4-test-output-8-4"/>
          <p:cNvSpPr/>
          <p:nvPr/>
        </p:nvSpPr>
        <p:spPr>
          <a:xfrm>
            <a:off x="576072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grid-4-test-output-8-5"/>
          <p:cNvSpPr/>
          <p:nvPr/>
        </p:nvSpPr>
        <p:spPr>
          <a:xfrm>
            <a:off x="58521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grid-4-test-output-8-6"/>
          <p:cNvSpPr/>
          <p:nvPr/>
        </p:nvSpPr>
        <p:spPr>
          <a:xfrm>
            <a:off x="59436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grid-4-test-output-8-7"/>
          <p:cNvSpPr/>
          <p:nvPr/>
        </p:nvSpPr>
        <p:spPr>
          <a:xfrm>
            <a:off x="603504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grid-4-test-output-8-8"/>
          <p:cNvSpPr/>
          <p:nvPr/>
        </p:nvSpPr>
        <p:spPr>
          <a:xfrm>
            <a:off x="612648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grid-4-test-output-8-9"/>
          <p:cNvSpPr/>
          <p:nvPr/>
        </p:nvSpPr>
        <p:spPr>
          <a:xfrm>
            <a:off x="6217920" y="24688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grid-4-test-output-8-10"/>
          <p:cNvSpPr/>
          <p:nvPr/>
        </p:nvSpPr>
        <p:spPr>
          <a:xfrm>
            <a:off x="6309360" y="24688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grid-4-test-output-8-11"/>
          <p:cNvSpPr/>
          <p:nvPr/>
        </p:nvSpPr>
        <p:spPr>
          <a:xfrm>
            <a:off x="6400800" y="24688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grid-4-test-output-8-12"/>
          <p:cNvSpPr/>
          <p:nvPr/>
        </p:nvSpPr>
        <p:spPr>
          <a:xfrm>
            <a:off x="6492240" y="24688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grid-4-test-output-8-13"/>
          <p:cNvSpPr/>
          <p:nvPr/>
        </p:nvSpPr>
        <p:spPr>
          <a:xfrm>
            <a:off x="6583680" y="24688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grid-4-test-output-8-14"/>
          <p:cNvSpPr/>
          <p:nvPr/>
        </p:nvSpPr>
        <p:spPr>
          <a:xfrm>
            <a:off x="6675120" y="24688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grid-4-test-output-8-15"/>
          <p:cNvSpPr/>
          <p:nvPr/>
        </p:nvSpPr>
        <p:spPr>
          <a:xfrm>
            <a:off x="6766560" y="246888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grid-4-test-output-8-16"/>
          <p:cNvSpPr/>
          <p:nvPr/>
        </p:nvSpPr>
        <p:spPr>
          <a:xfrm>
            <a:off x="6858000" y="246888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grid-4-test-output-8-17"/>
          <p:cNvSpPr/>
          <p:nvPr/>
        </p:nvSpPr>
        <p:spPr>
          <a:xfrm>
            <a:off x="6949440" y="246888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grid-4-test-output-8-18"/>
          <p:cNvSpPr/>
          <p:nvPr/>
        </p:nvSpPr>
        <p:spPr>
          <a:xfrm>
            <a:off x="7040880" y="246888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grid-4-test-output-8-19"/>
          <p:cNvSpPr/>
          <p:nvPr/>
        </p:nvSpPr>
        <p:spPr>
          <a:xfrm>
            <a:off x="7132320" y="2468880"/>
            <a:ext cx="91440" cy="9144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grid-4-test-output-8-20"/>
          <p:cNvSpPr/>
          <p:nvPr/>
        </p:nvSpPr>
        <p:spPr>
          <a:xfrm>
            <a:off x="72237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grid-4-test-output-8-21"/>
          <p:cNvSpPr/>
          <p:nvPr/>
        </p:nvSpPr>
        <p:spPr>
          <a:xfrm>
            <a:off x="731520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grid-4-test-output-8-22"/>
          <p:cNvSpPr/>
          <p:nvPr/>
        </p:nvSpPr>
        <p:spPr>
          <a:xfrm>
            <a:off x="740664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grid-4-test-output-8-23"/>
          <p:cNvSpPr/>
          <p:nvPr/>
        </p:nvSpPr>
        <p:spPr>
          <a:xfrm>
            <a:off x="749808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grid-4-test-output-8-24"/>
          <p:cNvSpPr/>
          <p:nvPr/>
        </p:nvSpPr>
        <p:spPr>
          <a:xfrm>
            <a:off x="758952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grid-4-test-output-8-25"/>
          <p:cNvSpPr/>
          <p:nvPr/>
        </p:nvSpPr>
        <p:spPr>
          <a:xfrm>
            <a:off x="7680960" y="24688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grid-4-test-output-9-0"/>
          <p:cNvSpPr/>
          <p:nvPr/>
        </p:nvSpPr>
        <p:spPr>
          <a:xfrm>
            <a:off x="53949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grid-4-test-output-9-1"/>
          <p:cNvSpPr/>
          <p:nvPr/>
        </p:nvSpPr>
        <p:spPr>
          <a:xfrm>
            <a:off x="54864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grid-4-test-output-9-2"/>
          <p:cNvSpPr/>
          <p:nvPr/>
        </p:nvSpPr>
        <p:spPr>
          <a:xfrm>
            <a:off x="557784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grid-4-test-output-9-3"/>
          <p:cNvSpPr/>
          <p:nvPr/>
        </p:nvSpPr>
        <p:spPr>
          <a:xfrm>
            <a:off x="56692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grid-4-test-output-9-4"/>
          <p:cNvSpPr/>
          <p:nvPr/>
        </p:nvSpPr>
        <p:spPr>
          <a:xfrm>
            <a:off x="576072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grid-4-test-output-9-5"/>
          <p:cNvSpPr/>
          <p:nvPr/>
        </p:nvSpPr>
        <p:spPr>
          <a:xfrm>
            <a:off x="58521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grid-4-test-output-9-6"/>
          <p:cNvSpPr/>
          <p:nvPr/>
        </p:nvSpPr>
        <p:spPr>
          <a:xfrm>
            <a:off x="59436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grid-4-test-output-9-7"/>
          <p:cNvSpPr/>
          <p:nvPr/>
        </p:nvSpPr>
        <p:spPr>
          <a:xfrm>
            <a:off x="603504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grid-4-test-output-9-8"/>
          <p:cNvSpPr/>
          <p:nvPr/>
        </p:nvSpPr>
        <p:spPr>
          <a:xfrm>
            <a:off x="61264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grid-4-test-output-9-9"/>
          <p:cNvSpPr/>
          <p:nvPr/>
        </p:nvSpPr>
        <p:spPr>
          <a:xfrm>
            <a:off x="6217920" y="256032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grid-4-test-output-9-10"/>
          <p:cNvSpPr/>
          <p:nvPr/>
        </p:nvSpPr>
        <p:spPr>
          <a:xfrm>
            <a:off x="63093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grid-4-test-output-9-11"/>
          <p:cNvSpPr/>
          <p:nvPr/>
        </p:nvSpPr>
        <p:spPr>
          <a:xfrm>
            <a:off x="64008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grid-4-test-output-9-12"/>
          <p:cNvSpPr/>
          <p:nvPr/>
        </p:nvSpPr>
        <p:spPr>
          <a:xfrm>
            <a:off x="649224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grid-4-test-output-9-13"/>
          <p:cNvSpPr/>
          <p:nvPr/>
        </p:nvSpPr>
        <p:spPr>
          <a:xfrm>
            <a:off x="65836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grid-4-test-output-9-14"/>
          <p:cNvSpPr/>
          <p:nvPr/>
        </p:nvSpPr>
        <p:spPr>
          <a:xfrm>
            <a:off x="667512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grid-4-test-output-9-15"/>
          <p:cNvSpPr/>
          <p:nvPr/>
        </p:nvSpPr>
        <p:spPr>
          <a:xfrm>
            <a:off x="6766560" y="256032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grid-4-test-output-9-16"/>
          <p:cNvSpPr/>
          <p:nvPr/>
        </p:nvSpPr>
        <p:spPr>
          <a:xfrm>
            <a:off x="68580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grid-4-test-output-9-17"/>
          <p:cNvSpPr/>
          <p:nvPr/>
        </p:nvSpPr>
        <p:spPr>
          <a:xfrm>
            <a:off x="6949440" y="25603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grid-4-test-output-9-18"/>
          <p:cNvSpPr/>
          <p:nvPr/>
        </p:nvSpPr>
        <p:spPr>
          <a:xfrm>
            <a:off x="70408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grid-4-test-output-9-19"/>
          <p:cNvSpPr/>
          <p:nvPr/>
        </p:nvSpPr>
        <p:spPr>
          <a:xfrm>
            <a:off x="7132320" y="25603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grid-4-test-output-9-20"/>
          <p:cNvSpPr/>
          <p:nvPr/>
        </p:nvSpPr>
        <p:spPr>
          <a:xfrm>
            <a:off x="72237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grid-4-test-output-9-21"/>
          <p:cNvSpPr/>
          <p:nvPr/>
        </p:nvSpPr>
        <p:spPr>
          <a:xfrm>
            <a:off x="731520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grid-4-test-output-9-22"/>
          <p:cNvSpPr/>
          <p:nvPr/>
        </p:nvSpPr>
        <p:spPr>
          <a:xfrm>
            <a:off x="740664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grid-4-test-output-9-23"/>
          <p:cNvSpPr/>
          <p:nvPr/>
        </p:nvSpPr>
        <p:spPr>
          <a:xfrm>
            <a:off x="749808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grid-4-test-output-9-24"/>
          <p:cNvSpPr/>
          <p:nvPr/>
        </p:nvSpPr>
        <p:spPr>
          <a:xfrm>
            <a:off x="758952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grid-4-test-output-9-25"/>
          <p:cNvSpPr/>
          <p:nvPr/>
        </p:nvSpPr>
        <p:spPr>
          <a:xfrm>
            <a:off x="7680960" y="25603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grid-4-test-output-10-0"/>
          <p:cNvSpPr/>
          <p:nvPr/>
        </p:nvSpPr>
        <p:spPr>
          <a:xfrm>
            <a:off x="53949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grid-4-test-output-10-1"/>
          <p:cNvSpPr/>
          <p:nvPr/>
        </p:nvSpPr>
        <p:spPr>
          <a:xfrm>
            <a:off x="54864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grid-4-test-output-10-2"/>
          <p:cNvSpPr/>
          <p:nvPr/>
        </p:nvSpPr>
        <p:spPr>
          <a:xfrm>
            <a:off x="557784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grid-4-test-output-10-3"/>
          <p:cNvSpPr/>
          <p:nvPr/>
        </p:nvSpPr>
        <p:spPr>
          <a:xfrm>
            <a:off x="56692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grid-4-test-output-10-4"/>
          <p:cNvSpPr/>
          <p:nvPr/>
        </p:nvSpPr>
        <p:spPr>
          <a:xfrm>
            <a:off x="576072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grid-4-test-output-10-5"/>
          <p:cNvSpPr/>
          <p:nvPr/>
        </p:nvSpPr>
        <p:spPr>
          <a:xfrm>
            <a:off x="58521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grid-4-test-output-10-6"/>
          <p:cNvSpPr/>
          <p:nvPr/>
        </p:nvSpPr>
        <p:spPr>
          <a:xfrm>
            <a:off x="59436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grid-4-test-output-10-7"/>
          <p:cNvSpPr/>
          <p:nvPr/>
        </p:nvSpPr>
        <p:spPr>
          <a:xfrm>
            <a:off x="603504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grid-4-test-output-10-8"/>
          <p:cNvSpPr/>
          <p:nvPr/>
        </p:nvSpPr>
        <p:spPr>
          <a:xfrm>
            <a:off x="61264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grid-4-test-output-10-9"/>
          <p:cNvSpPr/>
          <p:nvPr/>
        </p:nvSpPr>
        <p:spPr>
          <a:xfrm>
            <a:off x="6217920" y="26517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grid-4-test-output-10-10"/>
          <p:cNvSpPr/>
          <p:nvPr/>
        </p:nvSpPr>
        <p:spPr>
          <a:xfrm>
            <a:off x="63093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grid-4-test-output-10-11"/>
          <p:cNvSpPr/>
          <p:nvPr/>
        </p:nvSpPr>
        <p:spPr>
          <a:xfrm>
            <a:off x="64008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grid-4-test-output-10-12"/>
          <p:cNvSpPr/>
          <p:nvPr/>
        </p:nvSpPr>
        <p:spPr>
          <a:xfrm>
            <a:off x="649224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grid-4-test-output-10-13"/>
          <p:cNvSpPr/>
          <p:nvPr/>
        </p:nvSpPr>
        <p:spPr>
          <a:xfrm>
            <a:off x="65836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grid-4-test-output-10-14"/>
          <p:cNvSpPr/>
          <p:nvPr/>
        </p:nvSpPr>
        <p:spPr>
          <a:xfrm>
            <a:off x="667512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grid-4-test-output-10-15"/>
          <p:cNvSpPr/>
          <p:nvPr/>
        </p:nvSpPr>
        <p:spPr>
          <a:xfrm>
            <a:off x="6766560" y="265176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grid-4-test-output-10-16"/>
          <p:cNvSpPr/>
          <p:nvPr/>
        </p:nvSpPr>
        <p:spPr>
          <a:xfrm>
            <a:off x="68580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grid-4-test-output-10-17"/>
          <p:cNvSpPr/>
          <p:nvPr/>
        </p:nvSpPr>
        <p:spPr>
          <a:xfrm>
            <a:off x="6949440" y="265176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grid-4-test-output-10-18"/>
          <p:cNvSpPr/>
          <p:nvPr/>
        </p:nvSpPr>
        <p:spPr>
          <a:xfrm>
            <a:off x="70408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grid-4-test-output-10-19"/>
          <p:cNvSpPr/>
          <p:nvPr/>
        </p:nvSpPr>
        <p:spPr>
          <a:xfrm>
            <a:off x="7132320" y="265176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grid-4-test-output-10-20"/>
          <p:cNvSpPr/>
          <p:nvPr/>
        </p:nvSpPr>
        <p:spPr>
          <a:xfrm>
            <a:off x="72237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grid-4-test-output-10-21"/>
          <p:cNvSpPr/>
          <p:nvPr/>
        </p:nvSpPr>
        <p:spPr>
          <a:xfrm>
            <a:off x="731520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grid-4-test-output-10-22"/>
          <p:cNvSpPr/>
          <p:nvPr/>
        </p:nvSpPr>
        <p:spPr>
          <a:xfrm>
            <a:off x="740664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grid-4-test-output-10-23"/>
          <p:cNvSpPr/>
          <p:nvPr/>
        </p:nvSpPr>
        <p:spPr>
          <a:xfrm>
            <a:off x="749808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grid-4-test-output-10-24"/>
          <p:cNvSpPr/>
          <p:nvPr/>
        </p:nvSpPr>
        <p:spPr>
          <a:xfrm>
            <a:off x="758952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grid-4-test-output-10-25"/>
          <p:cNvSpPr/>
          <p:nvPr/>
        </p:nvSpPr>
        <p:spPr>
          <a:xfrm>
            <a:off x="7680960" y="26517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grid-4-test-output-11-0"/>
          <p:cNvSpPr/>
          <p:nvPr/>
        </p:nvSpPr>
        <p:spPr>
          <a:xfrm>
            <a:off x="53949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grid-4-test-output-11-1"/>
          <p:cNvSpPr/>
          <p:nvPr/>
        </p:nvSpPr>
        <p:spPr>
          <a:xfrm>
            <a:off x="54864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grid-4-test-output-11-2"/>
          <p:cNvSpPr/>
          <p:nvPr/>
        </p:nvSpPr>
        <p:spPr>
          <a:xfrm>
            <a:off x="557784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grid-4-test-output-11-3"/>
          <p:cNvSpPr/>
          <p:nvPr/>
        </p:nvSpPr>
        <p:spPr>
          <a:xfrm>
            <a:off x="566928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grid-4-test-output-11-4"/>
          <p:cNvSpPr/>
          <p:nvPr/>
        </p:nvSpPr>
        <p:spPr>
          <a:xfrm>
            <a:off x="576072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grid-4-test-output-11-5"/>
          <p:cNvSpPr/>
          <p:nvPr/>
        </p:nvSpPr>
        <p:spPr>
          <a:xfrm>
            <a:off x="58521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grid-4-test-output-11-6"/>
          <p:cNvSpPr/>
          <p:nvPr/>
        </p:nvSpPr>
        <p:spPr>
          <a:xfrm>
            <a:off x="59436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grid-4-test-output-11-7"/>
          <p:cNvSpPr/>
          <p:nvPr/>
        </p:nvSpPr>
        <p:spPr>
          <a:xfrm>
            <a:off x="603504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grid-4-test-output-11-8"/>
          <p:cNvSpPr/>
          <p:nvPr/>
        </p:nvSpPr>
        <p:spPr>
          <a:xfrm>
            <a:off x="612648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grid-4-test-output-11-9"/>
          <p:cNvSpPr/>
          <p:nvPr/>
        </p:nvSpPr>
        <p:spPr>
          <a:xfrm>
            <a:off x="621792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grid-4-test-output-11-10"/>
          <p:cNvSpPr/>
          <p:nvPr/>
        </p:nvSpPr>
        <p:spPr>
          <a:xfrm>
            <a:off x="630936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grid-4-test-output-11-11"/>
          <p:cNvSpPr/>
          <p:nvPr/>
        </p:nvSpPr>
        <p:spPr>
          <a:xfrm>
            <a:off x="640080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grid-4-test-output-11-12"/>
          <p:cNvSpPr/>
          <p:nvPr/>
        </p:nvSpPr>
        <p:spPr>
          <a:xfrm>
            <a:off x="649224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grid-4-test-output-11-13"/>
          <p:cNvSpPr/>
          <p:nvPr/>
        </p:nvSpPr>
        <p:spPr>
          <a:xfrm>
            <a:off x="6583680" y="274320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grid-4-test-output-11-14"/>
          <p:cNvSpPr/>
          <p:nvPr/>
        </p:nvSpPr>
        <p:spPr>
          <a:xfrm>
            <a:off x="6675120" y="274320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grid-4-test-output-11-15"/>
          <p:cNvSpPr/>
          <p:nvPr/>
        </p:nvSpPr>
        <p:spPr>
          <a:xfrm>
            <a:off x="6766560" y="27432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grid-4-test-output-11-16"/>
          <p:cNvSpPr/>
          <p:nvPr/>
        </p:nvSpPr>
        <p:spPr>
          <a:xfrm>
            <a:off x="68580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grid-4-test-output-11-17"/>
          <p:cNvSpPr/>
          <p:nvPr/>
        </p:nvSpPr>
        <p:spPr>
          <a:xfrm>
            <a:off x="6949440" y="27432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grid-4-test-output-11-18"/>
          <p:cNvSpPr/>
          <p:nvPr/>
        </p:nvSpPr>
        <p:spPr>
          <a:xfrm>
            <a:off x="7040880" y="27432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grid-4-test-output-11-19"/>
          <p:cNvSpPr/>
          <p:nvPr/>
        </p:nvSpPr>
        <p:spPr>
          <a:xfrm>
            <a:off x="7132320" y="2743200"/>
            <a:ext cx="91440" cy="9144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grid-4-test-output-11-20"/>
          <p:cNvSpPr/>
          <p:nvPr/>
        </p:nvSpPr>
        <p:spPr>
          <a:xfrm>
            <a:off x="72237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grid-4-test-output-11-21"/>
          <p:cNvSpPr/>
          <p:nvPr/>
        </p:nvSpPr>
        <p:spPr>
          <a:xfrm>
            <a:off x="731520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grid-4-test-output-11-22"/>
          <p:cNvSpPr/>
          <p:nvPr/>
        </p:nvSpPr>
        <p:spPr>
          <a:xfrm>
            <a:off x="740664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grid-4-test-output-11-23"/>
          <p:cNvSpPr/>
          <p:nvPr/>
        </p:nvSpPr>
        <p:spPr>
          <a:xfrm>
            <a:off x="749808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grid-4-test-output-11-24"/>
          <p:cNvSpPr/>
          <p:nvPr/>
        </p:nvSpPr>
        <p:spPr>
          <a:xfrm>
            <a:off x="758952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grid-4-test-output-11-25"/>
          <p:cNvSpPr/>
          <p:nvPr/>
        </p:nvSpPr>
        <p:spPr>
          <a:xfrm>
            <a:off x="7680960" y="27432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grid-4-test-output-12-0"/>
          <p:cNvSpPr/>
          <p:nvPr/>
        </p:nvSpPr>
        <p:spPr>
          <a:xfrm>
            <a:off x="53949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grid-4-test-output-12-1"/>
          <p:cNvSpPr/>
          <p:nvPr/>
        </p:nvSpPr>
        <p:spPr>
          <a:xfrm>
            <a:off x="54864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grid-4-test-output-12-2"/>
          <p:cNvSpPr/>
          <p:nvPr/>
        </p:nvSpPr>
        <p:spPr>
          <a:xfrm>
            <a:off x="557784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grid-4-test-output-12-3"/>
          <p:cNvSpPr/>
          <p:nvPr/>
        </p:nvSpPr>
        <p:spPr>
          <a:xfrm>
            <a:off x="56692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grid-4-test-output-12-4"/>
          <p:cNvSpPr/>
          <p:nvPr/>
        </p:nvSpPr>
        <p:spPr>
          <a:xfrm>
            <a:off x="576072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grid-4-test-output-12-5"/>
          <p:cNvSpPr/>
          <p:nvPr/>
        </p:nvSpPr>
        <p:spPr>
          <a:xfrm>
            <a:off x="58521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grid-4-test-output-12-6"/>
          <p:cNvSpPr/>
          <p:nvPr/>
        </p:nvSpPr>
        <p:spPr>
          <a:xfrm>
            <a:off x="59436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grid-4-test-output-12-7"/>
          <p:cNvSpPr/>
          <p:nvPr/>
        </p:nvSpPr>
        <p:spPr>
          <a:xfrm>
            <a:off x="603504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grid-4-test-output-12-8"/>
          <p:cNvSpPr/>
          <p:nvPr/>
        </p:nvSpPr>
        <p:spPr>
          <a:xfrm>
            <a:off x="61264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grid-4-test-output-12-9"/>
          <p:cNvSpPr/>
          <p:nvPr/>
        </p:nvSpPr>
        <p:spPr>
          <a:xfrm>
            <a:off x="621792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grid-4-test-output-12-10"/>
          <p:cNvSpPr/>
          <p:nvPr/>
        </p:nvSpPr>
        <p:spPr>
          <a:xfrm>
            <a:off x="630936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grid-4-test-output-12-11"/>
          <p:cNvSpPr/>
          <p:nvPr/>
        </p:nvSpPr>
        <p:spPr>
          <a:xfrm>
            <a:off x="640080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grid-4-test-output-12-12"/>
          <p:cNvSpPr/>
          <p:nvPr/>
        </p:nvSpPr>
        <p:spPr>
          <a:xfrm>
            <a:off x="649224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grid-4-test-output-12-13"/>
          <p:cNvSpPr/>
          <p:nvPr/>
        </p:nvSpPr>
        <p:spPr>
          <a:xfrm>
            <a:off x="6583680" y="283464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grid-4-test-output-12-14"/>
          <p:cNvSpPr/>
          <p:nvPr/>
        </p:nvSpPr>
        <p:spPr>
          <a:xfrm>
            <a:off x="667512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grid-4-test-output-12-15"/>
          <p:cNvSpPr/>
          <p:nvPr/>
        </p:nvSpPr>
        <p:spPr>
          <a:xfrm>
            <a:off x="67665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grid-4-test-output-12-16"/>
          <p:cNvSpPr/>
          <p:nvPr/>
        </p:nvSpPr>
        <p:spPr>
          <a:xfrm>
            <a:off x="68580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grid-4-test-output-12-17"/>
          <p:cNvSpPr/>
          <p:nvPr/>
        </p:nvSpPr>
        <p:spPr>
          <a:xfrm>
            <a:off x="694944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grid-4-test-output-12-18"/>
          <p:cNvSpPr/>
          <p:nvPr/>
        </p:nvSpPr>
        <p:spPr>
          <a:xfrm>
            <a:off x="70408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grid-4-test-output-12-19"/>
          <p:cNvSpPr/>
          <p:nvPr/>
        </p:nvSpPr>
        <p:spPr>
          <a:xfrm>
            <a:off x="713232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grid-4-test-output-12-20"/>
          <p:cNvSpPr/>
          <p:nvPr/>
        </p:nvSpPr>
        <p:spPr>
          <a:xfrm>
            <a:off x="72237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grid-4-test-output-12-21"/>
          <p:cNvSpPr/>
          <p:nvPr/>
        </p:nvSpPr>
        <p:spPr>
          <a:xfrm>
            <a:off x="731520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grid-4-test-output-12-22"/>
          <p:cNvSpPr/>
          <p:nvPr/>
        </p:nvSpPr>
        <p:spPr>
          <a:xfrm>
            <a:off x="740664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grid-4-test-output-12-23"/>
          <p:cNvSpPr/>
          <p:nvPr/>
        </p:nvSpPr>
        <p:spPr>
          <a:xfrm>
            <a:off x="749808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grid-4-test-output-12-24"/>
          <p:cNvSpPr/>
          <p:nvPr/>
        </p:nvSpPr>
        <p:spPr>
          <a:xfrm>
            <a:off x="758952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grid-4-test-output-12-25"/>
          <p:cNvSpPr/>
          <p:nvPr/>
        </p:nvSpPr>
        <p:spPr>
          <a:xfrm>
            <a:off x="7680960" y="28346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grid-4-test-output-13-0"/>
          <p:cNvSpPr/>
          <p:nvPr/>
        </p:nvSpPr>
        <p:spPr>
          <a:xfrm>
            <a:off x="53949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grid-4-test-output-13-1"/>
          <p:cNvSpPr/>
          <p:nvPr/>
        </p:nvSpPr>
        <p:spPr>
          <a:xfrm>
            <a:off x="548640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grid-4-test-output-13-2"/>
          <p:cNvSpPr/>
          <p:nvPr/>
        </p:nvSpPr>
        <p:spPr>
          <a:xfrm>
            <a:off x="557784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grid-4-test-output-13-3"/>
          <p:cNvSpPr/>
          <p:nvPr/>
        </p:nvSpPr>
        <p:spPr>
          <a:xfrm>
            <a:off x="566928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grid-4-test-output-13-4"/>
          <p:cNvSpPr/>
          <p:nvPr/>
        </p:nvSpPr>
        <p:spPr>
          <a:xfrm>
            <a:off x="576072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grid-4-test-output-13-5"/>
          <p:cNvSpPr/>
          <p:nvPr/>
        </p:nvSpPr>
        <p:spPr>
          <a:xfrm>
            <a:off x="58521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grid-4-test-output-13-6"/>
          <p:cNvSpPr/>
          <p:nvPr/>
        </p:nvSpPr>
        <p:spPr>
          <a:xfrm>
            <a:off x="594360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grid-4-test-output-13-7"/>
          <p:cNvSpPr/>
          <p:nvPr/>
        </p:nvSpPr>
        <p:spPr>
          <a:xfrm>
            <a:off x="603504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grid-4-test-output-13-8"/>
          <p:cNvSpPr/>
          <p:nvPr/>
        </p:nvSpPr>
        <p:spPr>
          <a:xfrm>
            <a:off x="612648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grid-4-test-output-13-9"/>
          <p:cNvSpPr/>
          <p:nvPr/>
        </p:nvSpPr>
        <p:spPr>
          <a:xfrm>
            <a:off x="621792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grid-4-test-output-13-10"/>
          <p:cNvSpPr/>
          <p:nvPr/>
        </p:nvSpPr>
        <p:spPr>
          <a:xfrm>
            <a:off x="630936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grid-4-test-output-13-11"/>
          <p:cNvSpPr/>
          <p:nvPr/>
        </p:nvSpPr>
        <p:spPr>
          <a:xfrm>
            <a:off x="640080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grid-4-test-output-13-12"/>
          <p:cNvSpPr/>
          <p:nvPr/>
        </p:nvSpPr>
        <p:spPr>
          <a:xfrm>
            <a:off x="649224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grid-4-test-output-13-13"/>
          <p:cNvSpPr/>
          <p:nvPr/>
        </p:nvSpPr>
        <p:spPr>
          <a:xfrm>
            <a:off x="6583680" y="292608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grid-4-test-output-13-14"/>
          <p:cNvSpPr/>
          <p:nvPr/>
        </p:nvSpPr>
        <p:spPr>
          <a:xfrm>
            <a:off x="667512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grid-4-test-output-13-15"/>
          <p:cNvSpPr/>
          <p:nvPr/>
        </p:nvSpPr>
        <p:spPr>
          <a:xfrm>
            <a:off x="67665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grid-4-test-output-13-16"/>
          <p:cNvSpPr/>
          <p:nvPr/>
        </p:nvSpPr>
        <p:spPr>
          <a:xfrm>
            <a:off x="685800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grid-4-test-output-13-17"/>
          <p:cNvSpPr/>
          <p:nvPr/>
        </p:nvSpPr>
        <p:spPr>
          <a:xfrm>
            <a:off x="694944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grid-4-test-output-13-18"/>
          <p:cNvSpPr/>
          <p:nvPr/>
        </p:nvSpPr>
        <p:spPr>
          <a:xfrm>
            <a:off x="704088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grid-4-test-output-13-19"/>
          <p:cNvSpPr/>
          <p:nvPr/>
        </p:nvSpPr>
        <p:spPr>
          <a:xfrm>
            <a:off x="713232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grid-4-test-output-13-20"/>
          <p:cNvSpPr/>
          <p:nvPr/>
        </p:nvSpPr>
        <p:spPr>
          <a:xfrm>
            <a:off x="72237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grid-4-test-output-13-21"/>
          <p:cNvSpPr/>
          <p:nvPr/>
        </p:nvSpPr>
        <p:spPr>
          <a:xfrm>
            <a:off x="731520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grid-4-test-output-13-22"/>
          <p:cNvSpPr/>
          <p:nvPr/>
        </p:nvSpPr>
        <p:spPr>
          <a:xfrm>
            <a:off x="740664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grid-4-test-output-13-23"/>
          <p:cNvSpPr/>
          <p:nvPr/>
        </p:nvSpPr>
        <p:spPr>
          <a:xfrm>
            <a:off x="749808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grid-4-test-output-13-24"/>
          <p:cNvSpPr/>
          <p:nvPr/>
        </p:nvSpPr>
        <p:spPr>
          <a:xfrm>
            <a:off x="758952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grid-4-test-output-13-25"/>
          <p:cNvSpPr/>
          <p:nvPr/>
        </p:nvSpPr>
        <p:spPr>
          <a:xfrm>
            <a:off x="7680960" y="29260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grid-4-test-output-14-0"/>
          <p:cNvSpPr/>
          <p:nvPr/>
        </p:nvSpPr>
        <p:spPr>
          <a:xfrm>
            <a:off x="53949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grid-4-test-output-14-1"/>
          <p:cNvSpPr/>
          <p:nvPr/>
        </p:nvSpPr>
        <p:spPr>
          <a:xfrm>
            <a:off x="548640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grid-4-test-output-14-2"/>
          <p:cNvSpPr/>
          <p:nvPr/>
        </p:nvSpPr>
        <p:spPr>
          <a:xfrm>
            <a:off x="557784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grid-4-test-output-14-3"/>
          <p:cNvSpPr/>
          <p:nvPr/>
        </p:nvSpPr>
        <p:spPr>
          <a:xfrm>
            <a:off x="566928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grid-4-test-output-14-4"/>
          <p:cNvSpPr/>
          <p:nvPr/>
        </p:nvSpPr>
        <p:spPr>
          <a:xfrm>
            <a:off x="576072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grid-4-test-output-14-5"/>
          <p:cNvSpPr/>
          <p:nvPr/>
        </p:nvSpPr>
        <p:spPr>
          <a:xfrm>
            <a:off x="5852160" y="301752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grid-4-test-output-14-6"/>
          <p:cNvSpPr/>
          <p:nvPr/>
        </p:nvSpPr>
        <p:spPr>
          <a:xfrm>
            <a:off x="5943600" y="301752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grid-4-test-output-14-7"/>
          <p:cNvSpPr/>
          <p:nvPr/>
        </p:nvSpPr>
        <p:spPr>
          <a:xfrm>
            <a:off x="6035040" y="301752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grid-4-test-output-14-8"/>
          <p:cNvSpPr/>
          <p:nvPr/>
        </p:nvSpPr>
        <p:spPr>
          <a:xfrm>
            <a:off x="6126480" y="301752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grid-4-test-output-14-9"/>
          <p:cNvSpPr/>
          <p:nvPr/>
        </p:nvSpPr>
        <p:spPr>
          <a:xfrm>
            <a:off x="621792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grid-4-test-output-14-10"/>
          <p:cNvSpPr/>
          <p:nvPr/>
        </p:nvSpPr>
        <p:spPr>
          <a:xfrm>
            <a:off x="630936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grid-4-test-output-14-11"/>
          <p:cNvSpPr/>
          <p:nvPr/>
        </p:nvSpPr>
        <p:spPr>
          <a:xfrm>
            <a:off x="640080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grid-4-test-output-14-12"/>
          <p:cNvSpPr/>
          <p:nvPr/>
        </p:nvSpPr>
        <p:spPr>
          <a:xfrm>
            <a:off x="649224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grid-4-test-output-14-13"/>
          <p:cNvSpPr/>
          <p:nvPr/>
        </p:nvSpPr>
        <p:spPr>
          <a:xfrm>
            <a:off x="6583680" y="3017520"/>
            <a:ext cx="91440" cy="9144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grid-4-test-output-14-14"/>
          <p:cNvSpPr/>
          <p:nvPr/>
        </p:nvSpPr>
        <p:spPr>
          <a:xfrm>
            <a:off x="667512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grid-4-test-output-14-15"/>
          <p:cNvSpPr/>
          <p:nvPr/>
        </p:nvSpPr>
        <p:spPr>
          <a:xfrm>
            <a:off x="67665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grid-4-test-output-14-16"/>
          <p:cNvSpPr/>
          <p:nvPr/>
        </p:nvSpPr>
        <p:spPr>
          <a:xfrm>
            <a:off x="685800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grid-4-test-output-14-17"/>
          <p:cNvSpPr/>
          <p:nvPr/>
        </p:nvSpPr>
        <p:spPr>
          <a:xfrm>
            <a:off x="694944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grid-4-test-output-14-18"/>
          <p:cNvSpPr/>
          <p:nvPr/>
        </p:nvSpPr>
        <p:spPr>
          <a:xfrm>
            <a:off x="704088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grid-4-test-output-14-19"/>
          <p:cNvSpPr/>
          <p:nvPr/>
        </p:nvSpPr>
        <p:spPr>
          <a:xfrm>
            <a:off x="713232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grid-4-test-output-14-20"/>
          <p:cNvSpPr/>
          <p:nvPr/>
        </p:nvSpPr>
        <p:spPr>
          <a:xfrm>
            <a:off x="72237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grid-4-test-output-14-21"/>
          <p:cNvSpPr/>
          <p:nvPr/>
        </p:nvSpPr>
        <p:spPr>
          <a:xfrm>
            <a:off x="731520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grid-4-test-output-14-22"/>
          <p:cNvSpPr/>
          <p:nvPr/>
        </p:nvSpPr>
        <p:spPr>
          <a:xfrm>
            <a:off x="740664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grid-4-test-output-14-23"/>
          <p:cNvSpPr/>
          <p:nvPr/>
        </p:nvSpPr>
        <p:spPr>
          <a:xfrm>
            <a:off x="749808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grid-4-test-output-14-24"/>
          <p:cNvSpPr/>
          <p:nvPr/>
        </p:nvSpPr>
        <p:spPr>
          <a:xfrm>
            <a:off x="758952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grid-4-test-output-14-25"/>
          <p:cNvSpPr/>
          <p:nvPr/>
        </p:nvSpPr>
        <p:spPr>
          <a:xfrm>
            <a:off x="7680960" y="30175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grid-4-test-output-15-0"/>
          <p:cNvSpPr/>
          <p:nvPr/>
        </p:nvSpPr>
        <p:spPr>
          <a:xfrm>
            <a:off x="53949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grid-4-test-output-15-1"/>
          <p:cNvSpPr/>
          <p:nvPr/>
        </p:nvSpPr>
        <p:spPr>
          <a:xfrm>
            <a:off x="54864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grid-4-test-output-15-2"/>
          <p:cNvSpPr/>
          <p:nvPr/>
        </p:nvSpPr>
        <p:spPr>
          <a:xfrm>
            <a:off x="55778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grid-4-test-output-15-3"/>
          <p:cNvSpPr/>
          <p:nvPr/>
        </p:nvSpPr>
        <p:spPr>
          <a:xfrm>
            <a:off x="56692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grid-4-test-output-15-4"/>
          <p:cNvSpPr/>
          <p:nvPr/>
        </p:nvSpPr>
        <p:spPr>
          <a:xfrm>
            <a:off x="57607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grid-4-test-output-15-5"/>
          <p:cNvSpPr/>
          <p:nvPr/>
        </p:nvSpPr>
        <p:spPr>
          <a:xfrm>
            <a:off x="5852160" y="310896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grid-4-test-output-15-6"/>
          <p:cNvSpPr/>
          <p:nvPr/>
        </p:nvSpPr>
        <p:spPr>
          <a:xfrm>
            <a:off x="59436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grid-4-test-output-15-7"/>
          <p:cNvSpPr/>
          <p:nvPr/>
        </p:nvSpPr>
        <p:spPr>
          <a:xfrm>
            <a:off x="60350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grid-4-test-output-15-8"/>
          <p:cNvSpPr/>
          <p:nvPr/>
        </p:nvSpPr>
        <p:spPr>
          <a:xfrm>
            <a:off x="61264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grid-4-test-output-15-9"/>
          <p:cNvSpPr/>
          <p:nvPr/>
        </p:nvSpPr>
        <p:spPr>
          <a:xfrm>
            <a:off x="62179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grid-4-test-output-15-10"/>
          <p:cNvSpPr/>
          <p:nvPr/>
        </p:nvSpPr>
        <p:spPr>
          <a:xfrm>
            <a:off x="6309360" y="310896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grid-4-test-output-15-11"/>
          <p:cNvSpPr/>
          <p:nvPr/>
        </p:nvSpPr>
        <p:spPr>
          <a:xfrm>
            <a:off x="64008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grid-4-test-output-15-12"/>
          <p:cNvSpPr/>
          <p:nvPr/>
        </p:nvSpPr>
        <p:spPr>
          <a:xfrm>
            <a:off x="64922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grid-4-test-output-15-13"/>
          <p:cNvSpPr/>
          <p:nvPr/>
        </p:nvSpPr>
        <p:spPr>
          <a:xfrm>
            <a:off x="65836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grid-4-test-output-15-14"/>
          <p:cNvSpPr/>
          <p:nvPr/>
        </p:nvSpPr>
        <p:spPr>
          <a:xfrm>
            <a:off x="66751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grid-4-test-output-15-15"/>
          <p:cNvSpPr/>
          <p:nvPr/>
        </p:nvSpPr>
        <p:spPr>
          <a:xfrm>
            <a:off x="67665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grid-4-test-output-15-16"/>
          <p:cNvSpPr/>
          <p:nvPr/>
        </p:nvSpPr>
        <p:spPr>
          <a:xfrm>
            <a:off x="68580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grid-4-test-output-15-17"/>
          <p:cNvSpPr/>
          <p:nvPr/>
        </p:nvSpPr>
        <p:spPr>
          <a:xfrm>
            <a:off x="69494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grid-4-test-output-15-18"/>
          <p:cNvSpPr/>
          <p:nvPr/>
        </p:nvSpPr>
        <p:spPr>
          <a:xfrm>
            <a:off x="70408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grid-4-test-output-15-19"/>
          <p:cNvSpPr/>
          <p:nvPr/>
        </p:nvSpPr>
        <p:spPr>
          <a:xfrm>
            <a:off x="71323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grid-4-test-output-15-20"/>
          <p:cNvSpPr/>
          <p:nvPr/>
        </p:nvSpPr>
        <p:spPr>
          <a:xfrm>
            <a:off x="72237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grid-4-test-output-15-21"/>
          <p:cNvSpPr/>
          <p:nvPr/>
        </p:nvSpPr>
        <p:spPr>
          <a:xfrm>
            <a:off x="731520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grid-4-test-output-15-22"/>
          <p:cNvSpPr/>
          <p:nvPr/>
        </p:nvSpPr>
        <p:spPr>
          <a:xfrm>
            <a:off x="740664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grid-4-test-output-15-23"/>
          <p:cNvSpPr/>
          <p:nvPr/>
        </p:nvSpPr>
        <p:spPr>
          <a:xfrm>
            <a:off x="749808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grid-4-test-output-15-24"/>
          <p:cNvSpPr/>
          <p:nvPr/>
        </p:nvSpPr>
        <p:spPr>
          <a:xfrm>
            <a:off x="758952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grid-4-test-output-15-25"/>
          <p:cNvSpPr/>
          <p:nvPr/>
        </p:nvSpPr>
        <p:spPr>
          <a:xfrm>
            <a:off x="7680960" y="31089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grid-4-test-output-16-0"/>
          <p:cNvSpPr/>
          <p:nvPr/>
        </p:nvSpPr>
        <p:spPr>
          <a:xfrm>
            <a:off x="53949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grid-4-test-output-16-1"/>
          <p:cNvSpPr/>
          <p:nvPr/>
        </p:nvSpPr>
        <p:spPr>
          <a:xfrm>
            <a:off x="54864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grid-4-test-output-16-2"/>
          <p:cNvSpPr/>
          <p:nvPr/>
        </p:nvSpPr>
        <p:spPr>
          <a:xfrm>
            <a:off x="55778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grid-4-test-output-16-3"/>
          <p:cNvSpPr/>
          <p:nvPr/>
        </p:nvSpPr>
        <p:spPr>
          <a:xfrm>
            <a:off x="56692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grid-4-test-output-16-4"/>
          <p:cNvSpPr/>
          <p:nvPr/>
        </p:nvSpPr>
        <p:spPr>
          <a:xfrm>
            <a:off x="57607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grid-4-test-output-16-5"/>
          <p:cNvSpPr/>
          <p:nvPr/>
        </p:nvSpPr>
        <p:spPr>
          <a:xfrm>
            <a:off x="5852160" y="320040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grid-4-test-output-16-6"/>
          <p:cNvSpPr/>
          <p:nvPr/>
        </p:nvSpPr>
        <p:spPr>
          <a:xfrm>
            <a:off x="59436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grid-4-test-output-16-7"/>
          <p:cNvSpPr/>
          <p:nvPr/>
        </p:nvSpPr>
        <p:spPr>
          <a:xfrm>
            <a:off x="60350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grid-4-test-output-16-8"/>
          <p:cNvSpPr/>
          <p:nvPr/>
        </p:nvSpPr>
        <p:spPr>
          <a:xfrm>
            <a:off x="61264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grid-4-test-output-16-9"/>
          <p:cNvSpPr/>
          <p:nvPr/>
        </p:nvSpPr>
        <p:spPr>
          <a:xfrm>
            <a:off x="62179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grid-4-test-output-16-10"/>
          <p:cNvSpPr/>
          <p:nvPr/>
        </p:nvSpPr>
        <p:spPr>
          <a:xfrm>
            <a:off x="6309360" y="320040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grid-4-test-output-16-11"/>
          <p:cNvSpPr/>
          <p:nvPr/>
        </p:nvSpPr>
        <p:spPr>
          <a:xfrm>
            <a:off x="64008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grid-4-test-output-16-12"/>
          <p:cNvSpPr/>
          <p:nvPr/>
        </p:nvSpPr>
        <p:spPr>
          <a:xfrm>
            <a:off x="64922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grid-4-test-output-16-13"/>
          <p:cNvSpPr/>
          <p:nvPr/>
        </p:nvSpPr>
        <p:spPr>
          <a:xfrm>
            <a:off x="65836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grid-4-test-output-16-14"/>
          <p:cNvSpPr/>
          <p:nvPr/>
        </p:nvSpPr>
        <p:spPr>
          <a:xfrm>
            <a:off x="66751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grid-4-test-output-16-15"/>
          <p:cNvSpPr/>
          <p:nvPr/>
        </p:nvSpPr>
        <p:spPr>
          <a:xfrm>
            <a:off x="67665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grid-4-test-output-16-16"/>
          <p:cNvSpPr/>
          <p:nvPr/>
        </p:nvSpPr>
        <p:spPr>
          <a:xfrm>
            <a:off x="68580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grid-4-test-output-16-17"/>
          <p:cNvSpPr/>
          <p:nvPr/>
        </p:nvSpPr>
        <p:spPr>
          <a:xfrm>
            <a:off x="69494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grid-4-test-output-16-18"/>
          <p:cNvSpPr/>
          <p:nvPr/>
        </p:nvSpPr>
        <p:spPr>
          <a:xfrm>
            <a:off x="70408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grid-4-test-output-16-19"/>
          <p:cNvSpPr/>
          <p:nvPr/>
        </p:nvSpPr>
        <p:spPr>
          <a:xfrm>
            <a:off x="71323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grid-4-test-output-16-20"/>
          <p:cNvSpPr/>
          <p:nvPr/>
        </p:nvSpPr>
        <p:spPr>
          <a:xfrm>
            <a:off x="72237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grid-4-test-output-16-21"/>
          <p:cNvSpPr/>
          <p:nvPr/>
        </p:nvSpPr>
        <p:spPr>
          <a:xfrm>
            <a:off x="731520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grid-4-test-output-16-22"/>
          <p:cNvSpPr/>
          <p:nvPr/>
        </p:nvSpPr>
        <p:spPr>
          <a:xfrm>
            <a:off x="740664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grid-4-test-output-16-23"/>
          <p:cNvSpPr/>
          <p:nvPr/>
        </p:nvSpPr>
        <p:spPr>
          <a:xfrm>
            <a:off x="749808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grid-4-test-output-16-24"/>
          <p:cNvSpPr/>
          <p:nvPr/>
        </p:nvSpPr>
        <p:spPr>
          <a:xfrm>
            <a:off x="758952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grid-4-test-output-16-25"/>
          <p:cNvSpPr/>
          <p:nvPr/>
        </p:nvSpPr>
        <p:spPr>
          <a:xfrm>
            <a:off x="7680960" y="32004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grid-4-test-output-17-0"/>
          <p:cNvSpPr/>
          <p:nvPr/>
        </p:nvSpPr>
        <p:spPr>
          <a:xfrm>
            <a:off x="53949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grid-4-test-output-17-1"/>
          <p:cNvSpPr/>
          <p:nvPr/>
        </p:nvSpPr>
        <p:spPr>
          <a:xfrm>
            <a:off x="54864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grid-4-test-output-17-2"/>
          <p:cNvSpPr/>
          <p:nvPr/>
        </p:nvSpPr>
        <p:spPr>
          <a:xfrm>
            <a:off x="55778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grid-4-test-output-17-3"/>
          <p:cNvSpPr/>
          <p:nvPr/>
        </p:nvSpPr>
        <p:spPr>
          <a:xfrm>
            <a:off x="56692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grid-4-test-output-17-4"/>
          <p:cNvSpPr/>
          <p:nvPr/>
        </p:nvSpPr>
        <p:spPr>
          <a:xfrm>
            <a:off x="57607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grid-4-test-output-17-5"/>
          <p:cNvSpPr/>
          <p:nvPr/>
        </p:nvSpPr>
        <p:spPr>
          <a:xfrm>
            <a:off x="5852160" y="329184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grid-4-test-output-17-6"/>
          <p:cNvSpPr/>
          <p:nvPr/>
        </p:nvSpPr>
        <p:spPr>
          <a:xfrm>
            <a:off x="5943600" y="329184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grid-4-test-output-17-7"/>
          <p:cNvSpPr/>
          <p:nvPr/>
        </p:nvSpPr>
        <p:spPr>
          <a:xfrm>
            <a:off x="6035040" y="329184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grid-4-test-output-17-8"/>
          <p:cNvSpPr/>
          <p:nvPr/>
        </p:nvSpPr>
        <p:spPr>
          <a:xfrm>
            <a:off x="6126480" y="329184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grid-4-test-output-17-9"/>
          <p:cNvSpPr/>
          <p:nvPr/>
        </p:nvSpPr>
        <p:spPr>
          <a:xfrm>
            <a:off x="6217920" y="329184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grid-4-test-output-17-10"/>
          <p:cNvSpPr/>
          <p:nvPr/>
        </p:nvSpPr>
        <p:spPr>
          <a:xfrm>
            <a:off x="6309360" y="3291840"/>
            <a:ext cx="91440" cy="9144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grid-4-test-output-17-11"/>
          <p:cNvSpPr/>
          <p:nvPr/>
        </p:nvSpPr>
        <p:spPr>
          <a:xfrm>
            <a:off x="64008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grid-4-test-output-17-12"/>
          <p:cNvSpPr/>
          <p:nvPr/>
        </p:nvSpPr>
        <p:spPr>
          <a:xfrm>
            <a:off x="64922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grid-4-test-output-17-13"/>
          <p:cNvSpPr/>
          <p:nvPr/>
        </p:nvSpPr>
        <p:spPr>
          <a:xfrm>
            <a:off x="65836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grid-4-test-output-17-14"/>
          <p:cNvSpPr/>
          <p:nvPr/>
        </p:nvSpPr>
        <p:spPr>
          <a:xfrm>
            <a:off x="66751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grid-4-test-output-17-15"/>
          <p:cNvSpPr/>
          <p:nvPr/>
        </p:nvSpPr>
        <p:spPr>
          <a:xfrm>
            <a:off x="67665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grid-4-test-output-17-16"/>
          <p:cNvSpPr/>
          <p:nvPr/>
        </p:nvSpPr>
        <p:spPr>
          <a:xfrm>
            <a:off x="68580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grid-4-test-output-17-17"/>
          <p:cNvSpPr/>
          <p:nvPr/>
        </p:nvSpPr>
        <p:spPr>
          <a:xfrm>
            <a:off x="69494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grid-4-test-output-17-18"/>
          <p:cNvSpPr/>
          <p:nvPr/>
        </p:nvSpPr>
        <p:spPr>
          <a:xfrm>
            <a:off x="70408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grid-4-test-output-17-19"/>
          <p:cNvSpPr/>
          <p:nvPr/>
        </p:nvSpPr>
        <p:spPr>
          <a:xfrm>
            <a:off x="71323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grid-4-test-output-17-20"/>
          <p:cNvSpPr/>
          <p:nvPr/>
        </p:nvSpPr>
        <p:spPr>
          <a:xfrm>
            <a:off x="72237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grid-4-test-output-17-21"/>
          <p:cNvSpPr/>
          <p:nvPr/>
        </p:nvSpPr>
        <p:spPr>
          <a:xfrm>
            <a:off x="731520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grid-4-test-output-17-22"/>
          <p:cNvSpPr/>
          <p:nvPr/>
        </p:nvSpPr>
        <p:spPr>
          <a:xfrm>
            <a:off x="740664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grid-4-test-output-17-23"/>
          <p:cNvSpPr/>
          <p:nvPr/>
        </p:nvSpPr>
        <p:spPr>
          <a:xfrm>
            <a:off x="749808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grid-4-test-output-17-24"/>
          <p:cNvSpPr/>
          <p:nvPr/>
        </p:nvSpPr>
        <p:spPr>
          <a:xfrm>
            <a:off x="758952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grid-4-test-output-17-25"/>
          <p:cNvSpPr/>
          <p:nvPr/>
        </p:nvSpPr>
        <p:spPr>
          <a:xfrm>
            <a:off x="7680960" y="329184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grid-4-test-output-18-0"/>
          <p:cNvSpPr/>
          <p:nvPr/>
        </p:nvSpPr>
        <p:spPr>
          <a:xfrm>
            <a:off x="53949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grid-4-test-output-18-1"/>
          <p:cNvSpPr/>
          <p:nvPr/>
        </p:nvSpPr>
        <p:spPr>
          <a:xfrm>
            <a:off x="54864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grid-4-test-output-18-2"/>
          <p:cNvSpPr/>
          <p:nvPr/>
        </p:nvSpPr>
        <p:spPr>
          <a:xfrm>
            <a:off x="55778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grid-4-test-output-18-3"/>
          <p:cNvSpPr/>
          <p:nvPr/>
        </p:nvSpPr>
        <p:spPr>
          <a:xfrm>
            <a:off x="56692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grid-4-test-output-18-4"/>
          <p:cNvSpPr/>
          <p:nvPr/>
        </p:nvSpPr>
        <p:spPr>
          <a:xfrm>
            <a:off x="57607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grid-4-test-output-18-5"/>
          <p:cNvSpPr/>
          <p:nvPr/>
        </p:nvSpPr>
        <p:spPr>
          <a:xfrm>
            <a:off x="58521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grid-4-test-output-18-6"/>
          <p:cNvSpPr/>
          <p:nvPr/>
        </p:nvSpPr>
        <p:spPr>
          <a:xfrm>
            <a:off x="5943600" y="338328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grid-4-test-output-18-7"/>
          <p:cNvSpPr/>
          <p:nvPr/>
        </p:nvSpPr>
        <p:spPr>
          <a:xfrm>
            <a:off x="60350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grid-4-test-output-18-8"/>
          <p:cNvSpPr/>
          <p:nvPr/>
        </p:nvSpPr>
        <p:spPr>
          <a:xfrm>
            <a:off x="61264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grid-4-test-output-18-9"/>
          <p:cNvSpPr/>
          <p:nvPr/>
        </p:nvSpPr>
        <p:spPr>
          <a:xfrm>
            <a:off x="6217920" y="338328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grid-4-test-output-18-10"/>
          <p:cNvSpPr/>
          <p:nvPr/>
        </p:nvSpPr>
        <p:spPr>
          <a:xfrm>
            <a:off x="63093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grid-4-test-output-18-11"/>
          <p:cNvSpPr/>
          <p:nvPr/>
        </p:nvSpPr>
        <p:spPr>
          <a:xfrm>
            <a:off x="64008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grid-4-test-output-18-12"/>
          <p:cNvSpPr/>
          <p:nvPr/>
        </p:nvSpPr>
        <p:spPr>
          <a:xfrm>
            <a:off x="64922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grid-4-test-output-18-13"/>
          <p:cNvSpPr/>
          <p:nvPr/>
        </p:nvSpPr>
        <p:spPr>
          <a:xfrm>
            <a:off x="65836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grid-4-test-output-18-14"/>
          <p:cNvSpPr/>
          <p:nvPr/>
        </p:nvSpPr>
        <p:spPr>
          <a:xfrm>
            <a:off x="66751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grid-4-test-output-18-15"/>
          <p:cNvSpPr/>
          <p:nvPr/>
        </p:nvSpPr>
        <p:spPr>
          <a:xfrm>
            <a:off x="67665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grid-4-test-output-18-16"/>
          <p:cNvSpPr/>
          <p:nvPr/>
        </p:nvSpPr>
        <p:spPr>
          <a:xfrm>
            <a:off x="68580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grid-4-test-output-18-17"/>
          <p:cNvSpPr/>
          <p:nvPr/>
        </p:nvSpPr>
        <p:spPr>
          <a:xfrm>
            <a:off x="69494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grid-4-test-output-18-18"/>
          <p:cNvSpPr/>
          <p:nvPr/>
        </p:nvSpPr>
        <p:spPr>
          <a:xfrm>
            <a:off x="70408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grid-4-test-output-18-19"/>
          <p:cNvSpPr/>
          <p:nvPr/>
        </p:nvSpPr>
        <p:spPr>
          <a:xfrm>
            <a:off x="71323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grid-4-test-output-18-20"/>
          <p:cNvSpPr/>
          <p:nvPr/>
        </p:nvSpPr>
        <p:spPr>
          <a:xfrm>
            <a:off x="72237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grid-4-test-output-18-21"/>
          <p:cNvSpPr/>
          <p:nvPr/>
        </p:nvSpPr>
        <p:spPr>
          <a:xfrm>
            <a:off x="731520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grid-4-test-output-18-22"/>
          <p:cNvSpPr/>
          <p:nvPr/>
        </p:nvSpPr>
        <p:spPr>
          <a:xfrm>
            <a:off x="740664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grid-4-test-output-18-23"/>
          <p:cNvSpPr/>
          <p:nvPr/>
        </p:nvSpPr>
        <p:spPr>
          <a:xfrm>
            <a:off x="749808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grid-4-test-output-18-24"/>
          <p:cNvSpPr/>
          <p:nvPr/>
        </p:nvSpPr>
        <p:spPr>
          <a:xfrm>
            <a:off x="758952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grid-4-test-output-18-25"/>
          <p:cNvSpPr/>
          <p:nvPr/>
        </p:nvSpPr>
        <p:spPr>
          <a:xfrm>
            <a:off x="7680960" y="33832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grid-4-test-output-19-0"/>
          <p:cNvSpPr/>
          <p:nvPr/>
        </p:nvSpPr>
        <p:spPr>
          <a:xfrm>
            <a:off x="53949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grid-4-test-output-19-1"/>
          <p:cNvSpPr/>
          <p:nvPr/>
        </p:nvSpPr>
        <p:spPr>
          <a:xfrm>
            <a:off x="54864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grid-4-test-output-19-2"/>
          <p:cNvSpPr/>
          <p:nvPr/>
        </p:nvSpPr>
        <p:spPr>
          <a:xfrm>
            <a:off x="55778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grid-4-test-output-19-3"/>
          <p:cNvSpPr/>
          <p:nvPr/>
        </p:nvSpPr>
        <p:spPr>
          <a:xfrm>
            <a:off x="56692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grid-4-test-output-19-4"/>
          <p:cNvSpPr/>
          <p:nvPr/>
        </p:nvSpPr>
        <p:spPr>
          <a:xfrm>
            <a:off x="57607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grid-4-test-output-19-5"/>
          <p:cNvSpPr/>
          <p:nvPr/>
        </p:nvSpPr>
        <p:spPr>
          <a:xfrm>
            <a:off x="58521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grid-4-test-output-19-6"/>
          <p:cNvSpPr/>
          <p:nvPr/>
        </p:nvSpPr>
        <p:spPr>
          <a:xfrm>
            <a:off x="5943600" y="347472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grid-4-test-output-19-7"/>
          <p:cNvSpPr/>
          <p:nvPr/>
        </p:nvSpPr>
        <p:spPr>
          <a:xfrm>
            <a:off x="60350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grid-4-test-output-19-8"/>
          <p:cNvSpPr/>
          <p:nvPr/>
        </p:nvSpPr>
        <p:spPr>
          <a:xfrm>
            <a:off x="61264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grid-4-test-output-19-9"/>
          <p:cNvSpPr/>
          <p:nvPr/>
        </p:nvSpPr>
        <p:spPr>
          <a:xfrm>
            <a:off x="6217920" y="347472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grid-4-test-output-19-10"/>
          <p:cNvSpPr/>
          <p:nvPr/>
        </p:nvSpPr>
        <p:spPr>
          <a:xfrm>
            <a:off x="63093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grid-4-test-output-19-11"/>
          <p:cNvSpPr/>
          <p:nvPr/>
        </p:nvSpPr>
        <p:spPr>
          <a:xfrm>
            <a:off x="64008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grid-4-test-output-19-12"/>
          <p:cNvSpPr/>
          <p:nvPr/>
        </p:nvSpPr>
        <p:spPr>
          <a:xfrm>
            <a:off x="64922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grid-4-test-output-19-13"/>
          <p:cNvSpPr/>
          <p:nvPr/>
        </p:nvSpPr>
        <p:spPr>
          <a:xfrm>
            <a:off x="65836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grid-4-test-output-19-14"/>
          <p:cNvSpPr/>
          <p:nvPr/>
        </p:nvSpPr>
        <p:spPr>
          <a:xfrm>
            <a:off x="66751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grid-4-test-output-19-15"/>
          <p:cNvSpPr/>
          <p:nvPr/>
        </p:nvSpPr>
        <p:spPr>
          <a:xfrm>
            <a:off x="67665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grid-4-test-output-19-16"/>
          <p:cNvSpPr/>
          <p:nvPr/>
        </p:nvSpPr>
        <p:spPr>
          <a:xfrm>
            <a:off x="68580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grid-4-test-output-19-17"/>
          <p:cNvSpPr/>
          <p:nvPr/>
        </p:nvSpPr>
        <p:spPr>
          <a:xfrm>
            <a:off x="69494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grid-4-test-output-19-18"/>
          <p:cNvSpPr/>
          <p:nvPr/>
        </p:nvSpPr>
        <p:spPr>
          <a:xfrm>
            <a:off x="70408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grid-4-test-output-19-19"/>
          <p:cNvSpPr/>
          <p:nvPr/>
        </p:nvSpPr>
        <p:spPr>
          <a:xfrm>
            <a:off x="71323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grid-4-test-output-19-20"/>
          <p:cNvSpPr/>
          <p:nvPr/>
        </p:nvSpPr>
        <p:spPr>
          <a:xfrm>
            <a:off x="72237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grid-4-test-output-19-21"/>
          <p:cNvSpPr/>
          <p:nvPr/>
        </p:nvSpPr>
        <p:spPr>
          <a:xfrm>
            <a:off x="731520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grid-4-test-output-19-22"/>
          <p:cNvSpPr/>
          <p:nvPr/>
        </p:nvSpPr>
        <p:spPr>
          <a:xfrm>
            <a:off x="740664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grid-4-test-output-19-23"/>
          <p:cNvSpPr/>
          <p:nvPr/>
        </p:nvSpPr>
        <p:spPr>
          <a:xfrm>
            <a:off x="749808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grid-4-test-output-19-24"/>
          <p:cNvSpPr/>
          <p:nvPr/>
        </p:nvSpPr>
        <p:spPr>
          <a:xfrm>
            <a:off x="758952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grid-4-test-output-19-25"/>
          <p:cNvSpPr/>
          <p:nvPr/>
        </p:nvSpPr>
        <p:spPr>
          <a:xfrm>
            <a:off x="7680960" y="34747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grid-4-test-output-20-0"/>
          <p:cNvSpPr/>
          <p:nvPr/>
        </p:nvSpPr>
        <p:spPr>
          <a:xfrm>
            <a:off x="53949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grid-4-test-output-20-1"/>
          <p:cNvSpPr/>
          <p:nvPr/>
        </p:nvSpPr>
        <p:spPr>
          <a:xfrm>
            <a:off x="54864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grid-4-test-output-20-2"/>
          <p:cNvSpPr/>
          <p:nvPr/>
        </p:nvSpPr>
        <p:spPr>
          <a:xfrm>
            <a:off x="557784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grid-4-test-output-20-3"/>
          <p:cNvSpPr/>
          <p:nvPr/>
        </p:nvSpPr>
        <p:spPr>
          <a:xfrm>
            <a:off x="56692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grid-4-test-output-20-4"/>
          <p:cNvSpPr/>
          <p:nvPr/>
        </p:nvSpPr>
        <p:spPr>
          <a:xfrm>
            <a:off x="57607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grid-4-test-output-20-5"/>
          <p:cNvSpPr/>
          <p:nvPr/>
        </p:nvSpPr>
        <p:spPr>
          <a:xfrm>
            <a:off x="58521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grid-4-test-output-20-6"/>
          <p:cNvSpPr/>
          <p:nvPr/>
        </p:nvSpPr>
        <p:spPr>
          <a:xfrm>
            <a:off x="5943600" y="356616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grid-4-test-output-20-7"/>
          <p:cNvSpPr/>
          <p:nvPr/>
        </p:nvSpPr>
        <p:spPr>
          <a:xfrm>
            <a:off x="603504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grid-4-test-output-20-8"/>
          <p:cNvSpPr/>
          <p:nvPr/>
        </p:nvSpPr>
        <p:spPr>
          <a:xfrm>
            <a:off x="61264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grid-4-test-output-20-9"/>
          <p:cNvSpPr/>
          <p:nvPr/>
        </p:nvSpPr>
        <p:spPr>
          <a:xfrm>
            <a:off x="6217920" y="356616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grid-4-test-output-20-10"/>
          <p:cNvSpPr/>
          <p:nvPr/>
        </p:nvSpPr>
        <p:spPr>
          <a:xfrm>
            <a:off x="63093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grid-4-test-output-20-11"/>
          <p:cNvSpPr/>
          <p:nvPr/>
        </p:nvSpPr>
        <p:spPr>
          <a:xfrm>
            <a:off x="64008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grid-4-test-output-20-12"/>
          <p:cNvSpPr/>
          <p:nvPr/>
        </p:nvSpPr>
        <p:spPr>
          <a:xfrm>
            <a:off x="649224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grid-4-test-output-20-13"/>
          <p:cNvSpPr/>
          <p:nvPr/>
        </p:nvSpPr>
        <p:spPr>
          <a:xfrm>
            <a:off x="65836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grid-4-test-output-20-14"/>
          <p:cNvSpPr/>
          <p:nvPr/>
        </p:nvSpPr>
        <p:spPr>
          <a:xfrm>
            <a:off x="66751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grid-4-test-output-20-15"/>
          <p:cNvSpPr/>
          <p:nvPr/>
        </p:nvSpPr>
        <p:spPr>
          <a:xfrm>
            <a:off x="67665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grid-4-test-output-20-16"/>
          <p:cNvSpPr/>
          <p:nvPr/>
        </p:nvSpPr>
        <p:spPr>
          <a:xfrm>
            <a:off x="68580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grid-4-test-output-20-17"/>
          <p:cNvSpPr/>
          <p:nvPr/>
        </p:nvSpPr>
        <p:spPr>
          <a:xfrm>
            <a:off x="694944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grid-4-test-output-20-18"/>
          <p:cNvSpPr/>
          <p:nvPr/>
        </p:nvSpPr>
        <p:spPr>
          <a:xfrm>
            <a:off x="70408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grid-4-test-output-20-19"/>
          <p:cNvSpPr/>
          <p:nvPr/>
        </p:nvSpPr>
        <p:spPr>
          <a:xfrm>
            <a:off x="71323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grid-4-test-output-20-20"/>
          <p:cNvSpPr/>
          <p:nvPr/>
        </p:nvSpPr>
        <p:spPr>
          <a:xfrm>
            <a:off x="72237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grid-4-test-output-20-21"/>
          <p:cNvSpPr/>
          <p:nvPr/>
        </p:nvSpPr>
        <p:spPr>
          <a:xfrm>
            <a:off x="731520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grid-4-test-output-20-22"/>
          <p:cNvSpPr/>
          <p:nvPr/>
        </p:nvSpPr>
        <p:spPr>
          <a:xfrm>
            <a:off x="740664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grid-4-test-output-20-23"/>
          <p:cNvSpPr/>
          <p:nvPr/>
        </p:nvSpPr>
        <p:spPr>
          <a:xfrm>
            <a:off x="749808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grid-4-test-output-20-24"/>
          <p:cNvSpPr/>
          <p:nvPr/>
        </p:nvSpPr>
        <p:spPr>
          <a:xfrm>
            <a:off x="758952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grid-4-test-output-20-25"/>
          <p:cNvSpPr/>
          <p:nvPr/>
        </p:nvSpPr>
        <p:spPr>
          <a:xfrm>
            <a:off x="7680960" y="35661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grid-4-test-output-21-0"/>
          <p:cNvSpPr/>
          <p:nvPr/>
        </p:nvSpPr>
        <p:spPr>
          <a:xfrm>
            <a:off x="53949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grid-4-test-output-21-1"/>
          <p:cNvSpPr/>
          <p:nvPr/>
        </p:nvSpPr>
        <p:spPr>
          <a:xfrm>
            <a:off x="548640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grid-4-test-output-21-2"/>
          <p:cNvSpPr/>
          <p:nvPr/>
        </p:nvSpPr>
        <p:spPr>
          <a:xfrm>
            <a:off x="557784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grid-4-test-output-21-3"/>
          <p:cNvSpPr/>
          <p:nvPr/>
        </p:nvSpPr>
        <p:spPr>
          <a:xfrm>
            <a:off x="56692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grid-4-test-output-21-4"/>
          <p:cNvSpPr/>
          <p:nvPr/>
        </p:nvSpPr>
        <p:spPr>
          <a:xfrm>
            <a:off x="576072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grid-4-test-output-21-5"/>
          <p:cNvSpPr/>
          <p:nvPr/>
        </p:nvSpPr>
        <p:spPr>
          <a:xfrm>
            <a:off x="58521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grid-4-test-output-21-6"/>
          <p:cNvSpPr/>
          <p:nvPr/>
        </p:nvSpPr>
        <p:spPr>
          <a:xfrm>
            <a:off x="5943600" y="365760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grid-4-test-output-21-7"/>
          <p:cNvSpPr/>
          <p:nvPr/>
        </p:nvSpPr>
        <p:spPr>
          <a:xfrm>
            <a:off x="603504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grid-4-test-output-21-8"/>
          <p:cNvSpPr/>
          <p:nvPr/>
        </p:nvSpPr>
        <p:spPr>
          <a:xfrm>
            <a:off x="61264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grid-4-test-output-21-9"/>
          <p:cNvSpPr/>
          <p:nvPr/>
        </p:nvSpPr>
        <p:spPr>
          <a:xfrm>
            <a:off x="6217920" y="3657600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grid-4-test-output-21-10"/>
          <p:cNvSpPr/>
          <p:nvPr/>
        </p:nvSpPr>
        <p:spPr>
          <a:xfrm>
            <a:off x="63093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grid-4-test-output-21-11"/>
          <p:cNvSpPr/>
          <p:nvPr/>
        </p:nvSpPr>
        <p:spPr>
          <a:xfrm>
            <a:off x="640080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grid-4-test-output-21-12"/>
          <p:cNvSpPr/>
          <p:nvPr/>
        </p:nvSpPr>
        <p:spPr>
          <a:xfrm>
            <a:off x="649224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grid-4-test-output-21-13"/>
          <p:cNvSpPr/>
          <p:nvPr/>
        </p:nvSpPr>
        <p:spPr>
          <a:xfrm>
            <a:off x="65836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grid-4-test-output-21-14"/>
          <p:cNvSpPr/>
          <p:nvPr/>
        </p:nvSpPr>
        <p:spPr>
          <a:xfrm>
            <a:off x="667512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grid-4-test-output-21-15"/>
          <p:cNvSpPr/>
          <p:nvPr/>
        </p:nvSpPr>
        <p:spPr>
          <a:xfrm>
            <a:off x="67665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grid-4-test-output-21-16"/>
          <p:cNvSpPr/>
          <p:nvPr/>
        </p:nvSpPr>
        <p:spPr>
          <a:xfrm>
            <a:off x="685800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grid-4-test-output-21-17"/>
          <p:cNvSpPr/>
          <p:nvPr/>
        </p:nvSpPr>
        <p:spPr>
          <a:xfrm>
            <a:off x="694944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grid-4-test-output-21-18"/>
          <p:cNvSpPr/>
          <p:nvPr/>
        </p:nvSpPr>
        <p:spPr>
          <a:xfrm>
            <a:off x="70408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grid-4-test-output-21-19"/>
          <p:cNvSpPr/>
          <p:nvPr/>
        </p:nvSpPr>
        <p:spPr>
          <a:xfrm>
            <a:off x="713232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grid-4-test-output-21-20"/>
          <p:cNvSpPr/>
          <p:nvPr/>
        </p:nvSpPr>
        <p:spPr>
          <a:xfrm>
            <a:off x="72237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grid-4-test-output-21-21"/>
          <p:cNvSpPr/>
          <p:nvPr/>
        </p:nvSpPr>
        <p:spPr>
          <a:xfrm>
            <a:off x="731520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grid-4-test-output-21-22"/>
          <p:cNvSpPr/>
          <p:nvPr/>
        </p:nvSpPr>
        <p:spPr>
          <a:xfrm>
            <a:off x="740664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grid-4-test-output-21-23"/>
          <p:cNvSpPr/>
          <p:nvPr/>
        </p:nvSpPr>
        <p:spPr>
          <a:xfrm>
            <a:off x="749808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grid-4-test-output-21-24"/>
          <p:cNvSpPr/>
          <p:nvPr/>
        </p:nvSpPr>
        <p:spPr>
          <a:xfrm>
            <a:off x="758952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grid-4-test-output-21-25"/>
          <p:cNvSpPr/>
          <p:nvPr/>
        </p:nvSpPr>
        <p:spPr>
          <a:xfrm>
            <a:off x="7680960" y="365760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grid-4-test-output-22-0"/>
          <p:cNvSpPr/>
          <p:nvPr/>
        </p:nvSpPr>
        <p:spPr>
          <a:xfrm>
            <a:off x="53949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grid-4-test-output-22-1"/>
          <p:cNvSpPr/>
          <p:nvPr/>
        </p:nvSpPr>
        <p:spPr>
          <a:xfrm>
            <a:off x="548640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grid-4-test-output-22-2"/>
          <p:cNvSpPr/>
          <p:nvPr/>
        </p:nvSpPr>
        <p:spPr>
          <a:xfrm>
            <a:off x="55778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grid-4-test-output-22-3"/>
          <p:cNvSpPr/>
          <p:nvPr/>
        </p:nvSpPr>
        <p:spPr>
          <a:xfrm>
            <a:off x="56692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grid-4-test-output-22-4"/>
          <p:cNvSpPr/>
          <p:nvPr/>
        </p:nvSpPr>
        <p:spPr>
          <a:xfrm>
            <a:off x="57607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grid-4-test-output-22-5"/>
          <p:cNvSpPr/>
          <p:nvPr/>
        </p:nvSpPr>
        <p:spPr>
          <a:xfrm>
            <a:off x="5852160" y="3749039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grid-4-test-output-22-6"/>
          <p:cNvSpPr/>
          <p:nvPr/>
        </p:nvSpPr>
        <p:spPr>
          <a:xfrm>
            <a:off x="5943600" y="3749039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grid-4-test-output-22-7"/>
          <p:cNvSpPr/>
          <p:nvPr/>
        </p:nvSpPr>
        <p:spPr>
          <a:xfrm>
            <a:off x="6035040" y="3749039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grid-4-test-output-22-8"/>
          <p:cNvSpPr/>
          <p:nvPr/>
        </p:nvSpPr>
        <p:spPr>
          <a:xfrm>
            <a:off x="6126480" y="3749039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grid-4-test-output-22-9"/>
          <p:cNvSpPr/>
          <p:nvPr/>
        </p:nvSpPr>
        <p:spPr>
          <a:xfrm>
            <a:off x="6217920" y="3749039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grid-4-test-output-22-10"/>
          <p:cNvSpPr/>
          <p:nvPr/>
        </p:nvSpPr>
        <p:spPr>
          <a:xfrm>
            <a:off x="6309360" y="3749039"/>
            <a:ext cx="91440" cy="9144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grid-4-test-output-22-11"/>
          <p:cNvSpPr/>
          <p:nvPr/>
        </p:nvSpPr>
        <p:spPr>
          <a:xfrm>
            <a:off x="640080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grid-4-test-output-22-12"/>
          <p:cNvSpPr/>
          <p:nvPr/>
        </p:nvSpPr>
        <p:spPr>
          <a:xfrm>
            <a:off x="64922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grid-4-test-output-22-13"/>
          <p:cNvSpPr/>
          <p:nvPr/>
        </p:nvSpPr>
        <p:spPr>
          <a:xfrm>
            <a:off x="65836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grid-4-test-output-22-14"/>
          <p:cNvSpPr/>
          <p:nvPr/>
        </p:nvSpPr>
        <p:spPr>
          <a:xfrm>
            <a:off x="66751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grid-4-test-output-22-15"/>
          <p:cNvSpPr/>
          <p:nvPr/>
        </p:nvSpPr>
        <p:spPr>
          <a:xfrm>
            <a:off x="67665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grid-4-test-output-22-16"/>
          <p:cNvSpPr/>
          <p:nvPr/>
        </p:nvSpPr>
        <p:spPr>
          <a:xfrm>
            <a:off x="685800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grid-4-test-output-22-17"/>
          <p:cNvSpPr/>
          <p:nvPr/>
        </p:nvSpPr>
        <p:spPr>
          <a:xfrm>
            <a:off x="69494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grid-4-test-output-22-18"/>
          <p:cNvSpPr/>
          <p:nvPr/>
        </p:nvSpPr>
        <p:spPr>
          <a:xfrm>
            <a:off x="70408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grid-4-test-output-22-19"/>
          <p:cNvSpPr/>
          <p:nvPr/>
        </p:nvSpPr>
        <p:spPr>
          <a:xfrm>
            <a:off x="71323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grid-4-test-output-22-20"/>
          <p:cNvSpPr/>
          <p:nvPr/>
        </p:nvSpPr>
        <p:spPr>
          <a:xfrm>
            <a:off x="72237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grid-4-test-output-22-21"/>
          <p:cNvSpPr/>
          <p:nvPr/>
        </p:nvSpPr>
        <p:spPr>
          <a:xfrm>
            <a:off x="731520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grid-4-test-output-22-22"/>
          <p:cNvSpPr/>
          <p:nvPr/>
        </p:nvSpPr>
        <p:spPr>
          <a:xfrm>
            <a:off x="740664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grid-4-test-output-22-23"/>
          <p:cNvSpPr/>
          <p:nvPr/>
        </p:nvSpPr>
        <p:spPr>
          <a:xfrm>
            <a:off x="749808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grid-4-test-output-22-24"/>
          <p:cNvSpPr/>
          <p:nvPr/>
        </p:nvSpPr>
        <p:spPr>
          <a:xfrm>
            <a:off x="758952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grid-4-test-output-22-25"/>
          <p:cNvSpPr/>
          <p:nvPr/>
        </p:nvSpPr>
        <p:spPr>
          <a:xfrm>
            <a:off x="7680960" y="3749039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grid-4-test-output-23-0"/>
          <p:cNvSpPr/>
          <p:nvPr/>
        </p:nvSpPr>
        <p:spPr>
          <a:xfrm>
            <a:off x="53949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grid-4-test-output-23-1"/>
          <p:cNvSpPr/>
          <p:nvPr/>
        </p:nvSpPr>
        <p:spPr>
          <a:xfrm>
            <a:off x="54864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grid-4-test-output-23-2"/>
          <p:cNvSpPr/>
          <p:nvPr/>
        </p:nvSpPr>
        <p:spPr>
          <a:xfrm>
            <a:off x="55778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grid-4-test-output-23-3"/>
          <p:cNvSpPr/>
          <p:nvPr/>
        </p:nvSpPr>
        <p:spPr>
          <a:xfrm>
            <a:off x="56692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grid-4-test-output-23-4"/>
          <p:cNvSpPr/>
          <p:nvPr/>
        </p:nvSpPr>
        <p:spPr>
          <a:xfrm>
            <a:off x="57607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grid-4-test-output-23-5"/>
          <p:cNvSpPr/>
          <p:nvPr/>
        </p:nvSpPr>
        <p:spPr>
          <a:xfrm>
            <a:off x="5852160" y="384048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grid-4-test-output-23-6"/>
          <p:cNvSpPr/>
          <p:nvPr/>
        </p:nvSpPr>
        <p:spPr>
          <a:xfrm>
            <a:off x="59436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grid-4-test-output-23-7"/>
          <p:cNvSpPr/>
          <p:nvPr/>
        </p:nvSpPr>
        <p:spPr>
          <a:xfrm>
            <a:off x="60350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grid-4-test-output-23-8"/>
          <p:cNvSpPr/>
          <p:nvPr/>
        </p:nvSpPr>
        <p:spPr>
          <a:xfrm>
            <a:off x="61264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grid-4-test-output-23-9"/>
          <p:cNvSpPr/>
          <p:nvPr/>
        </p:nvSpPr>
        <p:spPr>
          <a:xfrm>
            <a:off x="62179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grid-4-test-output-23-10"/>
          <p:cNvSpPr/>
          <p:nvPr/>
        </p:nvSpPr>
        <p:spPr>
          <a:xfrm>
            <a:off x="6309360" y="3840480"/>
            <a:ext cx="91440" cy="9144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grid-4-test-output-23-11"/>
          <p:cNvSpPr/>
          <p:nvPr/>
        </p:nvSpPr>
        <p:spPr>
          <a:xfrm>
            <a:off x="64008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grid-4-test-output-23-12"/>
          <p:cNvSpPr/>
          <p:nvPr/>
        </p:nvSpPr>
        <p:spPr>
          <a:xfrm>
            <a:off x="64922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grid-4-test-output-23-13"/>
          <p:cNvSpPr/>
          <p:nvPr/>
        </p:nvSpPr>
        <p:spPr>
          <a:xfrm>
            <a:off x="65836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grid-4-test-output-23-14"/>
          <p:cNvSpPr/>
          <p:nvPr/>
        </p:nvSpPr>
        <p:spPr>
          <a:xfrm>
            <a:off x="66751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grid-4-test-output-23-15"/>
          <p:cNvSpPr/>
          <p:nvPr/>
        </p:nvSpPr>
        <p:spPr>
          <a:xfrm>
            <a:off x="67665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grid-4-test-output-23-16"/>
          <p:cNvSpPr/>
          <p:nvPr/>
        </p:nvSpPr>
        <p:spPr>
          <a:xfrm>
            <a:off x="68580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grid-4-test-output-23-17"/>
          <p:cNvSpPr/>
          <p:nvPr/>
        </p:nvSpPr>
        <p:spPr>
          <a:xfrm>
            <a:off x="69494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grid-4-test-output-23-18"/>
          <p:cNvSpPr/>
          <p:nvPr/>
        </p:nvSpPr>
        <p:spPr>
          <a:xfrm>
            <a:off x="70408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grid-4-test-output-23-19"/>
          <p:cNvSpPr/>
          <p:nvPr/>
        </p:nvSpPr>
        <p:spPr>
          <a:xfrm>
            <a:off x="71323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grid-4-test-output-23-20"/>
          <p:cNvSpPr/>
          <p:nvPr/>
        </p:nvSpPr>
        <p:spPr>
          <a:xfrm>
            <a:off x="72237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grid-4-test-output-23-21"/>
          <p:cNvSpPr/>
          <p:nvPr/>
        </p:nvSpPr>
        <p:spPr>
          <a:xfrm>
            <a:off x="731520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grid-4-test-output-23-22"/>
          <p:cNvSpPr/>
          <p:nvPr/>
        </p:nvSpPr>
        <p:spPr>
          <a:xfrm>
            <a:off x="740664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grid-4-test-output-23-23"/>
          <p:cNvSpPr/>
          <p:nvPr/>
        </p:nvSpPr>
        <p:spPr>
          <a:xfrm>
            <a:off x="749808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grid-4-test-output-23-24"/>
          <p:cNvSpPr/>
          <p:nvPr/>
        </p:nvSpPr>
        <p:spPr>
          <a:xfrm>
            <a:off x="758952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grid-4-test-output-23-25"/>
          <p:cNvSpPr/>
          <p:nvPr/>
        </p:nvSpPr>
        <p:spPr>
          <a:xfrm>
            <a:off x="7680960" y="384048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grid-4-test-output-24-0"/>
          <p:cNvSpPr/>
          <p:nvPr/>
        </p:nvSpPr>
        <p:spPr>
          <a:xfrm>
            <a:off x="53949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grid-4-test-output-24-1"/>
          <p:cNvSpPr/>
          <p:nvPr/>
        </p:nvSpPr>
        <p:spPr>
          <a:xfrm>
            <a:off x="54864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grid-4-test-output-24-2"/>
          <p:cNvSpPr/>
          <p:nvPr/>
        </p:nvSpPr>
        <p:spPr>
          <a:xfrm>
            <a:off x="55778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grid-4-test-output-24-3"/>
          <p:cNvSpPr/>
          <p:nvPr/>
        </p:nvSpPr>
        <p:spPr>
          <a:xfrm>
            <a:off x="56692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grid-4-test-output-24-4"/>
          <p:cNvSpPr/>
          <p:nvPr/>
        </p:nvSpPr>
        <p:spPr>
          <a:xfrm>
            <a:off x="57607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grid-4-test-output-24-5"/>
          <p:cNvSpPr/>
          <p:nvPr/>
        </p:nvSpPr>
        <p:spPr>
          <a:xfrm>
            <a:off x="5852160" y="393192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grid-4-test-output-24-6"/>
          <p:cNvSpPr/>
          <p:nvPr/>
        </p:nvSpPr>
        <p:spPr>
          <a:xfrm>
            <a:off x="5943600" y="393192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grid-4-test-output-24-7"/>
          <p:cNvSpPr/>
          <p:nvPr/>
        </p:nvSpPr>
        <p:spPr>
          <a:xfrm>
            <a:off x="6035040" y="393192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grid-4-test-output-24-8"/>
          <p:cNvSpPr/>
          <p:nvPr/>
        </p:nvSpPr>
        <p:spPr>
          <a:xfrm>
            <a:off x="6126480" y="393192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grid-4-test-output-24-9"/>
          <p:cNvSpPr/>
          <p:nvPr/>
        </p:nvSpPr>
        <p:spPr>
          <a:xfrm>
            <a:off x="6217920" y="393192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grid-4-test-output-24-10"/>
          <p:cNvSpPr/>
          <p:nvPr/>
        </p:nvSpPr>
        <p:spPr>
          <a:xfrm>
            <a:off x="6309360" y="3931920"/>
            <a:ext cx="91440" cy="9144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grid-4-test-output-24-11"/>
          <p:cNvSpPr/>
          <p:nvPr/>
        </p:nvSpPr>
        <p:spPr>
          <a:xfrm>
            <a:off x="64008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grid-4-test-output-24-12"/>
          <p:cNvSpPr/>
          <p:nvPr/>
        </p:nvSpPr>
        <p:spPr>
          <a:xfrm>
            <a:off x="64922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grid-4-test-output-24-13"/>
          <p:cNvSpPr/>
          <p:nvPr/>
        </p:nvSpPr>
        <p:spPr>
          <a:xfrm>
            <a:off x="65836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grid-4-test-output-24-14"/>
          <p:cNvSpPr/>
          <p:nvPr/>
        </p:nvSpPr>
        <p:spPr>
          <a:xfrm>
            <a:off x="66751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grid-4-test-output-24-15"/>
          <p:cNvSpPr/>
          <p:nvPr/>
        </p:nvSpPr>
        <p:spPr>
          <a:xfrm>
            <a:off x="67665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grid-4-test-output-24-16"/>
          <p:cNvSpPr/>
          <p:nvPr/>
        </p:nvSpPr>
        <p:spPr>
          <a:xfrm>
            <a:off x="68580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grid-4-test-output-24-17"/>
          <p:cNvSpPr/>
          <p:nvPr/>
        </p:nvSpPr>
        <p:spPr>
          <a:xfrm>
            <a:off x="69494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grid-4-test-output-24-18"/>
          <p:cNvSpPr/>
          <p:nvPr/>
        </p:nvSpPr>
        <p:spPr>
          <a:xfrm>
            <a:off x="70408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grid-4-test-output-24-19"/>
          <p:cNvSpPr/>
          <p:nvPr/>
        </p:nvSpPr>
        <p:spPr>
          <a:xfrm>
            <a:off x="71323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grid-4-test-output-24-20"/>
          <p:cNvSpPr/>
          <p:nvPr/>
        </p:nvSpPr>
        <p:spPr>
          <a:xfrm>
            <a:off x="72237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grid-4-test-output-24-21"/>
          <p:cNvSpPr/>
          <p:nvPr/>
        </p:nvSpPr>
        <p:spPr>
          <a:xfrm>
            <a:off x="731520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grid-4-test-output-24-22"/>
          <p:cNvSpPr/>
          <p:nvPr/>
        </p:nvSpPr>
        <p:spPr>
          <a:xfrm>
            <a:off x="740664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grid-4-test-output-24-23"/>
          <p:cNvSpPr/>
          <p:nvPr/>
        </p:nvSpPr>
        <p:spPr>
          <a:xfrm>
            <a:off x="749808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grid-4-test-output-24-24"/>
          <p:cNvSpPr/>
          <p:nvPr/>
        </p:nvSpPr>
        <p:spPr>
          <a:xfrm>
            <a:off x="758952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grid-4-test-output-24-25"/>
          <p:cNvSpPr/>
          <p:nvPr/>
        </p:nvSpPr>
        <p:spPr>
          <a:xfrm>
            <a:off x="7680960" y="393192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grid-4-test-output-25-0"/>
          <p:cNvSpPr/>
          <p:nvPr/>
        </p:nvSpPr>
        <p:spPr>
          <a:xfrm>
            <a:off x="53949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grid-4-test-output-25-1"/>
          <p:cNvSpPr/>
          <p:nvPr/>
        </p:nvSpPr>
        <p:spPr>
          <a:xfrm>
            <a:off x="54864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grid-4-test-output-25-2"/>
          <p:cNvSpPr/>
          <p:nvPr/>
        </p:nvSpPr>
        <p:spPr>
          <a:xfrm>
            <a:off x="55778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grid-4-test-output-25-3"/>
          <p:cNvSpPr/>
          <p:nvPr/>
        </p:nvSpPr>
        <p:spPr>
          <a:xfrm>
            <a:off x="56692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grid-4-test-output-25-4"/>
          <p:cNvSpPr/>
          <p:nvPr/>
        </p:nvSpPr>
        <p:spPr>
          <a:xfrm>
            <a:off x="57607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grid-4-test-output-25-5"/>
          <p:cNvSpPr/>
          <p:nvPr/>
        </p:nvSpPr>
        <p:spPr>
          <a:xfrm>
            <a:off x="58521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grid-4-test-output-25-6"/>
          <p:cNvSpPr/>
          <p:nvPr/>
        </p:nvSpPr>
        <p:spPr>
          <a:xfrm>
            <a:off x="59436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grid-4-test-output-25-7"/>
          <p:cNvSpPr/>
          <p:nvPr/>
        </p:nvSpPr>
        <p:spPr>
          <a:xfrm>
            <a:off x="60350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grid-4-test-output-25-8"/>
          <p:cNvSpPr/>
          <p:nvPr/>
        </p:nvSpPr>
        <p:spPr>
          <a:xfrm>
            <a:off x="61264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grid-4-test-output-25-9"/>
          <p:cNvSpPr/>
          <p:nvPr/>
        </p:nvSpPr>
        <p:spPr>
          <a:xfrm>
            <a:off x="62179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grid-4-test-output-25-10"/>
          <p:cNvSpPr/>
          <p:nvPr/>
        </p:nvSpPr>
        <p:spPr>
          <a:xfrm>
            <a:off x="63093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grid-4-test-output-25-11"/>
          <p:cNvSpPr/>
          <p:nvPr/>
        </p:nvSpPr>
        <p:spPr>
          <a:xfrm>
            <a:off x="64008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grid-4-test-output-25-12"/>
          <p:cNvSpPr/>
          <p:nvPr/>
        </p:nvSpPr>
        <p:spPr>
          <a:xfrm>
            <a:off x="64922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grid-4-test-output-25-13"/>
          <p:cNvSpPr/>
          <p:nvPr/>
        </p:nvSpPr>
        <p:spPr>
          <a:xfrm>
            <a:off x="65836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grid-4-test-output-25-14"/>
          <p:cNvSpPr/>
          <p:nvPr/>
        </p:nvSpPr>
        <p:spPr>
          <a:xfrm>
            <a:off x="66751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grid-4-test-output-25-15"/>
          <p:cNvSpPr/>
          <p:nvPr/>
        </p:nvSpPr>
        <p:spPr>
          <a:xfrm>
            <a:off x="67665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grid-4-test-output-25-16"/>
          <p:cNvSpPr/>
          <p:nvPr/>
        </p:nvSpPr>
        <p:spPr>
          <a:xfrm>
            <a:off x="68580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grid-4-test-output-25-17"/>
          <p:cNvSpPr/>
          <p:nvPr/>
        </p:nvSpPr>
        <p:spPr>
          <a:xfrm>
            <a:off x="69494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grid-4-test-output-25-18"/>
          <p:cNvSpPr/>
          <p:nvPr/>
        </p:nvSpPr>
        <p:spPr>
          <a:xfrm>
            <a:off x="70408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grid-4-test-output-25-19"/>
          <p:cNvSpPr/>
          <p:nvPr/>
        </p:nvSpPr>
        <p:spPr>
          <a:xfrm>
            <a:off x="71323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grid-4-test-output-25-20"/>
          <p:cNvSpPr/>
          <p:nvPr/>
        </p:nvSpPr>
        <p:spPr>
          <a:xfrm>
            <a:off x="72237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grid-4-test-output-25-21"/>
          <p:cNvSpPr/>
          <p:nvPr/>
        </p:nvSpPr>
        <p:spPr>
          <a:xfrm>
            <a:off x="731520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grid-4-test-output-25-22"/>
          <p:cNvSpPr/>
          <p:nvPr/>
        </p:nvSpPr>
        <p:spPr>
          <a:xfrm>
            <a:off x="740664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grid-4-test-output-25-23"/>
          <p:cNvSpPr/>
          <p:nvPr/>
        </p:nvSpPr>
        <p:spPr>
          <a:xfrm>
            <a:off x="749808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grid-4-test-output-25-24"/>
          <p:cNvSpPr/>
          <p:nvPr/>
        </p:nvSpPr>
        <p:spPr>
          <a:xfrm>
            <a:off x="758952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grid-4-test-output-25-25"/>
          <p:cNvSpPr/>
          <p:nvPr/>
        </p:nvSpPr>
        <p:spPr>
          <a:xfrm>
            <a:off x="7680960" y="4023360"/>
            <a:ext cx="91440" cy="9144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接続する印を合わせ、前に置いた物体の位置に応じて次を配置する。</a:t>
            </a:r>
          </a:p>
        </p:txBody>
      </p:sp>
      <p:sp>
        <p:nvSpPr>
          <p:cNvPr id="1359" name="TextBox 135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cbebaa4b.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https://github.com/arcprize/ARC-AGI-2/blob/f3283f7/data/evaluation/cbebaa4b.json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追加例3：経路で物体を対応させる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5-train-input-0-0"/>
          <p:cNvSpPr/>
          <p:nvPr/>
        </p:nvSpPr>
        <p:spPr>
          <a:xfrm>
            <a:off x="128016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5-train-input-0-1"/>
          <p:cNvSpPr/>
          <p:nvPr/>
        </p:nvSpPr>
        <p:spPr>
          <a:xfrm>
            <a:off x="151790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5-train-input-0-2"/>
          <p:cNvSpPr/>
          <p:nvPr/>
        </p:nvSpPr>
        <p:spPr>
          <a:xfrm>
            <a:off x="175564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5-train-input-0-3"/>
          <p:cNvSpPr/>
          <p:nvPr/>
        </p:nvSpPr>
        <p:spPr>
          <a:xfrm>
            <a:off x="1993391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5-train-input-0-4"/>
          <p:cNvSpPr/>
          <p:nvPr/>
        </p:nvSpPr>
        <p:spPr>
          <a:xfrm>
            <a:off x="223113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5-train-input-0-5"/>
          <p:cNvSpPr/>
          <p:nvPr/>
        </p:nvSpPr>
        <p:spPr>
          <a:xfrm>
            <a:off x="246888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5-train-input-0-6"/>
          <p:cNvSpPr/>
          <p:nvPr/>
        </p:nvSpPr>
        <p:spPr>
          <a:xfrm>
            <a:off x="270662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5-train-input-0-7"/>
          <p:cNvSpPr/>
          <p:nvPr/>
        </p:nvSpPr>
        <p:spPr>
          <a:xfrm>
            <a:off x="2944368" y="173736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5-train-input-0-8"/>
          <p:cNvSpPr/>
          <p:nvPr/>
        </p:nvSpPr>
        <p:spPr>
          <a:xfrm>
            <a:off x="3182112" y="173736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5-train-input-0-9"/>
          <p:cNvSpPr/>
          <p:nvPr/>
        </p:nvSpPr>
        <p:spPr>
          <a:xfrm>
            <a:off x="3419856" y="173736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5-train-input-1-0"/>
          <p:cNvSpPr/>
          <p:nvPr/>
        </p:nvSpPr>
        <p:spPr>
          <a:xfrm>
            <a:off x="128016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5-train-input-1-1"/>
          <p:cNvSpPr/>
          <p:nvPr/>
        </p:nvSpPr>
        <p:spPr>
          <a:xfrm>
            <a:off x="1517904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5-train-input-1-2"/>
          <p:cNvSpPr/>
          <p:nvPr/>
        </p:nvSpPr>
        <p:spPr>
          <a:xfrm>
            <a:off x="1755648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5-train-input-1-3"/>
          <p:cNvSpPr/>
          <p:nvPr/>
        </p:nvSpPr>
        <p:spPr>
          <a:xfrm>
            <a:off x="1993391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5-train-input-1-4"/>
          <p:cNvSpPr/>
          <p:nvPr/>
        </p:nvSpPr>
        <p:spPr>
          <a:xfrm>
            <a:off x="2231136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5-train-input-1-5"/>
          <p:cNvSpPr/>
          <p:nvPr/>
        </p:nvSpPr>
        <p:spPr>
          <a:xfrm>
            <a:off x="2468880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5-train-input-1-6"/>
          <p:cNvSpPr/>
          <p:nvPr/>
        </p:nvSpPr>
        <p:spPr>
          <a:xfrm>
            <a:off x="2706624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5-train-input-1-7"/>
          <p:cNvSpPr/>
          <p:nvPr/>
        </p:nvSpPr>
        <p:spPr>
          <a:xfrm>
            <a:off x="2944368" y="197510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5-train-input-1-8"/>
          <p:cNvSpPr/>
          <p:nvPr/>
        </p:nvSpPr>
        <p:spPr>
          <a:xfrm>
            <a:off x="3182112" y="1975104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5-train-input-1-9"/>
          <p:cNvSpPr/>
          <p:nvPr/>
        </p:nvSpPr>
        <p:spPr>
          <a:xfrm>
            <a:off x="3419856" y="197510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5-train-input-2-0"/>
          <p:cNvSpPr/>
          <p:nvPr/>
        </p:nvSpPr>
        <p:spPr>
          <a:xfrm>
            <a:off x="128016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5-train-input-2-1"/>
          <p:cNvSpPr/>
          <p:nvPr/>
        </p:nvSpPr>
        <p:spPr>
          <a:xfrm>
            <a:off x="1517904" y="221284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5-train-input-2-2"/>
          <p:cNvSpPr/>
          <p:nvPr/>
        </p:nvSpPr>
        <p:spPr>
          <a:xfrm>
            <a:off x="1755648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5-train-input-2-3"/>
          <p:cNvSpPr/>
          <p:nvPr/>
        </p:nvSpPr>
        <p:spPr>
          <a:xfrm>
            <a:off x="1993391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5-train-input-2-4"/>
          <p:cNvSpPr/>
          <p:nvPr/>
        </p:nvSpPr>
        <p:spPr>
          <a:xfrm>
            <a:off x="223113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5-train-input-2-5"/>
          <p:cNvSpPr/>
          <p:nvPr/>
        </p:nvSpPr>
        <p:spPr>
          <a:xfrm>
            <a:off x="246888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5-train-input-2-6"/>
          <p:cNvSpPr/>
          <p:nvPr/>
        </p:nvSpPr>
        <p:spPr>
          <a:xfrm>
            <a:off x="270662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5-train-input-2-7"/>
          <p:cNvSpPr/>
          <p:nvPr/>
        </p:nvSpPr>
        <p:spPr>
          <a:xfrm>
            <a:off x="2944368" y="2212848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5-train-input-2-8"/>
          <p:cNvSpPr/>
          <p:nvPr/>
        </p:nvSpPr>
        <p:spPr>
          <a:xfrm>
            <a:off x="3182112" y="2212848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5-train-input-2-9"/>
          <p:cNvSpPr/>
          <p:nvPr/>
        </p:nvSpPr>
        <p:spPr>
          <a:xfrm>
            <a:off x="3419856" y="2212848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5-train-input-3-0"/>
          <p:cNvSpPr/>
          <p:nvPr/>
        </p:nvSpPr>
        <p:spPr>
          <a:xfrm>
            <a:off x="128016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5-train-input-3-1"/>
          <p:cNvSpPr/>
          <p:nvPr/>
        </p:nvSpPr>
        <p:spPr>
          <a:xfrm>
            <a:off x="1517904" y="2450591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5-train-input-3-2"/>
          <p:cNvSpPr/>
          <p:nvPr/>
        </p:nvSpPr>
        <p:spPr>
          <a:xfrm>
            <a:off x="1755648" y="2450591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5-train-input-3-3"/>
          <p:cNvSpPr/>
          <p:nvPr/>
        </p:nvSpPr>
        <p:spPr>
          <a:xfrm>
            <a:off x="1993391" y="2450591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5-train-input-3-4"/>
          <p:cNvSpPr/>
          <p:nvPr/>
        </p:nvSpPr>
        <p:spPr>
          <a:xfrm>
            <a:off x="2231136" y="2450591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5-train-input-3-5"/>
          <p:cNvSpPr/>
          <p:nvPr/>
        </p:nvSpPr>
        <p:spPr>
          <a:xfrm>
            <a:off x="246888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5-train-input-3-6"/>
          <p:cNvSpPr/>
          <p:nvPr/>
        </p:nvSpPr>
        <p:spPr>
          <a:xfrm>
            <a:off x="270662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5-train-input-3-7"/>
          <p:cNvSpPr/>
          <p:nvPr/>
        </p:nvSpPr>
        <p:spPr>
          <a:xfrm>
            <a:off x="2944368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5-train-input-3-8"/>
          <p:cNvSpPr/>
          <p:nvPr/>
        </p:nvSpPr>
        <p:spPr>
          <a:xfrm>
            <a:off x="318211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5-train-input-3-9"/>
          <p:cNvSpPr/>
          <p:nvPr/>
        </p:nvSpPr>
        <p:spPr>
          <a:xfrm>
            <a:off x="341985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5-train-input-4-0"/>
          <p:cNvSpPr/>
          <p:nvPr/>
        </p:nvSpPr>
        <p:spPr>
          <a:xfrm>
            <a:off x="1280160" y="268833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5-train-input-4-1"/>
          <p:cNvSpPr/>
          <p:nvPr/>
        </p:nvSpPr>
        <p:spPr>
          <a:xfrm>
            <a:off x="151790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5-train-input-4-2"/>
          <p:cNvSpPr/>
          <p:nvPr/>
        </p:nvSpPr>
        <p:spPr>
          <a:xfrm>
            <a:off x="1755648" y="2688336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5-train-input-4-3"/>
          <p:cNvSpPr/>
          <p:nvPr/>
        </p:nvSpPr>
        <p:spPr>
          <a:xfrm>
            <a:off x="1993391" y="268833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5-train-input-4-4"/>
          <p:cNvSpPr/>
          <p:nvPr/>
        </p:nvSpPr>
        <p:spPr>
          <a:xfrm>
            <a:off x="2231136" y="2688336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5-train-input-4-5"/>
          <p:cNvSpPr/>
          <p:nvPr/>
        </p:nvSpPr>
        <p:spPr>
          <a:xfrm>
            <a:off x="246888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5-train-input-4-6"/>
          <p:cNvSpPr/>
          <p:nvPr/>
        </p:nvSpPr>
        <p:spPr>
          <a:xfrm>
            <a:off x="270662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5-train-input-4-7"/>
          <p:cNvSpPr/>
          <p:nvPr/>
        </p:nvSpPr>
        <p:spPr>
          <a:xfrm>
            <a:off x="2944368" y="2688336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5-train-input-4-8"/>
          <p:cNvSpPr/>
          <p:nvPr/>
        </p:nvSpPr>
        <p:spPr>
          <a:xfrm>
            <a:off x="3182112" y="2688336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5-train-input-4-9"/>
          <p:cNvSpPr/>
          <p:nvPr/>
        </p:nvSpPr>
        <p:spPr>
          <a:xfrm>
            <a:off x="3419856" y="2688336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5-train-input-5-0"/>
          <p:cNvSpPr/>
          <p:nvPr/>
        </p:nvSpPr>
        <p:spPr>
          <a:xfrm>
            <a:off x="128016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5-train-input-5-1"/>
          <p:cNvSpPr/>
          <p:nvPr/>
        </p:nvSpPr>
        <p:spPr>
          <a:xfrm>
            <a:off x="1517904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5-train-input-5-2"/>
          <p:cNvSpPr/>
          <p:nvPr/>
        </p:nvSpPr>
        <p:spPr>
          <a:xfrm>
            <a:off x="1755648" y="2926080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5-train-input-5-3"/>
          <p:cNvSpPr/>
          <p:nvPr/>
        </p:nvSpPr>
        <p:spPr>
          <a:xfrm>
            <a:off x="1993391" y="2926080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5-train-input-5-4"/>
          <p:cNvSpPr/>
          <p:nvPr/>
        </p:nvSpPr>
        <p:spPr>
          <a:xfrm>
            <a:off x="2231136" y="2926080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5-train-input-5-5"/>
          <p:cNvSpPr/>
          <p:nvPr/>
        </p:nvSpPr>
        <p:spPr>
          <a:xfrm>
            <a:off x="246888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5-train-input-5-6"/>
          <p:cNvSpPr/>
          <p:nvPr/>
        </p:nvSpPr>
        <p:spPr>
          <a:xfrm>
            <a:off x="2706624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5-train-input-5-7"/>
          <p:cNvSpPr/>
          <p:nvPr/>
        </p:nvSpPr>
        <p:spPr>
          <a:xfrm>
            <a:off x="2944368" y="2926080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5-train-input-5-8"/>
          <p:cNvSpPr/>
          <p:nvPr/>
        </p:nvSpPr>
        <p:spPr>
          <a:xfrm>
            <a:off x="3182112" y="2926080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5-train-input-5-9"/>
          <p:cNvSpPr/>
          <p:nvPr/>
        </p:nvSpPr>
        <p:spPr>
          <a:xfrm>
            <a:off x="3419856" y="2926080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5-train-input-6-0"/>
          <p:cNvSpPr/>
          <p:nvPr/>
        </p:nvSpPr>
        <p:spPr>
          <a:xfrm>
            <a:off x="128016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5-train-input-6-1"/>
          <p:cNvSpPr/>
          <p:nvPr/>
        </p:nvSpPr>
        <p:spPr>
          <a:xfrm>
            <a:off x="1517904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5-train-input-6-2"/>
          <p:cNvSpPr/>
          <p:nvPr/>
        </p:nvSpPr>
        <p:spPr>
          <a:xfrm>
            <a:off x="1755648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5-train-input-6-3"/>
          <p:cNvSpPr/>
          <p:nvPr/>
        </p:nvSpPr>
        <p:spPr>
          <a:xfrm>
            <a:off x="1993391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5-train-input-6-4"/>
          <p:cNvSpPr/>
          <p:nvPr/>
        </p:nvSpPr>
        <p:spPr>
          <a:xfrm>
            <a:off x="2231136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5-train-input-6-5"/>
          <p:cNvSpPr/>
          <p:nvPr/>
        </p:nvSpPr>
        <p:spPr>
          <a:xfrm>
            <a:off x="2468880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5-train-input-6-6"/>
          <p:cNvSpPr/>
          <p:nvPr/>
        </p:nvSpPr>
        <p:spPr>
          <a:xfrm>
            <a:off x="2706624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5-train-input-6-7"/>
          <p:cNvSpPr/>
          <p:nvPr/>
        </p:nvSpPr>
        <p:spPr>
          <a:xfrm>
            <a:off x="2944368" y="3163824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5-train-input-6-8"/>
          <p:cNvSpPr/>
          <p:nvPr/>
        </p:nvSpPr>
        <p:spPr>
          <a:xfrm>
            <a:off x="3182112" y="3163824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5-train-input-6-9"/>
          <p:cNvSpPr/>
          <p:nvPr/>
        </p:nvSpPr>
        <p:spPr>
          <a:xfrm>
            <a:off x="3419856" y="3163824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5-train-input-7-0"/>
          <p:cNvSpPr/>
          <p:nvPr/>
        </p:nvSpPr>
        <p:spPr>
          <a:xfrm>
            <a:off x="128016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5-train-input-7-1"/>
          <p:cNvSpPr/>
          <p:nvPr/>
        </p:nvSpPr>
        <p:spPr>
          <a:xfrm>
            <a:off x="1517904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5-train-input-7-2"/>
          <p:cNvSpPr/>
          <p:nvPr/>
        </p:nvSpPr>
        <p:spPr>
          <a:xfrm>
            <a:off x="1755648" y="3401568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5-train-input-7-3"/>
          <p:cNvSpPr/>
          <p:nvPr/>
        </p:nvSpPr>
        <p:spPr>
          <a:xfrm>
            <a:off x="1993391" y="3401568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5-train-input-7-4"/>
          <p:cNvSpPr/>
          <p:nvPr/>
        </p:nvSpPr>
        <p:spPr>
          <a:xfrm>
            <a:off x="2231136" y="3401568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5-train-input-7-5"/>
          <p:cNvSpPr/>
          <p:nvPr/>
        </p:nvSpPr>
        <p:spPr>
          <a:xfrm>
            <a:off x="246888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5-train-input-7-6"/>
          <p:cNvSpPr/>
          <p:nvPr/>
        </p:nvSpPr>
        <p:spPr>
          <a:xfrm>
            <a:off x="2706624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5-train-input-7-7"/>
          <p:cNvSpPr/>
          <p:nvPr/>
        </p:nvSpPr>
        <p:spPr>
          <a:xfrm>
            <a:off x="2944368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5-train-input-7-8"/>
          <p:cNvSpPr/>
          <p:nvPr/>
        </p:nvSpPr>
        <p:spPr>
          <a:xfrm>
            <a:off x="318211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5-train-input-7-9"/>
          <p:cNvSpPr/>
          <p:nvPr/>
        </p:nvSpPr>
        <p:spPr>
          <a:xfrm>
            <a:off x="341985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5-train-input-8-0"/>
          <p:cNvSpPr/>
          <p:nvPr/>
        </p:nvSpPr>
        <p:spPr>
          <a:xfrm>
            <a:off x="128016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5-train-input-8-1"/>
          <p:cNvSpPr/>
          <p:nvPr/>
        </p:nvSpPr>
        <p:spPr>
          <a:xfrm>
            <a:off x="151790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5-train-input-8-2"/>
          <p:cNvSpPr/>
          <p:nvPr/>
        </p:nvSpPr>
        <p:spPr>
          <a:xfrm>
            <a:off x="1755648" y="3639312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5-train-input-8-3"/>
          <p:cNvSpPr/>
          <p:nvPr/>
        </p:nvSpPr>
        <p:spPr>
          <a:xfrm>
            <a:off x="1993391" y="3639312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5-train-input-8-4"/>
          <p:cNvSpPr/>
          <p:nvPr/>
        </p:nvSpPr>
        <p:spPr>
          <a:xfrm>
            <a:off x="2231136" y="3639312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5-train-input-8-5"/>
          <p:cNvSpPr/>
          <p:nvPr/>
        </p:nvSpPr>
        <p:spPr>
          <a:xfrm>
            <a:off x="246888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5-train-input-8-6"/>
          <p:cNvSpPr/>
          <p:nvPr/>
        </p:nvSpPr>
        <p:spPr>
          <a:xfrm>
            <a:off x="270662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5-train-input-8-7"/>
          <p:cNvSpPr/>
          <p:nvPr/>
        </p:nvSpPr>
        <p:spPr>
          <a:xfrm>
            <a:off x="294436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5-train-input-8-8"/>
          <p:cNvSpPr/>
          <p:nvPr/>
        </p:nvSpPr>
        <p:spPr>
          <a:xfrm>
            <a:off x="318211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5-train-input-8-9"/>
          <p:cNvSpPr/>
          <p:nvPr/>
        </p:nvSpPr>
        <p:spPr>
          <a:xfrm>
            <a:off x="341985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5-train-input-9-0"/>
          <p:cNvSpPr/>
          <p:nvPr/>
        </p:nvSpPr>
        <p:spPr>
          <a:xfrm>
            <a:off x="128016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5-train-input-9-1"/>
          <p:cNvSpPr/>
          <p:nvPr/>
        </p:nvSpPr>
        <p:spPr>
          <a:xfrm>
            <a:off x="151790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5-train-input-9-2"/>
          <p:cNvSpPr/>
          <p:nvPr/>
        </p:nvSpPr>
        <p:spPr>
          <a:xfrm>
            <a:off x="1755648" y="3877056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5-train-input-9-3"/>
          <p:cNvSpPr/>
          <p:nvPr/>
        </p:nvSpPr>
        <p:spPr>
          <a:xfrm>
            <a:off x="1993391" y="3877056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5-train-input-9-4"/>
          <p:cNvSpPr/>
          <p:nvPr/>
        </p:nvSpPr>
        <p:spPr>
          <a:xfrm>
            <a:off x="2231136" y="3877056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5-train-input-9-5"/>
          <p:cNvSpPr/>
          <p:nvPr/>
        </p:nvSpPr>
        <p:spPr>
          <a:xfrm>
            <a:off x="246888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5-train-input-9-6"/>
          <p:cNvSpPr/>
          <p:nvPr/>
        </p:nvSpPr>
        <p:spPr>
          <a:xfrm>
            <a:off x="270662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5-train-input-9-7"/>
          <p:cNvSpPr/>
          <p:nvPr/>
        </p:nvSpPr>
        <p:spPr>
          <a:xfrm>
            <a:off x="2944368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5-train-input-9-8"/>
          <p:cNvSpPr/>
          <p:nvPr/>
        </p:nvSpPr>
        <p:spPr>
          <a:xfrm>
            <a:off x="318211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5-train-input-9-9"/>
          <p:cNvSpPr/>
          <p:nvPr/>
        </p:nvSpPr>
        <p:spPr>
          <a:xfrm>
            <a:off x="3419856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5-train-output-0-0"/>
          <p:cNvSpPr/>
          <p:nvPr/>
        </p:nvSpPr>
        <p:spPr>
          <a:xfrm>
            <a:off x="539496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5-train-output-0-1"/>
          <p:cNvSpPr/>
          <p:nvPr/>
        </p:nvSpPr>
        <p:spPr>
          <a:xfrm>
            <a:off x="563270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5-train-output-0-2"/>
          <p:cNvSpPr/>
          <p:nvPr/>
        </p:nvSpPr>
        <p:spPr>
          <a:xfrm>
            <a:off x="587044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5-train-output-0-3"/>
          <p:cNvSpPr/>
          <p:nvPr/>
        </p:nvSpPr>
        <p:spPr>
          <a:xfrm>
            <a:off x="6108192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5-train-output-0-4"/>
          <p:cNvSpPr/>
          <p:nvPr/>
        </p:nvSpPr>
        <p:spPr>
          <a:xfrm>
            <a:off x="634593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5-train-output-0-5"/>
          <p:cNvSpPr/>
          <p:nvPr/>
        </p:nvSpPr>
        <p:spPr>
          <a:xfrm>
            <a:off x="658368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5-train-output-0-6"/>
          <p:cNvSpPr/>
          <p:nvPr/>
        </p:nvSpPr>
        <p:spPr>
          <a:xfrm>
            <a:off x="682142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5-train-output-0-7"/>
          <p:cNvSpPr/>
          <p:nvPr/>
        </p:nvSpPr>
        <p:spPr>
          <a:xfrm>
            <a:off x="7059168" y="173736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5-train-output-0-8"/>
          <p:cNvSpPr/>
          <p:nvPr/>
        </p:nvSpPr>
        <p:spPr>
          <a:xfrm>
            <a:off x="7296912" y="173736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5-train-output-0-9"/>
          <p:cNvSpPr/>
          <p:nvPr/>
        </p:nvSpPr>
        <p:spPr>
          <a:xfrm>
            <a:off x="7534656" y="173736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5-train-output-1-0"/>
          <p:cNvSpPr/>
          <p:nvPr/>
        </p:nvSpPr>
        <p:spPr>
          <a:xfrm>
            <a:off x="539496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5-train-output-1-1"/>
          <p:cNvSpPr/>
          <p:nvPr/>
        </p:nvSpPr>
        <p:spPr>
          <a:xfrm>
            <a:off x="5632704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5-train-output-1-2"/>
          <p:cNvSpPr/>
          <p:nvPr/>
        </p:nvSpPr>
        <p:spPr>
          <a:xfrm>
            <a:off x="5870448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5-train-output-1-3"/>
          <p:cNvSpPr/>
          <p:nvPr/>
        </p:nvSpPr>
        <p:spPr>
          <a:xfrm>
            <a:off x="6108192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5-train-output-1-4"/>
          <p:cNvSpPr/>
          <p:nvPr/>
        </p:nvSpPr>
        <p:spPr>
          <a:xfrm>
            <a:off x="6345936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5-train-output-1-5"/>
          <p:cNvSpPr/>
          <p:nvPr/>
        </p:nvSpPr>
        <p:spPr>
          <a:xfrm>
            <a:off x="6583680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5-train-output-1-6"/>
          <p:cNvSpPr/>
          <p:nvPr/>
        </p:nvSpPr>
        <p:spPr>
          <a:xfrm>
            <a:off x="6821424" y="197510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5-train-output-1-7"/>
          <p:cNvSpPr/>
          <p:nvPr/>
        </p:nvSpPr>
        <p:spPr>
          <a:xfrm>
            <a:off x="7059168" y="197510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5-train-output-1-8"/>
          <p:cNvSpPr/>
          <p:nvPr/>
        </p:nvSpPr>
        <p:spPr>
          <a:xfrm>
            <a:off x="7296912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5-train-output-1-9"/>
          <p:cNvSpPr/>
          <p:nvPr/>
        </p:nvSpPr>
        <p:spPr>
          <a:xfrm>
            <a:off x="7534656" y="197510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5-train-output-2-0"/>
          <p:cNvSpPr/>
          <p:nvPr/>
        </p:nvSpPr>
        <p:spPr>
          <a:xfrm>
            <a:off x="539496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5-train-output-2-1"/>
          <p:cNvSpPr/>
          <p:nvPr/>
        </p:nvSpPr>
        <p:spPr>
          <a:xfrm>
            <a:off x="5632704" y="221284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5-train-output-2-2"/>
          <p:cNvSpPr/>
          <p:nvPr/>
        </p:nvSpPr>
        <p:spPr>
          <a:xfrm>
            <a:off x="5870448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5-train-output-2-3"/>
          <p:cNvSpPr/>
          <p:nvPr/>
        </p:nvSpPr>
        <p:spPr>
          <a:xfrm>
            <a:off x="6108192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5-train-output-2-4"/>
          <p:cNvSpPr/>
          <p:nvPr/>
        </p:nvSpPr>
        <p:spPr>
          <a:xfrm>
            <a:off x="634593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5-train-output-2-5"/>
          <p:cNvSpPr/>
          <p:nvPr/>
        </p:nvSpPr>
        <p:spPr>
          <a:xfrm>
            <a:off x="658368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5-train-output-2-6"/>
          <p:cNvSpPr/>
          <p:nvPr/>
        </p:nvSpPr>
        <p:spPr>
          <a:xfrm>
            <a:off x="682142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5-train-output-2-7"/>
          <p:cNvSpPr/>
          <p:nvPr/>
        </p:nvSpPr>
        <p:spPr>
          <a:xfrm>
            <a:off x="7059168" y="2212848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5-train-output-2-8"/>
          <p:cNvSpPr/>
          <p:nvPr/>
        </p:nvSpPr>
        <p:spPr>
          <a:xfrm>
            <a:off x="7296912" y="2212848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5-train-output-2-9"/>
          <p:cNvSpPr/>
          <p:nvPr/>
        </p:nvSpPr>
        <p:spPr>
          <a:xfrm>
            <a:off x="7534656" y="2212848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5-train-output-3-0"/>
          <p:cNvSpPr/>
          <p:nvPr/>
        </p:nvSpPr>
        <p:spPr>
          <a:xfrm>
            <a:off x="539496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5-train-output-3-1"/>
          <p:cNvSpPr/>
          <p:nvPr/>
        </p:nvSpPr>
        <p:spPr>
          <a:xfrm>
            <a:off x="5632704" y="2450591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5-train-output-3-2"/>
          <p:cNvSpPr/>
          <p:nvPr/>
        </p:nvSpPr>
        <p:spPr>
          <a:xfrm>
            <a:off x="5870448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5-train-output-3-3"/>
          <p:cNvSpPr/>
          <p:nvPr/>
        </p:nvSpPr>
        <p:spPr>
          <a:xfrm>
            <a:off x="610819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5-train-output-3-4"/>
          <p:cNvSpPr/>
          <p:nvPr/>
        </p:nvSpPr>
        <p:spPr>
          <a:xfrm>
            <a:off x="634593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5-train-output-3-5"/>
          <p:cNvSpPr/>
          <p:nvPr/>
        </p:nvSpPr>
        <p:spPr>
          <a:xfrm>
            <a:off x="658368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5-train-output-3-6"/>
          <p:cNvSpPr/>
          <p:nvPr/>
        </p:nvSpPr>
        <p:spPr>
          <a:xfrm>
            <a:off x="682142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5-train-output-3-7"/>
          <p:cNvSpPr/>
          <p:nvPr/>
        </p:nvSpPr>
        <p:spPr>
          <a:xfrm>
            <a:off x="7059168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5-train-output-3-8"/>
          <p:cNvSpPr/>
          <p:nvPr/>
        </p:nvSpPr>
        <p:spPr>
          <a:xfrm>
            <a:off x="729691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5-train-output-3-9"/>
          <p:cNvSpPr/>
          <p:nvPr/>
        </p:nvSpPr>
        <p:spPr>
          <a:xfrm>
            <a:off x="753465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5-train-output-4-0"/>
          <p:cNvSpPr/>
          <p:nvPr/>
        </p:nvSpPr>
        <p:spPr>
          <a:xfrm>
            <a:off x="5394960" y="268833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5-train-output-4-1"/>
          <p:cNvSpPr/>
          <p:nvPr/>
        </p:nvSpPr>
        <p:spPr>
          <a:xfrm>
            <a:off x="563270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5-train-output-4-2"/>
          <p:cNvSpPr/>
          <p:nvPr/>
        </p:nvSpPr>
        <p:spPr>
          <a:xfrm>
            <a:off x="5870448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5-train-output-4-3"/>
          <p:cNvSpPr/>
          <p:nvPr/>
        </p:nvSpPr>
        <p:spPr>
          <a:xfrm>
            <a:off x="6108192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5-train-output-4-4"/>
          <p:cNvSpPr/>
          <p:nvPr/>
        </p:nvSpPr>
        <p:spPr>
          <a:xfrm>
            <a:off x="6345936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5-train-output-4-5"/>
          <p:cNvSpPr/>
          <p:nvPr/>
        </p:nvSpPr>
        <p:spPr>
          <a:xfrm>
            <a:off x="658368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5-train-output-4-6"/>
          <p:cNvSpPr/>
          <p:nvPr/>
        </p:nvSpPr>
        <p:spPr>
          <a:xfrm>
            <a:off x="682142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5-train-output-4-7"/>
          <p:cNvSpPr/>
          <p:nvPr/>
        </p:nvSpPr>
        <p:spPr>
          <a:xfrm>
            <a:off x="7059168" y="2688336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5-train-output-4-8"/>
          <p:cNvSpPr/>
          <p:nvPr/>
        </p:nvSpPr>
        <p:spPr>
          <a:xfrm>
            <a:off x="7296912" y="2688336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5-train-output-4-9"/>
          <p:cNvSpPr/>
          <p:nvPr/>
        </p:nvSpPr>
        <p:spPr>
          <a:xfrm>
            <a:off x="7534656" y="2688336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5-train-output-5-0"/>
          <p:cNvSpPr/>
          <p:nvPr/>
        </p:nvSpPr>
        <p:spPr>
          <a:xfrm>
            <a:off x="539496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5-train-output-5-1"/>
          <p:cNvSpPr/>
          <p:nvPr/>
        </p:nvSpPr>
        <p:spPr>
          <a:xfrm>
            <a:off x="5632704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5-train-output-5-2"/>
          <p:cNvSpPr/>
          <p:nvPr/>
        </p:nvSpPr>
        <p:spPr>
          <a:xfrm>
            <a:off x="5870448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5-train-output-5-3"/>
          <p:cNvSpPr/>
          <p:nvPr/>
        </p:nvSpPr>
        <p:spPr>
          <a:xfrm>
            <a:off x="6108192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5-train-output-5-4"/>
          <p:cNvSpPr/>
          <p:nvPr/>
        </p:nvSpPr>
        <p:spPr>
          <a:xfrm>
            <a:off x="6345936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5-train-output-5-5"/>
          <p:cNvSpPr/>
          <p:nvPr/>
        </p:nvSpPr>
        <p:spPr>
          <a:xfrm>
            <a:off x="658368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5-train-output-5-6"/>
          <p:cNvSpPr/>
          <p:nvPr/>
        </p:nvSpPr>
        <p:spPr>
          <a:xfrm>
            <a:off x="6821424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5-train-output-5-7"/>
          <p:cNvSpPr/>
          <p:nvPr/>
        </p:nvSpPr>
        <p:spPr>
          <a:xfrm>
            <a:off x="7059168" y="2926080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5-train-output-5-8"/>
          <p:cNvSpPr/>
          <p:nvPr/>
        </p:nvSpPr>
        <p:spPr>
          <a:xfrm>
            <a:off x="7296912" y="292608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5-train-output-5-9"/>
          <p:cNvSpPr/>
          <p:nvPr/>
        </p:nvSpPr>
        <p:spPr>
          <a:xfrm>
            <a:off x="7534656" y="2926080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5-train-output-6-0"/>
          <p:cNvSpPr/>
          <p:nvPr/>
        </p:nvSpPr>
        <p:spPr>
          <a:xfrm>
            <a:off x="539496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5-train-output-6-1"/>
          <p:cNvSpPr/>
          <p:nvPr/>
        </p:nvSpPr>
        <p:spPr>
          <a:xfrm>
            <a:off x="5632704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5-train-output-6-2"/>
          <p:cNvSpPr/>
          <p:nvPr/>
        </p:nvSpPr>
        <p:spPr>
          <a:xfrm>
            <a:off x="5870448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5-train-output-6-3"/>
          <p:cNvSpPr/>
          <p:nvPr/>
        </p:nvSpPr>
        <p:spPr>
          <a:xfrm>
            <a:off x="6108192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5-train-output-6-4"/>
          <p:cNvSpPr/>
          <p:nvPr/>
        </p:nvSpPr>
        <p:spPr>
          <a:xfrm>
            <a:off x="6345936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5-train-output-6-5"/>
          <p:cNvSpPr/>
          <p:nvPr/>
        </p:nvSpPr>
        <p:spPr>
          <a:xfrm>
            <a:off x="6583680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5-train-output-6-6"/>
          <p:cNvSpPr/>
          <p:nvPr/>
        </p:nvSpPr>
        <p:spPr>
          <a:xfrm>
            <a:off x="6821424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5-train-output-6-7"/>
          <p:cNvSpPr/>
          <p:nvPr/>
        </p:nvSpPr>
        <p:spPr>
          <a:xfrm>
            <a:off x="7059168" y="3163824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5-train-output-6-8"/>
          <p:cNvSpPr/>
          <p:nvPr/>
        </p:nvSpPr>
        <p:spPr>
          <a:xfrm>
            <a:off x="7296912" y="3163824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5-train-output-6-9"/>
          <p:cNvSpPr/>
          <p:nvPr/>
        </p:nvSpPr>
        <p:spPr>
          <a:xfrm>
            <a:off x="7534656" y="3163824"/>
            <a:ext cx="237744" cy="237744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5-train-output-7-0"/>
          <p:cNvSpPr/>
          <p:nvPr/>
        </p:nvSpPr>
        <p:spPr>
          <a:xfrm>
            <a:off x="539496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5-train-output-7-1"/>
          <p:cNvSpPr/>
          <p:nvPr/>
        </p:nvSpPr>
        <p:spPr>
          <a:xfrm>
            <a:off x="5632704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5-train-output-7-2"/>
          <p:cNvSpPr/>
          <p:nvPr/>
        </p:nvSpPr>
        <p:spPr>
          <a:xfrm>
            <a:off x="5870448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5-train-output-7-3"/>
          <p:cNvSpPr/>
          <p:nvPr/>
        </p:nvSpPr>
        <p:spPr>
          <a:xfrm>
            <a:off x="610819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5-train-output-7-4"/>
          <p:cNvSpPr/>
          <p:nvPr/>
        </p:nvSpPr>
        <p:spPr>
          <a:xfrm>
            <a:off x="634593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5-train-output-7-5"/>
          <p:cNvSpPr/>
          <p:nvPr/>
        </p:nvSpPr>
        <p:spPr>
          <a:xfrm>
            <a:off x="658368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5-train-output-7-6"/>
          <p:cNvSpPr/>
          <p:nvPr/>
        </p:nvSpPr>
        <p:spPr>
          <a:xfrm>
            <a:off x="6821424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5-train-output-7-7"/>
          <p:cNvSpPr/>
          <p:nvPr/>
        </p:nvSpPr>
        <p:spPr>
          <a:xfrm>
            <a:off x="7059168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5-train-output-7-8"/>
          <p:cNvSpPr/>
          <p:nvPr/>
        </p:nvSpPr>
        <p:spPr>
          <a:xfrm>
            <a:off x="729691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5-train-output-7-9"/>
          <p:cNvSpPr/>
          <p:nvPr/>
        </p:nvSpPr>
        <p:spPr>
          <a:xfrm>
            <a:off x="753465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5-train-output-8-0"/>
          <p:cNvSpPr/>
          <p:nvPr/>
        </p:nvSpPr>
        <p:spPr>
          <a:xfrm>
            <a:off x="539496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5-train-output-8-1"/>
          <p:cNvSpPr/>
          <p:nvPr/>
        </p:nvSpPr>
        <p:spPr>
          <a:xfrm>
            <a:off x="563270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5-train-output-8-2"/>
          <p:cNvSpPr/>
          <p:nvPr/>
        </p:nvSpPr>
        <p:spPr>
          <a:xfrm>
            <a:off x="587044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5-train-output-8-3"/>
          <p:cNvSpPr/>
          <p:nvPr/>
        </p:nvSpPr>
        <p:spPr>
          <a:xfrm>
            <a:off x="610819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5-train-output-8-4"/>
          <p:cNvSpPr/>
          <p:nvPr/>
        </p:nvSpPr>
        <p:spPr>
          <a:xfrm>
            <a:off x="634593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5-train-output-8-5"/>
          <p:cNvSpPr/>
          <p:nvPr/>
        </p:nvSpPr>
        <p:spPr>
          <a:xfrm>
            <a:off x="658368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5-train-output-8-6"/>
          <p:cNvSpPr/>
          <p:nvPr/>
        </p:nvSpPr>
        <p:spPr>
          <a:xfrm>
            <a:off x="682142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5-train-output-8-7"/>
          <p:cNvSpPr/>
          <p:nvPr/>
        </p:nvSpPr>
        <p:spPr>
          <a:xfrm>
            <a:off x="705916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5-train-output-8-8"/>
          <p:cNvSpPr/>
          <p:nvPr/>
        </p:nvSpPr>
        <p:spPr>
          <a:xfrm>
            <a:off x="729691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5-train-output-8-9"/>
          <p:cNvSpPr/>
          <p:nvPr/>
        </p:nvSpPr>
        <p:spPr>
          <a:xfrm>
            <a:off x="753465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5-train-output-9-0"/>
          <p:cNvSpPr/>
          <p:nvPr/>
        </p:nvSpPr>
        <p:spPr>
          <a:xfrm>
            <a:off x="539496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5-train-output-9-1"/>
          <p:cNvSpPr/>
          <p:nvPr/>
        </p:nvSpPr>
        <p:spPr>
          <a:xfrm>
            <a:off x="563270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5-train-output-9-2"/>
          <p:cNvSpPr/>
          <p:nvPr/>
        </p:nvSpPr>
        <p:spPr>
          <a:xfrm>
            <a:off x="5870448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5-train-output-9-3"/>
          <p:cNvSpPr/>
          <p:nvPr/>
        </p:nvSpPr>
        <p:spPr>
          <a:xfrm>
            <a:off x="610819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5-train-output-9-4"/>
          <p:cNvSpPr/>
          <p:nvPr/>
        </p:nvSpPr>
        <p:spPr>
          <a:xfrm>
            <a:off x="6345936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5-train-output-9-5"/>
          <p:cNvSpPr/>
          <p:nvPr/>
        </p:nvSpPr>
        <p:spPr>
          <a:xfrm>
            <a:off x="658368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5-train-output-9-6"/>
          <p:cNvSpPr/>
          <p:nvPr/>
        </p:nvSpPr>
        <p:spPr>
          <a:xfrm>
            <a:off x="682142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5-train-output-9-7"/>
          <p:cNvSpPr/>
          <p:nvPr/>
        </p:nvSpPr>
        <p:spPr>
          <a:xfrm>
            <a:off x="7059168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5-train-output-9-8"/>
          <p:cNvSpPr/>
          <p:nvPr/>
        </p:nvSpPr>
        <p:spPr>
          <a:xfrm>
            <a:off x="729691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5-train-output-9-9"/>
          <p:cNvSpPr/>
          <p:nvPr/>
        </p:nvSpPr>
        <p:spPr>
          <a:xfrm>
            <a:off x="7534656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提示例は全3組、テスト入力は全3個。ここでは各1番目を表示。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d35bdbdc. 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https://github.com/arcprize/ARC-AGI-2/blob/f3283f7/data/evaluation/d35bdbdc.json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追加例3：経路で物体を対応させる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5-test-input-0-0"/>
          <p:cNvSpPr/>
          <p:nvPr/>
        </p:nvSpPr>
        <p:spPr>
          <a:xfrm>
            <a:off x="128016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5-test-input-0-1"/>
          <p:cNvSpPr/>
          <p:nvPr/>
        </p:nvSpPr>
        <p:spPr>
          <a:xfrm>
            <a:off x="151790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5-test-input-0-2"/>
          <p:cNvSpPr/>
          <p:nvPr/>
        </p:nvSpPr>
        <p:spPr>
          <a:xfrm>
            <a:off x="175564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5-test-input-0-3"/>
          <p:cNvSpPr/>
          <p:nvPr/>
        </p:nvSpPr>
        <p:spPr>
          <a:xfrm>
            <a:off x="1993391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5-test-input-0-4"/>
          <p:cNvSpPr/>
          <p:nvPr/>
        </p:nvSpPr>
        <p:spPr>
          <a:xfrm>
            <a:off x="223113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5-test-input-0-5"/>
          <p:cNvSpPr/>
          <p:nvPr/>
        </p:nvSpPr>
        <p:spPr>
          <a:xfrm>
            <a:off x="246888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5-test-input-0-6"/>
          <p:cNvSpPr/>
          <p:nvPr/>
        </p:nvSpPr>
        <p:spPr>
          <a:xfrm>
            <a:off x="270662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5-test-input-0-7"/>
          <p:cNvSpPr/>
          <p:nvPr/>
        </p:nvSpPr>
        <p:spPr>
          <a:xfrm>
            <a:off x="2944368" y="1737360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5-test-input-0-8"/>
          <p:cNvSpPr/>
          <p:nvPr/>
        </p:nvSpPr>
        <p:spPr>
          <a:xfrm>
            <a:off x="3182112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5-test-input-0-9"/>
          <p:cNvSpPr/>
          <p:nvPr/>
        </p:nvSpPr>
        <p:spPr>
          <a:xfrm>
            <a:off x="341985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5-test-input-1-0"/>
          <p:cNvSpPr/>
          <p:nvPr/>
        </p:nvSpPr>
        <p:spPr>
          <a:xfrm>
            <a:off x="128016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5-test-input-1-1"/>
          <p:cNvSpPr/>
          <p:nvPr/>
        </p:nvSpPr>
        <p:spPr>
          <a:xfrm>
            <a:off x="1517904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5-test-input-1-2"/>
          <p:cNvSpPr/>
          <p:nvPr/>
        </p:nvSpPr>
        <p:spPr>
          <a:xfrm>
            <a:off x="1755648" y="1975104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5-test-input-1-3"/>
          <p:cNvSpPr/>
          <p:nvPr/>
        </p:nvSpPr>
        <p:spPr>
          <a:xfrm>
            <a:off x="1993391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5-test-input-1-4"/>
          <p:cNvSpPr/>
          <p:nvPr/>
        </p:nvSpPr>
        <p:spPr>
          <a:xfrm>
            <a:off x="2231136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5-test-input-1-5"/>
          <p:cNvSpPr/>
          <p:nvPr/>
        </p:nvSpPr>
        <p:spPr>
          <a:xfrm>
            <a:off x="246888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5-test-input-1-6"/>
          <p:cNvSpPr/>
          <p:nvPr/>
        </p:nvSpPr>
        <p:spPr>
          <a:xfrm>
            <a:off x="2706624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5-test-input-1-7"/>
          <p:cNvSpPr/>
          <p:nvPr/>
        </p:nvSpPr>
        <p:spPr>
          <a:xfrm>
            <a:off x="2944368" y="197510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5-test-input-1-8"/>
          <p:cNvSpPr/>
          <p:nvPr/>
        </p:nvSpPr>
        <p:spPr>
          <a:xfrm>
            <a:off x="3182112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5-test-input-1-9"/>
          <p:cNvSpPr/>
          <p:nvPr/>
        </p:nvSpPr>
        <p:spPr>
          <a:xfrm>
            <a:off x="3419856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5-test-input-2-0"/>
          <p:cNvSpPr/>
          <p:nvPr/>
        </p:nvSpPr>
        <p:spPr>
          <a:xfrm>
            <a:off x="128016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5-test-input-2-1"/>
          <p:cNvSpPr/>
          <p:nvPr/>
        </p:nvSpPr>
        <p:spPr>
          <a:xfrm>
            <a:off x="1517904" y="2212848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5-test-input-2-2"/>
          <p:cNvSpPr/>
          <p:nvPr/>
        </p:nvSpPr>
        <p:spPr>
          <a:xfrm>
            <a:off x="1755648" y="2212848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5-test-input-2-3"/>
          <p:cNvSpPr/>
          <p:nvPr/>
        </p:nvSpPr>
        <p:spPr>
          <a:xfrm>
            <a:off x="1993391" y="2212848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5-test-input-2-4"/>
          <p:cNvSpPr/>
          <p:nvPr/>
        </p:nvSpPr>
        <p:spPr>
          <a:xfrm>
            <a:off x="223113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5-test-input-2-5"/>
          <p:cNvSpPr/>
          <p:nvPr/>
        </p:nvSpPr>
        <p:spPr>
          <a:xfrm>
            <a:off x="246888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5-test-input-2-6"/>
          <p:cNvSpPr/>
          <p:nvPr/>
        </p:nvSpPr>
        <p:spPr>
          <a:xfrm>
            <a:off x="270662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5-test-input-2-7"/>
          <p:cNvSpPr/>
          <p:nvPr/>
        </p:nvSpPr>
        <p:spPr>
          <a:xfrm>
            <a:off x="2944368" y="2212848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5-test-input-2-8"/>
          <p:cNvSpPr/>
          <p:nvPr/>
        </p:nvSpPr>
        <p:spPr>
          <a:xfrm>
            <a:off x="3182112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5-test-input-2-9"/>
          <p:cNvSpPr/>
          <p:nvPr/>
        </p:nvSpPr>
        <p:spPr>
          <a:xfrm>
            <a:off x="341985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5-test-input-3-0"/>
          <p:cNvSpPr/>
          <p:nvPr/>
        </p:nvSpPr>
        <p:spPr>
          <a:xfrm>
            <a:off x="128016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5-test-input-3-1"/>
          <p:cNvSpPr/>
          <p:nvPr/>
        </p:nvSpPr>
        <p:spPr>
          <a:xfrm>
            <a:off x="151790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5-test-input-3-2"/>
          <p:cNvSpPr/>
          <p:nvPr/>
        </p:nvSpPr>
        <p:spPr>
          <a:xfrm>
            <a:off x="1755648" y="2450591"/>
            <a:ext cx="237744" cy="237744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5-test-input-3-3"/>
          <p:cNvSpPr/>
          <p:nvPr/>
        </p:nvSpPr>
        <p:spPr>
          <a:xfrm>
            <a:off x="1993391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5-test-input-3-4"/>
          <p:cNvSpPr/>
          <p:nvPr/>
        </p:nvSpPr>
        <p:spPr>
          <a:xfrm>
            <a:off x="223113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5-test-input-3-5"/>
          <p:cNvSpPr/>
          <p:nvPr/>
        </p:nvSpPr>
        <p:spPr>
          <a:xfrm>
            <a:off x="246888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5-test-input-3-6"/>
          <p:cNvSpPr/>
          <p:nvPr/>
        </p:nvSpPr>
        <p:spPr>
          <a:xfrm>
            <a:off x="270662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5-test-input-3-7"/>
          <p:cNvSpPr/>
          <p:nvPr/>
        </p:nvSpPr>
        <p:spPr>
          <a:xfrm>
            <a:off x="2944368" y="2450591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5-test-input-3-8"/>
          <p:cNvSpPr/>
          <p:nvPr/>
        </p:nvSpPr>
        <p:spPr>
          <a:xfrm>
            <a:off x="318211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5-test-input-3-9"/>
          <p:cNvSpPr/>
          <p:nvPr/>
        </p:nvSpPr>
        <p:spPr>
          <a:xfrm>
            <a:off x="341985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5-test-input-4-0"/>
          <p:cNvSpPr/>
          <p:nvPr/>
        </p:nvSpPr>
        <p:spPr>
          <a:xfrm>
            <a:off x="128016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5-test-input-4-1"/>
          <p:cNvSpPr/>
          <p:nvPr/>
        </p:nvSpPr>
        <p:spPr>
          <a:xfrm>
            <a:off x="151790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5-test-input-4-2"/>
          <p:cNvSpPr/>
          <p:nvPr/>
        </p:nvSpPr>
        <p:spPr>
          <a:xfrm>
            <a:off x="1755648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5-test-input-4-3"/>
          <p:cNvSpPr/>
          <p:nvPr/>
        </p:nvSpPr>
        <p:spPr>
          <a:xfrm>
            <a:off x="1993391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5-test-input-4-4"/>
          <p:cNvSpPr/>
          <p:nvPr/>
        </p:nvSpPr>
        <p:spPr>
          <a:xfrm>
            <a:off x="2231136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5-test-input-4-5"/>
          <p:cNvSpPr/>
          <p:nvPr/>
        </p:nvSpPr>
        <p:spPr>
          <a:xfrm>
            <a:off x="246888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5-test-input-4-6"/>
          <p:cNvSpPr/>
          <p:nvPr/>
        </p:nvSpPr>
        <p:spPr>
          <a:xfrm>
            <a:off x="2706624" y="268833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5-test-input-4-7"/>
          <p:cNvSpPr/>
          <p:nvPr/>
        </p:nvSpPr>
        <p:spPr>
          <a:xfrm>
            <a:off x="2944368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5-test-input-4-8"/>
          <p:cNvSpPr/>
          <p:nvPr/>
        </p:nvSpPr>
        <p:spPr>
          <a:xfrm>
            <a:off x="3182112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5-test-input-4-9"/>
          <p:cNvSpPr/>
          <p:nvPr/>
        </p:nvSpPr>
        <p:spPr>
          <a:xfrm>
            <a:off x="3419856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5-test-input-5-0"/>
          <p:cNvSpPr/>
          <p:nvPr/>
        </p:nvSpPr>
        <p:spPr>
          <a:xfrm>
            <a:off x="128016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5-test-input-5-1"/>
          <p:cNvSpPr/>
          <p:nvPr/>
        </p:nvSpPr>
        <p:spPr>
          <a:xfrm>
            <a:off x="1517904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5-test-input-5-2"/>
          <p:cNvSpPr/>
          <p:nvPr/>
        </p:nvSpPr>
        <p:spPr>
          <a:xfrm>
            <a:off x="1755648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5-test-input-5-3"/>
          <p:cNvSpPr/>
          <p:nvPr/>
        </p:nvSpPr>
        <p:spPr>
          <a:xfrm>
            <a:off x="1993391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5-test-input-5-4"/>
          <p:cNvSpPr/>
          <p:nvPr/>
        </p:nvSpPr>
        <p:spPr>
          <a:xfrm>
            <a:off x="2231136" y="2926080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5-test-input-5-5"/>
          <p:cNvSpPr/>
          <p:nvPr/>
        </p:nvSpPr>
        <p:spPr>
          <a:xfrm>
            <a:off x="246888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5-test-input-5-6"/>
          <p:cNvSpPr/>
          <p:nvPr/>
        </p:nvSpPr>
        <p:spPr>
          <a:xfrm>
            <a:off x="2706624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5-test-input-5-7"/>
          <p:cNvSpPr/>
          <p:nvPr/>
        </p:nvSpPr>
        <p:spPr>
          <a:xfrm>
            <a:off x="2944368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5-test-input-5-8"/>
          <p:cNvSpPr/>
          <p:nvPr/>
        </p:nvSpPr>
        <p:spPr>
          <a:xfrm>
            <a:off x="3182112" y="2926080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5-test-input-5-9"/>
          <p:cNvSpPr/>
          <p:nvPr/>
        </p:nvSpPr>
        <p:spPr>
          <a:xfrm>
            <a:off x="3419856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5-test-input-6-0"/>
          <p:cNvSpPr/>
          <p:nvPr/>
        </p:nvSpPr>
        <p:spPr>
          <a:xfrm>
            <a:off x="128016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5-test-input-6-1"/>
          <p:cNvSpPr/>
          <p:nvPr/>
        </p:nvSpPr>
        <p:spPr>
          <a:xfrm>
            <a:off x="1517904" y="3163824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5-test-input-6-2"/>
          <p:cNvSpPr/>
          <p:nvPr/>
        </p:nvSpPr>
        <p:spPr>
          <a:xfrm>
            <a:off x="1755648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5-test-input-6-3"/>
          <p:cNvSpPr/>
          <p:nvPr/>
        </p:nvSpPr>
        <p:spPr>
          <a:xfrm>
            <a:off x="1993391" y="3163824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5-test-input-6-4"/>
          <p:cNvSpPr/>
          <p:nvPr/>
        </p:nvSpPr>
        <p:spPr>
          <a:xfrm>
            <a:off x="2231136" y="3163824"/>
            <a:ext cx="237744" cy="237744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5-test-input-6-5"/>
          <p:cNvSpPr/>
          <p:nvPr/>
        </p:nvSpPr>
        <p:spPr>
          <a:xfrm>
            <a:off x="2468880" y="3163824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5-test-input-6-6"/>
          <p:cNvSpPr/>
          <p:nvPr/>
        </p:nvSpPr>
        <p:spPr>
          <a:xfrm>
            <a:off x="2706624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5-test-input-6-7"/>
          <p:cNvSpPr/>
          <p:nvPr/>
        </p:nvSpPr>
        <p:spPr>
          <a:xfrm>
            <a:off x="2944368" y="316382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5-test-input-6-8"/>
          <p:cNvSpPr/>
          <p:nvPr/>
        </p:nvSpPr>
        <p:spPr>
          <a:xfrm>
            <a:off x="3182112" y="316382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5-test-input-6-9"/>
          <p:cNvSpPr/>
          <p:nvPr/>
        </p:nvSpPr>
        <p:spPr>
          <a:xfrm>
            <a:off x="3419856" y="316382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5-test-input-7-0"/>
          <p:cNvSpPr/>
          <p:nvPr/>
        </p:nvSpPr>
        <p:spPr>
          <a:xfrm>
            <a:off x="1280160" y="3401568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5-test-input-7-1"/>
          <p:cNvSpPr/>
          <p:nvPr/>
        </p:nvSpPr>
        <p:spPr>
          <a:xfrm>
            <a:off x="1517904" y="3401568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5-test-input-7-2"/>
          <p:cNvSpPr/>
          <p:nvPr/>
        </p:nvSpPr>
        <p:spPr>
          <a:xfrm>
            <a:off x="1755648" y="3401568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5-test-input-7-3"/>
          <p:cNvSpPr/>
          <p:nvPr/>
        </p:nvSpPr>
        <p:spPr>
          <a:xfrm>
            <a:off x="1993391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5-test-input-7-4"/>
          <p:cNvSpPr/>
          <p:nvPr/>
        </p:nvSpPr>
        <p:spPr>
          <a:xfrm>
            <a:off x="2231136" y="3401568"/>
            <a:ext cx="237744" cy="237744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5-test-input-7-5"/>
          <p:cNvSpPr/>
          <p:nvPr/>
        </p:nvSpPr>
        <p:spPr>
          <a:xfrm>
            <a:off x="246888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5-test-input-7-6"/>
          <p:cNvSpPr/>
          <p:nvPr/>
        </p:nvSpPr>
        <p:spPr>
          <a:xfrm>
            <a:off x="2706624" y="340156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5-test-input-7-7"/>
          <p:cNvSpPr/>
          <p:nvPr/>
        </p:nvSpPr>
        <p:spPr>
          <a:xfrm>
            <a:off x="2944368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5-test-input-7-8"/>
          <p:cNvSpPr/>
          <p:nvPr/>
        </p:nvSpPr>
        <p:spPr>
          <a:xfrm>
            <a:off x="3182112" y="3401568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5-test-input-7-9"/>
          <p:cNvSpPr/>
          <p:nvPr/>
        </p:nvSpPr>
        <p:spPr>
          <a:xfrm>
            <a:off x="341985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5-test-input-8-0"/>
          <p:cNvSpPr/>
          <p:nvPr/>
        </p:nvSpPr>
        <p:spPr>
          <a:xfrm>
            <a:off x="128016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5-test-input-8-1"/>
          <p:cNvSpPr/>
          <p:nvPr/>
        </p:nvSpPr>
        <p:spPr>
          <a:xfrm>
            <a:off x="1517904" y="3639312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5-test-input-8-2"/>
          <p:cNvSpPr/>
          <p:nvPr/>
        </p:nvSpPr>
        <p:spPr>
          <a:xfrm>
            <a:off x="175564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5-test-input-8-3"/>
          <p:cNvSpPr/>
          <p:nvPr/>
        </p:nvSpPr>
        <p:spPr>
          <a:xfrm>
            <a:off x="1993391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5-test-input-8-4"/>
          <p:cNvSpPr/>
          <p:nvPr/>
        </p:nvSpPr>
        <p:spPr>
          <a:xfrm>
            <a:off x="223113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5-test-input-8-5"/>
          <p:cNvSpPr/>
          <p:nvPr/>
        </p:nvSpPr>
        <p:spPr>
          <a:xfrm>
            <a:off x="2468880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5-test-input-8-6"/>
          <p:cNvSpPr/>
          <p:nvPr/>
        </p:nvSpPr>
        <p:spPr>
          <a:xfrm>
            <a:off x="270662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5-test-input-8-7"/>
          <p:cNvSpPr/>
          <p:nvPr/>
        </p:nvSpPr>
        <p:spPr>
          <a:xfrm>
            <a:off x="294436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5-test-input-8-8"/>
          <p:cNvSpPr/>
          <p:nvPr/>
        </p:nvSpPr>
        <p:spPr>
          <a:xfrm>
            <a:off x="318211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5-test-input-8-9"/>
          <p:cNvSpPr/>
          <p:nvPr/>
        </p:nvSpPr>
        <p:spPr>
          <a:xfrm>
            <a:off x="341985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5-test-input-9-0"/>
          <p:cNvSpPr/>
          <p:nvPr/>
        </p:nvSpPr>
        <p:spPr>
          <a:xfrm>
            <a:off x="128016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5-test-input-9-1"/>
          <p:cNvSpPr/>
          <p:nvPr/>
        </p:nvSpPr>
        <p:spPr>
          <a:xfrm>
            <a:off x="1517904" y="387705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5-test-input-9-2"/>
          <p:cNvSpPr/>
          <p:nvPr/>
        </p:nvSpPr>
        <p:spPr>
          <a:xfrm>
            <a:off x="1755648" y="387705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5-test-input-9-3"/>
          <p:cNvSpPr/>
          <p:nvPr/>
        </p:nvSpPr>
        <p:spPr>
          <a:xfrm>
            <a:off x="1993391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5-test-input-9-4"/>
          <p:cNvSpPr/>
          <p:nvPr/>
        </p:nvSpPr>
        <p:spPr>
          <a:xfrm>
            <a:off x="2231136" y="387705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5-test-input-9-5"/>
          <p:cNvSpPr/>
          <p:nvPr/>
        </p:nvSpPr>
        <p:spPr>
          <a:xfrm>
            <a:off x="246888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5-test-input-9-6"/>
          <p:cNvSpPr/>
          <p:nvPr/>
        </p:nvSpPr>
        <p:spPr>
          <a:xfrm>
            <a:off x="270662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5-test-input-9-7"/>
          <p:cNvSpPr/>
          <p:nvPr/>
        </p:nvSpPr>
        <p:spPr>
          <a:xfrm>
            <a:off x="2944368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5-test-input-9-8"/>
          <p:cNvSpPr/>
          <p:nvPr/>
        </p:nvSpPr>
        <p:spPr>
          <a:xfrm>
            <a:off x="318211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5-test-input-9-9"/>
          <p:cNvSpPr/>
          <p:nvPr/>
        </p:nvSpPr>
        <p:spPr>
          <a:xfrm>
            <a:off x="3419856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5-test-output-0-0"/>
          <p:cNvSpPr/>
          <p:nvPr/>
        </p:nvSpPr>
        <p:spPr>
          <a:xfrm>
            <a:off x="539496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5-test-output-0-1"/>
          <p:cNvSpPr/>
          <p:nvPr/>
        </p:nvSpPr>
        <p:spPr>
          <a:xfrm>
            <a:off x="563270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5-test-output-0-2"/>
          <p:cNvSpPr/>
          <p:nvPr/>
        </p:nvSpPr>
        <p:spPr>
          <a:xfrm>
            <a:off x="587044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5-test-output-0-3"/>
          <p:cNvSpPr/>
          <p:nvPr/>
        </p:nvSpPr>
        <p:spPr>
          <a:xfrm>
            <a:off x="6108192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5-test-output-0-4"/>
          <p:cNvSpPr/>
          <p:nvPr/>
        </p:nvSpPr>
        <p:spPr>
          <a:xfrm>
            <a:off x="634593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5-test-output-0-5"/>
          <p:cNvSpPr/>
          <p:nvPr/>
        </p:nvSpPr>
        <p:spPr>
          <a:xfrm>
            <a:off x="658368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5-test-output-0-6"/>
          <p:cNvSpPr/>
          <p:nvPr/>
        </p:nvSpPr>
        <p:spPr>
          <a:xfrm>
            <a:off x="682142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5-test-output-0-7"/>
          <p:cNvSpPr/>
          <p:nvPr/>
        </p:nvSpPr>
        <p:spPr>
          <a:xfrm>
            <a:off x="7059168" y="1737360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5-test-output-0-8"/>
          <p:cNvSpPr/>
          <p:nvPr/>
        </p:nvSpPr>
        <p:spPr>
          <a:xfrm>
            <a:off x="7296912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5-test-output-0-9"/>
          <p:cNvSpPr/>
          <p:nvPr/>
        </p:nvSpPr>
        <p:spPr>
          <a:xfrm>
            <a:off x="753465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5-test-output-1-0"/>
          <p:cNvSpPr/>
          <p:nvPr/>
        </p:nvSpPr>
        <p:spPr>
          <a:xfrm>
            <a:off x="539496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5-test-output-1-1"/>
          <p:cNvSpPr/>
          <p:nvPr/>
        </p:nvSpPr>
        <p:spPr>
          <a:xfrm>
            <a:off x="5632704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5-test-output-1-2"/>
          <p:cNvSpPr/>
          <p:nvPr/>
        </p:nvSpPr>
        <p:spPr>
          <a:xfrm>
            <a:off x="5870448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5-test-output-1-3"/>
          <p:cNvSpPr/>
          <p:nvPr/>
        </p:nvSpPr>
        <p:spPr>
          <a:xfrm>
            <a:off x="6108192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5-test-output-1-4"/>
          <p:cNvSpPr/>
          <p:nvPr/>
        </p:nvSpPr>
        <p:spPr>
          <a:xfrm>
            <a:off x="6345936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5-test-output-1-5"/>
          <p:cNvSpPr/>
          <p:nvPr/>
        </p:nvSpPr>
        <p:spPr>
          <a:xfrm>
            <a:off x="658368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5-test-output-1-6"/>
          <p:cNvSpPr/>
          <p:nvPr/>
        </p:nvSpPr>
        <p:spPr>
          <a:xfrm>
            <a:off x="6821424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5-test-output-1-7"/>
          <p:cNvSpPr/>
          <p:nvPr/>
        </p:nvSpPr>
        <p:spPr>
          <a:xfrm>
            <a:off x="7059168" y="1975104"/>
            <a:ext cx="237744" cy="237744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5-test-output-1-8"/>
          <p:cNvSpPr/>
          <p:nvPr/>
        </p:nvSpPr>
        <p:spPr>
          <a:xfrm>
            <a:off x="7296912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5-test-output-1-9"/>
          <p:cNvSpPr/>
          <p:nvPr/>
        </p:nvSpPr>
        <p:spPr>
          <a:xfrm>
            <a:off x="7534656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5-test-output-2-0"/>
          <p:cNvSpPr/>
          <p:nvPr/>
        </p:nvSpPr>
        <p:spPr>
          <a:xfrm>
            <a:off x="539496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5-test-output-2-1"/>
          <p:cNvSpPr/>
          <p:nvPr/>
        </p:nvSpPr>
        <p:spPr>
          <a:xfrm>
            <a:off x="563270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5-test-output-2-2"/>
          <p:cNvSpPr/>
          <p:nvPr/>
        </p:nvSpPr>
        <p:spPr>
          <a:xfrm>
            <a:off x="5870448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5-test-output-2-3"/>
          <p:cNvSpPr/>
          <p:nvPr/>
        </p:nvSpPr>
        <p:spPr>
          <a:xfrm>
            <a:off x="6108192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5-test-output-2-4"/>
          <p:cNvSpPr/>
          <p:nvPr/>
        </p:nvSpPr>
        <p:spPr>
          <a:xfrm>
            <a:off x="634593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5-test-output-2-5"/>
          <p:cNvSpPr/>
          <p:nvPr/>
        </p:nvSpPr>
        <p:spPr>
          <a:xfrm>
            <a:off x="658368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5-test-output-2-6"/>
          <p:cNvSpPr/>
          <p:nvPr/>
        </p:nvSpPr>
        <p:spPr>
          <a:xfrm>
            <a:off x="682142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5-test-output-2-7"/>
          <p:cNvSpPr/>
          <p:nvPr/>
        </p:nvSpPr>
        <p:spPr>
          <a:xfrm>
            <a:off x="7059168" y="2212848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5-test-output-2-8"/>
          <p:cNvSpPr/>
          <p:nvPr/>
        </p:nvSpPr>
        <p:spPr>
          <a:xfrm>
            <a:off x="7296912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5-test-output-2-9"/>
          <p:cNvSpPr/>
          <p:nvPr/>
        </p:nvSpPr>
        <p:spPr>
          <a:xfrm>
            <a:off x="753465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5-test-output-3-0"/>
          <p:cNvSpPr/>
          <p:nvPr/>
        </p:nvSpPr>
        <p:spPr>
          <a:xfrm>
            <a:off x="539496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5-test-output-3-1"/>
          <p:cNvSpPr/>
          <p:nvPr/>
        </p:nvSpPr>
        <p:spPr>
          <a:xfrm>
            <a:off x="563270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5-test-output-3-2"/>
          <p:cNvSpPr/>
          <p:nvPr/>
        </p:nvSpPr>
        <p:spPr>
          <a:xfrm>
            <a:off x="5870448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5-test-output-3-3"/>
          <p:cNvSpPr/>
          <p:nvPr/>
        </p:nvSpPr>
        <p:spPr>
          <a:xfrm>
            <a:off x="610819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5-test-output-3-4"/>
          <p:cNvSpPr/>
          <p:nvPr/>
        </p:nvSpPr>
        <p:spPr>
          <a:xfrm>
            <a:off x="634593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5-test-output-3-5"/>
          <p:cNvSpPr/>
          <p:nvPr/>
        </p:nvSpPr>
        <p:spPr>
          <a:xfrm>
            <a:off x="658368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5-test-output-3-6"/>
          <p:cNvSpPr/>
          <p:nvPr/>
        </p:nvSpPr>
        <p:spPr>
          <a:xfrm>
            <a:off x="682142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5-test-output-3-7"/>
          <p:cNvSpPr/>
          <p:nvPr/>
        </p:nvSpPr>
        <p:spPr>
          <a:xfrm>
            <a:off x="7059168" y="2450591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5-test-output-3-8"/>
          <p:cNvSpPr/>
          <p:nvPr/>
        </p:nvSpPr>
        <p:spPr>
          <a:xfrm>
            <a:off x="729691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5-test-output-3-9"/>
          <p:cNvSpPr/>
          <p:nvPr/>
        </p:nvSpPr>
        <p:spPr>
          <a:xfrm>
            <a:off x="753465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5-test-output-4-0"/>
          <p:cNvSpPr/>
          <p:nvPr/>
        </p:nvSpPr>
        <p:spPr>
          <a:xfrm>
            <a:off x="539496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5-test-output-4-1"/>
          <p:cNvSpPr/>
          <p:nvPr/>
        </p:nvSpPr>
        <p:spPr>
          <a:xfrm>
            <a:off x="563270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5-test-output-4-2"/>
          <p:cNvSpPr/>
          <p:nvPr/>
        </p:nvSpPr>
        <p:spPr>
          <a:xfrm>
            <a:off x="5870448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5-test-output-4-3"/>
          <p:cNvSpPr/>
          <p:nvPr/>
        </p:nvSpPr>
        <p:spPr>
          <a:xfrm>
            <a:off x="6108192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5-test-output-4-4"/>
          <p:cNvSpPr/>
          <p:nvPr/>
        </p:nvSpPr>
        <p:spPr>
          <a:xfrm>
            <a:off x="6345936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5-test-output-4-5"/>
          <p:cNvSpPr/>
          <p:nvPr/>
        </p:nvSpPr>
        <p:spPr>
          <a:xfrm>
            <a:off x="658368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5-test-output-4-6"/>
          <p:cNvSpPr/>
          <p:nvPr/>
        </p:nvSpPr>
        <p:spPr>
          <a:xfrm>
            <a:off x="6821424" y="268833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5-test-output-4-7"/>
          <p:cNvSpPr/>
          <p:nvPr/>
        </p:nvSpPr>
        <p:spPr>
          <a:xfrm>
            <a:off x="7059168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5-test-output-4-8"/>
          <p:cNvSpPr/>
          <p:nvPr/>
        </p:nvSpPr>
        <p:spPr>
          <a:xfrm>
            <a:off x="7296912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5-test-output-4-9"/>
          <p:cNvSpPr/>
          <p:nvPr/>
        </p:nvSpPr>
        <p:spPr>
          <a:xfrm>
            <a:off x="7534656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5-test-output-5-0"/>
          <p:cNvSpPr/>
          <p:nvPr/>
        </p:nvSpPr>
        <p:spPr>
          <a:xfrm>
            <a:off x="539496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5-test-output-5-1"/>
          <p:cNvSpPr/>
          <p:nvPr/>
        </p:nvSpPr>
        <p:spPr>
          <a:xfrm>
            <a:off x="5632704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5-test-output-5-2"/>
          <p:cNvSpPr/>
          <p:nvPr/>
        </p:nvSpPr>
        <p:spPr>
          <a:xfrm>
            <a:off x="5870448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5-test-output-5-3"/>
          <p:cNvSpPr/>
          <p:nvPr/>
        </p:nvSpPr>
        <p:spPr>
          <a:xfrm>
            <a:off x="6108192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5-test-output-5-4"/>
          <p:cNvSpPr/>
          <p:nvPr/>
        </p:nvSpPr>
        <p:spPr>
          <a:xfrm>
            <a:off x="6345936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5-test-output-5-5"/>
          <p:cNvSpPr/>
          <p:nvPr/>
        </p:nvSpPr>
        <p:spPr>
          <a:xfrm>
            <a:off x="658368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5-test-output-5-6"/>
          <p:cNvSpPr/>
          <p:nvPr/>
        </p:nvSpPr>
        <p:spPr>
          <a:xfrm>
            <a:off x="6821424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5-test-output-5-7"/>
          <p:cNvSpPr/>
          <p:nvPr/>
        </p:nvSpPr>
        <p:spPr>
          <a:xfrm>
            <a:off x="7059168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5-test-output-5-8"/>
          <p:cNvSpPr/>
          <p:nvPr/>
        </p:nvSpPr>
        <p:spPr>
          <a:xfrm>
            <a:off x="7296912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5-test-output-5-9"/>
          <p:cNvSpPr/>
          <p:nvPr/>
        </p:nvSpPr>
        <p:spPr>
          <a:xfrm>
            <a:off x="7534656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5-test-output-6-0"/>
          <p:cNvSpPr/>
          <p:nvPr/>
        </p:nvSpPr>
        <p:spPr>
          <a:xfrm>
            <a:off x="539496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5-test-output-6-1"/>
          <p:cNvSpPr/>
          <p:nvPr/>
        </p:nvSpPr>
        <p:spPr>
          <a:xfrm>
            <a:off x="5632704" y="3163824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5-test-output-6-2"/>
          <p:cNvSpPr/>
          <p:nvPr/>
        </p:nvSpPr>
        <p:spPr>
          <a:xfrm>
            <a:off x="5870448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5-test-output-6-3"/>
          <p:cNvSpPr/>
          <p:nvPr/>
        </p:nvSpPr>
        <p:spPr>
          <a:xfrm>
            <a:off x="6108192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5-test-output-6-4"/>
          <p:cNvSpPr/>
          <p:nvPr/>
        </p:nvSpPr>
        <p:spPr>
          <a:xfrm>
            <a:off x="6345936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5-test-output-6-5"/>
          <p:cNvSpPr/>
          <p:nvPr/>
        </p:nvSpPr>
        <p:spPr>
          <a:xfrm>
            <a:off x="658368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5-test-output-6-6"/>
          <p:cNvSpPr/>
          <p:nvPr/>
        </p:nvSpPr>
        <p:spPr>
          <a:xfrm>
            <a:off x="6821424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5-test-output-6-7"/>
          <p:cNvSpPr/>
          <p:nvPr/>
        </p:nvSpPr>
        <p:spPr>
          <a:xfrm>
            <a:off x="7059168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5-test-output-6-8"/>
          <p:cNvSpPr/>
          <p:nvPr/>
        </p:nvSpPr>
        <p:spPr>
          <a:xfrm>
            <a:off x="7296912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5-test-output-6-9"/>
          <p:cNvSpPr/>
          <p:nvPr/>
        </p:nvSpPr>
        <p:spPr>
          <a:xfrm>
            <a:off x="7534656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5-test-output-7-0"/>
          <p:cNvSpPr/>
          <p:nvPr/>
        </p:nvSpPr>
        <p:spPr>
          <a:xfrm>
            <a:off x="5394960" y="3401568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5-test-output-7-1"/>
          <p:cNvSpPr/>
          <p:nvPr/>
        </p:nvSpPr>
        <p:spPr>
          <a:xfrm>
            <a:off x="5632704" y="3401568"/>
            <a:ext cx="237744" cy="237744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5-test-output-7-2"/>
          <p:cNvSpPr/>
          <p:nvPr/>
        </p:nvSpPr>
        <p:spPr>
          <a:xfrm>
            <a:off x="5870448" y="3401568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5-test-output-7-3"/>
          <p:cNvSpPr/>
          <p:nvPr/>
        </p:nvSpPr>
        <p:spPr>
          <a:xfrm>
            <a:off x="610819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5-test-output-7-4"/>
          <p:cNvSpPr/>
          <p:nvPr/>
        </p:nvSpPr>
        <p:spPr>
          <a:xfrm>
            <a:off x="634593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5-test-output-7-5"/>
          <p:cNvSpPr/>
          <p:nvPr/>
        </p:nvSpPr>
        <p:spPr>
          <a:xfrm>
            <a:off x="658368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5-test-output-7-6"/>
          <p:cNvSpPr/>
          <p:nvPr/>
        </p:nvSpPr>
        <p:spPr>
          <a:xfrm>
            <a:off x="6821424" y="340156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5-test-output-7-7"/>
          <p:cNvSpPr/>
          <p:nvPr/>
        </p:nvSpPr>
        <p:spPr>
          <a:xfrm>
            <a:off x="7059168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5-test-output-7-8"/>
          <p:cNvSpPr/>
          <p:nvPr/>
        </p:nvSpPr>
        <p:spPr>
          <a:xfrm>
            <a:off x="729691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5-test-output-7-9"/>
          <p:cNvSpPr/>
          <p:nvPr/>
        </p:nvSpPr>
        <p:spPr>
          <a:xfrm>
            <a:off x="753465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5-test-output-8-0"/>
          <p:cNvSpPr/>
          <p:nvPr/>
        </p:nvSpPr>
        <p:spPr>
          <a:xfrm>
            <a:off x="539496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5-test-output-8-1"/>
          <p:cNvSpPr/>
          <p:nvPr/>
        </p:nvSpPr>
        <p:spPr>
          <a:xfrm>
            <a:off x="5632704" y="3639312"/>
            <a:ext cx="237744" cy="237744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5-test-output-8-2"/>
          <p:cNvSpPr/>
          <p:nvPr/>
        </p:nvSpPr>
        <p:spPr>
          <a:xfrm>
            <a:off x="587044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5-test-output-8-3"/>
          <p:cNvSpPr/>
          <p:nvPr/>
        </p:nvSpPr>
        <p:spPr>
          <a:xfrm>
            <a:off x="6108192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5-test-output-8-4"/>
          <p:cNvSpPr/>
          <p:nvPr/>
        </p:nvSpPr>
        <p:spPr>
          <a:xfrm>
            <a:off x="634593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5-test-output-8-5"/>
          <p:cNvSpPr/>
          <p:nvPr/>
        </p:nvSpPr>
        <p:spPr>
          <a:xfrm>
            <a:off x="6583680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5-test-output-8-6"/>
          <p:cNvSpPr/>
          <p:nvPr/>
        </p:nvSpPr>
        <p:spPr>
          <a:xfrm>
            <a:off x="682142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5-test-output-8-7"/>
          <p:cNvSpPr/>
          <p:nvPr/>
        </p:nvSpPr>
        <p:spPr>
          <a:xfrm>
            <a:off x="705916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5-test-output-8-8"/>
          <p:cNvSpPr/>
          <p:nvPr/>
        </p:nvSpPr>
        <p:spPr>
          <a:xfrm>
            <a:off x="729691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5-test-output-8-9"/>
          <p:cNvSpPr/>
          <p:nvPr/>
        </p:nvSpPr>
        <p:spPr>
          <a:xfrm>
            <a:off x="753465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5-test-output-9-0"/>
          <p:cNvSpPr/>
          <p:nvPr/>
        </p:nvSpPr>
        <p:spPr>
          <a:xfrm>
            <a:off x="539496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5-test-output-9-1"/>
          <p:cNvSpPr/>
          <p:nvPr/>
        </p:nvSpPr>
        <p:spPr>
          <a:xfrm>
            <a:off x="5632704" y="387705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5-test-output-9-2"/>
          <p:cNvSpPr/>
          <p:nvPr/>
        </p:nvSpPr>
        <p:spPr>
          <a:xfrm>
            <a:off x="5870448" y="387705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5-test-output-9-3"/>
          <p:cNvSpPr/>
          <p:nvPr/>
        </p:nvSpPr>
        <p:spPr>
          <a:xfrm>
            <a:off x="610819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5-test-output-9-4"/>
          <p:cNvSpPr/>
          <p:nvPr/>
        </p:nvSpPr>
        <p:spPr>
          <a:xfrm>
            <a:off x="6345936" y="387705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5-test-output-9-5"/>
          <p:cNvSpPr/>
          <p:nvPr/>
        </p:nvSpPr>
        <p:spPr>
          <a:xfrm>
            <a:off x="658368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5-test-output-9-6"/>
          <p:cNvSpPr/>
          <p:nvPr/>
        </p:nvSpPr>
        <p:spPr>
          <a:xfrm>
            <a:off x="682142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5-test-output-9-7"/>
          <p:cNvSpPr/>
          <p:nvPr/>
        </p:nvSpPr>
        <p:spPr>
          <a:xfrm>
            <a:off x="7059168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5-test-output-9-8"/>
          <p:cNvSpPr/>
          <p:nvPr/>
        </p:nvSpPr>
        <p:spPr>
          <a:xfrm>
            <a:off x="729691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5-test-output-9-9"/>
          <p:cNvSpPr/>
          <p:nvPr/>
        </p:nvSpPr>
        <p:spPr>
          <a:xfrm>
            <a:off x="7534656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灰色の経路に沿う物体の対応を読み、残す物体の中心の色を更新する。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d35bdbdc. 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https://github.com/arcprize/ARC-AGI-2/blob/f3283f7/data/evaluation/d35bdbdc.json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追加例4：切れた経路を復元する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6-train-input-0-0"/>
          <p:cNvSpPr/>
          <p:nvPr/>
        </p:nvSpPr>
        <p:spPr>
          <a:xfrm>
            <a:off x="12801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6-train-input-0-1"/>
          <p:cNvSpPr/>
          <p:nvPr/>
        </p:nvSpPr>
        <p:spPr>
          <a:xfrm>
            <a:off x="14782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6-train-input-0-2"/>
          <p:cNvSpPr/>
          <p:nvPr/>
        </p:nvSpPr>
        <p:spPr>
          <a:xfrm>
            <a:off x="16764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6-train-input-0-3"/>
          <p:cNvSpPr/>
          <p:nvPr/>
        </p:nvSpPr>
        <p:spPr>
          <a:xfrm>
            <a:off x="187451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6-train-input-0-4"/>
          <p:cNvSpPr/>
          <p:nvPr/>
        </p:nvSpPr>
        <p:spPr>
          <a:xfrm>
            <a:off x="20726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6-train-input-0-5"/>
          <p:cNvSpPr/>
          <p:nvPr/>
        </p:nvSpPr>
        <p:spPr>
          <a:xfrm>
            <a:off x="22707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6-train-input-0-6"/>
          <p:cNvSpPr/>
          <p:nvPr/>
        </p:nvSpPr>
        <p:spPr>
          <a:xfrm>
            <a:off x="24688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6-train-input-0-7"/>
          <p:cNvSpPr/>
          <p:nvPr/>
        </p:nvSpPr>
        <p:spPr>
          <a:xfrm>
            <a:off x="26670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6-train-input-0-8"/>
          <p:cNvSpPr/>
          <p:nvPr/>
        </p:nvSpPr>
        <p:spPr>
          <a:xfrm>
            <a:off x="28651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6-train-input-0-9"/>
          <p:cNvSpPr/>
          <p:nvPr/>
        </p:nvSpPr>
        <p:spPr>
          <a:xfrm>
            <a:off x="3063240" y="17373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6-train-input-0-10"/>
          <p:cNvSpPr/>
          <p:nvPr/>
        </p:nvSpPr>
        <p:spPr>
          <a:xfrm>
            <a:off x="32613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6-train-input-0-11"/>
          <p:cNvSpPr/>
          <p:nvPr/>
        </p:nvSpPr>
        <p:spPr>
          <a:xfrm>
            <a:off x="34594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6-train-input-1-0"/>
          <p:cNvSpPr/>
          <p:nvPr/>
        </p:nvSpPr>
        <p:spPr>
          <a:xfrm>
            <a:off x="128016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6-train-input-1-1"/>
          <p:cNvSpPr/>
          <p:nvPr/>
        </p:nvSpPr>
        <p:spPr>
          <a:xfrm>
            <a:off x="147828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6-train-input-1-2"/>
          <p:cNvSpPr/>
          <p:nvPr/>
        </p:nvSpPr>
        <p:spPr>
          <a:xfrm>
            <a:off x="167640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6-train-input-1-3"/>
          <p:cNvSpPr/>
          <p:nvPr/>
        </p:nvSpPr>
        <p:spPr>
          <a:xfrm>
            <a:off x="1874519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6-train-input-1-4"/>
          <p:cNvSpPr/>
          <p:nvPr/>
        </p:nvSpPr>
        <p:spPr>
          <a:xfrm>
            <a:off x="20726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6-train-input-1-5"/>
          <p:cNvSpPr/>
          <p:nvPr/>
        </p:nvSpPr>
        <p:spPr>
          <a:xfrm>
            <a:off x="22707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6-train-input-1-6"/>
          <p:cNvSpPr/>
          <p:nvPr/>
        </p:nvSpPr>
        <p:spPr>
          <a:xfrm>
            <a:off x="24688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6-train-input-1-7"/>
          <p:cNvSpPr/>
          <p:nvPr/>
        </p:nvSpPr>
        <p:spPr>
          <a:xfrm>
            <a:off x="26670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6-train-input-1-8"/>
          <p:cNvSpPr/>
          <p:nvPr/>
        </p:nvSpPr>
        <p:spPr>
          <a:xfrm>
            <a:off x="28651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6-train-input-1-9"/>
          <p:cNvSpPr/>
          <p:nvPr/>
        </p:nvSpPr>
        <p:spPr>
          <a:xfrm>
            <a:off x="3063240" y="19354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6-train-input-1-10"/>
          <p:cNvSpPr/>
          <p:nvPr/>
        </p:nvSpPr>
        <p:spPr>
          <a:xfrm>
            <a:off x="32613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6-train-input-1-11"/>
          <p:cNvSpPr/>
          <p:nvPr/>
        </p:nvSpPr>
        <p:spPr>
          <a:xfrm>
            <a:off x="34594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6-train-input-2-0"/>
          <p:cNvSpPr/>
          <p:nvPr/>
        </p:nvSpPr>
        <p:spPr>
          <a:xfrm>
            <a:off x="12801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6-train-input-2-1"/>
          <p:cNvSpPr/>
          <p:nvPr/>
        </p:nvSpPr>
        <p:spPr>
          <a:xfrm>
            <a:off x="14782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6-train-input-2-2"/>
          <p:cNvSpPr/>
          <p:nvPr/>
        </p:nvSpPr>
        <p:spPr>
          <a:xfrm>
            <a:off x="16764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6-train-input-2-3"/>
          <p:cNvSpPr/>
          <p:nvPr/>
        </p:nvSpPr>
        <p:spPr>
          <a:xfrm>
            <a:off x="1874519" y="2133599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6-train-input-2-4"/>
          <p:cNvSpPr/>
          <p:nvPr/>
        </p:nvSpPr>
        <p:spPr>
          <a:xfrm>
            <a:off x="20726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6-train-input-2-5"/>
          <p:cNvSpPr/>
          <p:nvPr/>
        </p:nvSpPr>
        <p:spPr>
          <a:xfrm>
            <a:off x="22707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6-train-input-2-6"/>
          <p:cNvSpPr/>
          <p:nvPr/>
        </p:nvSpPr>
        <p:spPr>
          <a:xfrm>
            <a:off x="24688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6-train-input-2-7"/>
          <p:cNvSpPr/>
          <p:nvPr/>
        </p:nvSpPr>
        <p:spPr>
          <a:xfrm>
            <a:off x="26670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6-train-input-2-8"/>
          <p:cNvSpPr/>
          <p:nvPr/>
        </p:nvSpPr>
        <p:spPr>
          <a:xfrm>
            <a:off x="28651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6-train-input-2-9"/>
          <p:cNvSpPr/>
          <p:nvPr/>
        </p:nvSpPr>
        <p:spPr>
          <a:xfrm>
            <a:off x="3063240" y="2133599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6-train-input-2-10"/>
          <p:cNvSpPr/>
          <p:nvPr/>
        </p:nvSpPr>
        <p:spPr>
          <a:xfrm>
            <a:off x="32613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6-train-input-2-11"/>
          <p:cNvSpPr/>
          <p:nvPr/>
        </p:nvSpPr>
        <p:spPr>
          <a:xfrm>
            <a:off x="34594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6-train-input-3-0"/>
          <p:cNvSpPr/>
          <p:nvPr/>
        </p:nvSpPr>
        <p:spPr>
          <a:xfrm>
            <a:off x="128016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6-train-input-3-1"/>
          <p:cNvSpPr/>
          <p:nvPr/>
        </p:nvSpPr>
        <p:spPr>
          <a:xfrm>
            <a:off x="147828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6-train-input-3-2"/>
          <p:cNvSpPr/>
          <p:nvPr/>
        </p:nvSpPr>
        <p:spPr>
          <a:xfrm>
            <a:off x="167640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6-train-input-3-3"/>
          <p:cNvSpPr/>
          <p:nvPr/>
        </p:nvSpPr>
        <p:spPr>
          <a:xfrm>
            <a:off x="1874519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6-train-input-3-4"/>
          <p:cNvSpPr/>
          <p:nvPr/>
        </p:nvSpPr>
        <p:spPr>
          <a:xfrm>
            <a:off x="207264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6-train-input-3-5"/>
          <p:cNvSpPr/>
          <p:nvPr/>
        </p:nvSpPr>
        <p:spPr>
          <a:xfrm>
            <a:off x="22707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6-train-input-3-6"/>
          <p:cNvSpPr/>
          <p:nvPr/>
        </p:nvSpPr>
        <p:spPr>
          <a:xfrm>
            <a:off x="24688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6-train-input-3-7"/>
          <p:cNvSpPr/>
          <p:nvPr/>
        </p:nvSpPr>
        <p:spPr>
          <a:xfrm>
            <a:off x="26670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6-train-input-3-8"/>
          <p:cNvSpPr/>
          <p:nvPr/>
        </p:nvSpPr>
        <p:spPr>
          <a:xfrm>
            <a:off x="28651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6-train-input-3-9"/>
          <p:cNvSpPr/>
          <p:nvPr/>
        </p:nvSpPr>
        <p:spPr>
          <a:xfrm>
            <a:off x="306324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6-train-input-3-10"/>
          <p:cNvSpPr/>
          <p:nvPr/>
        </p:nvSpPr>
        <p:spPr>
          <a:xfrm>
            <a:off x="32613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6-train-input-3-11"/>
          <p:cNvSpPr/>
          <p:nvPr/>
        </p:nvSpPr>
        <p:spPr>
          <a:xfrm>
            <a:off x="34594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6-train-input-4-0"/>
          <p:cNvSpPr/>
          <p:nvPr/>
        </p:nvSpPr>
        <p:spPr>
          <a:xfrm>
            <a:off x="12801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6-train-input-4-1"/>
          <p:cNvSpPr/>
          <p:nvPr/>
        </p:nvSpPr>
        <p:spPr>
          <a:xfrm>
            <a:off x="14782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6-train-input-4-2"/>
          <p:cNvSpPr/>
          <p:nvPr/>
        </p:nvSpPr>
        <p:spPr>
          <a:xfrm>
            <a:off x="16764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6-train-input-4-3"/>
          <p:cNvSpPr/>
          <p:nvPr/>
        </p:nvSpPr>
        <p:spPr>
          <a:xfrm>
            <a:off x="1874519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6-train-input-4-4"/>
          <p:cNvSpPr/>
          <p:nvPr/>
        </p:nvSpPr>
        <p:spPr>
          <a:xfrm>
            <a:off x="207264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6-train-input-4-5"/>
          <p:cNvSpPr/>
          <p:nvPr/>
        </p:nvSpPr>
        <p:spPr>
          <a:xfrm>
            <a:off x="22707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6-train-input-4-6"/>
          <p:cNvSpPr/>
          <p:nvPr/>
        </p:nvSpPr>
        <p:spPr>
          <a:xfrm>
            <a:off x="24688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6-train-input-4-7"/>
          <p:cNvSpPr/>
          <p:nvPr/>
        </p:nvSpPr>
        <p:spPr>
          <a:xfrm>
            <a:off x="26670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6-train-input-4-8"/>
          <p:cNvSpPr/>
          <p:nvPr/>
        </p:nvSpPr>
        <p:spPr>
          <a:xfrm>
            <a:off x="28651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6-train-input-4-9"/>
          <p:cNvSpPr/>
          <p:nvPr/>
        </p:nvSpPr>
        <p:spPr>
          <a:xfrm>
            <a:off x="306324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6-train-input-4-10"/>
          <p:cNvSpPr/>
          <p:nvPr/>
        </p:nvSpPr>
        <p:spPr>
          <a:xfrm>
            <a:off x="32613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6-train-input-4-11"/>
          <p:cNvSpPr/>
          <p:nvPr/>
        </p:nvSpPr>
        <p:spPr>
          <a:xfrm>
            <a:off x="34594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6-train-input-5-0"/>
          <p:cNvSpPr/>
          <p:nvPr/>
        </p:nvSpPr>
        <p:spPr>
          <a:xfrm>
            <a:off x="12801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6-train-input-5-1"/>
          <p:cNvSpPr/>
          <p:nvPr/>
        </p:nvSpPr>
        <p:spPr>
          <a:xfrm>
            <a:off x="14782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6-train-input-5-2"/>
          <p:cNvSpPr/>
          <p:nvPr/>
        </p:nvSpPr>
        <p:spPr>
          <a:xfrm>
            <a:off x="16764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6-train-input-5-3"/>
          <p:cNvSpPr/>
          <p:nvPr/>
        </p:nvSpPr>
        <p:spPr>
          <a:xfrm>
            <a:off x="1874519" y="27279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6-train-input-5-4"/>
          <p:cNvSpPr/>
          <p:nvPr/>
        </p:nvSpPr>
        <p:spPr>
          <a:xfrm>
            <a:off x="207264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6-train-input-5-5"/>
          <p:cNvSpPr/>
          <p:nvPr/>
        </p:nvSpPr>
        <p:spPr>
          <a:xfrm>
            <a:off x="2270760" y="27279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6-train-input-5-6"/>
          <p:cNvSpPr/>
          <p:nvPr/>
        </p:nvSpPr>
        <p:spPr>
          <a:xfrm>
            <a:off x="2468880" y="27279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6-train-input-5-7"/>
          <p:cNvSpPr/>
          <p:nvPr/>
        </p:nvSpPr>
        <p:spPr>
          <a:xfrm>
            <a:off x="26670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6-train-input-5-8"/>
          <p:cNvSpPr/>
          <p:nvPr/>
        </p:nvSpPr>
        <p:spPr>
          <a:xfrm>
            <a:off x="28651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6-train-input-5-9"/>
          <p:cNvSpPr/>
          <p:nvPr/>
        </p:nvSpPr>
        <p:spPr>
          <a:xfrm>
            <a:off x="306324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6-train-input-5-10"/>
          <p:cNvSpPr/>
          <p:nvPr/>
        </p:nvSpPr>
        <p:spPr>
          <a:xfrm>
            <a:off x="32613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6-train-input-5-11"/>
          <p:cNvSpPr/>
          <p:nvPr/>
        </p:nvSpPr>
        <p:spPr>
          <a:xfrm>
            <a:off x="34594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6-train-input-6-0"/>
          <p:cNvSpPr/>
          <p:nvPr/>
        </p:nvSpPr>
        <p:spPr>
          <a:xfrm>
            <a:off x="12801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6-train-input-6-1"/>
          <p:cNvSpPr/>
          <p:nvPr/>
        </p:nvSpPr>
        <p:spPr>
          <a:xfrm>
            <a:off x="14782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6-train-input-6-2"/>
          <p:cNvSpPr/>
          <p:nvPr/>
        </p:nvSpPr>
        <p:spPr>
          <a:xfrm>
            <a:off x="16764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6-train-input-6-3"/>
          <p:cNvSpPr/>
          <p:nvPr/>
        </p:nvSpPr>
        <p:spPr>
          <a:xfrm>
            <a:off x="187451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6-train-input-6-4"/>
          <p:cNvSpPr/>
          <p:nvPr/>
        </p:nvSpPr>
        <p:spPr>
          <a:xfrm>
            <a:off x="207264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6-train-input-6-5"/>
          <p:cNvSpPr/>
          <p:nvPr/>
        </p:nvSpPr>
        <p:spPr>
          <a:xfrm>
            <a:off x="22707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6-train-input-6-6"/>
          <p:cNvSpPr/>
          <p:nvPr/>
        </p:nvSpPr>
        <p:spPr>
          <a:xfrm>
            <a:off x="2468880" y="29260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6-train-input-6-7"/>
          <p:cNvSpPr/>
          <p:nvPr/>
        </p:nvSpPr>
        <p:spPr>
          <a:xfrm>
            <a:off x="26670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6-train-input-6-8"/>
          <p:cNvSpPr/>
          <p:nvPr/>
        </p:nvSpPr>
        <p:spPr>
          <a:xfrm>
            <a:off x="28651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6-train-input-6-9"/>
          <p:cNvSpPr/>
          <p:nvPr/>
        </p:nvSpPr>
        <p:spPr>
          <a:xfrm>
            <a:off x="306324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6-train-input-6-10"/>
          <p:cNvSpPr/>
          <p:nvPr/>
        </p:nvSpPr>
        <p:spPr>
          <a:xfrm>
            <a:off x="32613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6-train-input-6-11"/>
          <p:cNvSpPr/>
          <p:nvPr/>
        </p:nvSpPr>
        <p:spPr>
          <a:xfrm>
            <a:off x="34594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6-train-input-7-0"/>
          <p:cNvSpPr/>
          <p:nvPr/>
        </p:nvSpPr>
        <p:spPr>
          <a:xfrm>
            <a:off x="12801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6-train-input-7-1"/>
          <p:cNvSpPr/>
          <p:nvPr/>
        </p:nvSpPr>
        <p:spPr>
          <a:xfrm>
            <a:off x="14782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6-train-input-7-2"/>
          <p:cNvSpPr/>
          <p:nvPr/>
        </p:nvSpPr>
        <p:spPr>
          <a:xfrm>
            <a:off x="16764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6-train-input-7-3"/>
          <p:cNvSpPr/>
          <p:nvPr/>
        </p:nvSpPr>
        <p:spPr>
          <a:xfrm>
            <a:off x="187451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6-train-input-7-4"/>
          <p:cNvSpPr/>
          <p:nvPr/>
        </p:nvSpPr>
        <p:spPr>
          <a:xfrm>
            <a:off x="20726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6-train-input-7-5"/>
          <p:cNvSpPr/>
          <p:nvPr/>
        </p:nvSpPr>
        <p:spPr>
          <a:xfrm>
            <a:off x="22707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6-train-input-7-6"/>
          <p:cNvSpPr/>
          <p:nvPr/>
        </p:nvSpPr>
        <p:spPr>
          <a:xfrm>
            <a:off x="2468880" y="312420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6-train-input-7-7"/>
          <p:cNvSpPr/>
          <p:nvPr/>
        </p:nvSpPr>
        <p:spPr>
          <a:xfrm>
            <a:off x="26670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6-train-input-7-8"/>
          <p:cNvSpPr/>
          <p:nvPr/>
        </p:nvSpPr>
        <p:spPr>
          <a:xfrm>
            <a:off x="28651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6-train-input-7-9"/>
          <p:cNvSpPr/>
          <p:nvPr/>
        </p:nvSpPr>
        <p:spPr>
          <a:xfrm>
            <a:off x="30632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6-train-input-7-10"/>
          <p:cNvSpPr/>
          <p:nvPr/>
        </p:nvSpPr>
        <p:spPr>
          <a:xfrm>
            <a:off x="32613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6-train-input-7-11"/>
          <p:cNvSpPr/>
          <p:nvPr/>
        </p:nvSpPr>
        <p:spPr>
          <a:xfrm>
            <a:off x="34594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6-train-input-8-0"/>
          <p:cNvSpPr/>
          <p:nvPr/>
        </p:nvSpPr>
        <p:spPr>
          <a:xfrm>
            <a:off x="12801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6-train-input-8-1"/>
          <p:cNvSpPr/>
          <p:nvPr/>
        </p:nvSpPr>
        <p:spPr>
          <a:xfrm>
            <a:off x="14782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6-train-input-8-2"/>
          <p:cNvSpPr/>
          <p:nvPr/>
        </p:nvSpPr>
        <p:spPr>
          <a:xfrm>
            <a:off x="16764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6-train-input-8-3"/>
          <p:cNvSpPr/>
          <p:nvPr/>
        </p:nvSpPr>
        <p:spPr>
          <a:xfrm>
            <a:off x="187451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6-train-input-8-4"/>
          <p:cNvSpPr/>
          <p:nvPr/>
        </p:nvSpPr>
        <p:spPr>
          <a:xfrm>
            <a:off x="207264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6-train-input-8-5"/>
          <p:cNvSpPr/>
          <p:nvPr/>
        </p:nvSpPr>
        <p:spPr>
          <a:xfrm>
            <a:off x="227076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6-train-input-8-6"/>
          <p:cNvSpPr/>
          <p:nvPr/>
        </p:nvSpPr>
        <p:spPr>
          <a:xfrm>
            <a:off x="246888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6-train-input-8-7"/>
          <p:cNvSpPr/>
          <p:nvPr/>
        </p:nvSpPr>
        <p:spPr>
          <a:xfrm>
            <a:off x="266700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6-train-input-8-8"/>
          <p:cNvSpPr/>
          <p:nvPr/>
        </p:nvSpPr>
        <p:spPr>
          <a:xfrm>
            <a:off x="28651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6-train-input-8-9"/>
          <p:cNvSpPr/>
          <p:nvPr/>
        </p:nvSpPr>
        <p:spPr>
          <a:xfrm>
            <a:off x="3063240" y="33223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6-train-input-8-10"/>
          <p:cNvSpPr/>
          <p:nvPr/>
        </p:nvSpPr>
        <p:spPr>
          <a:xfrm>
            <a:off x="32613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6-train-input-8-11"/>
          <p:cNvSpPr/>
          <p:nvPr/>
        </p:nvSpPr>
        <p:spPr>
          <a:xfrm>
            <a:off x="34594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6-train-input-9-0"/>
          <p:cNvSpPr/>
          <p:nvPr/>
        </p:nvSpPr>
        <p:spPr>
          <a:xfrm>
            <a:off x="12801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6-train-input-9-1"/>
          <p:cNvSpPr/>
          <p:nvPr/>
        </p:nvSpPr>
        <p:spPr>
          <a:xfrm>
            <a:off x="14782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6-train-input-9-2"/>
          <p:cNvSpPr/>
          <p:nvPr/>
        </p:nvSpPr>
        <p:spPr>
          <a:xfrm>
            <a:off x="16764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6-train-input-9-3"/>
          <p:cNvSpPr/>
          <p:nvPr/>
        </p:nvSpPr>
        <p:spPr>
          <a:xfrm>
            <a:off x="187451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6-train-input-9-4"/>
          <p:cNvSpPr/>
          <p:nvPr/>
        </p:nvSpPr>
        <p:spPr>
          <a:xfrm>
            <a:off x="20726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6-train-input-9-5"/>
          <p:cNvSpPr/>
          <p:nvPr/>
        </p:nvSpPr>
        <p:spPr>
          <a:xfrm>
            <a:off x="22707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6-train-input-9-6"/>
          <p:cNvSpPr/>
          <p:nvPr/>
        </p:nvSpPr>
        <p:spPr>
          <a:xfrm>
            <a:off x="2468880" y="35204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6-train-input-9-7"/>
          <p:cNvSpPr/>
          <p:nvPr/>
        </p:nvSpPr>
        <p:spPr>
          <a:xfrm>
            <a:off x="26670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6-train-input-9-8"/>
          <p:cNvSpPr/>
          <p:nvPr/>
        </p:nvSpPr>
        <p:spPr>
          <a:xfrm>
            <a:off x="28651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6-train-input-9-9"/>
          <p:cNvSpPr/>
          <p:nvPr/>
        </p:nvSpPr>
        <p:spPr>
          <a:xfrm>
            <a:off x="30632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6-train-input-9-10"/>
          <p:cNvSpPr/>
          <p:nvPr/>
        </p:nvSpPr>
        <p:spPr>
          <a:xfrm>
            <a:off x="32613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6-train-input-9-11"/>
          <p:cNvSpPr/>
          <p:nvPr/>
        </p:nvSpPr>
        <p:spPr>
          <a:xfrm>
            <a:off x="34594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6-train-input-10-0"/>
          <p:cNvSpPr/>
          <p:nvPr/>
        </p:nvSpPr>
        <p:spPr>
          <a:xfrm>
            <a:off x="12801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6-train-input-10-1"/>
          <p:cNvSpPr/>
          <p:nvPr/>
        </p:nvSpPr>
        <p:spPr>
          <a:xfrm>
            <a:off x="1478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6-train-input-10-2"/>
          <p:cNvSpPr/>
          <p:nvPr/>
        </p:nvSpPr>
        <p:spPr>
          <a:xfrm>
            <a:off x="16764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6-train-input-10-3"/>
          <p:cNvSpPr/>
          <p:nvPr/>
        </p:nvSpPr>
        <p:spPr>
          <a:xfrm>
            <a:off x="187451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6-train-input-10-4"/>
          <p:cNvSpPr/>
          <p:nvPr/>
        </p:nvSpPr>
        <p:spPr>
          <a:xfrm>
            <a:off x="20726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6-train-input-10-5"/>
          <p:cNvSpPr/>
          <p:nvPr/>
        </p:nvSpPr>
        <p:spPr>
          <a:xfrm>
            <a:off x="22707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6-train-input-10-6"/>
          <p:cNvSpPr/>
          <p:nvPr/>
        </p:nvSpPr>
        <p:spPr>
          <a:xfrm>
            <a:off x="246888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6-train-input-10-7"/>
          <p:cNvSpPr/>
          <p:nvPr/>
        </p:nvSpPr>
        <p:spPr>
          <a:xfrm>
            <a:off x="266700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6-train-input-10-8"/>
          <p:cNvSpPr/>
          <p:nvPr/>
        </p:nvSpPr>
        <p:spPr>
          <a:xfrm>
            <a:off x="28651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6-train-input-10-9"/>
          <p:cNvSpPr/>
          <p:nvPr/>
        </p:nvSpPr>
        <p:spPr>
          <a:xfrm>
            <a:off x="306324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6-train-input-10-10"/>
          <p:cNvSpPr/>
          <p:nvPr/>
        </p:nvSpPr>
        <p:spPr>
          <a:xfrm>
            <a:off x="326136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6-train-input-10-11"/>
          <p:cNvSpPr/>
          <p:nvPr/>
        </p:nvSpPr>
        <p:spPr>
          <a:xfrm>
            <a:off x="34594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6-train-input-11-0"/>
          <p:cNvSpPr/>
          <p:nvPr/>
        </p:nvSpPr>
        <p:spPr>
          <a:xfrm>
            <a:off x="12801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6-train-input-11-1"/>
          <p:cNvSpPr/>
          <p:nvPr/>
        </p:nvSpPr>
        <p:spPr>
          <a:xfrm>
            <a:off x="14782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6-train-input-11-2"/>
          <p:cNvSpPr/>
          <p:nvPr/>
        </p:nvSpPr>
        <p:spPr>
          <a:xfrm>
            <a:off x="16764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6-train-input-11-3"/>
          <p:cNvSpPr/>
          <p:nvPr/>
        </p:nvSpPr>
        <p:spPr>
          <a:xfrm>
            <a:off x="187451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6-train-input-11-4"/>
          <p:cNvSpPr/>
          <p:nvPr/>
        </p:nvSpPr>
        <p:spPr>
          <a:xfrm>
            <a:off x="20726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6-train-input-11-5"/>
          <p:cNvSpPr/>
          <p:nvPr/>
        </p:nvSpPr>
        <p:spPr>
          <a:xfrm>
            <a:off x="22707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6-train-input-11-6"/>
          <p:cNvSpPr/>
          <p:nvPr/>
        </p:nvSpPr>
        <p:spPr>
          <a:xfrm>
            <a:off x="24688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6-train-input-11-7"/>
          <p:cNvSpPr/>
          <p:nvPr/>
        </p:nvSpPr>
        <p:spPr>
          <a:xfrm>
            <a:off x="26670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6-train-input-11-8"/>
          <p:cNvSpPr/>
          <p:nvPr/>
        </p:nvSpPr>
        <p:spPr>
          <a:xfrm>
            <a:off x="28651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6-train-input-11-9"/>
          <p:cNvSpPr/>
          <p:nvPr/>
        </p:nvSpPr>
        <p:spPr>
          <a:xfrm>
            <a:off x="30632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6-train-input-11-10"/>
          <p:cNvSpPr/>
          <p:nvPr/>
        </p:nvSpPr>
        <p:spPr>
          <a:xfrm>
            <a:off x="3261360" y="39166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6-train-input-11-11"/>
          <p:cNvSpPr/>
          <p:nvPr/>
        </p:nvSpPr>
        <p:spPr>
          <a:xfrm>
            <a:off x="3459480" y="39166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6-train-output-0-0"/>
          <p:cNvSpPr/>
          <p:nvPr/>
        </p:nvSpPr>
        <p:spPr>
          <a:xfrm>
            <a:off x="53949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6-train-output-0-1"/>
          <p:cNvSpPr/>
          <p:nvPr/>
        </p:nvSpPr>
        <p:spPr>
          <a:xfrm>
            <a:off x="55930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6-train-output-0-2"/>
          <p:cNvSpPr/>
          <p:nvPr/>
        </p:nvSpPr>
        <p:spPr>
          <a:xfrm>
            <a:off x="57912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6-train-output-0-3"/>
          <p:cNvSpPr/>
          <p:nvPr/>
        </p:nvSpPr>
        <p:spPr>
          <a:xfrm>
            <a:off x="59893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6-train-output-0-4"/>
          <p:cNvSpPr/>
          <p:nvPr/>
        </p:nvSpPr>
        <p:spPr>
          <a:xfrm>
            <a:off x="61874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6-train-output-0-5"/>
          <p:cNvSpPr/>
          <p:nvPr/>
        </p:nvSpPr>
        <p:spPr>
          <a:xfrm>
            <a:off x="63855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6-train-output-0-6"/>
          <p:cNvSpPr/>
          <p:nvPr/>
        </p:nvSpPr>
        <p:spPr>
          <a:xfrm>
            <a:off x="65836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6-train-output-0-7"/>
          <p:cNvSpPr/>
          <p:nvPr/>
        </p:nvSpPr>
        <p:spPr>
          <a:xfrm>
            <a:off x="67818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6-train-output-0-8"/>
          <p:cNvSpPr/>
          <p:nvPr/>
        </p:nvSpPr>
        <p:spPr>
          <a:xfrm>
            <a:off x="69799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6-train-output-0-9"/>
          <p:cNvSpPr/>
          <p:nvPr/>
        </p:nvSpPr>
        <p:spPr>
          <a:xfrm>
            <a:off x="7178040" y="17373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6-train-output-0-10"/>
          <p:cNvSpPr/>
          <p:nvPr/>
        </p:nvSpPr>
        <p:spPr>
          <a:xfrm>
            <a:off x="73761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6-train-output-0-11"/>
          <p:cNvSpPr/>
          <p:nvPr/>
        </p:nvSpPr>
        <p:spPr>
          <a:xfrm>
            <a:off x="75742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6-train-output-1-0"/>
          <p:cNvSpPr/>
          <p:nvPr/>
        </p:nvSpPr>
        <p:spPr>
          <a:xfrm>
            <a:off x="539496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6-train-output-1-1"/>
          <p:cNvSpPr/>
          <p:nvPr/>
        </p:nvSpPr>
        <p:spPr>
          <a:xfrm>
            <a:off x="559308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6-train-output-1-2"/>
          <p:cNvSpPr/>
          <p:nvPr/>
        </p:nvSpPr>
        <p:spPr>
          <a:xfrm>
            <a:off x="579120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6-train-output-1-3"/>
          <p:cNvSpPr/>
          <p:nvPr/>
        </p:nvSpPr>
        <p:spPr>
          <a:xfrm>
            <a:off x="598932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6-train-output-1-4"/>
          <p:cNvSpPr/>
          <p:nvPr/>
        </p:nvSpPr>
        <p:spPr>
          <a:xfrm>
            <a:off x="61874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6-train-output-1-5"/>
          <p:cNvSpPr/>
          <p:nvPr/>
        </p:nvSpPr>
        <p:spPr>
          <a:xfrm>
            <a:off x="63855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6-train-output-1-6"/>
          <p:cNvSpPr/>
          <p:nvPr/>
        </p:nvSpPr>
        <p:spPr>
          <a:xfrm>
            <a:off x="65836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6-train-output-1-7"/>
          <p:cNvSpPr/>
          <p:nvPr/>
        </p:nvSpPr>
        <p:spPr>
          <a:xfrm>
            <a:off x="67818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6-train-output-1-8"/>
          <p:cNvSpPr/>
          <p:nvPr/>
        </p:nvSpPr>
        <p:spPr>
          <a:xfrm>
            <a:off x="69799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6-train-output-1-9"/>
          <p:cNvSpPr/>
          <p:nvPr/>
        </p:nvSpPr>
        <p:spPr>
          <a:xfrm>
            <a:off x="7178040" y="19354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6-train-output-1-10"/>
          <p:cNvSpPr/>
          <p:nvPr/>
        </p:nvSpPr>
        <p:spPr>
          <a:xfrm>
            <a:off x="73761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6-train-output-1-11"/>
          <p:cNvSpPr/>
          <p:nvPr/>
        </p:nvSpPr>
        <p:spPr>
          <a:xfrm>
            <a:off x="75742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6-train-output-2-0"/>
          <p:cNvSpPr/>
          <p:nvPr/>
        </p:nvSpPr>
        <p:spPr>
          <a:xfrm>
            <a:off x="53949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6-train-output-2-1"/>
          <p:cNvSpPr/>
          <p:nvPr/>
        </p:nvSpPr>
        <p:spPr>
          <a:xfrm>
            <a:off x="55930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6-train-output-2-2"/>
          <p:cNvSpPr/>
          <p:nvPr/>
        </p:nvSpPr>
        <p:spPr>
          <a:xfrm>
            <a:off x="57912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6-train-output-2-3"/>
          <p:cNvSpPr/>
          <p:nvPr/>
        </p:nvSpPr>
        <p:spPr>
          <a:xfrm>
            <a:off x="5989320" y="2133599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6-train-output-2-4"/>
          <p:cNvSpPr/>
          <p:nvPr/>
        </p:nvSpPr>
        <p:spPr>
          <a:xfrm>
            <a:off x="61874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6-train-output-2-5"/>
          <p:cNvSpPr/>
          <p:nvPr/>
        </p:nvSpPr>
        <p:spPr>
          <a:xfrm>
            <a:off x="63855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6-train-output-2-6"/>
          <p:cNvSpPr/>
          <p:nvPr/>
        </p:nvSpPr>
        <p:spPr>
          <a:xfrm>
            <a:off x="65836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6-train-output-2-7"/>
          <p:cNvSpPr/>
          <p:nvPr/>
        </p:nvSpPr>
        <p:spPr>
          <a:xfrm>
            <a:off x="67818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6-train-output-2-8"/>
          <p:cNvSpPr/>
          <p:nvPr/>
        </p:nvSpPr>
        <p:spPr>
          <a:xfrm>
            <a:off x="69799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6-train-output-2-9"/>
          <p:cNvSpPr/>
          <p:nvPr/>
        </p:nvSpPr>
        <p:spPr>
          <a:xfrm>
            <a:off x="7178040" y="2133599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6-train-output-2-10"/>
          <p:cNvSpPr/>
          <p:nvPr/>
        </p:nvSpPr>
        <p:spPr>
          <a:xfrm>
            <a:off x="73761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6-train-output-2-11"/>
          <p:cNvSpPr/>
          <p:nvPr/>
        </p:nvSpPr>
        <p:spPr>
          <a:xfrm>
            <a:off x="75742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6-train-output-3-0"/>
          <p:cNvSpPr/>
          <p:nvPr/>
        </p:nvSpPr>
        <p:spPr>
          <a:xfrm>
            <a:off x="539496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6-train-output-3-1"/>
          <p:cNvSpPr/>
          <p:nvPr/>
        </p:nvSpPr>
        <p:spPr>
          <a:xfrm>
            <a:off x="559308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6-train-output-3-2"/>
          <p:cNvSpPr/>
          <p:nvPr/>
        </p:nvSpPr>
        <p:spPr>
          <a:xfrm>
            <a:off x="579120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6-train-output-3-3"/>
          <p:cNvSpPr/>
          <p:nvPr/>
        </p:nvSpPr>
        <p:spPr>
          <a:xfrm>
            <a:off x="5989320" y="233172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6-train-output-3-4"/>
          <p:cNvSpPr/>
          <p:nvPr/>
        </p:nvSpPr>
        <p:spPr>
          <a:xfrm>
            <a:off x="618744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6-train-output-3-5"/>
          <p:cNvSpPr/>
          <p:nvPr/>
        </p:nvSpPr>
        <p:spPr>
          <a:xfrm>
            <a:off x="63855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6-train-output-3-6"/>
          <p:cNvSpPr/>
          <p:nvPr/>
        </p:nvSpPr>
        <p:spPr>
          <a:xfrm>
            <a:off x="65836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6-train-output-3-7"/>
          <p:cNvSpPr/>
          <p:nvPr/>
        </p:nvSpPr>
        <p:spPr>
          <a:xfrm>
            <a:off x="67818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6-train-output-3-8"/>
          <p:cNvSpPr/>
          <p:nvPr/>
        </p:nvSpPr>
        <p:spPr>
          <a:xfrm>
            <a:off x="69799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6-train-output-3-9"/>
          <p:cNvSpPr/>
          <p:nvPr/>
        </p:nvSpPr>
        <p:spPr>
          <a:xfrm>
            <a:off x="7178040" y="23317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6-train-output-3-10"/>
          <p:cNvSpPr/>
          <p:nvPr/>
        </p:nvSpPr>
        <p:spPr>
          <a:xfrm>
            <a:off x="73761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6-train-output-3-11"/>
          <p:cNvSpPr/>
          <p:nvPr/>
        </p:nvSpPr>
        <p:spPr>
          <a:xfrm>
            <a:off x="75742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6-train-output-4-0"/>
          <p:cNvSpPr/>
          <p:nvPr/>
        </p:nvSpPr>
        <p:spPr>
          <a:xfrm>
            <a:off x="53949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6-train-output-4-1"/>
          <p:cNvSpPr/>
          <p:nvPr/>
        </p:nvSpPr>
        <p:spPr>
          <a:xfrm>
            <a:off x="55930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6-train-output-4-2"/>
          <p:cNvSpPr/>
          <p:nvPr/>
        </p:nvSpPr>
        <p:spPr>
          <a:xfrm>
            <a:off x="57912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6-train-output-4-3"/>
          <p:cNvSpPr/>
          <p:nvPr/>
        </p:nvSpPr>
        <p:spPr>
          <a:xfrm>
            <a:off x="598932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6-train-output-4-4"/>
          <p:cNvSpPr/>
          <p:nvPr/>
        </p:nvSpPr>
        <p:spPr>
          <a:xfrm>
            <a:off x="618744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6-train-output-4-5"/>
          <p:cNvSpPr/>
          <p:nvPr/>
        </p:nvSpPr>
        <p:spPr>
          <a:xfrm>
            <a:off x="63855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6-train-output-4-6"/>
          <p:cNvSpPr/>
          <p:nvPr/>
        </p:nvSpPr>
        <p:spPr>
          <a:xfrm>
            <a:off x="65836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6-train-output-4-7"/>
          <p:cNvSpPr/>
          <p:nvPr/>
        </p:nvSpPr>
        <p:spPr>
          <a:xfrm>
            <a:off x="67818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6-train-output-4-8"/>
          <p:cNvSpPr/>
          <p:nvPr/>
        </p:nvSpPr>
        <p:spPr>
          <a:xfrm>
            <a:off x="69799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6-train-output-4-9"/>
          <p:cNvSpPr/>
          <p:nvPr/>
        </p:nvSpPr>
        <p:spPr>
          <a:xfrm>
            <a:off x="7178040" y="25298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6-train-output-4-10"/>
          <p:cNvSpPr/>
          <p:nvPr/>
        </p:nvSpPr>
        <p:spPr>
          <a:xfrm>
            <a:off x="73761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6-train-output-4-11"/>
          <p:cNvSpPr/>
          <p:nvPr/>
        </p:nvSpPr>
        <p:spPr>
          <a:xfrm>
            <a:off x="75742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6-train-output-5-0"/>
          <p:cNvSpPr/>
          <p:nvPr/>
        </p:nvSpPr>
        <p:spPr>
          <a:xfrm>
            <a:off x="53949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6-train-output-5-1"/>
          <p:cNvSpPr/>
          <p:nvPr/>
        </p:nvSpPr>
        <p:spPr>
          <a:xfrm>
            <a:off x="55930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6-train-output-5-2"/>
          <p:cNvSpPr/>
          <p:nvPr/>
        </p:nvSpPr>
        <p:spPr>
          <a:xfrm>
            <a:off x="57912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6-train-output-5-3"/>
          <p:cNvSpPr/>
          <p:nvPr/>
        </p:nvSpPr>
        <p:spPr>
          <a:xfrm>
            <a:off x="5989320" y="27279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6-train-output-5-4"/>
          <p:cNvSpPr/>
          <p:nvPr/>
        </p:nvSpPr>
        <p:spPr>
          <a:xfrm>
            <a:off x="6187440" y="27279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6-train-output-5-5"/>
          <p:cNvSpPr/>
          <p:nvPr/>
        </p:nvSpPr>
        <p:spPr>
          <a:xfrm>
            <a:off x="6385560" y="27279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6-train-output-5-6"/>
          <p:cNvSpPr/>
          <p:nvPr/>
        </p:nvSpPr>
        <p:spPr>
          <a:xfrm>
            <a:off x="6583680" y="27279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6-train-output-5-7"/>
          <p:cNvSpPr/>
          <p:nvPr/>
        </p:nvSpPr>
        <p:spPr>
          <a:xfrm>
            <a:off x="67818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6-train-output-5-8"/>
          <p:cNvSpPr/>
          <p:nvPr/>
        </p:nvSpPr>
        <p:spPr>
          <a:xfrm>
            <a:off x="69799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6-train-output-5-9"/>
          <p:cNvSpPr/>
          <p:nvPr/>
        </p:nvSpPr>
        <p:spPr>
          <a:xfrm>
            <a:off x="7178040" y="27279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6-train-output-5-10"/>
          <p:cNvSpPr/>
          <p:nvPr/>
        </p:nvSpPr>
        <p:spPr>
          <a:xfrm>
            <a:off x="73761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6-train-output-5-11"/>
          <p:cNvSpPr/>
          <p:nvPr/>
        </p:nvSpPr>
        <p:spPr>
          <a:xfrm>
            <a:off x="75742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6-train-output-6-0"/>
          <p:cNvSpPr/>
          <p:nvPr/>
        </p:nvSpPr>
        <p:spPr>
          <a:xfrm>
            <a:off x="53949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6-train-output-6-1"/>
          <p:cNvSpPr/>
          <p:nvPr/>
        </p:nvSpPr>
        <p:spPr>
          <a:xfrm>
            <a:off x="55930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6-train-output-6-2"/>
          <p:cNvSpPr/>
          <p:nvPr/>
        </p:nvSpPr>
        <p:spPr>
          <a:xfrm>
            <a:off x="57912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6-train-output-6-3"/>
          <p:cNvSpPr/>
          <p:nvPr/>
        </p:nvSpPr>
        <p:spPr>
          <a:xfrm>
            <a:off x="59893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6-train-output-6-4"/>
          <p:cNvSpPr/>
          <p:nvPr/>
        </p:nvSpPr>
        <p:spPr>
          <a:xfrm>
            <a:off x="618744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6-train-output-6-5"/>
          <p:cNvSpPr/>
          <p:nvPr/>
        </p:nvSpPr>
        <p:spPr>
          <a:xfrm>
            <a:off x="63855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6-train-output-6-6"/>
          <p:cNvSpPr/>
          <p:nvPr/>
        </p:nvSpPr>
        <p:spPr>
          <a:xfrm>
            <a:off x="6583680" y="29260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6-train-output-6-7"/>
          <p:cNvSpPr/>
          <p:nvPr/>
        </p:nvSpPr>
        <p:spPr>
          <a:xfrm>
            <a:off x="67818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6-train-output-6-8"/>
          <p:cNvSpPr/>
          <p:nvPr/>
        </p:nvSpPr>
        <p:spPr>
          <a:xfrm>
            <a:off x="69799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6-train-output-6-9"/>
          <p:cNvSpPr/>
          <p:nvPr/>
        </p:nvSpPr>
        <p:spPr>
          <a:xfrm>
            <a:off x="7178040" y="29260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6-train-output-6-10"/>
          <p:cNvSpPr/>
          <p:nvPr/>
        </p:nvSpPr>
        <p:spPr>
          <a:xfrm>
            <a:off x="73761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6-train-output-6-11"/>
          <p:cNvSpPr/>
          <p:nvPr/>
        </p:nvSpPr>
        <p:spPr>
          <a:xfrm>
            <a:off x="75742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6-train-output-7-0"/>
          <p:cNvSpPr/>
          <p:nvPr/>
        </p:nvSpPr>
        <p:spPr>
          <a:xfrm>
            <a:off x="53949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6-train-output-7-1"/>
          <p:cNvSpPr/>
          <p:nvPr/>
        </p:nvSpPr>
        <p:spPr>
          <a:xfrm>
            <a:off x="55930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6-train-output-7-2"/>
          <p:cNvSpPr/>
          <p:nvPr/>
        </p:nvSpPr>
        <p:spPr>
          <a:xfrm>
            <a:off x="57912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6-train-output-7-3"/>
          <p:cNvSpPr/>
          <p:nvPr/>
        </p:nvSpPr>
        <p:spPr>
          <a:xfrm>
            <a:off x="59893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6-train-output-7-4"/>
          <p:cNvSpPr/>
          <p:nvPr/>
        </p:nvSpPr>
        <p:spPr>
          <a:xfrm>
            <a:off x="61874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6-train-output-7-5"/>
          <p:cNvSpPr/>
          <p:nvPr/>
        </p:nvSpPr>
        <p:spPr>
          <a:xfrm>
            <a:off x="63855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6-train-output-7-6"/>
          <p:cNvSpPr/>
          <p:nvPr/>
        </p:nvSpPr>
        <p:spPr>
          <a:xfrm>
            <a:off x="6583680" y="312420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6-train-output-7-7"/>
          <p:cNvSpPr/>
          <p:nvPr/>
        </p:nvSpPr>
        <p:spPr>
          <a:xfrm>
            <a:off x="67818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6-train-output-7-8"/>
          <p:cNvSpPr/>
          <p:nvPr/>
        </p:nvSpPr>
        <p:spPr>
          <a:xfrm>
            <a:off x="69799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6-train-output-7-9"/>
          <p:cNvSpPr/>
          <p:nvPr/>
        </p:nvSpPr>
        <p:spPr>
          <a:xfrm>
            <a:off x="71780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6-train-output-7-10"/>
          <p:cNvSpPr/>
          <p:nvPr/>
        </p:nvSpPr>
        <p:spPr>
          <a:xfrm>
            <a:off x="73761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6-train-output-7-11"/>
          <p:cNvSpPr/>
          <p:nvPr/>
        </p:nvSpPr>
        <p:spPr>
          <a:xfrm>
            <a:off x="75742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6-train-output-8-0"/>
          <p:cNvSpPr/>
          <p:nvPr/>
        </p:nvSpPr>
        <p:spPr>
          <a:xfrm>
            <a:off x="53949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6-train-output-8-1"/>
          <p:cNvSpPr/>
          <p:nvPr/>
        </p:nvSpPr>
        <p:spPr>
          <a:xfrm>
            <a:off x="55930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6-train-output-8-2"/>
          <p:cNvSpPr/>
          <p:nvPr/>
        </p:nvSpPr>
        <p:spPr>
          <a:xfrm>
            <a:off x="57912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6-train-output-8-3"/>
          <p:cNvSpPr/>
          <p:nvPr/>
        </p:nvSpPr>
        <p:spPr>
          <a:xfrm>
            <a:off x="59893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6-train-output-8-4"/>
          <p:cNvSpPr/>
          <p:nvPr/>
        </p:nvSpPr>
        <p:spPr>
          <a:xfrm>
            <a:off x="61874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6-train-output-8-5"/>
          <p:cNvSpPr/>
          <p:nvPr/>
        </p:nvSpPr>
        <p:spPr>
          <a:xfrm>
            <a:off x="638556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6-train-output-8-6"/>
          <p:cNvSpPr/>
          <p:nvPr/>
        </p:nvSpPr>
        <p:spPr>
          <a:xfrm>
            <a:off x="6583680" y="332232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6-train-output-8-7"/>
          <p:cNvSpPr/>
          <p:nvPr/>
        </p:nvSpPr>
        <p:spPr>
          <a:xfrm>
            <a:off x="678180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6-train-output-8-8"/>
          <p:cNvSpPr/>
          <p:nvPr/>
        </p:nvSpPr>
        <p:spPr>
          <a:xfrm>
            <a:off x="697992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6-train-output-8-9"/>
          <p:cNvSpPr/>
          <p:nvPr/>
        </p:nvSpPr>
        <p:spPr>
          <a:xfrm>
            <a:off x="71780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6-train-output-8-10"/>
          <p:cNvSpPr/>
          <p:nvPr/>
        </p:nvSpPr>
        <p:spPr>
          <a:xfrm>
            <a:off x="73761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6-train-output-8-11"/>
          <p:cNvSpPr/>
          <p:nvPr/>
        </p:nvSpPr>
        <p:spPr>
          <a:xfrm>
            <a:off x="75742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6-train-output-9-0"/>
          <p:cNvSpPr/>
          <p:nvPr/>
        </p:nvSpPr>
        <p:spPr>
          <a:xfrm>
            <a:off x="53949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6-train-output-9-1"/>
          <p:cNvSpPr/>
          <p:nvPr/>
        </p:nvSpPr>
        <p:spPr>
          <a:xfrm>
            <a:off x="55930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6-train-output-9-2"/>
          <p:cNvSpPr/>
          <p:nvPr/>
        </p:nvSpPr>
        <p:spPr>
          <a:xfrm>
            <a:off x="57912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6-train-output-9-3"/>
          <p:cNvSpPr/>
          <p:nvPr/>
        </p:nvSpPr>
        <p:spPr>
          <a:xfrm>
            <a:off x="59893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6-train-output-9-4"/>
          <p:cNvSpPr/>
          <p:nvPr/>
        </p:nvSpPr>
        <p:spPr>
          <a:xfrm>
            <a:off x="61874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6-train-output-9-5"/>
          <p:cNvSpPr/>
          <p:nvPr/>
        </p:nvSpPr>
        <p:spPr>
          <a:xfrm>
            <a:off x="63855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6-train-output-9-6"/>
          <p:cNvSpPr/>
          <p:nvPr/>
        </p:nvSpPr>
        <p:spPr>
          <a:xfrm>
            <a:off x="6583680" y="35204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6-train-output-9-7"/>
          <p:cNvSpPr/>
          <p:nvPr/>
        </p:nvSpPr>
        <p:spPr>
          <a:xfrm>
            <a:off x="67818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6-train-output-9-8"/>
          <p:cNvSpPr/>
          <p:nvPr/>
        </p:nvSpPr>
        <p:spPr>
          <a:xfrm>
            <a:off x="69799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6-train-output-9-9"/>
          <p:cNvSpPr/>
          <p:nvPr/>
        </p:nvSpPr>
        <p:spPr>
          <a:xfrm>
            <a:off x="71780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6-train-output-9-10"/>
          <p:cNvSpPr/>
          <p:nvPr/>
        </p:nvSpPr>
        <p:spPr>
          <a:xfrm>
            <a:off x="73761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6-train-output-9-11"/>
          <p:cNvSpPr/>
          <p:nvPr/>
        </p:nvSpPr>
        <p:spPr>
          <a:xfrm>
            <a:off x="75742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6-train-output-10-0"/>
          <p:cNvSpPr/>
          <p:nvPr/>
        </p:nvSpPr>
        <p:spPr>
          <a:xfrm>
            <a:off x="53949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6-train-output-10-1"/>
          <p:cNvSpPr/>
          <p:nvPr/>
        </p:nvSpPr>
        <p:spPr>
          <a:xfrm>
            <a:off x="55930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6-train-output-10-2"/>
          <p:cNvSpPr/>
          <p:nvPr/>
        </p:nvSpPr>
        <p:spPr>
          <a:xfrm>
            <a:off x="57912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6-train-output-10-3"/>
          <p:cNvSpPr/>
          <p:nvPr/>
        </p:nvSpPr>
        <p:spPr>
          <a:xfrm>
            <a:off x="59893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6-train-output-10-4"/>
          <p:cNvSpPr/>
          <p:nvPr/>
        </p:nvSpPr>
        <p:spPr>
          <a:xfrm>
            <a:off x="61874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6-train-output-10-5"/>
          <p:cNvSpPr/>
          <p:nvPr/>
        </p:nvSpPr>
        <p:spPr>
          <a:xfrm>
            <a:off x="63855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6-train-output-10-6"/>
          <p:cNvSpPr/>
          <p:nvPr/>
        </p:nvSpPr>
        <p:spPr>
          <a:xfrm>
            <a:off x="658368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6-train-output-10-7"/>
          <p:cNvSpPr/>
          <p:nvPr/>
        </p:nvSpPr>
        <p:spPr>
          <a:xfrm>
            <a:off x="678180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6-train-output-10-8"/>
          <p:cNvSpPr/>
          <p:nvPr/>
        </p:nvSpPr>
        <p:spPr>
          <a:xfrm>
            <a:off x="697992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6-train-output-10-9"/>
          <p:cNvSpPr/>
          <p:nvPr/>
        </p:nvSpPr>
        <p:spPr>
          <a:xfrm>
            <a:off x="717804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6-train-output-10-10"/>
          <p:cNvSpPr/>
          <p:nvPr/>
        </p:nvSpPr>
        <p:spPr>
          <a:xfrm>
            <a:off x="7376160" y="371856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6-train-output-10-11"/>
          <p:cNvSpPr/>
          <p:nvPr/>
        </p:nvSpPr>
        <p:spPr>
          <a:xfrm>
            <a:off x="7574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6-train-output-11-0"/>
          <p:cNvSpPr/>
          <p:nvPr/>
        </p:nvSpPr>
        <p:spPr>
          <a:xfrm>
            <a:off x="53949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6-train-output-11-1"/>
          <p:cNvSpPr/>
          <p:nvPr/>
        </p:nvSpPr>
        <p:spPr>
          <a:xfrm>
            <a:off x="55930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6-train-output-11-2"/>
          <p:cNvSpPr/>
          <p:nvPr/>
        </p:nvSpPr>
        <p:spPr>
          <a:xfrm>
            <a:off x="57912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6-train-output-11-3"/>
          <p:cNvSpPr/>
          <p:nvPr/>
        </p:nvSpPr>
        <p:spPr>
          <a:xfrm>
            <a:off x="59893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6-train-output-11-4"/>
          <p:cNvSpPr/>
          <p:nvPr/>
        </p:nvSpPr>
        <p:spPr>
          <a:xfrm>
            <a:off x="61874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6-train-output-11-5"/>
          <p:cNvSpPr/>
          <p:nvPr/>
        </p:nvSpPr>
        <p:spPr>
          <a:xfrm>
            <a:off x="63855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6-train-output-11-6"/>
          <p:cNvSpPr/>
          <p:nvPr/>
        </p:nvSpPr>
        <p:spPr>
          <a:xfrm>
            <a:off x="65836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6-train-output-11-7"/>
          <p:cNvSpPr/>
          <p:nvPr/>
        </p:nvSpPr>
        <p:spPr>
          <a:xfrm>
            <a:off x="67818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6-train-output-11-8"/>
          <p:cNvSpPr/>
          <p:nvPr/>
        </p:nvSpPr>
        <p:spPr>
          <a:xfrm>
            <a:off x="69799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6-train-output-11-9"/>
          <p:cNvSpPr/>
          <p:nvPr/>
        </p:nvSpPr>
        <p:spPr>
          <a:xfrm>
            <a:off x="71780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6-train-output-11-10"/>
          <p:cNvSpPr/>
          <p:nvPr/>
        </p:nvSpPr>
        <p:spPr>
          <a:xfrm>
            <a:off x="7376160" y="39166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6-train-output-11-11"/>
          <p:cNvSpPr/>
          <p:nvPr/>
        </p:nvSpPr>
        <p:spPr>
          <a:xfrm>
            <a:off x="7574280" y="39166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提示例は全4組、テスト入力は全1個。ここでは各1番目を表示。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faa9f03d.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https://github.com/arcprize/ARC-AGI-2/blob/f3283f7/data/evaluation/faa9f03d.json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追加例4：切れた経路を復元する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6-test-input-0-0"/>
          <p:cNvSpPr/>
          <p:nvPr/>
        </p:nvSpPr>
        <p:spPr>
          <a:xfrm>
            <a:off x="12801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6-test-input-0-1"/>
          <p:cNvSpPr/>
          <p:nvPr/>
        </p:nvSpPr>
        <p:spPr>
          <a:xfrm>
            <a:off x="14782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6-test-input-0-2"/>
          <p:cNvSpPr/>
          <p:nvPr/>
        </p:nvSpPr>
        <p:spPr>
          <a:xfrm>
            <a:off x="16764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6-test-input-0-3"/>
          <p:cNvSpPr/>
          <p:nvPr/>
        </p:nvSpPr>
        <p:spPr>
          <a:xfrm>
            <a:off x="187451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6-test-input-0-4"/>
          <p:cNvSpPr/>
          <p:nvPr/>
        </p:nvSpPr>
        <p:spPr>
          <a:xfrm>
            <a:off x="2072640" y="17373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6-test-input-0-5"/>
          <p:cNvSpPr/>
          <p:nvPr/>
        </p:nvSpPr>
        <p:spPr>
          <a:xfrm>
            <a:off x="22707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6-test-input-0-6"/>
          <p:cNvSpPr/>
          <p:nvPr/>
        </p:nvSpPr>
        <p:spPr>
          <a:xfrm>
            <a:off x="24688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6-test-input-0-7"/>
          <p:cNvSpPr/>
          <p:nvPr/>
        </p:nvSpPr>
        <p:spPr>
          <a:xfrm>
            <a:off x="26670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6-test-input-0-8"/>
          <p:cNvSpPr/>
          <p:nvPr/>
        </p:nvSpPr>
        <p:spPr>
          <a:xfrm>
            <a:off x="28651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6-test-input-0-9"/>
          <p:cNvSpPr/>
          <p:nvPr/>
        </p:nvSpPr>
        <p:spPr>
          <a:xfrm>
            <a:off x="30632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6-test-input-0-10"/>
          <p:cNvSpPr/>
          <p:nvPr/>
        </p:nvSpPr>
        <p:spPr>
          <a:xfrm>
            <a:off x="3261360" y="17373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6-test-input-0-11"/>
          <p:cNvSpPr/>
          <p:nvPr/>
        </p:nvSpPr>
        <p:spPr>
          <a:xfrm>
            <a:off x="34594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6-test-input-1-0"/>
          <p:cNvSpPr/>
          <p:nvPr/>
        </p:nvSpPr>
        <p:spPr>
          <a:xfrm>
            <a:off x="12801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6-test-input-1-1"/>
          <p:cNvSpPr/>
          <p:nvPr/>
        </p:nvSpPr>
        <p:spPr>
          <a:xfrm>
            <a:off x="14782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6-test-input-1-2"/>
          <p:cNvSpPr/>
          <p:nvPr/>
        </p:nvSpPr>
        <p:spPr>
          <a:xfrm>
            <a:off x="16764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6-test-input-1-3"/>
          <p:cNvSpPr/>
          <p:nvPr/>
        </p:nvSpPr>
        <p:spPr>
          <a:xfrm>
            <a:off x="187451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6-test-input-1-4"/>
          <p:cNvSpPr/>
          <p:nvPr/>
        </p:nvSpPr>
        <p:spPr>
          <a:xfrm>
            <a:off x="2072640" y="19354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6-test-input-1-5"/>
          <p:cNvSpPr/>
          <p:nvPr/>
        </p:nvSpPr>
        <p:spPr>
          <a:xfrm>
            <a:off x="22707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6-test-input-1-6"/>
          <p:cNvSpPr/>
          <p:nvPr/>
        </p:nvSpPr>
        <p:spPr>
          <a:xfrm>
            <a:off x="24688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6-test-input-1-7"/>
          <p:cNvSpPr/>
          <p:nvPr/>
        </p:nvSpPr>
        <p:spPr>
          <a:xfrm>
            <a:off x="26670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6-test-input-1-8"/>
          <p:cNvSpPr/>
          <p:nvPr/>
        </p:nvSpPr>
        <p:spPr>
          <a:xfrm>
            <a:off x="28651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6-test-input-1-9"/>
          <p:cNvSpPr/>
          <p:nvPr/>
        </p:nvSpPr>
        <p:spPr>
          <a:xfrm>
            <a:off x="30632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6-test-input-1-10"/>
          <p:cNvSpPr/>
          <p:nvPr/>
        </p:nvSpPr>
        <p:spPr>
          <a:xfrm>
            <a:off x="3261360" y="19354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6-test-input-1-11"/>
          <p:cNvSpPr/>
          <p:nvPr/>
        </p:nvSpPr>
        <p:spPr>
          <a:xfrm>
            <a:off x="34594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6-test-input-2-0"/>
          <p:cNvSpPr/>
          <p:nvPr/>
        </p:nvSpPr>
        <p:spPr>
          <a:xfrm>
            <a:off x="12801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6-test-input-2-1"/>
          <p:cNvSpPr/>
          <p:nvPr/>
        </p:nvSpPr>
        <p:spPr>
          <a:xfrm>
            <a:off x="14782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6-test-input-2-2"/>
          <p:cNvSpPr/>
          <p:nvPr/>
        </p:nvSpPr>
        <p:spPr>
          <a:xfrm>
            <a:off x="16764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6-test-input-2-3"/>
          <p:cNvSpPr/>
          <p:nvPr/>
        </p:nvSpPr>
        <p:spPr>
          <a:xfrm>
            <a:off x="187451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6-test-input-2-4"/>
          <p:cNvSpPr/>
          <p:nvPr/>
        </p:nvSpPr>
        <p:spPr>
          <a:xfrm>
            <a:off x="2072640" y="2133599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6-test-input-2-5"/>
          <p:cNvSpPr/>
          <p:nvPr/>
        </p:nvSpPr>
        <p:spPr>
          <a:xfrm>
            <a:off x="22707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6-test-input-2-6"/>
          <p:cNvSpPr/>
          <p:nvPr/>
        </p:nvSpPr>
        <p:spPr>
          <a:xfrm>
            <a:off x="24688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6-test-input-2-7"/>
          <p:cNvSpPr/>
          <p:nvPr/>
        </p:nvSpPr>
        <p:spPr>
          <a:xfrm>
            <a:off x="26670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6-test-input-2-8"/>
          <p:cNvSpPr/>
          <p:nvPr/>
        </p:nvSpPr>
        <p:spPr>
          <a:xfrm>
            <a:off x="28651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6-test-input-2-9"/>
          <p:cNvSpPr/>
          <p:nvPr/>
        </p:nvSpPr>
        <p:spPr>
          <a:xfrm>
            <a:off x="30632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6-test-input-2-10"/>
          <p:cNvSpPr/>
          <p:nvPr/>
        </p:nvSpPr>
        <p:spPr>
          <a:xfrm>
            <a:off x="3261360" y="2133599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6-test-input-2-11"/>
          <p:cNvSpPr/>
          <p:nvPr/>
        </p:nvSpPr>
        <p:spPr>
          <a:xfrm>
            <a:off x="34594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6-test-input-3-0"/>
          <p:cNvSpPr/>
          <p:nvPr/>
        </p:nvSpPr>
        <p:spPr>
          <a:xfrm>
            <a:off x="128016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6-test-input-3-1"/>
          <p:cNvSpPr/>
          <p:nvPr/>
        </p:nvSpPr>
        <p:spPr>
          <a:xfrm>
            <a:off x="147828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6-test-input-3-2"/>
          <p:cNvSpPr/>
          <p:nvPr/>
        </p:nvSpPr>
        <p:spPr>
          <a:xfrm>
            <a:off x="167640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6-test-input-3-3"/>
          <p:cNvSpPr/>
          <p:nvPr/>
        </p:nvSpPr>
        <p:spPr>
          <a:xfrm>
            <a:off x="1874519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6-test-input-3-4"/>
          <p:cNvSpPr/>
          <p:nvPr/>
        </p:nvSpPr>
        <p:spPr>
          <a:xfrm>
            <a:off x="207264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6-test-input-3-5"/>
          <p:cNvSpPr/>
          <p:nvPr/>
        </p:nvSpPr>
        <p:spPr>
          <a:xfrm>
            <a:off x="22707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6-test-input-3-6"/>
          <p:cNvSpPr/>
          <p:nvPr/>
        </p:nvSpPr>
        <p:spPr>
          <a:xfrm>
            <a:off x="24688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6-test-input-3-7"/>
          <p:cNvSpPr/>
          <p:nvPr/>
        </p:nvSpPr>
        <p:spPr>
          <a:xfrm>
            <a:off x="266700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6-test-input-3-8"/>
          <p:cNvSpPr/>
          <p:nvPr/>
        </p:nvSpPr>
        <p:spPr>
          <a:xfrm>
            <a:off x="286512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6-test-input-3-9"/>
          <p:cNvSpPr/>
          <p:nvPr/>
        </p:nvSpPr>
        <p:spPr>
          <a:xfrm>
            <a:off x="306324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6-test-input-3-10"/>
          <p:cNvSpPr/>
          <p:nvPr/>
        </p:nvSpPr>
        <p:spPr>
          <a:xfrm>
            <a:off x="326136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6-test-input-3-11"/>
          <p:cNvSpPr/>
          <p:nvPr/>
        </p:nvSpPr>
        <p:spPr>
          <a:xfrm>
            <a:off x="34594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6-test-input-4-0"/>
          <p:cNvSpPr/>
          <p:nvPr/>
        </p:nvSpPr>
        <p:spPr>
          <a:xfrm>
            <a:off x="12801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6-test-input-4-1"/>
          <p:cNvSpPr/>
          <p:nvPr/>
        </p:nvSpPr>
        <p:spPr>
          <a:xfrm>
            <a:off x="1478280" y="25298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6-test-input-4-2"/>
          <p:cNvSpPr/>
          <p:nvPr/>
        </p:nvSpPr>
        <p:spPr>
          <a:xfrm>
            <a:off x="16764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6-test-input-4-3"/>
          <p:cNvSpPr/>
          <p:nvPr/>
        </p:nvSpPr>
        <p:spPr>
          <a:xfrm>
            <a:off x="187451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6-test-input-4-4"/>
          <p:cNvSpPr/>
          <p:nvPr/>
        </p:nvSpPr>
        <p:spPr>
          <a:xfrm>
            <a:off x="20726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6-test-input-4-5"/>
          <p:cNvSpPr/>
          <p:nvPr/>
        </p:nvSpPr>
        <p:spPr>
          <a:xfrm>
            <a:off x="22707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6-test-input-4-6"/>
          <p:cNvSpPr/>
          <p:nvPr/>
        </p:nvSpPr>
        <p:spPr>
          <a:xfrm>
            <a:off x="24688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6-test-input-4-7"/>
          <p:cNvSpPr/>
          <p:nvPr/>
        </p:nvSpPr>
        <p:spPr>
          <a:xfrm>
            <a:off x="2667000" y="25298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6-test-input-4-8"/>
          <p:cNvSpPr/>
          <p:nvPr/>
        </p:nvSpPr>
        <p:spPr>
          <a:xfrm>
            <a:off x="28651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6-test-input-4-9"/>
          <p:cNvSpPr/>
          <p:nvPr/>
        </p:nvSpPr>
        <p:spPr>
          <a:xfrm>
            <a:off x="30632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6-test-input-4-10"/>
          <p:cNvSpPr/>
          <p:nvPr/>
        </p:nvSpPr>
        <p:spPr>
          <a:xfrm>
            <a:off x="326136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6-test-input-4-11"/>
          <p:cNvSpPr/>
          <p:nvPr/>
        </p:nvSpPr>
        <p:spPr>
          <a:xfrm>
            <a:off x="34594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6-test-input-5-0"/>
          <p:cNvSpPr/>
          <p:nvPr/>
        </p:nvSpPr>
        <p:spPr>
          <a:xfrm>
            <a:off x="12801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6-test-input-5-1"/>
          <p:cNvSpPr/>
          <p:nvPr/>
        </p:nvSpPr>
        <p:spPr>
          <a:xfrm>
            <a:off x="1478280" y="27279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6-test-input-5-2"/>
          <p:cNvSpPr/>
          <p:nvPr/>
        </p:nvSpPr>
        <p:spPr>
          <a:xfrm>
            <a:off x="16764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6-test-input-5-3"/>
          <p:cNvSpPr/>
          <p:nvPr/>
        </p:nvSpPr>
        <p:spPr>
          <a:xfrm>
            <a:off x="187451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6-test-input-5-4"/>
          <p:cNvSpPr/>
          <p:nvPr/>
        </p:nvSpPr>
        <p:spPr>
          <a:xfrm>
            <a:off x="20726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6-test-input-5-5"/>
          <p:cNvSpPr/>
          <p:nvPr/>
        </p:nvSpPr>
        <p:spPr>
          <a:xfrm>
            <a:off x="22707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6-test-input-5-6"/>
          <p:cNvSpPr/>
          <p:nvPr/>
        </p:nvSpPr>
        <p:spPr>
          <a:xfrm>
            <a:off x="24688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6-test-input-5-7"/>
          <p:cNvSpPr/>
          <p:nvPr/>
        </p:nvSpPr>
        <p:spPr>
          <a:xfrm>
            <a:off x="2667000" y="27279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6-test-input-5-8"/>
          <p:cNvSpPr/>
          <p:nvPr/>
        </p:nvSpPr>
        <p:spPr>
          <a:xfrm>
            <a:off x="28651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6-test-input-5-9"/>
          <p:cNvSpPr/>
          <p:nvPr/>
        </p:nvSpPr>
        <p:spPr>
          <a:xfrm>
            <a:off x="30632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6-test-input-5-10"/>
          <p:cNvSpPr/>
          <p:nvPr/>
        </p:nvSpPr>
        <p:spPr>
          <a:xfrm>
            <a:off x="32613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6-test-input-5-11"/>
          <p:cNvSpPr/>
          <p:nvPr/>
        </p:nvSpPr>
        <p:spPr>
          <a:xfrm>
            <a:off x="34594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6-test-input-6-0"/>
          <p:cNvSpPr/>
          <p:nvPr/>
        </p:nvSpPr>
        <p:spPr>
          <a:xfrm>
            <a:off x="12801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6-test-input-6-1"/>
          <p:cNvSpPr/>
          <p:nvPr/>
        </p:nvSpPr>
        <p:spPr>
          <a:xfrm>
            <a:off x="147828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6-test-input-6-2"/>
          <p:cNvSpPr/>
          <p:nvPr/>
        </p:nvSpPr>
        <p:spPr>
          <a:xfrm>
            <a:off x="16764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6-test-input-6-3"/>
          <p:cNvSpPr/>
          <p:nvPr/>
        </p:nvSpPr>
        <p:spPr>
          <a:xfrm>
            <a:off x="187451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6-test-input-6-4"/>
          <p:cNvSpPr/>
          <p:nvPr/>
        </p:nvSpPr>
        <p:spPr>
          <a:xfrm>
            <a:off x="20726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6-test-input-6-5"/>
          <p:cNvSpPr/>
          <p:nvPr/>
        </p:nvSpPr>
        <p:spPr>
          <a:xfrm>
            <a:off x="22707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6-test-input-6-6"/>
          <p:cNvSpPr/>
          <p:nvPr/>
        </p:nvSpPr>
        <p:spPr>
          <a:xfrm>
            <a:off x="24688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6-test-input-6-7"/>
          <p:cNvSpPr/>
          <p:nvPr/>
        </p:nvSpPr>
        <p:spPr>
          <a:xfrm>
            <a:off x="266700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6-test-input-6-8"/>
          <p:cNvSpPr/>
          <p:nvPr/>
        </p:nvSpPr>
        <p:spPr>
          <a:xfrm>
            <a:off x="28651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6-test-input-6-9"/>
          <p:cNvSpPr/>
          <p:nvPr/>
        </p:nvSpPr>
        <p:spPr>
          <a:xfrm>
            <a:off x="30632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6-test-input-6-10"/>
          <p:cNvSpPr/>
          <p:nvPr/>
        </p:nvSpPr>
        <p:spPr>
          <a:xfrm>
            <a:off x="32613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6-test-input-6-11"/>
          <p:cNvSpPr/>
          <p:nvPr/>
        </p:nvSpPr>
        <p:spPr>
          <a:xfrm>
            <a:off x="34594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6-test-input-7-0"/>
          <p:cNvSpPr/>
          <p:nvPr/>
        </p:nvSpPr>
        <p:spPr>
          <a:xfrm>
            <a:off x="128016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6-test-input-7-1"/>
          <p:cNvSpPr/>
          <p:nvPr/>
        </p:nvSpPr>
        <p:spPr>
          <a:xfrm>
            <a:off x="147828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6-test-input-7-2"/>
          <p:cNvSpPr/>
          <p:nvPr/>
        </p:nvSpPr>
        <p:spPr>
          <a:xfrm>
            <a:off x="167640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6-test-input-7-3"/>
          <p:cNvSpPr/>
          <p:nvPr/>
        </p:nvSpPr>
        <p:spPr>
          <a:xfrm>
            <a:off x="1874519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6-test-input-7-4"/>
          <p:cNvSpPr/>
          <p:nvPr/>
        </p:nvSpPr>
        <p:spPr>
          <a:xfrm>
            <a:off x="207264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6-test-input-7-5"/>
          <p:cNvSpPr/>
          <p:nvPr/>
        </p:nvSpPr>
        <p:spPr>
          <a:xfrm>
            <a:off x="227076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6-test-input-7-6"/>
          <p:cNvSpPr/>
          <p:nvPr/>
        </p:nvSpPr>
        <p:spPr>
          <a:xfrm>
            <a:off x="246888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6-test-input-7-7"/>
          <p:cNvSpPr/>
          <p:nvPr/>
        </p:nvSpPr>
        <p:spPr>
          <a:xfrm>
            <a:off x="26670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6-test-input-7-8"/>
          <p:cNvSpPr/>
          <p:nvPr/>
        </p:nvSpPr>
        <p:spPr>
          <a:xfrm>
            <a:off x="286512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6-test-input-7-9"/>
          <p:cNvSpPr/>
          <p:nvPr/>
        </p:nvSpPr>
        <p:spPr>
          <a:xfrm>
            <a:off x="306324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6-test-input-7-10"/>
          <p:cNvSpPr/>
          <p:nvPr/>
        </p:nvSpPr>
        <p:spPr>
          <a:xfrm>
            <a:off x="326136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6-test-input-7-11"/>
          <p:cNvSpPr/>
          <p:nvPr/>
        </p:nvSpPr>
        <p:spPr>
          <a:xfrm>
            <a:off x="345948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6-test-input-8-0"/>
          <p:cNvSpPr/>
          <p:nvPr/>
        </p:nvSpPr>
        <p:spPr>
          <a:xfrm>
            <a:off x="12801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6-test-input-8-1"/>
          <p:cNvSpPr/>
          <p:nvPr/>
        </p:nvSpPr>
        <p:spPr>
          <a:xfrm>
            <a:off x="147828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6-test-input-8-2"/>
          <p:cNvSpPr/>
          <p:nvPr/>
        </p:nvSpPr>
        <p:spPr>
          <a:xfrm>
            <a:off x="16764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6-test-input-8-3"/>
          <p:cNvSpPr/>
          <p:nvPr/>
        </p:nvSpPr>
        <p:spPr>
          <a:xfrm>
            <a:off x="187451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6-test-input-8-4"/>
          <p:cNvSpPr/>
          <p:nvPr/>
        </p:nvSpPr>
        <p:spPr>
          <a:xfrm>
            <a:off x="20726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6-test-input-8-5"/>
          <p:cNvSpPr/>
          <p:nvPr/>
        </p:nvSpPr>
        <p:spPr>
          <a:xfrm>
            <a:off x="22707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6-test-input-8-6"/>
          <p:cNvSpPr/>
          <p:nvPr/>
        </p:nvSpPr>
        <p:spPr>
          <a:xfrm>
            <a:off x="24688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6-test-input-8-7"/>
          <p:cNvSpPr/>
          <p:nvPr/>
        </p:nvSpPr>
        <p:spPr>
          <a:xfrm>
            <a:off x="266700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6-test-input-8-8"/>
          <p:cNvSpPr/>
          <p:nvPr/>
        </p:nvSpPr>
        <p:spPr>
          <a:xfrm>
            <a:off x="28651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6-test-input-8-9"/>
          <p:cNvSpPr/>
          <p:nvPr/>
        </p:nvSpPr>
        <p:spPr>
          <a:xfrm>
            <a:off x="30632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6-test-input-8-10"/>
          <p:cNvSpPr/>
          <p:nvPr/>
        </p:nvSpPr>
        <p:spPr>
          <a:xfrm>
            <a:off x="32613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6-test-input-8-11"/>
          <p:cNvSpPr/>
          <p:nvPr/>
        </p:nvSpPr>
        <p:spPr>
          <a:xfrm>
            <a:off x="34594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6-test-input-9-0"/>
          <p:cNvSpPr/>
          <p:nvPr/>
        </p:nvSpPr>
        <p:spPr>
          <a:xfrm>
            <a:off x="12801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6-test-input-9-1"/>
          <p:cNvSpPr/>
          <p:nvPr/>
        </p:nvSpPr>
        <p:spPr>
          <a:xfrm>
            <a:off x="147828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6-test-input-9-2"/>
          <p:cNvSpPr/>
          <p:nvPr/>
        </p:nvSpPr>
        <p:spPr>
          <a:xfrm>
            <a:off x="167640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6-test-input-9-3"/>
          <p:cNvSpPr/>
          <p:nvPr/>
        </p:nvSpPr>
        <p:spPr>
          <a:xfrm>
            <a:off x="1874519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6-test-input-9-4"/>
          <p:cNvSpPr/>
          <p:nvPr/>
        </p:nvSpPr>
        <p:spPr>
          <a:xfrm>
            <a:off x="207264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6-test-input-9-5"/>
          <p:cNvSpPr/>
          <p:nvPr/>
        </p:nvSpPr>
        <p:spPr>
          <a:xfrm>
            <a:off x="227076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6-test-input-9-6"/>
          <p:cNvSpPr/>
          <p:nvPr/>
        </p:nvSpPr>
        <p:spPr>
          <a:xfrm>
            <a:off x="246888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6-test-input-9-7"/>
          <p:cNvSpPr/>
          <p:nvPr/>
        </p:nvSpPr>
        <p:spPr>
          <a:xfrm>
            <a:off x="266700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6-test-input-9-8"/>
          <p:cNvSpPr/>
          <p:nvPr/>
        </p:nvSpPr>
        <p:spPr>
          <a:xfrm>
            <a:off x="28651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6-test-input-9-9"/>
          <p:cNvSpPr/>
          <p:nvPr/>
        </p:nvSpPr>
        <p:spPr>
          <a:xfrm>
            <a:off x="30632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6-test-input-9-10"/>
          <p:cNvSpPr/>
          <p:nvPr/>
        </p:nvSpPr>
        <p:spPr>
          <a:xfrm>
            <a:off x="32613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6-test-input-9-11"/>
          <p:cNvSpPr/>
          <p:nvPr/>
        </p:nvSpPr>
        <p:spPr>
          <a:xfrm>
            <a:off x="34594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6-test-input-10-0"/>
          <p:cNvSpPr/>
          <p:nvPr/>
        </p:nvSpPr>
        <p:spPr>
          <a:xfrm>
            <a:off x="12801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6-test-input-10-1"/>
          <p:cNvSpPr/>
          <p:nvPr/>
        </p:nvSpPr>
        <p:spPr>
          <a:xfrm>
            <a:off x="1478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6-test-input-10-2"/>
          <p:cNvSpPr/>
          <p:nvPr/>
        </p:nvSpPr>
        <p:spPr>
          <a:xfrm>
            <a:off x="16764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6-test-input-10-3"/>
          <p:cNvSpPr/>
          <p:nvPr/>
        </p:nvSpPr>
        <p:spPr>
          <a:xfrm>
            <a:off x="187451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6-test-input-10-4"/>
          <p:cNvSpPr/>
          <p:nvPr/>
        </p:nvSpPr>
        <p:spPr>
          <a:xfrm>
            <a:off x="20726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6-test-input-10-5"/>
          <p:cNvSpPr/>
          <p:nvPr/>
        </p:nvSpPr>
        <p:spPr>
          <a:xfrm>
            <a:off x="22707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6-test-input-10-6"/>
          <p:cNvSpPr/>
          <p:nvPr/>
        </p:nvSpPr>
        <p:spPr>
          <a:xfrm>
            <a:off x="24688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6-test-input-10-7"/>
          <p:cNvSpPr/>
          <p:nvPr/>
        </p:nvSpPr>
        <p:spPr>
          <a:xfrm>
            <a:off x="26670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6-test-input-10-8"/>
          <p:cNvSpPr/>
          <p:nvPr/>
        </p:nvSpPr>
        <p:spPr>
          <a:xfrm>
            <a:off x="28651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6-test-input-10-9"/>
          <p:cNvSpPr/>
          <p:nvPr/>
        </p:nvSpPr>
        <p:spPr>
          <a:xfrm>
            <a:off x="30632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6-test-input-10-10"/>
          <p:cNvSpPr/>
          <p:nvPr/>
        </p:nvSpPr>
        <p:spPr>
          <a:xfrm>
            <a:off x="32613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6-test-input-10-11"/>
          <p:cNvSpPr/>
          <p:nvPr/>
        </p:nvSpPr>
        <p:spPr>
          <a:xfrm>
            <a:off x="34594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6-test-input-11-0"/>
          <p:cNvSpPr/>
          <p:nvPr/>
        </p:nvSpPr>
        <p:spPr>
          <a:xfrm>
            <a:off x="12801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6-test-input-11-1"/>
          <p:cNvSpPr/>
          <p:nvPr/>
        </p:nvSpPr>
        <p:spPr>
          <a:xfrm>
            <a:off x="14782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6-test-input-11-2"/>
          <p:cNvSpPr/>
          <p:nvPr/>
        </p:nvSpPr>
        <p:spPr>
          <a:xfrm>
            <a:off x="16764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6-test-input-11-3"/>
          <p:cNvSpPr/>
          <p:nvPr/>
        </p:nvSpPr>
        <p:spPr>
          <a:xfrm>
            <a:off x="187451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6-test-input-11-4"/>
          <p:cNvSpPr/>
          <p:nvPr/>
        </p:nvSpPr>
        <p:spPr>
          <a:xfrm>
            <a:off x="20726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6-test-input-11-5"/>
          <p:cNvSpPr/>
          <p:nvPr/>
        </p:nvSpPr>
        <p:spPr>
          <a:xfrm>
            <a:off x="22707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6-test-input-11-6"/>
          <p:cNvSpPr/>
          <p:nvPr/>
        </p:nvSpPr>
        <p:spPr>
          <a:xfrm>
            <a:off x="24688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6-test-input-11-7"/>
          <p:cNvSpPr/>
          <p:nvPr/>
        </p:nvSpPr>
        <p:spPr>
          <a:xfrm>
            <a:off x="26670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6-test-input-11-8"/>
          <p:cNvSpPr/>
          <p:nvPr/>
        </p:nvSpPr>
        <p:spPr>
          <a:xfrm>
            <a:off x="28651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6-test-input-11-9"/>
          <p:cNvSpPr/>
          <p:nvPr/>
        </p:nvSpPr>
        <p:spPr>
          <a:xfrm>
            <a:off x="30632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6-test-input-11-10"/>
          <p:cNvSpPr/>
          <p:nvPr/>
        </p:nvSpPr>
        <p:spPr>
          <a:xfrm>
            <a:off x="32613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6-test-input-11-11"/>
          <p:cNvSpPr/>
          <p:nvPr/>
        </p:nvSpPr>
        <p:spPr>
          <a:xfrm>
            <a:off x="34594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6-test-output-0-0"/>
          <p:cNvSpPr/>
          <p:nvPr/>
        </p:nvSpPr>
        <p:spPr>
          <a:xfrm>
            <a:off x="53949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6-test-output-0-1"/>
          <p:cNvSpPr/>
          <p:nvPr/>
        </p:nvSpPr>
        <p:spPr>
          <a:xfrm>
            <a:off x="55930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6-test-output-0-2"/>
          <p:cNvSpPr/>
          <p:nvPr/>
        </p:nvSpPr>
        <p:spPr>
          <a:xfrm>
            <a:off x="57912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6-test-output-0-3"/>
          <p:cNvSpPr/>
          <p:nvPr/>
        </p:nvSpPr>
        <p:spPr>
          <a:xfrm>
            <a:off x="59893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6-test-output-0-4"/>
          <p:cNvSpPr/>
          <p:nvPr/>
        </p:nvSpPr>
        <p:spPr>
          <a:xfrm>
            <a:off x="61874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6-test-output-0-5"/>
          <p:cNvSpPr/>
          <p:nvPr/>
        </p:nvSpPr>
        <p:spPr>
          <a:xfrm>
            <a:off x="63855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6-test-output-0-6"/>
          <p:cNvSpPr/>
          <p:nvPr/>
        </p:nvSpPr>
        <p:spPr>
          <a:xfrm>
            <a:off x="65836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6-test-output-0-7"/>
          <p:cNvSpPr/>
          <p:nvPr/>
        </p:nvSpPr>
        <p:spPr>
          <a:xfrm>
            <a:off x="67818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6-test-output-0-8"/>
          <p:cNvSpPr/>
          <p:nvPr/>
        </p:nvSpPr>
        <p:spPr>
          <a:xfrm>
            <a:off x="69799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6-test-output-0-9"/>
          <p:cNvSpPr/>
          <p:nvPr/>
        </p:nvSpPr>
        <p:spPr>
          <a:xfrm>
            <a:off x="71780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6-test-output-0-10"/>
          <p:cNvSpPr/>
          <p:nvPr/>
        </p:nvSpPr>
        <p:spPr>
          <a:xfrm>
            <a:off x="73761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6-test-output-0-11"/>
          <p:cNvSpPr/>
          <p:nvPr/>
        </p:nvSpPr>
        <p:spPr>
          <a:xfrm>
            <a:off x="75742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6-test-output-1-0"/>
          <p:cNvSpPr/>
          <p:nvPr/>
        </p:nvSpPr>
        <p:spPr>
          <a:xfrm>
            <a:off x="53949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6-test-output-1-1"/>
          <p:cNvSpPr/>
          <p:nvPr/>
        </p:nvSpPr>
        <p:spPr>
          <a:xfrm>
            <a:off x="55930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6-test-output-1-2"/>
          <p:cNvSpPr/>
          <p:nvPr/>
        </p:nvSpPr>
        <p:spPr>
          <a:xfrm>
            <a:off x="57912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6-test-output-1-3"/>
          <p:cNvSpPr/>
          <p:nvPr/>
        </p:nvSpPr>
        <p:spPr>
          <a:xfrm>
            <a:off x="59893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6-test-output-1-4"/>
          <p:cNvSpPr/>
          <p:nvPr/>
        </p:nvSpPr>
        <p:spPr>
          <a:xfrm>
            <a:off x="61874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6-test-output-1-5"/>
          <p:cNvSpPr/>
          <p:nvPr/>
        </p:nvSpPr>
        <p:spPr>
          <a:xfrm>
            <a:off x="63855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6-test-output-1-6"/>
          <p:cNvSpPr/>
          <p:nvPr/>
        </p:nvSpPr>
        <p:spPr>
          <a:xfrm>
            <a:off x="65836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6-test-output-1-7"/>
          <p:cNvSpPr/>
          <p:nvPr/>
        </p:nvSpPr>
        <p:spPr>
          <a:xfrm>
            <a:off x="67818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6-test-output-1-8"/>
          <p:cNvSpPr/>
          <p:nvPr/>
        </p:nvSpPr>
        <p:spPr>
          <a:xfrm>
            <a:off x="69799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6-test-output-1-9"/>
          <p:cNvSpPr/>
          <p:nvPr/>
        </p:nvSpPr>
        <p:spPr>
          <a:xfrm>
            <a:off x="71780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6-test-output-1-10"/>
          <p:cNvSpPr/>
          <p:nvPr/>
        </p:nvSpPr>
        <p:spPr>
          <a:xfrm>
            <a:off x="73761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6-test-output-1-11"/>
          <p:cNvSpPr/>
          <p:nvPr/>
        </p:nvSpPr>
        <p:spPr>
          <a:xfrm>
            <a:off x="75742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6-test-output-2-0"/>
          <p:cNvSpPr/>
          <p:nvPr/>
        </p:nvSpPr>
        <p:spPr>
          <a:xfrm>
            <a:off x="53949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6-test-output-2-1"/>
          <p:cNvSpPr/>
          <p:nvPr/>
        </p:nvSpPr>
        <p:spPr>
          <a:xfrm>
            <a:off x="55930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6-test-output-2-2"/>
          <p:cNvSpPr/>
          <p:nvPr/>
        </p:nvSpPr>
        <p:spPr>
          <a:xfrm>
            <a:off x="57912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6-test-output-2-3"/>
          <p:cNvSpPr/>
          <p:nvPr/>
        </p:nvSpPr>
        <p:spPr>
          <a:xfrm>
            <a:off x="59893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6-test-output-2-4"/>
          <p:cNvSpPr/>
          <p:nvPr/>
        </p:nvSpPr>
        <p:spPr>
          <a:xfrm>
            <a:off x="61874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6-test-output-2-5"/>
          <p:cNvSpPr/>
          <p:nvPr/>
        </p:nvSpPr>
        <p:spPr>
          <a:xfrm>
            <a:off x="63855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6-test-output-2-6"/>
          <p:cNvSpPr/>
          <p:nvPr/>
        </p:nvSpPr>
        <p:spPr>
          <a:xfrm>
            <a:off x="65836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6-test-output-2-7"/>
          <p:cNvSpPr/>
          <p:nvPr/>
        </p:nvSpPr>
        <p:spPr>
          <a:xfrm>
            <a:off x="67818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6-test-output-2-8"/>
          <p:cNvSpPr/>
          <p:nvPr/>
        </p:nvSpPr>
        <p:spPr>
          <a:xfrm>
            <a:off x="69799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6-test-output-2-9"/>
          <p:cNvSpPr/>
          <p:nvPr/>
        </p:nvSpPr>
        <p:spPr>
          <a:xfrm>
            <a:off x="71780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6-test-output-2-10"/>
          <p:cNvSpPr/>
          <p:nvPr/>
        </p:nvSpPr>
        <p:spPr>
          <a:xfrm>
            <a:off x="73761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6-test-output-2-11"/>
          <p:cNvSpPr/>
          <p:nvPr/>
        </p:nvSpPr>
        <p:spPr>
          <a:xfrm>
            <a:off x="75742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6-test-output-3-0"/>
          <p:cNvSpPr/>
          <p:nvPr/>
        </p:nvSpPr>
        <p:spPr>
          <a:xfrm>
            <a:off x="539496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6-test-output-3-1"/>
          <p:cNvSpPr/>
          <p:nvPr/>
        </p:nvSpPr>
        <p:spPr>
          <a:xfrm>
            <a:off x="559308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6-test-output-3-2"/>
          <p:cNvSpPr/>
          <p:nvPr/>
        </p:nvSpPr>
        <p:spPr>
          <a:xfrm>
            <a:off x="57912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6-test-output-3-3"/>
          <p:cNvSpPr/>
          <p:nvPr/>
        </p:nvSpPr>
        <p:spPr>
          <a:xfrm>
            <a:off x="59893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6-test-output-3-4"/>
          <p:cNvSpPr/>
          <p:nvPr/>
        </p:nvSpPr>
        <p:spPr>
          <a:xfrm>
            <a:off x="61874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6-test-output-3-5"/>
          <p:cNvSpPr/>
          <p:nvPr/>
        </p:nvSpPr>
        <p:spPr>
          <a:xfrm>
            <a:off x="63855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6-test-output-3-6"/>
          <p:cNvSpPr/>
          <p:nvPr/>
        </p:nvSpPr>
        <p:spPr>
          <a:xfrm>
            <a:off x="65836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6-test-output-3-7"/>
          <p:cNvSpPr/>
          <p:nvPr/>
        </p:nvSpPr>
        <p:spPr>
          <a:xfrm>
            <a:off x="678180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6-test-output-3-8"/>
          <p:cNvSpPr/>
          <p:nvPr/>
        </p:nvSpPr>
        <p:spPr>
          <a:xfrm>
            <a:off x="697992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6-test-output-3-9"/>
          <p:cNvSpPr/>
          <p:nvPr/>
        </p:nvSpPr>
        <p:spPr>
          <a:xfrm>
            <a:off x="717804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6-test-output-3-10"/>
          <p:cNvSpPr/>
          <p:nvPr/>
        </p:nvSpPr>
        <p:spPr>
          <a:xfrm>
            <a:off x="737616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6-test-output-3-11"/>
          <p:cNvSpPr/>
          <p:nvPr/>
        </p:nvSpPr>
        <p:spPr>
          <a:xfrm>
            <a:off x="75742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6-test-output-4-0"/>
          <p:cNvSpPr/>
          <p:nvPr/>
        </p:nvSpPr>
        <p:spPr>
          <a:xfrm>
            <a:off x="53949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6-test-output-4-1"/>
          <p:cNvSpPr/>
          <p:nvPr/>
        </p:nvSpPr>
        <p:spPr>
          <a:xfrm>
            <a:off x="5593080" y="25298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6-test-output-4-2"/>
          <p:cNvSpPr/>
          <p:nvPr/>
        </p:nvSpPr>
        <p:spPr>
          <a:xfrm>
            <a:off x="57912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6-test-output-4-3"/>
          <p:cNvSpPr/>
          <p:nvPr/>
        </p:nvSpPr>
        <p:spPr>
          <a:xfrm>
            <a:off x="59893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6-test-output-4-4"/>
          <p:cNvSpPr/>
          <p:nvPr/>
        </p:nvSpPr>
        <p:spPr>
          <a:xfrm>
            <a:off x="61874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6-test-output-4-5"/>
          <p:cNvSpPr/>
          <p:nvPr/>
        </p:nvSpPr>
        <p:spPr>
          <a:xfrm>
            <a:off x="63855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6-test-output-4-6"/>
          <p:cNvSpPr/>
          <p:nvPr/>
        </p:nvSpPr>
        <p:spPr>
          <a:xfrm>
            <a:off x="65836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6-test-output-4-7"/>
          <p:cNvSpPr/>
          <p:nvPr/>
        </p:nvSpPr>
        <p:spPr>
          <a:xfrm>
            <a:off x="6781800" y="25298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6-test-output-4-8"/>
          <p:cNvSpPr/>
          <p:nvPr/>
        </p:nvSpPr>
        <p:spPr>
          <a:xfrm>
            <a:off x="69799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6-test-output-4-9"/>
          <p:cNvSpPr/>
          <p:nvPr/>
        </p:nvSpPr>
        <p:spPr>
          <a:xfrm>
            <a:off x="71780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6-test-output-4-10"/>
          <p:cNvSpPr/>
          <p:nvPr/>
        </p:nvSpPr>
        <p:spPr>
          <a:xfrm>
            <a:off x="7376160" y="25298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6-test-output-4-11"/>
          <p:cNvSpPr/>
          <p:nvPr/>
        </p:nvSpPr>
        <p:spPr>
          <a:xfrm>
            <a:off x="75742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6-test-output-5-0"/>
          <p:cNvSpPr/>
          <p:nvPr/>
        </p:nvSpPr>
        <p:spPr>
          <a:xfrm>
            <a:off x="53949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6-test-output-5-1"/>
          <p:cNvSpPr/>
          <p:nvPr/>
        </p:nvSpPr>
        <p:spPr>
          <a:xfrm>
            <a:off x="5593080" y="27279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6-test-output-5-2"/>
          <p:cNvSpPr/>
          <p:nvPr/>
        </p:nvSpPr>
        <p:spPr>
          <a:xfrm>
            <a:off x="57912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6-test-output-5-3"/>
          <p:cNvSpPr/>
          <p:nvPr/>
        </p:nvSpPr>
        <p:spPr>
          <a:xfrm>
            <a:off x="59893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6-test-output-5-4"/>
          <p:cNvSpPr/>
          <p:nvPr/>
        </p:nvSpPr>
        <p:spPr>
          <a:xfrm>
            <a:off x="61874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6-test-output-5-5"/>
          <p:cNvSpPr/>
          <p:nvPr/>
        </p:nvSpPr>
        <p:spPr>
          <a:xfrm>
            <a:off x="63855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6-test-output-5-6"/>
          <p:cNvSpPr/>
          <p:nvPr/>
        </p:nvSpPr>
        <p:spPr>
          <a:xfrm>
            <a:off x="65836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6-test-output-5-7"/>
          <p:cNvSpPr/>
          <p:nvPr/>
        </p:nvSpPr>
        <p:spPr>
          <a:xfrm>
            <a:off x="6781800" y="27279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6-test-output-5-8"/>
          <p:cNvSpPr/>
          <p:nvPr/>
        </p:nvSpPr>
        <p:spPr>
          <a:xfrm>
            <a:off x="69799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6-test-output-5-9"/>
          <p:cNvSpPr/>
          <p:nvPr/>
        </p:nvSpPr>
        <p:spPr>
          <a:xfrm>
            <a:off x="71780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6-test-output-5-10"/>
          <p:cNvSpPr/>
          <p:nvPr/>
        </p:nvSpPr>
        <p:spPr>
          <a:xfrm>
            <a:off x="7376160" y="27279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6-test-output-5-11"/>
          <p:cNvSpPr/>
          <p:nvPr/>
        </p:nvSpPr>
        <p:spPr>
          <a:xfrm>
            <a:off x="75742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6-test-output-6-0"/>
          <p:cNvSpPr/>
          <p:nvPr/>
        </p:nvSpPr>
        <p:spPr>
          <a:xfrm>
            <a:off x="53949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6-test-output-6-1"/>
          <p:cNvSpPr/>
          <p:nvPr/>
        </p:nvSpPr>
        <p:spPr>
          <a:xfrm>
            <a:off x="559308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6-test-output-6-2"/>
          <p:cNvSpPr/>
          <p:nvPr/>
        </p:nvSpPr>
        <p:spPr>
          <a:xfrm>
            <a:off x="57912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6-test-output-6-3"/>
          <p:cNvSpPr/>
          <p:nvPr/>
        </p:nvSpPr>
        <p:spPr>
          <a:xfrm>
            <a:off x="59893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6-test-output-6-4"/>
          <p:cNvSpPr/>
          <p:nvPr/>
        </p:nvSpPr>
        <p:spPr>
          <a:xfrm>
            <a:off x="61874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6-test-output-6-5"/>
          <p:cNvSpPr/>
          <p:nvPr/>
        </p:nvSpPr>
        <p:spPr>
          <a:xfrm>
            <a:off x="63855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6-test-output-6-6"/>
          <p:cNvSpPr/>
          <p:nvPr/>
        </p:nvSpPr>
        <p:spPr>
          <a:xfrm>
            <a:off x="65836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6-test-output-6-7"/>
          <p:cNvSpPr/>
          <p:nvPr/>
        </p:nvSpPr>
        <p:spPr>
          <a:xfrm>
            <a:off x="678180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6-test-output-6-8"/>
          <p:cNvSpPr/>
          <p:nvPr/>
        </p:nvSpPr>
        <p:spPr>
          <a:xfrm>
            <a:off x="69799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6-test-output-6-9"/>
          <p:cNvSpPr/>
          <p:nvPr/>
        </p:nvSpPr>
        <p:spPr>
          <a:xfrm>
            <a:off x="71780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6-test-output-6-10"/>
          <p:cNvSpPr/>
          <p:nvPr/>
        </p:nvSpPr>
        <p:spPr>
          <a:xfrm>
            <a:off x="7376160" y="29260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6-test-output-6-11"/>
          <p:cNvSpPr/>
          <p:nvPr/>
        </p:nvSpPr>
        <p:spPr>
          <a:xfrm>
            <a:off x="75742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6-test-output-7-0"/>
          <p:cNvSpPr/>
          <p:nvPr/>
        </p:nvSpPr>
        <p:spPr>
          <a:xfrm>
            <a:off x="539496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6-test-output-7-1"/>
          <p:cNvSpPr/>
          <p:nvPr/>
        </p:nvSpPr>
        <p:spPr>
          <a:xfrm>
            <a:off x="559308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6-test-output-7-2"/>
          <p:cNvSpPr/>
          <p:nvPr/>
        </p:nvSpPr>
        <p:spPr>
          <a:xfrm>
            <a:off x="579120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6-test-output-7-3"/>
          <p:cNvSpPr/>
          <p:nvPr/>
        </p:nvSpPr>
        <p:spPr>
          <a:xfrm>
            <a:off x="598932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6-test-output-7-4"/>
          <p:cNvSpPr/>
          <p:nvPr/>
        </p:nvSpPr>
        <p:spPr>
          <a:xfrm>
            <a:off x="618744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6-test-output-7-5"/>
          <p:cNvSpPr/>
          <p:nvPr/>
        </p:nvSpPr>
        <p:spPr>
          <a:xfrm>
            <a:off x="638556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6-test-output-7-6"/>
          <p:cNvSpPr/>
          <p:nvPr/>
        </p:nvSpPr>
        <p:spPr>
          <a:xfrm>
            <a:off x="658368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6-test-output-7-7"/>
          <p:cNvSpPr/>
          <p:nvPr/>
        </p:nvSpPr>
        <p:spPr>
          <a:xfrm>
            <a:off x="678180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6-test-output-7-8"/>
          <p:cNvSpPr/>
          <p:nvPr/>
        </p:nvSpPr>
        <p:spPr>
          <a:xfrm>
            <a:off x="697992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6-test-output-7-9"/>
          <p:cNvSpPr/>
          <p:nvPr/>
        </p:nvSpPr>
        <p:spPr>
          <a:xfrm>
            <a:off x="717804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6-test-output-7-10"/>
          <p:cNvSpPr/>
          <p:nvPr/>
        </p:nvSpPr>
        <p:spPr>
          <a:xfrm>
            <a:off x="7376160" y="312420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6-test-output-7-11"/>
          <p:cNvSpPr/>
          <p:nvPr/>
        </p:nvSpPr>
        <p:spPr>
          <a:xfrm>
            <a:off x="7574280" y="312420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6-test-output-8-0"/>
          <p:cNvSpPr/>
          <p:nvPr/>
        </p:nvSpPr>
        <p:spPr>
          <a:xfrm>
            <a:off x="53949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6-test-output-8-1"/>
          <p:cNvSpPr/>
          <p:nvPr/>
        </p:nvSpPr>
        <p:spPr>
          <a:xfrm>
            <a:off x="559308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6-test-output-8-2"/>
          <p:cNvSpPr/>
          <p:nvPr/>
        </p:nvSpPr>
        <p:spPr>
          <a:xfrm>
            <a:off x="57912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6-test-output-8-3"/>
          <p:cNvSpPr/>
          <p:nvPr/>
        </p:nvSpPr>
        <p:spPr>
          <a:xfrm>
            <a:off x="59893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6-test-output-8-4"/>
          <p:cNvSpPr/>
          <p:nvPr/>
        </p:nvSpPr>
        <p:spPr>
          <a:xfrm>
            <a:off x="61874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6-test-output-8-5"/>
          <p:cNvSpPr/>
          <p:nvPr/>
        </p:nvSpPr>
        <p:spPr>
          <a:xfrm>
            <a:off x="63855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6-test-output-8-6"/>
          <p:cNvSpPr/>
          <p:nvPr/>
        </p:nvSpPr>
        <p:spPr>
          <a:xfrm>
            <a:off x="65836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6-test-output-8-7"/>
          <p:cNvSpPr/>
          <p:nvPr/>
        </p:nvSpPr>
        <p:spPr>
          <a:xfrm>
            <a:off x="678180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6-test-output-8-8"/>
          <p:cNvSpPr/>
          <p:nvPr/>
        </p:nvSpPr>
        <p:spPr>
          <a:xfrm>
            <a:off x="69799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6-test-output-8-9"/>
          <p:cNvSpPr/>
          <p:nvPr/>
        </p:nvSpPr>
        <p:spPr>
          <a:xfrm>
            <a:off x="71780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6-test-output-8-10"/>
          <p:cNvSpPr/>
          <p:nvPr/>
        </p:nvSpPr>
        <p:spPr>
          <a:xfrm>
            <a:off x="737616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6-test-output-8-11"/>
          <p:cNvSpPr/>
          <p:nvPr/>
        </p:nvSpPr>
        <p:spPr>
          <a:xfrm>
            <a:off x="75742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6-test-output-9-0"/>
          <p:cNvSpPr/>
          <p:nvPr/>
        </p:nvSpPr>
        <p:spPr>
          <a:xfrm>
            <a:off x="53949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6-test-output-9-1"/>
          <p:cNvSpPr/>
          <p:nvPr/>
        </p:nvSpPr>
        <p:spPr>
          <a:xfrm>
            <a:off x="559308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6-test-output-9-2"/>
          <p:cNvSpPr/>
          <p:nvPr/>
        </p:nvSpPr>
        <p:spPr>
          <a:xfrm>
            <a:off x="579120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6-test-output-9-3"/>
          <p:cNvSpPr/>
          <p:nvPr/>
        </p:nvSpPr>
        <p:spPr>
          <a:xfrm>
            <a:off x="598932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6-test-output-9-4"/>
          <p:cNvSpPr/>
          <p:nvPr/>
        </p:nvSpPr>
        <p:spPr>
          <a:xfrm>
            <a:off x="618744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6-test-output-9-5"/>
          <p:cNvSpPr/>
          <p:nvPr/>
        </p:nvSpPr>
        <p:spPr>
          <a:xfrm>
            <a:off x="638556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6-test-output-9-6"/>
          <p:cNvSpPr/>
          <p:nvPr/>
        </p:nvSpPr>
        <p:spPr>
          <a:xfrm>
            <a:off x="658368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6-test-output-9-7"/>
          <p:cNvSpPr/>
          <p:nvPr/>
        </p:nvSpPr>
        <p:spPr>
          <a:xfrm>
            <a:off x="678180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6-test-output-9-8"/>
          <p:cNvSpPr/>
          <p:nvPr/>
        </p:nvSpPr>
        <p:spPr>
          <a:xfrm>
            <a:off x="69799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6-test-output-9-9"/>
          <p:cNvSpPr/>
          <p:nvPr/>
        </p:nvSpPr>
        <p:spPr>
          <a:xfrm>
            <a:off x="71780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6-test-output-9-10"/>
          <p:cNvSpPr/>
          <p:nvPr/>
        </p:nvSpPr>
        <p:spPr>
          <a:xfrm>
            <a:off x="737616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6-test-output-9-11"/>
          <p:cNvSpPr/>
          <p:nvPr/>
        </p:nvSpPr>
        <p:spPr>
          <a:xfrm>
            <a:off x="75742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6-test-output-10-0"/>
          <p:cNvSpPr/>
          <p:nvPr/>
        </p:nvSpPr>
        <p:spPr>
          <a:xfrm>
            <a:off x="53949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6-test-output-10-1"/>
          <p:cNvSpPr/>
          <p:nvPr/>
        </p:nvSpPr>
        <p:spPr>
          <a:xfrm>
            <a:off x="55930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6-test-output-10-2"/>
          <p:cNvSpPr/>
          <p:nvPr/>
        </p:nvSpPr>
        <p:spPr>
          <a:xfrm>
            <a:off x="57912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6-test-output-10-3"/>
          <p:cNvSpPr/>
          <p:nvPr/>
        </p:nvSpPr>
        <p:spPr>
          <a:xfrm>
            <a:off x="59893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6-test-output-10-4"/>
          <p:cNvSpPr/>
          <p:nvPr/>
        </p:nvSpPr>
        <p:spPr>
          <a:xfrm>
            <a:off x="61874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6-test-output-10-5"/>
          <p:cNvSpPr/>
          <p:nvPr/>
        </p:nvSpPr>
        <p:spPr>
          <a:xfrm>
            <a:off x="63855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6-test-output-10-6"/>
          <p:cNvSpPr/>
          <p:nvPr/>
        </p:nvSpPr>
        <p:spPr>
          <a:xfrm>
            <a:off x="65836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6-test-output-10-7"/>
          <p:cNvSpPr/>
          <p:nvPr/>
        </p:nvSpPr>
        <p:spPr>
          <a:xfrm>
            <a:off x="67818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6-test-output-10-8"/>
          <p:cNvSpPr/>
          <p:nvPr/>
        </p:nvSpPr>
        <p:spPr>
          <a:xfrm>
            <a:off x="69799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6-test-output-10-9"/>
          <p:cNvSpPr/>
          <p:nvPr/>
        </p:nvSpPr>
        <p:spPr>
          <a:xfrm>
            <a:off x="71780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6-test-output-10-10"/>
          <p:cNvSpPr/>
          <p:nvPr/>
        </p:nvSpPr>
        <p:spPr>
          <a:xfrm>
            <a:off x="737616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6-test-output-10-11"/>
          <p:cNvSpPr/>
          <p:nvPr/>
        </p:nvSpPr>
        <p:spPr>
          <a:xfrm>
            <a:off x="7574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6-test-output-11-0"/>
          <p:cNvSpPr/>
          <p:nvPr/>
        </p:nvSpPr>
        <p:spPr>
          <a:xfrm>
            <a:off x="53949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6-test-output-11-1"/>
          <p:cNvSpPr/>
          <p:nvPr/>
        </p:nvSpPr>
        <p:spPr>
          <a:xfrm>
            <a:off x="55930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6-test-output-11-2"/>
          <p:cNvSpPr/>
          <p:nvPr/>
        </p:nvSpPr>
        <p:spPr>
          <a:xfrm>
            <a:off x="57912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6-test-output-11-3"/>
          <p:cNvSpPr/>
          <p:nvPr/>
        </p:nvSpPr>
        <p:spPr>
          <a:xfrm>
            <a:off x="59893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6-test-output-11-4"/>
          <p:cNvSpPr/>
          <p:nvPr/>
        </p:nvSpPr>
        <p:spPr>
          <a:xfrm>
            <a:off x="61874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6-test-output-11-5"/>
          <p:cNvSpPr/>
          <p:nvPr/>
        </p:nvSpPr>
        <p:spPr>
          <a:xfrm>
            <a:off x="63855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6-test-output-11-6"/>
          <p:cNvSpPr/>
          <p:nvPr/>
        </p:nvSpPr>
        <p:spPr>
          <a:xfrm>
            <a:off x="65836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6-test-output-11-7"/>
          <p:cNvSpPr/>
          <p:nvPr/>
        </p:nvSpPr>
        <p:spPr>
          <a:xfrm>
            <a:off x="67818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6-test-output-11-8"/>
          <p:cNvSpPr/>
          <p:nvPr/>
        </p:nvSpPr>
        <p:spPr>
          <a:xfrm>
            <a:off x="69799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6-test-output-11-9"/>
          <p:cNvSpPr/>
          <p:nvPr/>
        </p:nvSpPr>
        <p:spPr>
          <a:xfrm>
            <a:off x="71780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6-test-output-11-10"/>
          <p:cNvSpPr/>
          <p:nvPr/>
        </p:nvSpPr>
        <p:spPr>
          <a:xfrm>
            <a:off x="7376160" y="39166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6-test-output-11-11"/>
          <p:cNvSpPr/>
          <p:nvPr/>
        </p:nvSpPr>
        <p:spPr>
          <a:xfrm>
            <a:off x="75742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同じ色の経路をつなぎ、曲がり角の印を経路の色へ置き換える。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faa9f03d.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https://github.com/arcprize/ARC-AGI-2/blob/f3283f7/data/evaluation/faa9f03d.json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追加例5：矢印の中のセルを外側の線に変える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7-train-input-0-0"/>
          <p:cNvSpPr/>
          <p:nvPr/>
        </p:nvSpPr>
        <p:spPr>
          <a:xfrm>
            <a:off x="12801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7-train-input-0-1"/>
          <p:cNvSpPr/>
          <p:nvPr/>
        </p:nvSpPr>
        <p:spPr>
          <a:xfrm>
            <a:off x="14782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7-train-input-0-2"/>
          <p:cNvSpPr/>
          <p:nvPr/>
        </p:nvSpPr>
        <p:spPr>
          <a:xfrm>
            <a:off x="16764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7-train-input-0-3"/>
          <p:cNvSpPr/>
          <p:nvPr/>
        </p:nvSpPr>
        <p:spPr>
          <a:xfrm>
            <a:off x="187451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7-train-input-0-4"/>
          <p:cNvSpPr/>
          <p:nvPr/>
        </p:nvSpPr>
        <p:spPr>
          <a:xfrm>
            <a:off x="20726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7-train-input-0-5"/>
          <p:cNvSpPr/>
          <p:nvPr/>
        </p:nvSpPr>
        <p:spPr>
          <a:xfrm>
            <a:off x="22707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7-train-input-0-6"/>
          <p:cNvSpPr/>
          <p:nvPr/>
        </p:nvSpPr>
        <p:spPr>
          <a:xfrm>
            <a:off x="24688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7-train-input-0-7"/>
          <p:cNvSpPr/>
          <p:nvPr/>
        </p:nvSpPr>
        <p:spPr>
          <a:xfrm>
            <a:off x="26670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7-train-input-0-8"/>
          <p:cNvSpPr/>
          <p:nvPr/>
        </p:nvSpPr>
        <p:spPr>
          <a:xfrm>
            <a:off x="28651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7-train-input-0-9"/>
          <p:cNvSpPr/>
          <p:nvPr/>
        </p:nvSpPr>
        <p:spPr>
          <a:xfrm>
            <a:off x="30632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7-train-input-0-10"/>
          <p:cNvSpPr/>
          <p:nvPr/>
        </p:nvSpPr>
        <p:spPr>
          <a:xfrm>
            <a:off x="32613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7-train-input-0-11"/>
          <p:cNvSpPr/>
          <p:nvPr/>
        </p:nvSpPr>
        <p:spPr>
          <a:xfrm>
            <a:off x="34594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7-train-input-1-0"/>
          <p:cNvSpPr/>
          <p:nvPr/>
        </p:nvSpPr>
        <p:spPr>
          <a:xfrm>
            <a:off x="12801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7-train-input-1-1"/>
          <p:cNvSpPr/>
          <p:nvPr/>
        </p:nvSpPr>
        <p:spPr>
          <a:xfrm>
            <a:off x="14782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7-train-input-1-2"/>
          <p:cNvSpPr/>
          <p:nvPr/>
        </p:nvSpPr>
        <p:spPr>
          <a:xfrm>
            <a:off x="167640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7-train-input-1-3"/>
          <p:cNvSpPr/>
          <p:nvPr/>
        </p:nvSpPr>
        <p:spPr>
          <a:xfrm>
            <a:off x="1874519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7-train-input-1-4"/>
          <p:cNvSpPr/>
          <p:nvPr/>
        </p:nvSpPr>
        <p:spPr>
          <a:xfrm>
            <a:off x="20726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7-train-input-1-5"/>
          <p:cNvSpPr/>
          <p:nvPr/>
        </p:nvSpPr>
        <p:spPr>
          <a:xfrm>
            <a:off x="22707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7-train-input-1-6"/>
          <p:cNvSpPr/>
          <p:nvPr/>
        </p:nvSpPr>
        <p:spPr>
          <a:xfrm>
            <a:off x="24688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7-train-input-1-7"/>
          <p:cNvSpPr/>
          <p:nvPr/>
        </p:nvSpPr>
        <p:spPr>
          <a:xfrm>
            <a:off x="26670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7-train-input-1-8"/>
          <p:cNvSpPr/>
          <p:nvPr/>
        </p:nvSpPr>
        <p:spPr>
          <a:xfrm>
            <a:off x="28651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7-train-input-1-9"/>
          <p:cNvSpPr/>
          <p:nvPr/>
        </p:nvSpPr>
        <p:spPr>
          <a:xfrm>
            <a:off x="30632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7-train-input-1-10"/>
          <p:cNvSpPr/>
          <p:nvPr/>
        </p:nvSpPr>
        <p:spPr>
          <a:xfrm>
            <a:off x="32613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7-train-input-1-11"/>
          <p:cNvSpPr/>
          <p:nvPr/>
        </p:nvSpPr>
        <p:spPr>
          <a:xfrm>
            <a:off x="34594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7-train-input-2-0"/>
          <p:cNvSpPr/>
          <p:nvPr/>
        </p:nvSpPr>
        <p:spPr>
          <a:xfrm>
            <a:off x="1280160" y="2133599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7-train-input-2-1"/>
          <p:cNvSpPr/>
          <p:nvPr/>
        </p:nvSpPr>
        <p:spPr>
          <a:xfrm>
            <a:off x="14782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7-train-input-2-2"/>
          <p:cNvSpPr/>
          <p:nvPr/>
        </p:nvSpPr>
        <p:spPr>
          <a:xfrm>
            <a:off x="16764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7-train-input-2-3"/>
          <p:cNvSpPr/>
          <p:nvPr/>
        </p:nvSpPr>
        <p:spPr>
          <a:xfrm>
            <a:off x="1874519" y="2133599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7-train-input-2-4"/>
          <p:cNvSpPr/>
          <p:nvPr/>
        </p:nvSpPr>
        <p:spPr>
          <a:xfrm>
            <a:off x="207264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7-train-input-2-5"/>
          <p:cNvSpPr/>
          <p:nvPr/>
        </p:nvSpPr>
        <p:spPr>
          <a:xfrm>
            <a:off x="227076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7-train-input-2-6"/>
          <p:cNvSpPr/>
          <p:nvPr/>
        </p:nvSpPr>
        <p:spPr>
          <a:xfrm>
            <a:off x="24688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7-train-input-2-7"/>
          <p:cNvSpPr/>
          <p:nvPr/>
        </p:nvSpPr>
        <p:spPr>
          <a:xfrm>
            <a:off x="26670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7-train-input-2-8"/>
          <p:cNvSpPr/>
          <p:nvPr/>
        </p:nvSpPr>
        <p:spPr>
          <a:xfrm>
            <a:off x="28651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7-train-input-2-9"/>
          <p:cNvSpPr/>
          <p:nvPr/>
        </p:nvSpPr>
        <p:spPr>
          <a:xfrm>
            <a:off x="30632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7-train-input-2-10"/>
          <p:cNvSpPr/>
          <p:nvPr/>
        </p:nvSpPr>
        <p:spPr>
          <a:xfrm>
            <a:off x="32613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7-train-input-2-11"/>
          <p:cNvSpPr/>
          <p:nvPr/>
        </p:nvSpPr>
        <p:spPr>
          <a:xfrm>
            <a:off x="34594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7-train-input-3-0"/>
          <p:cNvSpPr/>
          <p:nvPr/>
        </p:nvSpPr>
        <p:spPr>
          <a:xfrm>
            <a:off x="12801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7-train-input-3-1"/>
          <p:cNvSpPr/>
          <p:nvPr/>
        </p:nvSpPr>
        <p:spPr>
          <a:xfrm>
            <a:off x="14782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7-train-input-3-2"/>
          <p:cNvSpPr/>
          <p:nvPr/>
        </p:nvSpPr>
        <p:spPr>
          <a:xfrm>
            <a:off x="1676400" y="23317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7-train-input-3-3"/>
          <p:cNvSpPr/>
          <p:nvPr/>
        </p:nvSpPr>
        <p:spPr>
          <a:xfrm>
            <a:off x="187451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7-train-input-3-4"/>
          <p:cNvSpPr/>
          <p:nvPr/>
        </p:nvSpPr>
        <p:spPr>
          <a:xfrm>
            <a:off x="207264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7-train-input-3-5"/>
          <p:cNvSpPr/>
          <p:nvPr/>
        </p:nvSpPr>
        <p:spPr>
          <a:xfrm>
            <a:off x="227076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7-train-input-3-6"/>
          <p:cNvSpPr/>
          <p:nvPr/>
        </p:nvSpPr>
        <p:spPr>
          <a:xfrm>
            <a:off x="246888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7-train-input-3-7"/>
          <p:cNvSpPr/>
          <p:nvPr/>
        </p:nvSpPr>
        <p:spPr>
          <a:xfrm>
            <a:off x="26670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7-train-input-3-8"/>
          <p:cNvSpPr/>
          <p:nvPr/>
        </p:nvSpPr>
        <p:spPr>
          <a:xfrm>
            <a:off x="28651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7-train-input-3-9"/>
          <p:cNvSpPr/>
          <p:nvPr/>
        </p:nvSpPr>
        <p:spPr>
          <a:xfrm>
            <a:off x="30632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7-train-input-3-10"/>
          <p:cNvSpPr/>
          <p:nvPr/>
        </p:nvSpPr>
        <p:spPr>
          <a:xfrm>
            <a:off x="32613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7-train-input-3-11"/>
          <p:cNvSpPr/>
          <p:nvPr/>
        </p:nvSpPr>
        <p:spPr>
          <a:xfrm>
            <a:off x="34594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7-train-input-4-0"/>
          <p:cNvSpPr/>
          <p:nvPr/>
        </p:nvSpPr>
        <p:spPr>
          <a:xfrm>
            <a:off x="12801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7-train-input-4-1"/>
          <p:cNvSpPr/>
          <p:nvPr/>
        </p:nvSpPr>
        <p:spPr>
          <a:xfrm>
            <a:off x="14782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7-train-input-4-2"/>
          <p:cNvSpPr/>
          <p:nvPr/>
        </p:nvSpPr>
        <p:spPr>
          <a:xfrm>
            <a:off x="167640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7-train-input-4-3"/>
          <p:cNvSpPr/>
          <p:nvPr/>
        </p:nvSpPr>
        <p:spPr>
          <a:xfrm>
            <a:off x="1874519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7-train-input-4-4"/>
          <p:cNvSpPr/>
          <p:nvPr/>
        </p:nvSpPr>
        <p:spPr>
          <a:xfrm>
            <a:off x="207264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7-train-input-4-5"/>
          <p:cNvSpPr/>
          <p:nvPr/>
        </p:nvSpPr>
        <p:spPr>
          <a:xfrm>
            <a:off x="227076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7-train-input-4-6"/>
          <p:cNvSpPr/>
          <p:nvPr/>
        </p:nvSpPr>
        <p:spPr>
          <a:xfrm>
            <a:off x="24688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7-train-input-4-7"/>
          <p:cNvSpPr/>
          <p:nvPr/>
        </p:nvSpPr>
        <p:spPr>
          <a:xfrm>
            <a:off x="26670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7-train-input-4-8"/>
          <p:cNvSpPr/>
          <p:nvPr/>
        </p:nvSpPr>
        <p:spPr>
          <a:xfrm>
            <a:off x="28651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7-train-input-4-9"/>
          <p:cNvSpPr/>
          <p:nvPr/>
        </p:nvSpPr>
        <p:spPr>
          <a:xfrm>
            <a:off x="30632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7-train-input-4-10"/>
          <p:cNvSpPr/>
          <p:nvPr/>
        </p:nvSpPr>
        <p:spPr>
          <a:xfrm>
            <a:off x="32613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7-train-input-4-11"/>
          <p:cNvSpPr/>
          <p:nvPr/>
        </p:nvSpPr>
        <p:spPr>
          <a:xfrm>
            <a:off x="34594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7-train-input-5-0"/>
          <p:cNvSpPr/>
          <p:nvPr/>
        </p:nvSpPr>
        <p:spPr>
          <a:xfrm>
            <a:off x="12801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7-train-input-5-1"/>
          <p:cNvSpPr/>
          <p:nvPr/>
        </p:nvSpPr>
        <p:spPr>
          <a:xfrm>
            <a:off x="14782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7-train-input-5-2"/>
          <p:cNvSpPr/>
          <p:nvPr/>
        </p:nvSpPr>
        <p:spPr>
          <a:xfrm>
            <a:off x="16764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7-train-input-5-3"/>
          <p:cNvSpPr/>
          <p:nvPr/>
        </p:nvSpPr>
        <p:spPr>
          <a:xfrm>
            <a:off x="187451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7-train-input-5-4"/>
          <p:cNvSpPr/>
          <p:nvPr/>
        </p:nvSpPr>
        <p:spPr>
          <a:xfrm>
            <a:off x="20726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7-train-input-5-5"/>
          <p:cNvSpPr/>
          <p:nvPr/>
        </p:nvSpPr>
        <p:spPr>
          <a:xfrm>
            <a:off x="22707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7-train-input-5-6"/>
          <p:cNvSpPr/>
          <p:nvPr/>
        </p:nvSpPr>
        <p:spPr>
          <a:xfrm>
            <a:off x="24688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7-train-input-5-7"/>
          <p:cNvSpPr/>
          <p:nvPr/>
        </p:nvSpPr>
        <p:spPr>
          <a:xfrm>
            <a:off x="26670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7-train-input-5-8"/>
          <p:cNvSpPr/>
          <p:nvPr/>
        </p:nvSpPr>
        <p:spPr>
          <a:xfrm>
            <a:off x="28651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7-train-input-5-9"/>
          <p:cNvSpPr/>
          <p:nvPr/>
        </p:nvSpPr>
        <p:spPr>
          <a:xfrm>
            <a:off x="30632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7-train-input-5-10"/>
          <p:cNvSpPr/>
          <p:nvPr/>
        </p:nvSpPr>
        <p:spPr>
          <a:xfrm>
            <a:off x="32613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7-train-input-5-11"/>
          <p:cNvSpPr/>
          <p:nvPr/>
        </p:nvSpPr>
        <p:spPr>
          <a:xfrm>
            <a:off x="34594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7-train-input-6-0"/>
          <p:cNvSpPr/>
          <p:nvPr/>
        </p:nvSpPr>
        <p:spPr>
          <a:xfrm>
            <a:off x="12801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7-train-input-6-1"/>
          <p:cNvSpPr/>
          <p:nvPr/>
        </p:nvSpPr>
        <p:spPr>
          <a:xfrm>
            <a:off x="14782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7-train-input-6-2"/>
          <p:cNvSpPr/>
          <p:nvPr/>
        </p:nvSpPr>
        <p:spPr>
          <a:xfrm>
            <a:off x="16764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7-train-input-6-3"/>
          <p:cNvSpPr/>
          <p:nvPr/>
        </p:nvSpPr>
        <p:spPr>
          <a:xfrm>
            <a:off x="187451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7-train-input-6-4"/>
          <p:cNvSpPr/>
          <p:nvPr/>
        </p:nvSpPr>
        <p:spPr>
          <a:xfrm>
            <a:off x="20726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7-train-input-6-5"/>
          <p:cNvSpPr/>
          <p:nvPr/>
        </p:nvSpPr>
        <p:spPr>
          <a:xfrm>
            <a:off x="22707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7-train-input-6-6"/>
          <p:cNvSpPr/>
          <p:nvPr/>
        </p:nvSpPr>
        <p:spPr>
          <a:xfrm>
            <a:off x="24688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7-train-input-6-7"/>
          <p:cNvSpPr/>
          <p:nvPr/>
        </p:nvSpPr>
        <p:spPr>
          <a:xfrm>
            <a:off x="26670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7-train-input-6-8"/>
          <p:cNvSpPr/>
          <p:nvPr/>
        </p:nvSpPr>
        <p:spPr>
          <a:xfrm>
            <a:off x="28651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7-train-input-6-9"/>
          <p:cNvSpPr/>
          <p:nvPr/>
        </p:nvSpPr>
        <p:spPr>
          <a:xfrm>
            <a:off x="30632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7-train-input-6-10"/>
          <p:cNvSpPr/>
          <p:nvPr/>
        </p:nvSpPr>
        <p:spPr>
          <a:xfrm>
            <a:off x="32613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7-train-input-6-11"/>
          <p:cNvSpPr/>
          <p:nvPr/>
        </p:nvSpPr>
        <p:spPr>
          <a:xfrm>
            <a:off x="34594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7-train-input-7-0"/>
          <p:cNvSpPr/>
          <p:nvPr/>
        </p:nvSpPr>
        <p:spPr>
          <a:xfrm>
            <a:off x="12801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7-train-input-7-1"/>
          <p:cNvSpPr/>
          <p:nvPr/>
        </p:nvSpPr>
        <p:spPr>
          <a:xfrm>
            <a:off x="14782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7-train-input-7-2"/>
          <p:cNvSpPr/>
          <p:nvPr/>
        </p:nvSpPr>
        <p:spPr>
          <a:xfrm>
            <a:off x="16764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7-train-input-7-3"/>
          <p:cNvSpPr/>
          <p:nvPr/>
        </p:nvSpPr>
        <p:spPr>
          <a:xfrm>
            <a:off x="187451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7-train-input-7-4"/>
          <p:cNvSpPr/>
          <p:nvPr/>
        </p:nvSpPr>
        <p:spPr>
          <a:xfrm>
            <a:off x="20726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7-train-input-7-5"/>
          <p:cNvSpPr/>
          <p:nvPr/>
        </p:nvSpPr>
        <p:spPr>
          <a:xfrm>
            <a:off x="22707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7-train-input-7-6"/>
          <p:cNvSpPr/>
          <p:nvPr/>
        </p:nvSpPr>
        <p:spPr>
          <a:xfrm>
            <a:off x="246888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7-train-input-7-7"/>
          <p:cNvSpPr/>
          <p:nvPr/>
        </p:nvSpPr>
        <p:spPr>
          <a:xfrm>
            <a:off x="266700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7-train-input-7-8"/>
          <p:cNvSpPr/>
          <p:nvPr/>
        </p:nvSpPr>
        <p:spPr>
          <a:xfrm>
            <a:off x="286512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7-train-input-7-9"/>
          <p:cNvSpPr/>
          <p:nvPr/>
        </p:nvSpPr>
        <p:spPr>
          <a:xfrm>
            <a:off x="30632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7-train-input-7-10"/>
          <p:cNvSpPr/>
          <p:nvPr/>
        </p:nvSpPr>
        <p:spPr>
          <a:xfrm>
            <a:off x="32613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7-train-input-7-11"/>
          <p:cNvSpPr/>
          <p:nvPr/>
        </p:nvSpPr>
        <p:spPr>
          <a:xfrm>
            <a:off x="34594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7-train-input-8-0"/>
          <p:cNvSpPr/>
          <p:nvPr/>
        </p:nvSpPr>
        <p:spPr>
          <a:xfrm>
            <a:off x="12801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7-train-input-8-1"/>
          <p:cNvSpPr/>
          <p:nvPr/>
        </p:nvSpPr>
        <p:spPr>
          <a:xfrm>
            <a:off x="14782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7-train-input-8-2"/>
          <p:cNvSpPr/>
          <p:nvPr/>
        </p:nvSpPr>
        <p:spPr>
          <a:xfrm>
            <a:off x="16764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7-train-input-8-3"/>
          <p:cNvSpPr/>
          <p:nvPr/>
        </p:nvSpPr>
        <p:spPr>
          <a:xfrm>
            <a:off x="187451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7-train-input-8-4"/>
          <p:cNvSpPr/>
          <p:nvPr/>
        </p:nvSpPr>
        <p:spPr>
          <a:xfrm>
            <a:off x="20726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7-train-input-8-5"/>
          <p:cNvSpPr/>
          <p:nvPr/>
        </p:nvSpPr>
        <p:spPr>
          <a:xfrm>
            <a:off x="227076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7-train-input-8-6"/>
          <p:cNvSpPr/>
          <p:nvPr/>
        </p:nvSpPr>
        <p:spPr>
          <a:xfrm>
            <a:off x="2468880" y="33223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7-train-input-8-7"/>
          <p:cNvSpPr/>
          <p:nvPr/>
        </p:nvSpPr>
        <p:spPr>
          <a:xfrm>
            <a:off x="26670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7-train-input-8-8"/>
          <p:cNvSpPr/>
          <p:nvPr/>
        </p:nvSpPr>
        <p:spPr>
          <a:xfrm>
            <a:off x="28651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7-train-input-8-9"/>
          <p:cNvSpPr/>
          <p:nvPr/>
        </p:nvSpPr>
        <p:spPr>
          <a:xfrm>
            <a:off x="30632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7-train-input-8-10"/>
          <p:cNvSpPr/>
          <p:nvPr/>
        </p:nvSpPr>
        <p:spPr>
          <a:xfrm>
            <a:off x="32613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7-train-input-8-11"/>
          <p:cNvSpPr/>
          <p:nvPr/>
        </p:nvSpPr>
        <p:spPr>
          <a:xfrm>
            <a:off x="34594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7-train-input-9-0"/>
          <p:cNvSpPr/>
          <p:nvPr/>
        </p:nvSpPr>
        <p:spPr>
          <a:xfrm>
            <a:off x="12801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7-train-input-9-1"/>
          <p:cNvSpPr/>
          <p:nvPr/>
        </p:nvSpPr>
        <p:spPr>
          <a:xfrm>
            <a:off x="14782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7-train-input-9-2"/>
          <p:cNvSpPr/>
          <p:nvPr/>
        </p:nvSpPr>
        <p:spPr>
          <a:xfrm>
            <a:off x="16764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7-train-input-9-3"/>
          <p:cNvSpPr/>
          <p:nvPr/>
        </p:nvSpPr>
        <p:spPr>
          <a:xfrm>
            <a:off x="187451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7-train-input-9-4"/>
          <p:cNvSpPr/>
          <p:nvPr/>
        </p:nvSpPr>
        <p:spPr>
          <a:xfrm>
            <a:off x="207264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7-train-input-9-5"/>
          <p:cNvSpPr/>
          <p:nvPr/>
        </p:nvSpPr>
        <p:spPr>
          <a:xfrm>
            <a:off x="227076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7-train-input-9-6"/>
          <p:cNvSpPr/>
          <p:nvPr/>
        </p:nvSpPr>
        <p:spPr>
          <a:xfrm>
            <a:off x="24688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7-train-input-9-7"/>
          <p:cNvSpPr/>
          <p:nvPr/>
        </p:nvSpPr>
        <p:spPr>
          <a:xfrm>
            <a:off x="2667000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7-train-input-9-8"/>
          <p:cNvSpPr/>
          <p:nvPr/>
        </p:nvSpPr>
        <p:spPr>
          <a:xfrm>
            <a:off x="28651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7-train-input-9-9"/>
          <p:cNvSpPr/>
          <p:nvPr/>
        </p:nvSpPr>
        <p:spPr>
          <a:xfrm>
            <a:off x="30632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7-train-input-9-10"/>
          <p:cNvSpPr/>
          <p:nvPr/>
        </p:nvSpPr>
        <p:spPr>
          <a:xfrm>
            <a:off x="32613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7-train-input-9-11"/>
          <p:cNvSpPr/>
          <p:nvPr/>
        </p:nvSpPr>
        <p:spPr>
          <a:xfrm>
            <a:off x="34594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7-train-input-10-0"/>
          <p:cNvSpPr/>
          <p:nvPr/>
        </p:nvSpPr>
        <p:spPr>
          <a:xfrm>
            <a:off x="12801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7-train-input-10-1"/>
          <p:cNvSpPr/>
          <p:nvPr/>
        </p:nvSpPr>
        <p:spPr>
          <a:xfrm>
            <a:off x="1478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7-train-input-10-2"/>
          <p:cNvSpPr/>
          <p:nvPr/>
        </p:nvSpPr>
        <p:spPr>
          <a:xfrm>
            <a:off x="16764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7-train-input-10-3"/>
          <p:cNvSpPr/>
          <p:nvPr/>
        </p:nvSpPr>
        <p:spPr>
          <a:xfrm>
            <a:off x="1874519" y="37185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7-train-input-10-4"/>
          <p:cNvSpPr/>
          <p:nvPr/>
        </p:nvSpPr>
        <p:spPr>
          <a:xfrm>
            <a:off x="2072640" y="37185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7-train-input-10-5"/>
          <p:cNvSpPr/>
          <p:nvPr/>
        </p:nvSpPr>
        <p:spPr>
          <a:xfrm>
            <a:off x="2270760" y="37185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7-train-input-10-6"/>
          <p:cNvSpPr/>
          <p:nvPr/>
        </p:nvSpPr>
        <p:spPr>
          <a:xfrm>
            <a:off x="24688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7-train-input-10-7"/>
          <p:cNvSpPr/>
          <p:nvPr/>
        </p:nvSpPr>
        <p:spPr>
          <a:xfrm>
            <a:off x="26670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7-train-input-10-8"/>
          <p:cNvSpPr/>
          <p:nvPr/>
        </p:nvSpPr>
        <p:spPr>
          <a:xfrm>
            <a:off x="28651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7-train-input-10-9"/>
          <p:cNvSpPr/>
          <p:nvPr/>
        </p:nvSpPr>
        <p:spPr>
          <a:xfrm>
            <a:off x="30632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7-train-input-10-10"/>
          <p:cNvSpPr/>
          <p:nvPr/>
        </p:nvSpPr>
        <p:spPr>
          <a:xfrm>
            <a:off x="32613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7-train-input-10-11"/>
          <p:cNvSpPr/>
          <p:nvPr/>
        </p:nvSpPr>
        <p:spPr>
          <a:xfrm>
            <a:off x="34594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7-train-input-11-0"/>
          <p:cNvSpPr/>
          <p:nvPr/>
        </p:nvSpPr>
        <p:spPr>
          <a:xfrm>
            <a:off x="12801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7-train-input-11-1"/>
          <p:cNvSpPr/>
          <p:nvPr/>
        </p:nvSpPr>
        <p:spPr>
          <a:xfrm>
            <a:off x="14782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7-train-input-11-2"/>
          <p:cNvSpPr/>
          <p:nvPr/>
        </p:nvSpPr>
        <p:spPr>
          <a:xfrm>
            <a:off x="16764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7-train-input-11-3"/>
          <p:cNvSpPr/>
          <p:nvPr/>
        </p:nvSpPr>
        <p:spPr>
          <a:xfrm>
            <a:off x="187451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7-train-input-11-4"/>
          <p:cNvSpPr/>
          <p:nvPr/>
        </p:nvSpPr>
        <p:spPr>
          <a:xfrm>
            <a:off x="20726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7-train-input-11-5"/>
          <p:cNvSpPr/>
          <p:nvPr/>
        </p:nvSpPr>
        <p:spPr>
          <a:xfrm>
            <a:off x="22707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7-train-input-11-6"/>
          <p:cNvSpPr/>
          <p:nvPr/>
        </p:nvSpPr>
        <p:spPr>
          <a:xfrm>
            <a:off x="246888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7-train-input-11-7"/>
          <p:cNvSpPr/>
          <p:nvPr/>
        </p:nvSpPr>
        <p:spPr>
          <a:xfrm>
            <a:off x="266700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7-train-input-11-8"/>
          <p:cNvSpPr/>
          <p:nvPr/>
        </p:nvSpPr>
        <p:spPr>
          <a:xfrm>
            <a:off x="286512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7-train-input-11-9"/>
          <p:cNvSpPr/>
          <p:nvPr/>
        </p:nvSpPr>
        <p:spPr>
          <a:xfrm>
            <a:off x="30632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7-train-input-11-10"/>
          <p:cNvSpPr/>
          <p:nvPr/>
        </p:nvSpPr>
        <p:spPr>
          <a:xfrm>
            <a:off x="32613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7-train-input-11-11"/>
          <p:cNvSpPr/>
          <p:nvPr/>
        </p:nvSpPr>
        <p:spPr>
          <a:xfrm>
            <a:off x="34594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7-train-output-0-0"/>
          <p:cNvSpPr/>
          <p:nvPr/>
        </p:nvSpPr>
        <p:spPr>
          <a:xfrm>
            <a:off x="53949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7-train-output-0-1"/>
          <p:cNvSpPr/>
          <p:nvPr/>
        </p:nvSpPr>
        <p:spPr>
          <a:xfrm>
            <a:off x="55930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7-train-output-0-2"/>
          <p:cNvSpPr/>
          <p:nvPr/>
        </p:nvSpPr>
        <p:spPr>
          <a:xfrm>
            <a:off x="57912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7-train-output-0-3"/>
          <p:cNvSpPr/>
          <p:nvPr/>
        </p:nvSpPr>
        <p:spPr>
          <a:xfrm>
            <a:off x="59893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7-train-output-0-4"/>
          <p:cNvSpPr/>
          <p:nvPr/>
        </p:nvSpPr>
        <p:spPr>
          <a:xfrm>
            <a:off x="61874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7-train-output-0-5"/>
          <p:cNvSpPr/>
          <p:nvPr/>
        </p:nvSpPr>
        <p:spPr>
          <a:xfrm>
            <a:off x="63855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7-train-output-0-6"/>
          <p:cNvSpPr/>
          <p:nvPr/>
        </p:nvSpPr>
        <p:spPr>
          <a:xfrm>
            <a:off x="65836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7-train-output-0-7"/>
          <p:cNvSpPr/>
          <p:nvPr/>
        </p:nvSpPr>
        <p:spPr>
          <a:xfrm>
            <a:off x="67818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7-train-output-0-8"/>
          <p:cNvSpPr/>
          <p:nvPr/>
        </p:nvSpPr>
        <p:spPr>
          <a:xfrm>
            <a:off x="69799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7-train-output-0-9"/>
          <p:cNvSpPr/>
          <p:nvPr/>
        </p:nvSpPr>
        <p:spPr>
          <a:xfrm>
            <a:off x="71780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7-train-output-0-10"/>
          <p:cNvSpPr/>
          <p:nvPr/>
        </p:nvSpPr>
        <p:spPr>
          <a:xfrm>
            <a:off x="73761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7-train-output-0-11"/>
          <p:cNvSpPr/>
          <p:nvPr/>
        </p:nvSpPr>
        <p:spPr>
          <a:xfrm>
            <a:off x="75742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7-train-output-1-0"/>
          <p:cNvSpPr/>
          <p:nvPr/>
        </p:nvSpPr>
        <p:spPr>
          <a:xfrm>
            <a:off x="53949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7-train-output-1-1"/>
          <p:cNvSpPr/>
          <p:nvPr/>
        </p:nvSpPr>
        <p:spPr>
          <a:xfrm>
            <a:off x="55930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7-train-output-1-2"/>
          <p:cNvSpPr/>
          <p:nvPr/>
        </p:nvSpPr>
        <p:spPr>
          <a:xfrm>
            <a:off x="579120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7-train-output-1-3"/>
          <p:cNvSpPr/>
          <p:nvPr/>
        </p:nvSpPr>
        <p:spPr>
          <a:xfrm>
            <a:off x="5989320" y="193548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7-train-output-1-4"/>
          <p:cNvSpPr/>
          <p:nvPr/>
        </p:nvSpPr>
        <p:spPr>
          <a:xfrm>
            <a:off x="61874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7-train-output-1-5"/>
          <p:cNvSpPr/>
          <p:nvPr/>
        </p:nvSpPr>
        <p:spPr>
          <a:xfrm>
            <a:off x="63855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7-train-output-1-6"/>
          <p:cNvSpPr/>
          <p:nvPr/>
        </p:nvSpPr>
        <p:spPr>
          <a:xfrm>
            <a:off x="65836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7-train-output-1-7"/>
          <p:cNvSpPr/>
          <p:nvPr/>
        </p:nvSpPr>
        <p:spPr>
          <a:xfrm>
            <a:off x="67818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7-train-output-1-8"/>
          <p:cNvSpPr/>
          <p:nvPr/>
        </p:nvSpPr>
        <p:spPr>
          <a:xfrm>
            <a:off x="69799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7-train-output-1-9"/>
          <p:cNvSpPr/>
          <p:nvPr/>
        </p:nvSpPr>
        <p:spPr>
          <a:xfrm>
            <a:off x="71780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7-train-output-1-10"/>
          <p:cNvSpPr/>
          <p:nvPr/>
        </p:nvSpPr>
        <p:spPr>
          <a:xfrm>
            <a:off x="73761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7-train-output-1-11"/>
          <p:cNvSpPr/>
          <p:nvPr/>
        </p:nvSpPr>
        <p:spPr>
          <a:xfrm>
            <a:off x="75742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7-train-output-2-0"/>
          <p:cNvSpPr/>
          <p:nvPr/>
        </p:nvSpPr>
        <p:spPr>
          <a:xfrm>
            <a:off x="5394960" y="2133599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7-train-output-2-1"/>
          <p:cNvSpPr/>
          <p:nvPr/>
        </p:nvSpPr>
        <p:spPr>
          <a:xfrm>
            <a:off x="55930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7-train-output-2-2"/>
          <p:cNvSpPr/>
          <p:nvPr/>
        </p:nvSpPr>
        <p:spPr>
          <a:xfrm>
            <a:off x="57912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7-train-output-2-3"/>
          <p:cNvSpPr/>
          <p:nvPr/>
        </p:nvSpPr>
        <p:spPr>
          <a:xfrm>
            <a:off x="59893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7-train-output-2-4"/>
          <p:cNvSpPr/>
          <p:nvPr/>
        </p:nvSpPr>
        <p:spPr>
          <a:xfrm>
            <a:off x="618744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7-train-output-2-5"/>
          <p:cNvSpPr/>
          <p:nvPr/>
        </p:nvSpPr>
        <p:spPr>
          <a:xfrm>
            <a:off x="6385560" y="2133599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7-train-output-2-6"/>
          <p:cNvSpPr/>
          <p:nvPr/>
        </p:nvSpPr>
        <p:spPr>
          <a:xfrm>
            <a:off x="65836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7-train-output-2-7"/>
          <p:cNvSpPr/>
          <p:nvPr/>
        </p:nvSpPr>
        <p:spPr>
          <a:xfrm>
            <a:off x="67818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7-train-output-2-8"/>
          <p:cNvSpPr/>
          <p:nvPr/>
        </p:nvSpPr>
        <p:spPr>
          <a:xfrm>
            <a:off x="69799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7-train-output-2-9"/>
          <p:cNvSpPr/>
          <p:nvPr/>
        </p:nvSpPr>
        <p:spPr>
          <a:xfrm>
            <a:off x="71780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7-train-output-2-10"/>
          <p:cNvSpPr/>
          <p:nvPr/>
        </p:nvSpPr>
        <p:spPr>
          <a:xfrm>
            <a:off x="73761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7-train-output-2-11"/>
          <p:cNvSpPr/>
          <p:nvPr/>
        </p:nvSpPr>
        <p:spPr>
          <a:xfrm>
            <a:off x="75742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7-train-output-3-0"/>
          <p:cNvSpPr/>
          <p:nvPr/>
        </p:nvSpPr>
        <p:spPr>
          <a:xfrm>
            <a:off x="53949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7-train-output-3-1"/>
          <p:cNvSpPr/>
          <p:nvPr/>
        </p:nvSpPr>
        <p:spPr>
          <a:xfrm>
            <a:off x="55930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7-train-output-3-2"/>
          <p:cNvSpPr/>
          <p:nvPr/>
        </p:nvSpPr>
        <p:spPr>
          <a:xfrm>
            <a:off x="57912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7-train-output-3-3"/>
          <p:cNvSpPr/>
          <p:nvPr/>
        </p:nvSpPr>
        <p:spPr>
          <a:xfrm>
            <a:off x="59893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7-train-output-3-4"/>
          <p:cNvSpPr/>
          <p:nvPr/>
        </p:nvSpPr>
        <p:spPr>
          <a:xfrm>
            <a:off x="618744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7-train-output-3-5"/>
          <p:cNvSpPr/>
          <p:nvPr/>
        </p:nvSpPr>
        <p:spPr>
          <a:xfrm>
            <a:off x="638556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7-train-output-3-6"/>
          <p:cNvSpPr/>
          <p:nvPr/>
        </p:nvSpPr>
        <p:spPr>
          <a:xfrm>
            <a:off x="658368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7-train-output-3-7"/>
          <p:cNvSpPr/>
          <p:nvPr/>
        </p:nvSpPr>
        <p:spPr>
          <a:xfrm>
            <a:off x="6781800" y="23317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7-train-output-3-8"/>
          <p:cNvSpPr/>
          <p:nvPr/>
        </p:nvSpPr>
        <p:spPr>
          <a:xfrm>
            <a:off x="6979920" y="23317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7-train-output-3-9"/>
          <p:cNvSpPr/>
          <p:nvPr/>
        </p:nvSpPr>
        <p:spPr>
          <a:xfrm>
            <a:off x="71780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7-train-output-3-10"/>
          <p:cNvSpPr/>
          <p:nvPr/>
        </p:nvSpPr>
        <p:spPr>
          <a:xfrm>
            <a:off x="73761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7-train-output-3-11"/>
          <p:cNvSpPr/>
          <p:nvPr/>
        </p:nvSpPr>
        <p:spPr>
          <a:xfrm>
            <a:off x="75742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7-train-output-4-0"/>
          <p:cNvSpPr/>
          <p:nvPr/>
        </p:nvSpPr>
        <p:spPr>
          <a:xfrm>
            <a:off x="53949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7-train-output-4-1"/>
          <p:cNvSpPr/>
          <p:nvPr/>
        </p:nvSpPr>
        <p:spPr>
          <a:xfrm>
            <a:off x="55930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7-train-output-4-2"/>
          <p:cNvSpPr/>
          <p:nvPr/>
        </p:nvSpPr>
        <p:spPr>
          <a:xfrm>
            <a:off x="579120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7-train-output-4-3"/>
          <p:cNvSpPr/>
          <p:nvPr/>
        </p:nvSpPr>
        <p:spPr>
          <a:xfrm>
            <a:off x="598932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7-train-output-4-4"/>
          <p:cNvSpPr/>
          <p:nvPr/>
        </p:nvSpPr>
        <p:spPr>
          <a:xfrm>
            <a:off x="618744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7-train-output-4-5"/>
          <p:cNvSpPr/>
          <p:nvPr/>
        </p:nvSpPr>
        <p:spPr>
          <a:xfrm>
            <a:off x="6385560" y="252984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7-train-output-4-6"/>
          <p:cNvSpPr/>
          <p:nvPr/>
        </p:nvSpPr>
        <p:spPr>
          <a:xfrm>
            <a:off x="65836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7-train-output-4-7"/>
          <p:cNvSpPr/>
          <p:nvPr/>
        </p:nvSpPr>
        <p:spPr>
          <a:xfrm>
            <a:off x="67818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7-train-output-4-8"/>
          <p:cNvSpPr/>
          <p:nvPr/>
        </p:nvSpPr>
        <p:spPr>
          <a:xfrm>
            <a:off x="69799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7-train-output-4-9"/>
          <p:cNvSpPr/>
          <p:nvPr/>
        </p:nvSpPr>
        <p:spPr>
          <a:xfrm>
            <a:off x="71780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7-train-output-4-10"/>
          <p:cNvSpPr/>
          <p:nvPr/>
        </p:nvSpPr>
        <p:spPr>
          <a:xfrm>
            <a:off x="737616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7-train-output-4-11"/>
          <p:cNvSpPr/>
          <p:nvPr/>
        </p:nvSpPr>
        <p:spPr>
          <a:xfrm>
            <a:off x="75742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7-train-output-5-0"/>
          <p:cNvSpPr/>
          <p:nvPr/>
        </p:nvSpPr>
        <p:spPr>
          <a:xfrm>
            <a:off x="53949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7-train-output-5-1"/>
          <p:cNvSpPr/>
          <p:nvPr/>
        </p:nvSpPr>
        <p:spPr>
          <a:xfrm>
            <a:off x="55930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7-train-output-5-2"/>
          <p:cNvSpPr/>
          <p:nvPr/>
        </p:nvSpPr>
        <p:spPr>
          <a:xfrm>
            <a:off x="57912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7-train-output-5-3"/>
          <p:cNvSpPr/>
          <p:nvPr/>
        </p:nvSpPr>
        <p:spPr>
          <a:xfrm>
            <a:off x="59893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7-train-output-5-4"/>
          <p:cNvSpPr/>
          <p:nvPr/>
        </p:nvSpPr>
        <p:spPr>
          <a:xfrm>
            <a:off x="61874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7-train-output-5-5"/>
          <p:cNvSpPr/>
          <p:nvPr/>
        </p:nvSpPr>
        <p:spPr>
          <a:xfrm>
            <a:off x="63855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7-train-output-5-6"/>
          <p:cNvSpPr/>
          <p:nvPr/>
        </p:nvSpPr>
        <p:spPr>
          <a:xfrm>
            <a:off x="65836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7-train-output-5-7"/>
          <p:cNvSpPr/>
          <p:nvPr/>
        </p:nvSpPr>
        <p:spPr>
          <a:xfrm>
            <a:off x="67818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7-train-output-5-8"/>
          <p:cNvSpPr/>
          <p:nvPr/>
        </p:nvSpPr>
        <p:spPr>
          <a:xfrm>
            <a:off x="69799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7-train-output-5-9"/>
          <p:cNvSpPr/>
          <p:nvPr/>
        </p:nvSpPr>
        <p:spPr>
          <a:xfrm>
            <a:off x="71780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7-train-output-5-10"/>
          <p:cNvSpPr/>
          <p:nvPr/>
        </p:nvSpPr>
        <p:spPr>
          <a:xfrm>
            <a:off x="73761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7-train-output-5-11"/>
          <p:cNvSpPr/>
          <p:nvPr/>
        </p:nvSpPr>
        <p:spPr>
          <a:xfrm>
            <a:off x="75742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7-train-output-6-0"/>
          <p:cNvSpPr/>
          <p:nvPr/>
        </p:nvSpPr>
        <p:spPr>
          <a:xfrm>
            <a:off x="53949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7-train-output-6-1"/>
          <p:cNvSpPr/>
          <p:nvPr/>
        </p:nvSpPr>
        <p:spPr>
          <a:xfrm>
            <a:off x="55930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7-train-output-6-2"/>
          <p:cNvSpPr/>
          <p:nvPr/>
        </p:nvSpPr>
        <p:spPr>
          <a:xfrm>
            <a:off x="57912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7-train-output-6-3"/>
          <p:cNvSpPr/>
          <p:nvPr/>
        </p:nvSpPr>
        <p:spPr>
          <a:xfrm>
            <a:off x="59893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7-train-output-6-4"/>
          <p:cNvSpPr/>
          <p:nvPr/>
        </p:nvSpPr>
        <p:spPr>
          <a:xfrm>
            <a:off x="61874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7-train-output-6-5"/>
          <p:cNvSpPr/>
          <p:nvPr/>
        </p:nvSpPr>
        <p:spPr>
          <a:xfrm>
            <a:off x="63855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7-train-output-6-6"/>
          <p:cNvSpPr/>
          <p:nvPr/>
        </p:nvSpPr>
        <p:spPr>
          <a:xfrm>
            <a:off x="65836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7-train-output-6-7"/>
          <p:cNvSpPr/>
          <p:nvPr/>
        </p:nvSpPr>
        <p:spPr>
          <a:xfrm>
            <a:off x="67818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7-train-output-6-8"/>
          <p:cNvSpPr/>
          <p:nvPr/>
        </p:nvSpPr>
        <p:spPr>
          <a:xfrm>
            <a:off x="69799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7-train-output-6-9"/>
          <p:cNvSpPr/>
          <p:nvPr/>
        </p:nvSpPr>
        <p:spPr>
          <a:xfrm>
            <a:off x="71780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7-train-output-6-10"/>
          <p:cNvSpPr/>
          <p:nvPr/>
        </p:nvSpPr>
        <p:spPr>
          <a:xfrm>
            <a:off x="73761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7-train-output-6-11"/>
          <p:cNvSpPr/>
          <p:nvPr/>
        </p:nvSpPr>
        <p:spPr>
          <a:xfrm>
            <a:off x="75742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7-train-output-7-0"/>
          <p:cNvSpPr/>
          <p:nvPr/>
        </p:nvSpPr>
        <p:spPr>
          <a:xfrm>
            <a:off x="53949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7-train-output-7-1"/>
          <p:cNvSpPr/>
          <p:nvPr/>
        </p:nvSpPr>
        <p:spPr>
          <a:xfrm>
            <a:off x="55930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7-train-output-7-2"/>
          <p:cNvSpPr/>
          <p:nvPr/>
        </p:nvSpPr>
        <p:spPr>
          <a:xfrm>
            <a:off x="57912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7-train-output-7-3"/>
          <p:cNvSpPr/>
          <p:nvPr/>
        </p:nvSpPr>
        <p:spPr>
          <a:xfrm>
            <a:off x="59893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7-train-output-7-4"/>
          <p:cNvSpPr/>
          <p:nvPr/>
        </p:nvSpPr>
        <p:spPr>
          <a:xfrm>
            <a:off x="61874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7-train-output-7-5"/>
          <p:cNvSpPr/>
          <p:nvPr/>
        </p:nvSpPr>
        <p:spPr>
          <a:xfrm>
            <a:off x="63855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7-train-output-7-6"/>
          <p:cNvSpPr/>
          <p:nvPr/>
        </p:nvSpPr>
        <p:spPr>
          <a:xfrm>
            <a:off x="658368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7-train-output-7-7"/>
          <p:cNvSpPr/>
          <p:nvPr/>
        </p:nvSpPr>
        <p:spPr>
          <a:xfrm>
            <a:off x="678180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7-train-output-7-8"/>
          <p:cNvSpPr/>
          <p:nvPr/>
        </p:nvSpPr>
        <p:spPr>
          <a:xfrm>
            <a:off x="697992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7-train-output-7-9"/>
          <p:cNvSpPr/>
          <p:nvPr/>
        </p:nvSpPr>
        <p:spPr>
          <a:xfrm>
            <a:off x="7178040" y="312420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7-train-output-7-10"/>
          <p:cNvSpPr/>
          <p:nvPr/>
        </p:nvSpPr>
        <p:spPr>
          <a:xfrm>
            <a:off x="73761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7-train-output-7-11"/>
          <p:cNvSpPr/>
          <p:nvPr/>
        </p:nvSpPr>
        <p:spPr>
          <a:xfrm>
            <a:off x="75742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7-train-output-8-0"/>
          <p:cNvSpPr/>
          <p:nvPr/>
        </p:nvSpPr>
        <p:spPr>
          <a:xfrm>
            <a:off x="53949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7-train-output-8-1"/>
          <p:cNvSpPr/>
          <p:nvPr/>
        </p:nvSpPr>
        <p:spPr>
          <a:xfrm>
            <a:off x="55930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7-train-output-8-2"/>
          <p:cNvSpPr/>
          <p:nvPr/>
        </p:nvSpPr>
        <p:spPr>
          <a:xfrm>
            <a:off x="57912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7-train-output-8-3"/>
          <p:cNvSpPr/>
          <p:nvPr/>
        </p:nvSpPr>
        <p:spPr>
          <a:xfrm>
            <a:off x="59893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7-train-output-8-4"/>
          <p:cNvSpPr/>
          <p:nvPr/>
        </p:nvSpPr>
        <p:spPr>
          <a:xfrm>
            <a:off x="618744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7-train-output-8-5"/>
          <p:cNvSpPr/>
          <p:nvPr/>
        </p:nvSpPr>
        <p:spPr>
          <a:xfrm>
            <a:off x="6385560" y="332232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7-train-output-8-6"/>
          <p:cNvSpPr/>
          <p:nvPr/>
        </p:nvSpPr>
        <p:spPr>
          <a:xfrm>
            <a:off x="65836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7-train-output-8-7"/>
          <p:cNvSpPr/>
          <p:nvPr/>
        </p:nvSpPr>
        <p:spPr>
          <a:xfrm>
            <a:off x="67818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7-train-output-8-8"/>
          <p:cNvSpPr/>
          <p:nvPr/>
        </p:nvSpPr>
        <p:spPr>
          <a:xfrm>
            <a:off x="69799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7-train-output-8-9"/>
          <p:cNvSpPr/>
          <p:nvPr/>
        </p:nvSpPr>
        <p:spPr>
          <a:xfrm>
            <a:off x="71780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7-train-output-8-10"/>
          <p:cNvSpPr/>
          <p:nvPr/>
        </p:nvSpPr>
        <p:spPr>
          <a:xfrm>
            <a:off x="73761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7-train-output-8-11"/>
          <p:cNvSpPr/>
          <p:nvPr/>
        </p:nvSpPr>
        <p:spPr>
          <a:xfrm>
            <a:off x="75742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7-train-output-9-0"/>
          <p:cNvSpPr/>
          <p:nvPr/>
        </p:nvSpPr>
        <p:spPr>
          <a:xfrm>
            <a:off x="53949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7-train-output-9-1"/>
          <p:cNvSpPr/>
          <p:nvPr/>
        </p:nvSpPr>
        <p:spPr>
          <a:xfrm>
            <a:off x="55930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7-train-output-9-2"/>
          <p:cNvSpPr/>
          <p:nvPr/>
        </p:nvSpPr>
        <p:spPr>
          <a:xfrm>
            <a:off x="57912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7-train-output-9-3"/>
          <p:cNvSpPr/>
          <p:nvPr/>
        </p:nvSpPr>
        <p:spPr>
          <a:xfrm>
            <a:off x="59893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7-train-output-9-4"/>
          <p:cNvSpPr/>
          <p:nvPr/>
        </p:nvSpPr>
        <p:spPr>
          <a:xfrm>
            <a:off x="618744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7-train-output-9-5"/>
          <p:cNvSpPr/>
          <p:nvPr/>
        </p:nvSpPr>
        <p:spPr>
          <a:xfrm>
            <a:off x="6385560" y="352044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7-train-output-9-6"/>
          <p:cNvSpPr/>
          <p:nvPr/>
        </p:nvSpPr>
        <p:spPr>
          <a:xfrm>
            <a:off x="65836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7-train-output-9-7"/>
          <p:cNvSpPr/>
          <p:nvPr/>
        </p:nvSpPr>
        <p:spPr>
          <a:xfrm>
            <a:off x="67818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7-train-output-9-8"/>
          <p:cNvSpPr/>
          <p:nvPr/>
        </p:nvSpPr>
        <p:spPr>
          <a:xfrm>
            <a:off x="69799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7-train-output-9-9"/>
          <p:cNvSpPr/>
          <p:nvPr/>
        </p:nvSpPr>
        <p:spPr>
          <a:xfrm>
            <a:off x="71780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7-train-output-9-10"/>
          <p:cNvSpPr/>
          <p:nvPr/>
        </p:nvSpPr>
        <p:spPr>
          <a:xfrm>
            <a:off x="73761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7-train-output-9-11"/>
          <p:cNvSpPr/>
          <p:nvPr/>
        </p:nvSpPr>
        <p:spPr>
          <a:xfrm>
            <a:off x="75742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7-train-output-10-0"/>
          <p:cNvSpPr/>
          <p:nvPr/>
        </p:nvSpPr>
        <p:spPr>
          <a:xfrm>
            <a:off x="53949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7-train-output-10-1"/>
          <p:cNvSpPr/>
          <p:nvPr/>
        </p:nvSpPr>
        <p:spPr>
          <a:xfrm>
            <a:off x="559308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7-train-output-10-2"/>
          <p:cNvSpPr/>
          <p:nvPr/>
        </p:nvSpPr>
        <p:spPr>
          <a:xfrm>
            <a:off x="5791200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7-train-output-10-3"/>
          <p:cNvSpPr/>
          <p:nvPr/>
        </p:nvSpPr>
        <p:spPr>
          <a:xfrm>
            <a:off x="5989320" y="37185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7-train-output-10-4"/>
          <p:cNvSpPr/>
          <p:nvPr/>
        </p:nvSpPr>
        <p:spPr>
          <a:xfrm>
            <a:off x="6187440" y="37185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7-train-output-10-5"/>
          <p:cNvSpPr/>
          <p:nvPr/>
        </p:nvSpPr>
        <p:spPr>
          <a:xfrm>
            <a:off x="6385560" y="371856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7-train-output-10-6"/>
          <p:cNvSpPr/>
          <p:nvPr/>
        </p:nvSpPr>
        <p:spPr>
          <a:xfrm>
            <a:off x="65836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7-train-output-10-7"/>
          <p:cNvSpPr/>
          <p:nvPr/>
        </p:nvSpPr>
        <p:spPr>
          <a:xfrm>
            <a:off x="67818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7-train-output-10-8"/>
          <p:cNvSpPr/>
          <p:nvPr/>
        </p:nvSpPr>
        <p:spPr>
          <a:xfrm>
            <a:off x="69799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7-train-output-10-9"/>
          <p:cNvSpPr/>
          <p:nvPr/>
        </p:nvSpPr>
        <p:spPr>
          <a:xfrm>
            <a:off x="71780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7-train-output-10-10"/>
          <p:cNvSpPr/>
          <p:nvPr/>
        </p:nvSpPr>
        <p:spPr>
          <a:xfrm>
            <a:off x="73761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7-train-output-10-11"/>
          <p:cNvSpPr/>
          <p:nvPr/>
        </p:nvSpPr>
        <p:spPr>
          <a:xfrm>
            <a:off x="75742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7-train-output-11-0"/>
          <p:cNvSpPr/>
          <p:nvPr/>
        </p:nvSpPr>
        <p:spPr>
          <a:xfrm>
            <a:off x="53949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7-train-output-11-1"/>
          <p:cNvSpPr/>
          <p:nvPr/>
        </p:nvSpPr>
        <p:spPr>
          <a:xfrm>
            <a:off x="55930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7-train-output-11-2"/>
          <p:cNvSpPr/>
          <p:nvPr/>
        </p:nvSpPr>
        <p:spPr>
          <a:xfrm>
            <a:off x="57912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7-train-output-11-3"/>
          <p:cNvSpPr/>
          <p:nvPr/>
        </p:nvSpPr>
        <p:spPr>
          <a:xfrm>
            <a:off x="59893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7-train-output-11-4"/>
          <p:cNvSpPr/>
          <p:nvPr/>
        </p:nvSpPr>
        <p:spPr>
          <a:xfrm>
            <a:off x="61874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7-train-output-11-5"/>
          <p:cNvSpPr/>
          <p:nvPr/>
        </p:nvSpPr>
        <p:spPr>
          <a:xfrm>
            <a:off x="63855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7-train-output-11-6"/>
          <p:cNvSpPr/>
          <p:nvPr/>
        </p:nvSpPr>
        <p:spPr>
          <a:xfrm>
            <a:off x="658368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7-train-output-11-7"/>
          <p:cNvSpPr/>
          <p:nvPr/>
        </p:nvSpPr>
        <p:spPr>
          <a:xfrm>
            <a:off x="678180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7-train-output-11-8"/>
          <p:cNvSpPr/>
          <p:nvPr/>
        </p:nvSpPr>
        <p:spPr>
          <a:xfrm>
            <a:off x="697992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7-train-output-11-9"/>
          <p:cNvSpPr/>
          <p:nvPr/>
        </p:nvSpPr>
        <p:spPr>
          <a:xfrm>
            <a:off x="71780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7-train-output-11-10"/>
          <p:cNvSpPr/>
          <p:nvPr/>
        </p:nvSpPr>
        <p:spPr>
          <a:xfrm>
            <a:off x="73761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7-train-output-11-11"/>
          <p:cNvSpPr/>
          <p:nvPr/>
        </p:nvSpPr>
        <p:spPr>
          <a:xfrm>
            <a:off x="75742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提示例は全3組、テスト入力は全1個。ここでは各1番目を表示。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3dc255db.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https://github.com/arcprize/ARC-AGI-2/blob/f3283f7/data/evaluation/3dc255db.json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追加例5：矢印の中のセルを外側の線に変える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7-test-input-0-0"/>
          <p:cNvSpPr/>
          <p:nvPr/>
        </p:nvSpPr>
        <p:spPr>
          <a:xfrm>
            <a:off x="118109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7-test-input-0-1"/>
          <p:cNvSpPr/>
          <p:nvPr/>
        </p:nvSpPr>
        <p:spPr>
          <a:xfrm>
            <a:off x="13792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7-test-input-0-2"/>
          <p:cNvSpPr/>
          <p:nvPr/>
        </p:nvSpPr>
        <p:spPr>
          <a:xfrm>
            <a:off x="157733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7-test-input-0-3"/>
          <p:cNvSpPr/>
          <p:nvPr/>
        </p:nvSpPr>
        <p:spPr>
          <a:xfrm>
            <a:off x="177545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7-test-input-0-4"/>
          <p:cNvSpPr/>
          <p:nvPr/>
        </p:nvSpPr>
        <p:spPr>
          <a:xfrm>
            <a:off x="19735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7-test-input-0-5"/>
          <p:cNvSpPr/>
          <p:nvPr/>
        </p:nvSpPr>
        <p:spPr>
          <a:xfrm>
            <a:off x="21717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7-test-input-0-6"/>
          <p:cNvSpPr/>
          <p:nvPr/>
        </p:nvSpPr>
        <p:spPr>
          <a:xfrm>
            <a:off x="23698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7-test-input-0-7"/>
          <p:cNvSpPr/>
          <p:nvPr/>
        </p:nvSpPr>
        <p:spPr>
          <a:xfrm>
            <a:off x="25679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7-test-input-0-8"/>
          <p:cNvSpPr/>
          <p:nvPr/>
        </p:nvSpPr>
        <p:spPr>
          <a:xfrm>
            <a:off x="27660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7-test-input-0-9"/>
          <p:cNvSpPr/>
          <p:nvPr/>
        </p:nvSpPr>
        <p:spPr>
          <a:xfrm>
            <a:off x="29641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7-test-input-0-10"/>
          <p:cNvSpPr/>
          <p:nvPr/>
        </p:nvSpPr>
        <p:spPr>
          <a:xfrm>
            <a:off x="31623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7-test-input-0-11"/>
          <p:cNvSpPr/>
          <p:nvPr/>
        </p:nvSpPr>
        <p:spPr>
          <a:xfrm>
            <a:off x="33604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7-test-input-0-12"/>
          <p:cNvSpPr/>
          <p:nvPr/>
        </p:nvSpPr>
        <p:spPr>
          <a:xfrm>
            <a:off x="35585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7-test-input-1-0"/>
          <p:cNvSpPr/>
          <p:nvPr/>
        </p:nvSpPr>
        <p:spPr>
          <a:xfrm>
            <a:off x="118109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7-test-input-1-1"/>
          <p:cNvSpPr/>
          <p:nvPr/>
        </p:nvSpPr>
        <p:spPr>
          <a:xfrm>
            <a:off x="13792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7-test-input-1-2"/>
          <p:cNvSpPr/>
          <p:nvPr/>
        </p:nvSpPr>
        <p:spPr>
          <a:xfrm>
            <a:off x="157733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7-test-input-1-3"/>
          <p:cNvSpPr/>
          <p:nvPr/>
        </p:nvSpPr>
        <p:spPr>
          <a:xfrm>
            <a:off x="177545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7-test-input-1-4"/>
          <p:cNvSpPr/>
          <p:nvPr/>
        </p:nvSpPr>
        <p:spPr>
          <a:xfrm>
            <a:off x="19735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7-test-input-1-5"/>
          <p:cNvSpPr/>
          <p:nvPr/>
        </p:nvSpPr>
        <p:spPr>
          <a:xfrm>
            <a:off x="21717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7-test-input-1-6"/>
          <p:cNvSpPr/>
          <p:nvPr/>
        </p:nvSpPr>
        <p:spPr>
          <a:xfrm>
            <a:off x="23698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7-test-input-1-7"/>
          <p:cNvSpPr/>
          <p:nvPr/>
        </p:nvSpPr>
        <p:spPr>
          <a:xfrm>
            <a:off x="25679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7-test-input-1-8"/>
          <p:cNvSpPr/>
          <p:nvPr/>
        </p:nvSpPr>
        <p:spPr>
          <a:xfrm>
            <a:off x="27660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7-test-input-1-9"/>
          <p:cNvSpPr/>
          <p:nvPr/>
        </p:nvSpPr>
        <p:spPr>
          <a:xfrm>
            <a:off x="29641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7-test-input-1-10"/>
          <p:cNvSpPr/>
          <p:nvPr/>
        </p:nvSpPr>
        <p:spPr>
          <a:xfrm>
            <a:off x="31623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7-test-input-1-11"/>
          <p:cNvSpPr/>
          <p:nvPr/>
        </p:nvSpPr>
        <p:spPr>
          <a:xfrm>
            <a:off x="33604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7-test-input-1-12"/>
          <p:cNvSpPr/>
          <p:nvPr/>
        </p:nvSpPr>
        <p:spPr>
          <a:xfrm>
            <a:off x="35585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7-test-input-2-0"/>
          <p:cNvSpPr/>
          <p:nvPr/>
        </p:nvSpPr>
        <p:spPr>
          <a:xfrm>
            <a:off x="118109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7-test-input-2-1"/>
          <p:cNvSpPr/>
          <p:nvPr/>
        </p:nvSpPr>
        <p:spPr>
          <a:xfrm>
            <a:off x="13792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7-test-input-2-2"/>
          <p:cNvSpPr/>
          <p:nvPr/>
        </p:nvSpPr>
        <p:spPr>
          <a:xfrm>
            <a:off x="157733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7-test-input-2-3"/>
          <p:cNvSpPr/>
          <p:nvPr/>
        </p:nvSpPr>
        <p:spPr>
          <a:xfrm>
            <a:off x="177545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7-test-input-2-4"/>
          <p:cNvSpPr/>
          <p:nvPr/>
        </p:nvSpPr>
        <p:spPr>
          <a:xfrm>
            <a:off x="19735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7-test-input-2-5"/>
          <p:cNvSpPr/>
          <p:nvPr/>
        </p:nvSpPr>
        <p:spPr>
          <a:xfrm>
            <a:off x="217170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7-test-input-2-6"/>
          <p:cNvSpPr/>
          <p:nvPr/>
        </p:nvSpPr>
        <p:spPr>
          <a:xfrm>
            <a:off x="236982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7-test-input-2-7"/>
          <p:cNvSpPr/>
          <p:nvPr/>
        </p:nvSpPr>
        <p:spPr>
          <a:xfrm>
            <a:off x="256794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7-test-input-2-8"/>
          <p:cNvSpPr/>
          <p:nvPr/>
        </p:nvSpPr>
        <p:spPr>
          <a:xfrm>
            <a:off x="276606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7-test-input-2-9"/>
          <p:cNvSpPr/>
          <p:nvPr/>
        </p:nvSpPr>
        <p:spPr>
          <a:xfrm>
            <a:off x="296418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7-test-input-2-10"/>
          <p:cNvSpPr/>
          <p:nvPr/>
        </p:nvSpPr>
        <p:spPr>
          <a:xfrm>
            <a:off x="31623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7-test-input-2-11"/>
          <p:cNvSpPr/>
          <p:nvPr/>
        </p:nvSpPr>
        <p:spPr>
          <a:xfrm>
            <a:off x="33604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7-test-input-2-12"/>
          <p:cNvSpPr/>
          <p:nvPr/>
        </p:nvSpPr>
        <p:spPr>
          <a:xfrm>
            <a:off x="35585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7-test-input-3-0"/>
          <p:cNvSpPr/>
          <p:nvPr/>
        </p:nvSpPr>
        <p:spPr>
          <a:xfrm>
            <a:off x="118109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7-test-input-3-1"/>
          <p:cNvSpPr/>
          <p:nvPr/>
        </p:nvSpPr>
        <p:spPr>
          <a:xfrm>
            <a:off x="13792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7-test-input-3-2"/>
          <p:cNvSpPr/>
          <p:nvPr/>
        </p:nvSpPr>
        <p:spPr>
          <a:xfrm>
            <a:off x="157733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7-test-input-3-3"/>
          <p:cNvSpPr/>
          <p:nvPr/>
        </p:nvSpPr>
        <p:spPr>
          <a:xfrm>
            <a:off x="177545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7-test-input-3-4"/>
          <p:cNvSpPr/>
          <p:nvPr/>
        </p:nvSpPr>
        <p:spPr>
          <a:xfrm>
            <a:off x="19735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7-test-input-3-5"/>
          <p:cNvSpPr/>
          <p:nvPr/>
        </p:nvSpPr>
        <p:spPr>
          <a:xfrm>
            <a:off x="21717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7-test-input-3-6"/>
          <p:cNvSpPr/>
          <p:nvPr/>
        </p:nvSpPr>
        <p:spPr>
          <a:xfrm>
            <a:off x="236982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7-test-input-3-7"/>
          <p:cNvSpPr/>
          <p:nvPr/>
        </p:nvSpPr>
        <p:spPr>
          <a:xfrm>
            <a:off x="256794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7-test-input-3-8"/>
          <p:cNvSpPr/>
          <p:nvPr/>
        </p:nvSpPr>
        <p:spPr>
          <a:xfrm>
            <a:off x="276606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7-test-input-3-9"/>
          <p:cNvSpPr/>
          <p:nvPr/>
        </p:nvSpPr>
        <p:spPr>
          <a:xfrm>
            <a:off x="29641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7-test-input-3-10"/>
          <p:cNvSpPr/>
          <p:nvPr/>
        </p:nvSpPr>
        <p:spPr>
          <a:xfrm>
            <a:off x="316230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7-test-input-3-11"/>
          <p:cNvSpPr/>
          <p:nvPr/>
        </p:nvSpPr>
        <p:spPr>
          <a:xfrm>
            <a:off x="33604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7-test-input-3-12"/>
          <p:cNvSpPr/>
          <p:nvPr/>
        </p:nvSpPr>
        <p:spPr>
          <a:xfrm>
            <a:off x="35585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7-test-input-4-0"/>
          <p:cNvSpPr/>
          <p:nvPr/>
        </p:nvSpPr>
        <p:spPr>
          <a:xfrm>
            <a:off x="118109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7-test-input-4-1"/>
          <p:cNvSpPr/>
          <p:nvPr/>
        </p:nvSpPr>
        <p:spPr>
          <a:xfrm>
            <a:off x="13792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7-test-input-4-2"/>
          <p:cNvSpPr/>
          <p:nvPr/>
        </p:nvSpPr>
        <p:spPr>
          <a:xfrm>
            <a:off x="157733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7-test-input-4-3"/>
          <p:cNvSpPr/>
          <p:nvPr/>
        </p:nvSpPr>
        <p:spPr>
          <a:xfrm>
            <a:off x="177545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7-test-input-4-4"/>
          <p:cNvSpPr/>
          <p:nvPr/>
        </p:nvSpPr>
        <p:spPr>
          <a:xfrm>
            <a:off x="19735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7-test-input-4-5"/>
          <p:cNvSpPr/>
          <p:nvPr/>
        </p:nvSpPr>
        <p:spPr>
          <a:xfrm>
            <a:off x="217170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7-test-input-4-6"/>
          <p:cNvSpPr/>
          <p:nvPr/>
        </p:nvSpPr>
        <p:spPr>
          <a:xfrm>
            <a:off x="236982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7-test-input-4-7"/>
          <p:cNvSpPr/>
          <p:nvPr/>
        </p:nvSpPr>
        <p:spPr>
          <a:xfrm>
            <a:off x="256794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7-test-input-4-8"/>
          <p:cNvSpPr/>
          <p:nvPr/>
        </p:nvSpPr>
        <p:spPr>
          <a:xfrm>
            <a:off x="276606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7-test-input-4-9"/>
          <p:cNvSpPr/>
          <p:nvPr/>
        </p:nvSpPr>
        <p:spPr>
          <a:xfrm>
            <a:off x="296418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7-test-input-4-10"/>
          <p:cNvSpPr/>
          <p:nvPr/>
        </p:nvSpPr>
        <p:spPr>
          <a:xfrm>
            <a:off x="31623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7-test-input-4-11"/>
          <p:cNvSpPr/>
          <p:nvPr/>
        </p:nvSpPr>
        <p:spPr>
          <a:xfrm>
            <a:off x="33604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7-test-input-4-12"/>
          <p:cNvSpPr/>
          <p:nvPr/>
        </p:nvSpPr>
        <p:spPr>
          <a:xfrm>
            <a:off x="35585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7-test-input-5-0"/>
          <p:cNvSpPr/>
          <p:nvPr/>
        </p:nvSpPr>
        <p:spPr>
          <a:xfrm>
            <a:off x="118109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7-test-input-5-1"/>
          <p:cNvSpPr/>
          <p:nvPr/>
        </p:nvSpPr>
        <p:spPr>
          <a:xfrm>
            <a:off x="13792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7-test-input-5-2"/>
          <p:cNvSpPr/>
          <p:nvPr/>
        </p:nvSpPr>
        <p:spPr>
          <a:xfrm>
            <a:off x="157733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7-test-input-5-3"/>
          <p:cNvSpPr/>
          <p:nvPr/>
        </p:nvSpPr>
        <p:spPr>
          <a:xfrm>
            <a:off x="177545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7-test-input-5-4"/>
          <p:cNvSpPr/>
          <p:nvPr/>
        </p:nvSpPr>
        <p:spPr>
          <a:xfrm>
            <a:off x="19735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7-test-input-5-5"/>
          <p:cNvSpPr/>
          <p:nvPr/>
        </p:nvSpPr>
        <p:spPr>
          <a:xfrm>
            <a:off x="21717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7-test-input-5-6"/>
          <p:cNvSpPr/>
          <p:nvPr/>
        </p:nvSpPr>
        <p:spPr>
          <a:xfrm>
            <a:off x="23698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7-test-input-5-7"/>
          <p:cNvSpPr/>
          <p:nvPr/>
        </p:nvSpPr>
        <p:spPr>
          <a:xfrm>
            <a:off x="25679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7-test-input-5-8"/>
          <p:cNvSpPr/>
          <p:nvPr/>
        </p:nvSpPr>
        <p:spPr>
          <a:xfrm>
            <a:off x="27660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7-test-input-5-9"/>
          <p:cNvSpPr/>
          <p:nvPr/>
        </p:nvSpPr>
        <p:spPr>
          <a:xfrm>
            <a:off x="29641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7-test-input-5-10"/>
          <p:cNvSpPr/>
          <p:nvPr/>
        </p:nvSpPr>
        <p:spPr>
          <a:xfrm>
            <a:off x="31623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7-test-input-5-11"/>
          <p:cNvSpPr/>
          <p:nvPr/>
        </p:nvSpPr>
        <p:spPr>
          <a:xfrm>
            <a:off x="33604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7-test-input-5-12"/>
          <p:cNvSpPr/>
          <p:nvPr/>
        </p:nvSpPr>
        <p:spPr>
          <a:xfrm>
            <a:off x="35585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7-test-input-6-0"/>
          <p:cNvSpPr/>
          <p:nvPr/>
        </p:nvSpPr>
        <p:spPr>
          <a:xfrm>
            <a:off x="118109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7-test-input-6-1"/>
          <p:cNvSpPr/>
          <p:nvPr/>
        </p:nvSpPr>
        <p:spPr>
          <a:xfrm>
            <a:off x="13792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7-test-input-6-2"/>
          <p:cNvSpPr/>
          <p:nvPr/>
        </p:nvSpPr>
        <p:spPr>
          <a:xfrm>
            <a:off x="157733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7-test-input-6-3"/>
          <p:cNvSpPr/>
          <p:nvPr/>
        </p:nvSpPr>
        <p:spPr>
          <a:xfrm>
            <a:off x="1775459" y="29260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7-test-input-6-4"/>
          <p:cNvSpPr/>
          <p:nvPr/>
        </p:nvSpPr>
        <p:spPr>
          <a:xfrm>
            <a:off x="19735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7-test-input-6-5"/>
          <p:cNvSpPr/>
          <p:nvPr/>
        </p:nvSpPr>
        <p:spPr>
          <a:xfrm>
            <a:off x="21717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7-test-input-6-6"/>
          <p:cNvSpPr/>
          <p:nvPr/>
        </p:nvSpPr>
        <p:spPr>
          <a:xfrm>
            <a:off x="23698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7-test-input-6-7"/>
          <p:cNvSpPr/>
          <p:nvPr/>
        </p:nvSpPr>
        <p:spPr>
          <a:xfrm>
            <a:off x="25679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7-test-input-6-8"/>
          <p:cNvSpPr/>
          <p:nvPr/>
        </p:nvSpPr>
        <p:spPr>
          <a:xfrm>
            <a:off x="27660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7-test-input-6-9"/>
          <p:cNvSpPr/>
          <p:nvPr/>
        </p:nvSpPr>
        <p:spPr>
          <a:xfrm>
            <a:off x="29641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7-test-input-6-10"/>
          <p:cNvSpPr/>
          <p:nvPr/>
        </p:nvSpPr>
        <p:spPr>
          <a:xfrm>
            <a:off x="31623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7-test-input-6-11"/>
          <p:cNvSpPr/>
          <p:nvPr/>
        </p:nvSpPr>
        <p:spPr>
          <a:xfrm>
            <a:off x="33604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7-test-input-6-12"/>
          <p:cNvSpPr/>
          <p:nvPr/>
        </p:nvSpPr>
        <p:spPr>
          <a:xfrm>
            <a:off x="35585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7-test-input-7-0"/>
          <p:cNvSpPr/>
          <p:nvPr/>
        </p:nvSpPr>
        <p:spPr>
          <a:xfrm>
            <a:off x="118109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7-test-input-7-1"/>
          <p:cNvSpPr/>
          <p:nvPr/>
        </p:nvSpPr>
        <p:spPr>
          <a:xfrm>
            <a:off x="13792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7-test-input-7-2"/>
          <p:cNvSpPr/>
          <p:nvPr/>
        </p:nvSpPr>
        <p:spPr>
          <a:xfrm>
            <a:off x="1577339" y="312420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7-test-input-7-3"/>
          <p:cNvSpPr/>
          <p:nvPr/>
        </p:nvSpPr>
        <p:spPr>
          <a:xfrm>
            <a:off x="1775459" y="312420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7-test-input-7-4"/>
          <p:cNvSpPr/>
          <p:nvPr/>
        </p:nvSpPr>
        <p:spPr>
          <a:xfrm>
            <a:off x="19735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7-test-input-7-5"/>
          <p:cNvSpPr/>
          <p:nvPr/>
        </p:nvSpPr>
        <p:spPr>
          <a:xfrm>
            <a:off x="21717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7-test-input-7-6"/>
          <p:cNvSpPr/>
          <p:nvPr/>
        </p:nvSpPr>
        <p:spPr>
          <a:xfrm>
            <a:off x="23698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7-test-input-7-7"/>
          <p:cNvSpPr/>
          <p:nvPr/>
        </p:nvSpPr>
        <p:spPr>
          <a:xfrm>
            <a:off x="25679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7-test-input-7-8"/>
          <p:cNvSpPr/>
          <p:nvPr/>
        </p:nvSpPr>
        <p:spPr>
          <a:xfrm>
            <a:off x="27660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7-test-input-7-9"/>
          <p:cNvSpPr/>
          <p:nvPr/>
        </p:nvSpPr>
        <p:spPr>
          <a:xfrm>
            <a:off x="2964180" y="312420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7-test-input-7-10"/>
          <p:cNvSpPr/>
          <p:nvPr/>
        </p:nvSpPr>
        <p:spPr>
          <a:xfrm>
            <a:off x="31623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7-test-input-7-11"/>
          <p:cNvSpPr/>
          <p:nvPr/>
        </p:nvSpPr>
        <p:spPr>
          <a:xfrm>
            <a:off x="33604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7-test-input-7-12"/>
          <p:cNvSpPr/>
          <p:nvPr/>
        </p:nvSpPr>
        <p:spPr>
          <a:xfrm>
            <a:off x="35585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7-test-input-8-0"/>
          <p:cNvSpPr/>
          <p:nvPr/>
        </p:nvSpPr>
        <p:spPr>
          <a:xfrm>
            <a:off x="118109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7-test-input-8-1"/>
          <p:cNvSpPr/>
          <p:nvPr/>
        </p:nvSpPr>
        <p:spPr>
          <a:xfrm>
            <a:off x="1379220" y="332232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7-test-input-8-2"/>
          <p:cNvSpPr/>
          <p:nvPr/>
        </p:nvSpPr>
        <p:spPr>
          <a:xfrm>
            <a:off x="157733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7-test-input-8-3"/>
          <p:cNvSpPr/>
          <p:nvPr/>
        </p:nvSpPr>
        <p:spPr>
          <a:xfrm>
            <a:off x="177545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7-test-input-8-4"/>
          <p:cNvSpPr/>
          <p:nvPr/>
        </p:nvSpPr>
        <p:spPr>
          <a:xfrm>
            <a:off x="1973580" y="332232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7-test-input-8-5"/>
          <p:cNvSpPr/>
          <p:nvPr/>
        </p:nvSpPr>
        <p:spPr>
          <a:xfrm>
            <a:off x="21717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7-test-input-8-6"/>
          <p:cNvSpPr/>
          <p:nvPr/>
        </p:nvSpPr>
        <p:spPr>
          <a:xfrm>
            <a:off x="23698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7-test-input-8-7"/>
          <p:cNvSpPr/>
          <p:nvPr/>
        </p:nvSpPr>
        <p:spPr>
          <a:xfrm>
            <a:off x="25679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7-test-input-8-8"/>
          <p:cNvSpPr/>
          <p:nvPr/>
        </p:nvSpPr>
        <p:spPr>
          <a:xfrm>
            <a:off x="27660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7-test-input-8-9"/>
          <p:cNvSpPr/>
          <p:nvPr/>
        </p:nvSpPr>
        <p:spPr>
          <a:xfrm>
            <a:off x="29641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7-test-input-8-10"/>
          <p:cNvSpPr/>
          <p:nvPr/>
        </p:nvSpPr>
        <p:spPr>
          <a:xfrm>
            <a:off x="3162300" y="332232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7-test-input-8-11"/>
          <p:cNvSpPr/>
          <p:nvPr/>
        </p:nvSpPr>
        <p:spPr>
          <a:xfrm>
            <a:off x="33604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7-test-input-8-12"/>
          <p:cNvSpPr/>
          <p:nvPr/>
        </p:nvSpPr>
        <p:spPr>
          <a:xfrm>
            <a:off x="35585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7-test-input-9-0"/>
          <p:cNvSpPr/>
          <p:nvPr/>
        </p:nvSpPr>
        <p:spPr>
          <a:xfrm>
            <a:off x="118109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7-test-input-9-1"/>
          <p:cNvSpPr/>
          <p:nvPr/>
        </p:nvSpPr>
        <p:spPr>
          <a:xfrm>
            <a:off x="1379220" y="352044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7-test-input-9-2"/>
          <p:cNvSpPr/>
          <p:nvPr/>
        </p:nvSpPr>
        <p:spPr>
          <a:xfrm>
            <a:off x="1577339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7-test-input-9-3"/>
          <p:cNvSpPr/>
          <p:nvPr/>
        </p:nvSpPr>
        <p:spPr>
          <a:xfrm>
            <a:off x="1775459" y="35204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7-test-input-9-4"/>
          <p:cNvSpPr/>
          <p:nvPr/>
        </p:nvSpPr>
        <p:spPr>
          <a:xfrm>
            <a:off x="1973580" y="352044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7-test-input-9-5"/>
          <p:cNvSpPr/>
          <p:nvPr/>
        </p:nvSpPr>
        <p:spPr>
          <a:xfrm>
            <a:off x="21717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7-test-input-9-6"/>
          <p:cNvSpPr/>
          <p:nvPr/>
        </p:nvSpPr>
        <p:spPr>
          <a:xfrm>
            <a:off x="23698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7-test-input-9-7"/>
          <p:cNvSpPr/>
          <p:nvPr/>
        </p:nvSpPr>
        <p:spPr>
          <a:xfrm>
            <a:off x="256794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7-test-input-9-8"/>
          <p:cNvSpPr/>
          <p:nvPr/>
        </p:nvSpPr>
        <p:spPr>
          <a:xfrm>
            <a:off x="27660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7-test-input-9-9"/>
          <p:cNvSpPr/>
          <p:nvPr/>
        </p:nvSpPr>
        <p:spPr>
          <a:xfrm>
            <a:off x="29641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7-test-input-9-10"/>
          <p:cNvSpPr/>
          <p:nvPr/>
        </p:nvSpPr>
        <p:spPr>
          <a:xfrm>
            <a:off x="316230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7-test-input-9-11"/>
          <p:cNvSpPr/>
          <p:nvPr/>
        </p:nvSpPr>
        <p:spPr>
          <a:xfrm>
            <a:off x="3360420" y="352044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7-test-input-9-12"/>
          <p:cNvSpPr/>
          <p:nvPr/>
        </p:nvSpPr>
        <p:spPr>
          <a:xfrm>
            <a:off x="35585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7-test-input-10-0"/>
          <p:cNvSpPr/>
          <p:nvPr/>
        </p:nvSpPr>
        <p:spPr>
          <a:xfrm>
            <a:off x="118109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7-test-input-10-1"/>
          <p:cNvSpPr/>
          <p:nvPr/>
        </p:nvSpPr>
        <p:spPr>
          <a:xfrm>
            <a:off x="1379220" y="371856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7-test-input-10-2"/>
          <p:cNvSpPr/>
          <p:nvPr/>
        </p:nvSpPr>
        <p:spPr>
          <a:xfrm>
            <a:off x="157733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7-test-input-10-3"/>
          <p:cNvSpPr/>
          <p:nvPr/>
        </p:nvSpPr>
        <p:spPr>
          <a:xfrm>
            <a:off x="1775459" y="37185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7-test-input-10-4"/>
          <p:cNvSpPr/>
          <p:nvPr/>
        </p:nvSpPr>
        <p:spPr>
          <a:xfrm>
            <a:off x="1973580" y="371856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7-test-input-10-5"/>
          <p:cNvSpPr/>
          <p:nvPr/>
        </p:nvSpPr>
        <p:spPr>
          <a:xfrm>
            <a:off x="21717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7-test-input-10-6"/>
          <p:cNvSpPr/>
          <p:nvPr/>
        </p:nvSpPr>
        <p:spPr>
          <a:xfrm>
            <a:off x="23698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7-test-input-10-7"/>
          <p:cNvSpPr/>
          <p:nvPr/>
        </p:nvSpPr>
        <p:spPr>
          <a:xfrm>
            <a:off x="25679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7-test-input-10-8"/>
          <p:cNvSpPr/>
          <p:nvPr/>
        </p:nvSpPr>
        <p:spPr>
          <a:xfrm>
            <a:off x="27660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7-test-input-10-9"/>
          <p:cNvSpPr/>
          <p:nvPr/>
        </p:nvSpPr>
        <p:spPr>
          <a:xfrm>
            <a:off x="2964180" y="371856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7-test-input-10-10"/>
          <p:cNvSpPr/>
          <p:nvPr/>
        </p:nvSpPr>
        <p:spPr>
          <a:xfrm>
            <a:off x="3162300" y="371856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7-test-input-10-11"/>
          <p:cNvSpPr/>
          <p:nvPr/>
        </p:nvSpPr>
        <p:spPr>
          <a:xfrm>
            <a:off x="33604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7-test-input-10-12"/>
          <p:cNvSpPr/>
          <p:nvPr/>
        </p:nvSpPr>
        <p:spPr>
          <a:xfrm>
            <a:off x="35585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7-test-input-11-0"/>
          <p:cNvSpPr/>
          <p:nvPr/>
        </p:nvSpPr>
        <p:spPr>
          <a:xfrm>
            <a:off x="118109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7-test-input-11-1"/>
          <p:cNvSpPr/>
          <p:nvPr/>
        </p:nvSpPr>
        <p:spPr>
          <a:xfrm>
            <a:off x="1379220" y="39166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7-test-input-11-2"/>
          <p:cNvSpPr/>
          <p:nvPr/>
        </p:nvSpPr>
        <p:spPr>
          <a:xfrm>
            <a:off x="1577339" y="391668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7-test-input-11-3"/>
          <p:cNvSpPr/>
          <p:nvPr/>
        </p:nvSpPr>
        <p:spPr>
          <a:xfrm>
            <a:off x="177545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7-test-input-11-4"/>
          <p:cNvSpPr/>
          <p:nvPr/>
        </p:nvSpPr>
        <p:spPr>
          <a:xfrm>
            <a:off x="1973580" y="39166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7-test-input-11-5"/>
          <p:cNvSpPr/>
          <p:nvPr/>
        </p:nvSpPr>
        <p:spPr>
          <a:xfrm>
            <a:off x="21717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7-test-input-11-6"/>
          <p:cNvSpPr/>
          <p:nvPr/>
        </p:nvSpPr>
        <p:spPr>
          <a:xfrm>
            <a:off x="23698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7-test-input-11-7"/>
          <p:cNvSpPr/>
          <p:nvPr/>
        </p:nvSpPr>
        <p:spPr>
          <a:xfrm>
            <a:off x="25679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7-test-input-11-8"/>
          <p:cNvSpPr/>
          <p:nvPr/>
        </p:nvSpPr>
        <p:spPr>
          <a:xfrm>
            <a:off x="27660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7-test-input-11-9"/>
          <p:cNvSpPr/>
          <p:nvPr/>
        </p:nvSpPr>
        <p:spPr>
          <a:xfrm>
            <a:off x="2964180" y="391668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7-test-input-11-10"/>
          <p:cNvSpPr/>
          <p:nvPr/>
        </p:nvSpPr>
        <p:spPr>
          <a:xfrm>
            <a:off x="31623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7-test-input-11-11"/>
          <p:cNvSpPr/>
          <p:nvPr/>
        </p:nvSpPr>
        <p:spPr>
          <a:xfrm>
            <a:off x="33604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7-test-input-11-12"/>
          <p:cNvSpPr/>
          <p:nvPr/>
        </p:nvSpPr>
        <p:spPr>
          <a:xfrm>
            <a:off x="35585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7-test-output-0-0"/>
          <p:cNvSpPr/>
          <p:nvPr/>
        </p:nvSpPr>
        <p:spPr>
          <a:xfrm>
            <a:off x="52959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7-test-output-0-1"/>
          <p:cNvSpPr/>
          <p:nvPr/>
        </p:nvSpPr>
        <p:spPr>
          <a:xfrm>
            <a:off x="54940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7-test-output-0-2"/>
          <p:cNvSpPr/>
          <p:nvPr/>
        </p:nvSpPr>
        <p:spPr>
          <a:xfrm>
            <a:off x="56921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7-test-output-0-3"/>
          <p:cNvSpPr/>
          <p:nvPr/>
        </p:nvSpPr>
        <p:spPr>
          <a:xfrm>
            <a:off x="58902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7-test-output-0-4"/>
          <p:cNvSpPr/>
          <p:nvPr/>
        </p:nvSpPr>
        <p:spPr>
          <a:xfrm>
            <a:off x="60883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7-test-output-0-5"/>
          <p:cNvSpPr/>
          <p:nvPr/>
        </p:nvSpPr>
        <p:spPr>
          <a:xfrm>
            <a:off x="62865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7-test-output-0-6"/>
          <p:cNvSpPr/>
          <p:nvPr/>
        </p:nvSpPr>
        <p:spPr>
          <a:xfrm>
            <a:off x="64846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7-test-output-0-7"/>
          <p:cNvSpPr/>
          <p:nvPr/>
        </p:nvSpPr>
        <p:spPr>
          <a:xfrm>
            <a:off x="66827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7-test-output-0-8"/>
          <p:cNvSpPr/>
          <p:nvPr/>
        </p:nvSpPr>
        <p:spPr>
          <a:xfrm>
            <a:off x="68808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7-test-output-0-9"/>
          <p:cNvSpPr/>
          <p:nvPr/>
        </p:nvSpPr>
        <p:spPr>
          <a:xfrm>
            <a:off x="70789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7-test-output-0-10"/>
          <p:cNvSpPr/>
          <p:nvPr/>
        </p:nvSpPr>
        <p:spPr>
          <a:xfrm>
            <a:off x="72771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7-test-output-0-11"/>
          <p:cNvSpPr/>
          <p:nvPr/>
        </p:nvSpPr>
        <p:spPr>
          <a:xfrm>
            <a:off x="74752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7-test-output-0-12"/>
          <p:cNvSpPr/>
          <p:nvPr/>
        </p:nvSpPr>
        <p:spPr>
          <a:xfrm>
            <a:off x="76733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7-test-output-1-0"/>
          <p:cNvSpPr/>
          <p:nvPr/>
        </p:nvSpPr>
        <p:spPr>
          <a:xfrm>
            <a:off x="52959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7-test-output-1-1"/>
          <p:cNvSpPr/>
          <p:nvPr/>
        </p:nvSpPr>
        <p:spPr>
          <a:xfrm>
            <a:off x="54940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7-test-output-1-2"/>
          <p:cNvSpPr/>
          <p:nvPr/>
        </p:nvSpPr>
        <p:spPr>
          <a:xfrm>
            <a:off x="56921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7-test-output-1-3"/>
          <p:cNvSpPr/>
          <p:nvPr/>
        </p:nvSpPr>
        <p:spPr>
          <a:xfrm>
            <a:off x="58902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7-test-output-1-4"/>
          <p:cNvSpPr/>
          <p:nvPr/>
        </p:nvSpPr>
        <p:spPr>
          <a:xfrm>
            <a:off x="60883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7-test-output-1-5"/>
          <p:cNvSpPr/>
          <p:nvPr/>
        </p:nvSpPr>
        <p:spPr>
          <a:xfrm>
            <a:off x="62865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7-test-output-1-6"/>
          <p:cNvSpPr/>
          <p:nvPr/>
        </p:nvSpPr>
        <p:spPr>
          <a:xfrm>
            <a:off x="64846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7-test-output-1-7"/>
          <p:cNvSpPr/>
          <p:nvPr/>
        </p:nvSpPr>
        <p:spPr>
          <a:xfrm>
            <a:off x="66827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7-test-output-1-8"/>
          <p:cNvSpPr/>
          <p:nvPr/>
        </p:nvSpPr>
        <p:spPr>
          <a:xfrm>
            <a:off x="68808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7-test-output-1-9"/>
          <p:cNvSpPr/>
          <p:nvPr/>
        </p:nvSpPr>
        <p:spPr>
          <a:xfrm>
            <a:off x="70789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7-test-output-1-10"/>
          <p:cNvSpPr/>
          <p:nvPr/>
        </p:nvSpPr>
        <p:spPr>
          <a:xfrm>
            <a:off x="72771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7-test-output-1-11"/>
          <p:cNvSpPr/>
          <p:nvPr/>
        </p:nvSpPr>
        <p:spPr>
          <a:xfrm>
            <a:off x="74752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7-test-output-1-12"/>
          <p:cNvSpPr/>
          <p:nvPr/>
        </p:nvSpPr>
        <p:spPr>
          <a:xfrm>
            <a:off x="76733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7-test-output-2-0"/>
          <p:cNvSpPr/>
          <p:nvPr/>
        </p:nvSpPr>
        <p:spPr>
          <a:xfrm>
            <a:off x="52959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7-test-output-2-1"/>
          <p:cNvSpPr/>
          <p:nvPr/>
        </p:nvSpPr>
        <p:spPr>
          <a:xfrm>
            <a:off x="54940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7-test-output-2-2"/>
          <p:cNvSpPr/>
          <p:nvPr/>
        </p:nvSpPr>
        <p:spPr>
          <a:xfrm>
            <a:off x="56921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7-test-output-2-3"/>
          <p:cNvSpPr/>
          <p:nvPr/>
        </p:nvSpPr>
        <p:spPr>
          <a:xfrm>
            <a:off x="5890260" y="2133599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7-test-output-2-4"/>
          <p:cNvSpPr/>
          <p:nvPr/>
        </p:nvSpPr>
        <p:spPr>
          <a:xfrm>
            <a:off x="60883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7-test-output-2-5"/>
          <p:cNvSpPr/>
          <p:nvPr/>
        </p:nvSpPr>
        <p:spPr>
          <a:xfrm>
            <a:off x="628650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7-test-output-2-6"/>
          <p:cNvSpPr/>
          <p:nvPr/>
        </p:nvSpPr>
        <p:spPr>
          <a:xfrm>
            <a:off x="648462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7-test-output-2-7"/>
          <p:cNvSpPr/>
          <p:nvPr/>
        </p:nvSpPr>
        <p:spPr>
          <a:xfrm>
            <a:off x="668274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7-test-output-2-8"/>
          <p:cNvSpPr/>
          <p:nvPr/>
        </p:nvSpPr>
        <p:spPr>
          <a:xfrm>
            <a:off x="688086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7-test-output-2-9"/>
          <p:cNvSpPr/>
          <p:nvPr/>
        </p:nvSpPr>
        <p:spPr>
          <a:xfrm>
            <a:off x="7078980" y="2133599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7-test-output-2-10"/>
          <p:cNvSpPr/>
          <p:nvPr/>
        </p:nvSpPr>
        <p:spPr>
          <a:xfrm>
            <a:off x="72771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7-test-output-2-11"/>
          <p:cNvSpPr/>
          <p:nvPr/>
        </p:nvSpPr>
        <p:spPr>
          <a:xfrm>
            <a:off x="74752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7-test-output-2-12"/>
          <p:cNvSpPr/>
          <p:nvPr/>
        </p:nvSpPr>
        <p:spPr>
          <a:xfrm>
            <a:off x="76733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7-test-output-3-0"/>
          <p:cNvSpPr/>
          <p:nvPr/>
        </p:nvSpPr>
        <p:spPr>
          <a:xfrm>
            <a:off x="52959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7-test-output-3-1"/>
          <p:cNvSpPr/>
          <p:nvPr/>
        </p:nvSpPr>
        <p:spPr>
          <a:xfrm>
            <a:off x="54940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7-test-output-3-2"/>
          <p:cNvSpPr/>
          <p:nvPr/>
        </p:nvSpPr>
        <p:spPr>
          <a:xfrm>
            <a:off x="56921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7-test-output-3-3"/>
          <p:cNvSpPr/>
          <p:nvPr/>
        </p:nvSpPr>
        <p:spPr>
          <a:xfrm>
            <a:off x="5890260" y="233172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7-test-output-3-4"/>
          <p:cNvSpPr/>
          <p:nvPr/>
        </p:nvSpPr>
        <p:spPr>
          <a:xfrm>
            <a:off x="60883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7-test-output-3-5"/>
          <p:cNvSpPr/>
          <p:nvPr/>
        </p:nvSpPr>
        <p:spPr>
          <a:xfrm>
            <a:off x="62865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7-test-output-3-6"/>
          <p:cNvSpPr/>
          <p:nvPr/>
        </p:nvSpPr>
        <p:spPr>
          <a:xfrm>
            <a:off x="64846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7-test-output-3-7"/>
          <p:cNvSpPr/>
          <p:nvPr/>
        </p:nvSpPr>
        <p:spPr>
          <a:xfrm>
            <a:off x="66827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7-test-output-3-8"/>
          <p:cNvSpPr/>
          <p:nvPr/>
        </p:nvSpPr>
        <p:spPr>
          <a:xfrm>
            <a:off x="68808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7-test-output-3-9"/>
          <p:cNvSpPr/>
          <p:nvPr/>
        </p:nvSpPr>
        <p:spPr>
          <a:xfrm>
            <a:off x="70789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7-test-output-3-10"/>
          <p:cNvSpPr/>
          <p:nvPr/>
        </p:nvSpPr>
        <p:spPr>
          <a:xfrm>
            <a:off x="7277100" y="233172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7-test-output-3-11"/>
          <p:cNvSpPr/>
          <p:nvPr/>
        </p:nvSpPr>
        <p:spPr>
          <a:xfrm>
            <a:off x="747522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7-test-output-3-12"/>
          <p:cNvSpPr/>
          <p:nvPr/>
        </p:nvSpPr>
        <p:spPr>
          <a:xfrm>
            <a:off x="7673340" y="2331720"/>
            <a:ext cx="198120" cy="198120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7-test-output-4-0"/>
          <p:cNvSpPr/>
          <p:nvPr/>
        </p:nvSpPr>
        <p:spPr>
          <a:xfrm>
            <a:off x="52959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7-test-output-4-1"/>
          <p:cNvSpPr/>
          <p:nvPr/>
        </p:nvSpPr>
        <p:spPr>
          <a:xfrm>
            <a:off x="54940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7-test-output-4-2"/>
          <p:cNvSpPr/>
          <p:nvPr/>
        </p:nvSpPr>
        <p:spPr>
          <a:xfrm>
            <a:off x="56921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7-test-output-4-3"/>
          <p:cNvSpPr/>
          <p:nvPr/>
        </p:nvSpPr>
        <p:spPr>
          <a:xfrm>
            <a:off x="5890260" y="252984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7-test-output-4-4"/>
          <p:cNvSpPr/>
          <p:nvPr/>
        </p:nvSpPr>
        <p:spPr>
          <a:xfrm>
            <a:off x="60883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7-test-output-4-5"/>
          <p:cNvSpPr/>
          <p:nvPr/>
        </p:nvSpPr>
        <p:spPr>
          <a:xfrm>
            <a:off x="628650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7-test-output-4-6"/>
          <p:cNvSpPr/>
          <p:nvPr/>
        </p:nvSpPr>
        <p:spPr>
          <a:xfrm>
            <a:off x="648462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7-test-output-4-7"/>
          <p:cNvSpPr/>
          <p:nvPr/>
        </p:nvSpPr>
        <p:spPr>
          <a:xfrm>
            <a:off x="668274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7-test-output-4-8"/>
          <p:cNvSpPr/>
          <p:nvPr/>
        </p:nvSpPr>
        <p:spPr>
          <a:xfrm>
            <a:off x="688086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7-test-output-4-9"/>
          <p:cNvSpPr/>
          <p:nvPr/>
        </p:nvSpPr>
        <p:spPr>
          <a:xfrm>
            <a:off x="7078980" y="25298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7-test-output-4-10"/>
          <p:cNvSpPr/>
          <p:nvPr/>
        </p:nvSpPr>
        <p:spPr>
          <a:xfrm>
            <a:off x="727710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7-test-output-4-11"/>
          <p:cNvSpPr/>
          <p:nvPr/>
        </p:nvSpPr>
        <p:spPr>
          <a:xfrm>
            <a:off x="747522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7-test-output-4-12"/>
          <p:cNvSpPr/>
          <p:nvPr/>
        </p:nvSpPr>
        <p:spPr>
          <a:xfrm>
            <a:off x="76733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7-test-output-5-0"/>
          <p:cNvSpPr/>
          <p:nvPr/>
        </p:nvSpPr>
        <p:spPr>
          <a:xfrm>
            <a:off x="52959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7-test-output-5-1"/>
          <p:cNvSpPr/>
          <p:nvPr/>
        </p:nvSpPr>
        <p:spPr>
          <a:xfrm>
            <a:off x="54940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7-test-output-5-2"/>
          <p:cNvSpPr/>
          <p:nvPr/>
        </p:nvSpPr>
        <p:spPr>
          <a:xfrm>
            <a:off x="56921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7-test-output-5-3"/>
          <p:cNvSpPr/>
          <p:nvPr/>
        </p:nvSpPr>
        <p:spPr>
          <a:xfrm>
            <a:off x="5890260" y="2727960"/>
            <a:ext cx="198120" cy="198120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7-test-output-5-4"/>
          <p:cNvSpPr/>
          <p:nvPr/>
        </p:nvSpPr>
        <p:spPr>
          <a:xfrm>
            <a:off x="60883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7-test-output-5-5"/>
          <p:cNvSpPr/>
          <p:nvPr/>
        </p:nvSpPr>
        <p:spPr>
          <a:xfrm>
            <a:off x="62865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7-test-output-5-6"/>
          <p:cNvSpPr/>
          <p:nvPr/>
        </p:nvSpPr>
        <p:spPr>
          <a:xfrm>
            <a:off x="64846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7-test-output-5-7"/>
          <p:cNvSpPr/>
          <p:nvPr/>
        </p:nvSpPr>
        <p:spPr>
          <a:xfrm>
            <a:off x="66827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7-test-output-5-8"/>
          <p:cNvSpPr/>
          <p:nvPr/>
        </p:nvSpPr>
        <p:spPr>
          <a:xfrm>
            <a:off x="68808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7-test-output-5-9"/>
          <p:cNvSpPr/>
          <p:nvPr/>
        </p:nvSpPr>
        <p:spPr>
          <a:xfrm>
            <a:off x="70789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7-test-output-5-10"/>
          <p:cNvSpPr/>
          <p:nvPr/>
        </p:nvSpPr>
        <p:spPr>
          <a:xfrm>
            <a:off x="72771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7-test-output-5-11"/>
          <p:cNvSpPr/>
          <p:nvPr/>
        </p:nvSpPr>
        <p:spPr>
          <a:xfrm>
            <a:off x="74752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7-test-output-5-12"/>
          <p:cNvSpPr/>
          <p:nvPr/>
        </p:nvSpPr>
        <p:spPr>
          <a:xfrm>
            <a:off x="76733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7-test-output-6-0"/>
          <p:cNvSpPr/>
          <p:nvPr/>
        </p:nvSpPr>
        <p:spPr>
          <a:xfrm>
            <a:off x="52959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7-test-output-6-1"/>
          <p:cNvSpPr/>
          <p:nvPr/>
        </p:nvSpPr>
        <p:spPr>
          <a:xfrm>
            <a:off x="54940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7-test-output-6-2"/>
          <p:cNvSpPr/>
          <p:nvPr/>
        </p:nvSpPr>
        <p:spPr>
          <a:xfrm>
            <a:off x="56921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7-test-output-6-3"/>
          <p:cNvSpPr/>
          <p:nvPr/>
        </p:nvSpPr>
        <p:spPr>
          <a:xfrm>
            <a:off x="5890260" y="29260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7-test-output-6-4"/>
          <p:cNvSpPr/>
          <p:nvPr/>
        </p:nvSpPr>
        <p:spPr>
          <a:xfrm>
            <a:off x="60883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7-test-output-6-5"/>
          <p:cNvSpPr/>
          <p:nvPr/>
        </p:nvSpPr>
        <p:spPr>
          <a:xfrm>
            <a:off x="62865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7-test-output-6-6"/>
          <p:cNvSpPr/>
          <p:nvPr/>
        </p:nvSpPr>
        <p:spPr>
          <a:xfrm>
            <a:off x="64846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7-test-output-6-7"/>
          <p:cNvSpPr/>
          <p:nvPr/>
        </p:nvSpPr>
        <p:spPr>
          <a:xfrm>
            <a:off x="66827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7-test-output-6-8"/>
          <p:cNvSpPr/>
          <p:nvPr/>
        </p:nvSpPr>
        <p:spPr>
          <a:xfrm>
            <a:off x="68808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7-test-output-6-9"/>
          <p:cNvSpPr/>
          <p:nvPr/>
        </p:nvSpPr>
        <p:spPr>
          <a:xfrm>
            <a:off x="70789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7-test-output-6-10"/>
          <p:cNvSpPr/>
          <p:nvPr/>
        </p:nvSpPr>
        <p:spPr>
          <a:xfrm>
            <a:off x="72771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7-test-output-6-11"/>
          <p:cNvSpPr/>
          <p:nvPr/>
        </p:nvSpPr>
        <p:spPr>
          <a:xfrm>
            <a:off x="74752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7-test-output-6-12"/>
          <p:cNvSpPr/>
          <p:nvPr/>
        </p:nvSpPr>
        <p:spPr>
          <a:xfrm>
            <a:off x="76733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7-test-output-7-0"/>
          <p:cNvSpPr/>
          <p:nvPr/>
        </p:nvSpPr>
        <p:spPr>
          <a:xfrm>
            <a:off x="52959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7-test-output-7-1"/>
          <p:cNvSpPr/>
          <p:nvPr/>
        </p:nvSpPr>
        <p:spPr>
          <a:xfrm>
            <a:off x="54940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7-test-output-7-2"/>
          <p:cNvSpPr/>
          <p:nvPr/>
        </p:nvSpPr>
        <p:spPr>
          <a:xfrm>
            <a:off x="5692140" y="312420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7-test-output-7-3"/>
          <p:cNvSpPr/>
          <p:nvPr/>
        </p:nvSpPr>
        <p:spPr>
          <a:xfrm>
            <a:off x="5890260" y="312420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7-test-output-7-4"/>
          <p:cNvSpPr/>
          <p:nvPr/>
        </p:nvSpPr>
        <p:spPr>
          <a:xfrm>
            <a:off x="60883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7-test-output-7-5"/>
          <p:cNvSpPr/>
          <p:nvPr/>
        </p:nvSpPr>
        <p:spPr>
          <a:xfrm>
            <a:off x="62865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7-test-output-7-6"/>
          <p:cNvSpPr/>
          <p:nvPr/>
        </p:nvSpPr>
        <p:spPr>
          <a:xfrm>
            <a:off x="64846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7-test-output-7-7"/>
          <p:cNvSpPr/>
          <p:nvPr/>
        </p:nvSpPr>
        <p:spPr>
          <a:xfrm>
            <a:off x="66827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7-test-output-7-8"/>
          <p:cNvSpPr/>
          <p:nvPr/>
        </p:nvSpPr>
        <p:spPr>
          <a:xfrm>
            <a:off x="68808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7-test-output-7-9"/>
          <p:cNvSpPr/>
          <p:nvPr/>
        </p:nvSpPr>
        <p:spPr>
          <a:xfrm>
            <a:off x="7078980" y="312420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7-test-output-7-10"/>
          <p:cNvSpPr/>
          <p:nvPr/>
        </p:nvSpPr>
        <p:spPr>
          <a:xfrm>
            <a:off x="72771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7-test-output-7-11"/>
          <p:cNvSpPr/>
          <p:nvPr/>
        </p:nvSpPr>
        <p:spPr>
          <a:xfrm>
            <a:off x="74752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7-test-output-7-12"/>
          <p:cNvSpPr/>
          <p:nvPr/>
        </p:nvSpPr>
        <p:spPr>
          <a:xfrm>
            <a:off x="76733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7-test-output-8-0"/>
          <p:cNvSpPr/>
          <p:nvPr/>
        </p:nvSpPr>
        <p:spPr>
          <a:xfrm>
            <a:off x="52959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7-test-output-8-1"/>
          <p:cNvSpPr/>
          <p:nvPr/>
        </p:nvSpPr>
        <p:spPr>
          <a:xfrm>
            <a:off x="5494020" y="332232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7-test-output-8-2"/>
          <p:cNvSpPr/>
          <p:nvPr/>
        </p:nvSpPr>
        <p:spPr>
          <a:xfrm>
            <a:off x="56921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7-test-output-8-3"/>
          <p:cNvSpPr/>
          <p:nvPr/>
        </p:nvSpPr>
        <p:spPr>
          <a:xfrm>
            <a:off x="58902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7-test-output-8-4"/>
          <p:cNvSpPr/>
          <p:nvPr/>
        </p:nvSpPr>
        <p:spPr>
          <a:xfrm>
            <a:off x="6088380" y="332232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7-test-output-8-5"/>
          <p:cNvSpPr/>
          <p:nvPr/>
        </p:nvSpPr>
        <p:spPr>
          <a:xfrm>
            <a:off x="62865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7-test-output-8-6"/>
          <p:cNvSpPr/>
          <p:nvPr/>
        </p:nvSpPr>
        <p:spPr>
          <a:xfrm>
            <a:off x="64846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7-test-output-8-7"/>
          <p:cNvSpPr/>
          <p:nvPr/>
        </p:nvSpPr>
        <p:spPr>
          <a:xfrm>
            <a:off x="66827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7-test-output-8-8"/>
          <p:cNvSpPr/>
          <p:nvPr/>
        </p:nvSpPr>
        <p:spPr>
          <a:xfrm>
            <a:off x="68808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7-test-output-8-9"/>
          <p:cNvSpPr/>
          <p:nvPr/>
        </p:nvSpPr>
        <p:spPr>
          <a:xfrm>
            <a:off x="70789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7-test-output-8-10"/>
          <p:cNvSpPr/>
          <p:nvPr/>
        </p:nvSpPr>
        <p:spPr>
          <a:xfrm>
            <a:off x="7277100" y="332232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7-test-output-8-11"/>
          <p:cNvSpPr/>
          <p:nvPr/>
        </p:nvSpPr>
        <p:spPr>
          <a:xfrm>
            <a:off x="747522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7-test-output-8-12"/>
          <p:cNvSpPr/>
          <p:nvPr/>
        </p:nvSpPr>
        <p:spPr>
          <a:xfrm>
            <a:off x="76733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7-test-output-9-0"/>
          <p:cNvSpPr/>
          <p:nvPr/>
        </p:nvSpPr>
        <p:spPr>
          <a:xfrm>
            <a:off x="52959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7-test-output-9-1"/>
          <p:cNvSpPr/>
          <p:nvPr/>
        </p:nvSpPr>
        <p:spPr>
          <a:xfrm>
            <a:off x="5494020" y="352044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7-test-output-9-2"/>
          <p:cNvSpPr/>
          <p:nvPr/>
        </p:nvSpPr>
        <p:spPr>
          <a:xfrm>
            <a:off x="56921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7-test-output-9-3"/>
          <p:cNvSpPr/>
          <p:nvPr/>
        </p:nvSpPr>
        <p:spPr>
          <a:xfrm>
            <a:off x="58902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7-test-output-9-4"/>
          <p:cNvSpPr/>
          <p:nvPr/>
        </p:nvSpPr>
        <p:spPr>
          <a:xfrm>
            <a:off x="6088380" y="352044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7-test-output-9-5"/>
          <p:cNvSpPr/>
          <p:nvPr/>
        </p:nvSpPr>
        <p:spPr>
          <a:xfrm>
            <a:off x="62865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7-test-output-9-6"/>
          <p:cNvSpPr/>
          <p:nvPr/>
        </p:nvSpPr>
        <p:spPr>
          <a:xfrm>
            <a:off x="64846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7-test-output-9-7"/>
          <p:cNvSpPr/>
          <p:nvPr/>
        </p:nvSpPr>
        <p:spPr>
          <a:xfrm>
            <a:off x="668274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7-test-output-9-8"/>
          <p:cNvSpPr/>
          <p:nvPr/>
        </p:nvSpPr>
        <p:spPr>
          <a:xfrm>
            <a:off x="68808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7-test-output-9-9"/>
          <p:cNvSpPr/>
          <p:nvPr/>
        </p:nvSpPr>
        <p:spPr>
          <a:xfrm>
            <a:off x="70789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7-test-output-9-10"/>
          <p:cNvSpPr/>
          <p:nvPr/>
        </p:nvSpPr>
        <p:spPr>
          <a:xfrm>
            <a:off x="72771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7-test-output-9-11"/>
          <p:cNvSpPr/>
          <p:nvPr/>
        </p:nvSpPr>
        <p:spPr>
          <a:xfrm>
            <a:off x="7475220" y="352044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7-test-output-9-12"/>
          <p:cNvSpPr/>
          <p:nvPr/>
        </p:nvSpPr>
        <p:spPr>
          <a:xfrm>
            <a:off x="7673340" y="3520440"/>
            <a:ext cx="198120" cy="19812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7-test-output-10-0"/>
          <p:cNvSpPr/>
          <p:nvPr/>
        </p:nvSpPr>
        <p:spPr>
          <a:xfrm>
            <a:off x="52959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7-test-output-10-1"/>
          <p:cNvSpPr/>
          <p:nvPr/>
        </p:nvSpPr>
        <p:spPr>
          <a:xfrm>
            <a:off x="5494020" y="371856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7-test-output-10-2"/>
          <p:cNvSpPr/>
          <p:nvPr/>
        </p:nvSpPr>
        <p:spPr>
          <a:xfrm>
            <a:off x="56921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7-test-output-10-3"/>
          <p:cNvSpPr/>
          <p:nvPr/>
        </p:nvSpPr>
        <p:spPr>
          <a:xfrm>
            <a:off x="58902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7-test-output-10-4"/>
          <p:cNvSpPr/>
          <p:nvPr/>
        </p:nvSpPr>
        <p:spPr>
          <a:xfrm>
            <a:off x="6088380" y="371856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7-test-output-10-5"/>
          <p:cNvSpPr/>
          <p:nvPr/>
        </p:nvSpPr>
        <p:spPr>
          <a:xfrm>
            <a:off x="62865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7-test-output-10-6"/>
          <p:cNvSpPr/>
          <p:nvPr/>
        </p:nvSpPr>
        <p:spPr>
          <a:xfrm>
            <a:off x="64846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7-test-output-10-7"/>
          <p:cNvSpPr/>
          <p:nvPr/>
        </p:nvSpPr>
        <p:spPr>
          <a:xfrm>
            <a:off x="66827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7-test-output-10-8"/>
          <p:cNvSpPr/>
          <p:nvPr/>
        </p:nvSpPr>
        <p:spPr>
          <a:xfrm>
            <a:off x="68808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7-test-output-10-9"/>
          <p:cNvSpPr/>
          <p:nvPr/>
        </p:nvSpPr>
        <p:spPr>
          <a:xfrm>
            <a:off x="70789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7-test-output-10-10"/>
          <p:cNvSpPr/>
          <p:nvPr/>
        </p:nvSpPr>
        <p:spPr>
          <a:xfrm>
            <a:off x="7277100" y="371856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7-test-output-10-11"/>
          <p:cNvSpPr/>
          <p:nvPr/>
        </p:nvSpPr>
        <p:spPr>
          <a:xfrm>
            <a:off x="74752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7-test-output-10-12"/>
          <p:cNvSpPr/>
          <p:nvPr/>
        </p:nvSpPr>
        <p:spPr>
          <a:xfrm>
            <a:off x="76733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7-test-output-11-0"/>
          <p:cNvSpPr/>
          <p:nvPr/>
        </p:nvSpPr>
        <p:spPr>
          <a:xfrm>
            <a:off x="52959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7-test-output-11-1"/>
          <p:cNvSpPr/>
          <p:nvPr/>
        </p:nvSpPr>
        <p:spPr>
          <a:xfrm>
            <a:off x="5494020" y="39166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7-test-output-11-2"/>
          <p:cNvSpPr/>
          <p:nvPr/>
        </p:nvSpPr>
        <p:spPr>
          <a:xfrm>
            <a:off x="56921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7-test-output-11-3"/>
          <p:cNvSpPr/>
          <p:nvPr/>
        </p:nvSpPr>
        <p:spPr>
          <a:xfrm>
            <a:off x="58902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7-test-output-11-4"/>
          <p:cNvSpPr/>
          <p:nvPr/>
        </p:nvSpPr>
        <p:spPr>
          <a:xfrm>
            <a:off x="6088380" y="391668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7-test-output-11-5"/>
          <p:cNvSpPr/>
          <p:nvPr/>
        </p:nvSpPr>
        <p:spPr>
          <a:xfrm>
            <a:off x="62865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7-test-output-11-6"/>
          <p:cNvSpPr/>
          <p:nvPr/>
        </p:nvSpPr>
        <p:spPr>
          <a:xfrm>
            <a:off x="64846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7-test-output-11-7"/>
          <p:cNvSpPr/>
          <p:nvPr/>
        </p:nvSpPr>
        <p:spPr>
          <a:xfrm>
            <a:off x="66827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7-test-output-11-8"/>
          <p:cNvSpPr/>
          <p:nvPr/>
        </p:nvSpPr>
        <p:spPr>
          <a:xfrm>
            <a:off x="688086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7-test-output-11-9"/>
          <p:cNvSpPr/>
          <p:nvPr/>
        </p:nvSpPr>
        <p:spPr>
          <a:xfrm>
            <a:off x="7078980" y="391668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7-test-output-11-10"/>
          <p:cNvSpPr/>
          <p:nvPr/>
        </p:nvSpPr>
        <p:spPr>
          <a:xfrm>
            <a:off x="72771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7-test-output-11-11"/>
          <p:cNvSpPr/>
          <p:nvPr/>
        </p:nvSpPr>
        <p:spPr>
          <a:xfrm>
            <a:off x="747522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7-test-output-11-12"/>
          <p:cNvSpPr/>
          <p:nvPr/>
        </p:nvSpPr>
        <p:spPr>
          <a:xfrm>
            <a:off x="76733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矢印の内側にある色付きセルを数え、その色の線を矢印の向きへ伸ばす。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3dc255db.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https://github.com/arcprize/ARC-AGI-2/blob/f3283f7/data/evaluation/3dc255db.json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追加例6：棒の高さを別の領域へ適用する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8-train-input-0-0"/>
          <p:cNvSpPr/>
          <p:nvPr/>
        </p:nvSpPr>
        <p:spPr>
          <a:xfrm>
            <a:off x="59436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8-train-input-0-1"/>
          <p:cNvSpPr/>
          <p:nvPr/>
        </p:nvSpPr>
        <p:spPr>
          <a:xfrm>
            <a:off x="7818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8-train-input-0-2"/>
          <p:cNvSpPr/>
          <p:nvPr/>
        </p:nvSpPr>
        <p:spPr>
          <a:xfrm>
            <a:off x="96926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8-train-input-0-3"/>
          <p:cNvSpPr/>
          <p:nvPr/>
        </p:nvSpPr>
        <p:spPr>
          <a:xfrm>
            <a:off x="115671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8-train-input-0-4"/>
          <p:cNvSpPr/>
          <p:nvPr/>
        </p:nvSpPr>
        <p:spPr>
          <a:xfrm>
            <a:off x="134416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8-train-input-0-5"/>
          <p:cNvSpPr/>
          <p:nvPr/>
        </p:nvSpPr>
        <p:spPr>
          <a:xfrm>
            <a:off x="1531619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8-train-input-0-6"/>
          <p:cNvSpPr/>
          <p:nvPr/>
        </p:nvSpPr>
        <p:spPr>
          <a:xfrm>
            <a:off x="171907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8-train-input-0-7"/>
          <p:cNvSpPr/>
          <p:nvPr/>
        </p:nvSpPr>
        <p:spPr>
          <a:xfrm>
            <a:off x="19065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8-train-input-0-8"/>
          <p:cNvSpPr/>
          <p:nvPr/>
        </p:nvSpPr>
        <p:spPr>
          <a:xfrm>
            <a:off x="209397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8-train-input-0-9"/>
          <p:cNvSpPr/>
          <p:nvPr/>
        </p:nvSpPr>
        <p:spPr>
          <a:xfrm>
            <a:off x="228142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8-train-input-0-10"/>
          <p:cNvSpPr/>
          <p:nvPr/>
        </p:nvSpPr>
        <p:spPr>
          <a:xfrm>
            <a:off x="2468879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8-train-input-0-11"/>
          <p:cNvSpPr/>
          <p:nvPr/>
        </p:nvSpPr>
        <p:spPr>
          <a:xfrm>
            <a:off x="2656332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8-train-input-0-12"/>
          <p:cNvSpPr/>
          <p:nvPr/>
        </p:nvSpPr>
        <p:spPr>
          <a:xfrm>
            <a:off x="284378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8-train-input-0-13"/>
          <p:cNvSpPr/>
          <p:nvPr/>
        </p:nvSpPr>
        <p:spPr>
          <a:xfrm>
            <a:off x="303123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8-train-input-0-14"/>
          <p:cNvSpPr/>
          <p:nvPr/>
        </p:nvSpPr>
        <p:spPr>
          <a:xfrm>
            <a:off x="3218687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8-train-input-0-15"/>
          <p:cNvSpPr/>
          <p:nvPr/>
        </p:nvSpPr>
        <p:spPr>
          <a:xfrm>
            <a:off x="3406139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8-train-input-0-16"/>
          <p:cNvSpPr/>
          <p:nvPr/>
        </p:nvSpPr>
        <p:spPr>
          <a:xfrm>
            <a:off x="3593591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8-train-input-0-17"/>
          <p:cNvSpPr/>
          <p:nvPr/>
        </p:nvSpPr>
        <p:spPr>
          <a:xfrm>
            <a:off x="378104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8-train-input-0-18"/>
          <p:cNvSpPr/>
          <p:nvPr/>
        </p:nvSpPr>
        <p:spPr>
          <a:xfrm>
            <a:off x="396849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8-train-input-0-19"/>
          <p:cNvSpPr/>
          <p:nvPr/>
        </p:nvSpPr>
        <p:spPr>
          <a:xfrm>
            <a:off x="415594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8-train-input-1-0"/>
          <p:cNvSpPr/>
          <p:nvPr/>
        </p:nvSpPr>
        <p:spPr>
          <a:xfrm>
            <a:off x="5943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8-train-input-1-1"/>
          <p:cNvSpPr/>
          <p:nvPr/>
        </p:nvSpPr>
        <p:spPr>
          <a:xfrm>
            <a:off x="7818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8-train-input-1-2"/>
          <p:cNvSpPr/>
          <p:nvPr/>
        </p:nvSpPr>
        <p:spPr>
          <a:xfrm>
            <a:off x="96926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8-train-input-1-3"/>
          <p:cNvSpPr/>
          <p:nvPr/>
        </p:nvSpPr>
        <p:spPr>
          <a:xfrm>
            <a:off x="11567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8-train-input-1-4"/>
          <p:cNvSpPr/>
          <p:nvPr/>
        </p:nvSpPr>
        <p:spPr>
          <a:xfrm>
            <a:off x="134416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8-train-input-1-5"/>
          <p:cNvSpPr/>
          <p:nvPr/>
        </p:nvSpPr>
        <p:spPr>
          <a:xfrm>
            <a:off x="153161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8-train-input-1-6"/>
          <p:cNvSpPr/>
          <p:nvPr/>
        </p:nvSpPr>
        <p:spPr>
          <a:xfrm>
            <a:off x="171907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8-train-input-1-7"/>
          <p:cNvSpPr/>
          <p:nvPr/>
        </p:nvSpPr>
        <p:spPr>
          <a:xfrm>
            <a:off x="190652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8-train-input-1-8"/>
          <p:cNvSpPr/>
          <p:nvPr/>
        </p:nvSpPr>
        <p:spPr>
          <a:xfrm>
            <a:off x="209397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8-train-input-1-9"/>
          <p:cNvSpPr/>
          <p:nvPr/>
        </p:nvSpPr>
        <p:spPr>
          <a:xfrm>
            <a:off x="228142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8-train-input-1-10"/>
          <p:cNvSpPr/>
          <p:nvPr/>
        </p:nvSpPr>
        <p:spPr>
          <a:xfrm>
            <a:off x="246887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8-train-input-1-11"/>
          <p:cNvSpPr/>
          <p:nvPr/>
        </p:nvSpPr>
        <p:spPr>
          <a:xfrm>
            <a:off x="2656332" y="2363724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8-train-input-1-12"/>
          <p:cNvSpPr/>
          <p:nvPr/>
        </p:nvSpPr>
        <p:spPr>
          <a:xfrm>
            <a:off x="284378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8-train-input-1-13"/>
          <p:cNvSpPr/>
          <p:nvPr/>
        </p:nvSpPr>
        <p:spPr>
          <a:xfrm>
            <a:off x="3031236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8-train-input-1-14"/>
          <p:cNvSpPr/>
          <p:nvPr/>
        </p:nvSpPr>
        <p:spPr>
          <a:xfrm>
            <a:off x="3218687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8-train-input-1-15"/>
          <p:cNvSpPr/>
          <p:nvPr/>
        </p:nvSpPr>
        <p:spPr>
          <a:xfrm>
            <a:off x="3406139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8-train-input-1-16"/>
          <p:cNvSpPr/>
          <p:nvPr/>
        </p:nvSpPr>
        <p:spPr>
          <a:xfrm>
            <a:off x="3593591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8-train-input-1-17"/>
          <p:cNvSpPr/>
          <p:nvPr/>
        </p:nvSpPr>
        <p:spPr>
          <a:xfrm>
            <a:off x="3781044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8-train-input-1-18"/>
          <p:cNvSpPr/>
          <p:nvPr/>
        </p:nvSpPr>
        <p:spPr>
          <a:xfrm>
            <a:off x="396849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8-train-input-1-19"/>
          <p:cNvSpPr/>
          <p:nvPr/>
        </p:nvSpPr>
        <p:spPr>
          <a:xfrm>
            <a:off x="415594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8-train-input-2-0"/>
          <p:cNvSpPr/>
          <p:nvPr/>
        </p:nvSpPr>
        <p:spPr>
          <a:xfrm>
            <a:off x="5943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8-train-input-2-1"/>
          <p:cNvSpPr/>
          <p:nvPr/>
        </p:nvSpPr>
        <p:spPr>
          <a:xfrm>
            <a:off x="781812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8-train-input-2-2"/>
          <p:cNvSpPr/>
          <p:nvPr/>
        </p:nvSpPr>
        <p:spPr>
          <a:xfrm>
            <a:off x="9692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8-train-input-2-3"/>
          <p:cNvSpPr/>
          <p:nvPr/>
        </p:nvSpPr>
        <p:spPr>
          <a:xfrm>
            <a:off x="115671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8-train-input-2-4"/>
          <p:cNvSpPr/>
          <p:nvPr/>
        </p:nvSpPr>
        <p:spPr>
          <a:xfrm>
            <a:off x="13441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8-train-input-2-5"/>
          <p:cNvSpPr/>
          <p:nvPr/>
        </p:nvSpPr>
        <p:spPr>
          <a:xfrm>
            <a:off x="153161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8-train-input-2-6"/>
          <p:cNvSpPr/>
          <p:nvPr/>
        </p:nvSpPr>
        <p:spPr>
          <a:xfrm>
            <a:off x="17190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8-train-input-2-7"/>
          <p:cNvSpPr/>
          <p:nvPr/>
        </p:nvSpPr>
        <p:spPr>
          <a:xfrm>
            <a:off x="1906524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8-train-input-2-8"/>
          <p:cNvSpPr/>
          <p:nvPr/>
        </p:nvSpPr>
        <p:spPr>
          <a:xfrm>
            <a:off x="209397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8-train-input-2-9"/>
          <p:cNvSpPr/>
          <p:nvPr/>
        </p:nvSpPr>
        <p:spPr>
          <a:xfrm>
            <a:off x="228142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8-train-input-2-10"/>
          <p:cNvSpPr/>
          <p:nvPr/>
        </p:nvSpPr>
        <p:spPr>
          <a:xfrm>
            <a:off x="246887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8-train-input-2-11"/>
          <p:cNvSpPr/>
          <p:nvPr/>
        </p:nvSpPr>
        <p:spPr>
          <a:xfrm>
            <a:off x="2656332" y="2551176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8-train-input-2-12"/>
          <p:cNvSpPr/>
          <p:nvPr/>
        </p:nvSpPr>
        <p:spPr>
          <a:xfrm>
            <a:off x="28437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8-train-input-2-13"/>
          <p:cNvSpPr/>
          <p:nvPr/>
        </p:nvSpPr>
        <p:spPr>
          <a:xfrm>
            <a:off x="3031236" y="2551176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8-train-input-2-14"/>
          <p:cNvSpPr/>
          <p:nvPr/>
        </p:nvSpPr>
        <p:spPr>
          <a:xfrm>
            <a:off x="3218687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8-train-input-2-15"/>
          <p:cNvSpPr/>
          <p:nvPr/>
        </p:nvSpPr>
        <p:spPr>
          <a:xfrm>
            <a:off x="3406139" y="2551176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8-train-input-2-16"/>
          <p:cNvSpPr/>
          <p:nvPr/>
        </p:nvSpPr>
        <p:spPr>
          <a:xfrm>
            <a:off x="3593591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8-train-input-2-17"/>
          <p:cNvSpPr/>
          <p:nvPr/>
        </p:nvSpPr>
        <p:spPr>
          <a:xfrm>
            <a:off x="3781044" y="2551176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8-train-input-2-18"/>
          <p:cNvSpPr/>
          <p:nvPr/>
        </p:nvSpPr>
        <p:spPr>
          <a:xfrm>
            <a:off x="39684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8-train-input-2-19"/>
          <p:cNvSpPr/>
          <p:nvPr/>
        </p:nvSpPr>
        <p:spPr>
          <a:xfrm>
            <a:off x="415594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8-train-input-3-0"/>
          <p:cNvSpPr/>
          <p:nvPr/>
        </p:nvSpPr>
        <p:spPr>
          <a:xfrm>
            <a:off x="59436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8-train-input-3-1"/>
          <p:cNvSpPr/>
          <p:nvPr/>
        </p:nvSpPr>
        <p:spPr>
          <a:xfrm>
            <a:off x="781812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8-train-input-3-2"/>
          <p:cNvSpPr/>
          <p:nvPr/>
        </p:nvSpPr>
        <p:spPr>
          <a:xfrm>
            <a:off x="96926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8-train-input-3-3"/>
          <p:cNvSpPr/>
          <p:nvPr/>
        </p:nvSpPr>
        <p:spPr>
          <a:xfrm>
            <a:off x="1156716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8-train-input-3-4"/>
          <p:cNvSpPr/>
          <p:nvPr/>
        </p:nvSpPr>
        <p:spPr>
          <a:xfrm>
            <a:off x="1344168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8-train-input-3-5"/>
          <p:cNvSpPr/>
          <p:nvPr/>
        </p:nvSpPr>
        <p:spPr>
          <a:xfrm>
            <a:off x="1531619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8-train-input-3-6"/>
          <p:cNvSpPr/>
          <p:nvPr/>
        </p:nvSpPr>
        <p:spPr>
          <a:xfrm>
            <a:off x="171907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8-train-input-3-7"/>
          <p:cNvSpPr/>
          <p:nvPr/>
        </p:nvSpPr>
        <p:spPr>
          <a:xfrm>
            <a:off x="1906524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8-train-input-3-8"/>
          <p:cNvSpPr/>
          <p:nvPr/>
        </p:nvSpPr>
        <p:spPr>
          <a:xfrm>
            <a:off x="209397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8-train-input-3-9"/>
          <p:cNvSpPr/>
          <p:nvPr/>
        </p:nvSpPr>
        <p:spPr>
          <a:xfrm>
            <a:off x="228142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8-train-input-3-10"/>
          <p:cNvSpPr/>
          <p:nvPr/>
        </p:nvSpPr>
        <p:spPr>
          <a:xfrm>
            <a:off x="2468879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8-train-input-3-11"/>
          <p:cNvSpPr/>
          <p:nvPr/>
        </p:nvSpPr>
        <p:spPr>
          <a:xfrm>
            <a:off x="2656332" y="2738628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8-train-input-3-12"/>
          <p:cNvSpPr/>
          <p:nvPr/>
        </p:nvSpPr>
        <p:spPr>
          <a:xfrm>
            <a:off x="284378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8-train-input-3-13"/>
          <p:cNvSpPr/>
          <p:nvPr/>
        </p:nvSpPr>
        <p:spPr>
          <a:xfrm>
            <a:off x="3031236" y="2738628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8-train-input-3-14"/>
          <p:cNvSpPr/>
          <p:nvPr/>
        </p:nvSpPr>
        <p:spPr>
          <a:xfrm>
            <a:off x="3218687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8-train-input-3-15"/>
          <p:cNvSpPr/>
          <p:nvPr/>
        </p:nvSpPr>
        <p:spPr>
          <a:xfrm>
            <a:off x="3406139" y="2738628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8-train-input-3-16"/>
          <p:cNvSpPr/>
          <p:nvPr/>
        </p:nvSpPr>
        <p:spPr>
          <a:xfrm>
            <a:off x="3593591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8-train-input-3-17"/>
          <p:cNvSpPr/>
          <p:nvPr/>
        </p:nvSpPr>
        <p:spPr>
          <a:xfrm>
            <a:off x="3781044" y="2738628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8-train-input-3-18"/>
          <p:cNvSpPr/>
          <p:nvPr/>
        </p:nvSpPr>
        <p:spPr>
          <a:xfrm>
            <a:off x="396849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8-train-input-3-19"/>
          <p:cNvSpPr/>
          <p:nvPr/>
        </p:nvSpPr>
        <p:spPr>
          <a:xfrm>
            <a:off x="415594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8-train-input-4-0"/>
          <p:cNvSpPr/>
          <p:nvPr/>
        </p:nvSpPr>
        <p:spPr>
          <a:xfrm>
            <a:off x="5943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8-train-input-4-1"/>
          <p:cNvSpPr/>
          <p:nvPr/>
        </p:nvSpPr>
        <p:spPr>
          <a:xfrm>
            <a:off x="781812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8-train-input-4-2"/>
          <p:cNvSpPr/>
          <p:nvPr/>
        </p:nvSpPr>
        <p:spPr>
          <a:xfrm>
            <a:off x="96926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8-train-input-4-3"/>
          <p:cNvSpPr/>
          <p:nvPr/>
        </p:nvSpPr>
        <p:spPr>
          <a:xfrm>
            <a:off x="1156716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8-train-input-4-4"/>
          <p:cNvSpPr/>
          <p:nvPr/>
        </p:nvSpPr>
        <p:spPr>
          <a:xfrm>
            <a:off x="134416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8-train-input-4-5"/>
          <p:cNvSpPr/>
          <p:nvPr/>
        </p:nvSpPr>
        <p:spPr>
          <a:xfrm>
            <a:off x="1531619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8-train-input-4-6"/>
          <p:cNvSpPr/>
          <p:nvPr/>
        </p:nvSpPr>
        <p:spPr>
          <a:xfrm>
            <a:off x="171907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8-train-input-4-7"/>
          <p:cNvSpPr/>
          <p:nvPr/>
        </p:nvSpPr>
        <p:spPr>
          <a:xfrm>
            <a:off x="1906524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8-train-input-4-8"/>
          <p:cNvSpPr/>
          <p:nvPr/>
        </p:nvSpPr>
        <p:spPr>
          <a:xfrm>
            <a:off x="209397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8-train-input-4-9"/>
          <p:cNvSpPr/>
          <p:nvPr/>
        </p:nvSpPr>
        <p:spPr>
          <a:xfrm>
            <a:off x="228142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8-train-input-4-10"/>
          <p:cNvSpPr/>
          <p:nvPr/>
        </p:nvSpPr>
        <p:spPr>
          <a:xfrm>
            <a:off x="2468879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8-train-input-4-11"/>
          <p:cNvSpPr/>
          <p:nvPr/>
        </p:nvSpPr>
        <p:spPr>
          <a:xfrm>
            <a:off x="265633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8-train-input-4-12"/>
          <p:cNvSpPr/>
          <p:nvPr/>
        </p:nvSpPr>
        <p:spPr>
          <a:xfrm>
            <a:off x="284378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8-train-input-4-13"/>
          <p:cNvSpPr/>
          <p:nvPr/>
        </p:nvSpPr>
        <p:spPr>
          <a:xfrm>
            <a:off x="3031236" y="2926079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8-train-input-4-14"/>
          <p:cNvSpPr/>
          <p:nvPr/>
        </p:nvSpPr>
        <p:spPr>
          <a:xfrm>
            <a:off x="3218687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8-train-input-4-15"/>
          <p:cNvSpPr/>
          <p:nvPr/>
        </p:nvSpPr>
        <p:spPr>
          <a:xfrm>
            <a:off x="3406139" y="292607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8-train-input-4-16"/>
          <p:cNvSpPr/>
          <p:nvPr/>
        </p:nvSpPr>
        <p:spPr>
          <a:xfrm>
            <a:off x="3593591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8-train-input-4-17"/>
          <p:cNvSpPr/>
          <p:nvPr/>
        </p:nvSpPr>
        <p:spPr>
          <a:xfrm>
            <a:off x="378104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8-train-input-4-18"/>
          <p:cNvSpPr/>
          <p:nvPr/>
        </p:nvSpPr>
        <p:spPr>
          <a:xfrm>
            <a:off x="396849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8-train-input-4-19"/>
          <p:cNvSpPr/>
          <p:nvPr/>
        </p:nvSpPr>
        <p:spPr>
          <a:xfrm>
            <a:off x="4155948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8-train-input-5-0"/>
          <p:cNvSpPr/>
          <p:nvPr/>
        </p:nvSpPr>
        <p:spPr>
          <a:xfrm>
            <a:off x="5943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8-train-input-5-1"/>
          <p:cNvSpPr/>
          <p:nvPr/>
        </p:nvSpPr>
        <p:spPr>
          <a:xfrm>
            <a:off x="78181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8-train-input-5-2"/>
          <p:cNvSpPr/>
          <p:nvPr/>
        </p:nvSpPr>
        <p:spPr>
          <a:xfrm>
            <a:off x="96926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8-train-input-5-3"/>
          <p:cNvSpPr/>
          <p:nvPr/>
        </p:nvSpPr>
        <p:spPr>
          <a:xfrm>
            <a:off x="115671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8-train-input-5-4"/>
          <p:cNvSpPr/>
          <p:nvPr/>
        </p:nvSpPr>
        <p:spPr>
          <a:xfrm>
            <a:off x="134416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8-train-input-5-5"/>
          <p:cNvSpPr/>
          <p:nvPr/>
        </p:nvSpPr>
        <p:spPr>
          <a:xfrm>
            <a:off x="1531619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8-train-input-5-6"/>
          <p:cNvSpPr/>
          <p:nvPr/>
        </p:nvSpPr>
        <p:spPr>
          <a:xfrm>
            <a:off x="171907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8-train-input-5-7"/>
          <p:cNvSpPr/>
          <p:nvPr/>
        </p:nvSpPr>
        <p:spPr>
          <a:xfrm>
            <a:off x="190652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8-train-input-5-8"/>
          <p:cNvSpPr/>
          <p:nvPr/>
        </p:nvSpPr>
        <p:spPr>
          <a:xfrm>
            <a:off x="209397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8-train-input-5-9"/>
          <p:cNvSpPr/>
          <p:nvPr/>
        </p:nvSpPr>
        <p:spPr>
          <a:xfrm>
            <a:off x="22814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8-train-input-5-10"/>
          <p:cNvSpPr/>
          <p:nvPr/>
        </p:nvSpPr>
        <p:spPr>
          <a:xfrm>
            <a:off x="246887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8-train-input-5-11"/>
          <p:cNvSpPr/>
          <p:nvPr/>
        </p:nvSpPr>
        <p:spPr>
          <a:xfrm>
            <a:off x="265633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8-train-input-5-12"/>
          <p:cNvSpPr/>
          <p:nvPr/>
        </p:nvSpPr>
        <p:spPr>
          <a:xfrm>
            <a:off x="284378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8-train-input-5-13"/>
          <p:cNvSpPr/>
          <p:nvPr/>
        </p:nvSpPr>
        <p:spPr>
          <a:xfrm>
            <a:off x="303123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8-train-input-5-14"/>
          <p:cNvSpPr/>
          <p:nvPr/>
        </p:nvSpPr>
        <p:spPr>
          <a:xfrm>
            <a:off x="3218687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8-train-input-5-15"/>
          <p:cNvSpPr/>
          <p:nvPr/>
        </p:nvSpPr>
        <p:spPr>
          <a:xfrm>
            <a:off x="340613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8-train-input-5-16"/>
          <p:cNvSpPr/>
          <p:nvPr/>
        </p:nvSpPr>
        <p:spPr>
          <a:xfrm>
            <a:off x="3593591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8-train-input-5-17"/>
          <p:cNvSpPr/>
          <p:nvPr/>
        </p:nvSpPr>
        <p:spPr>
          <a:xfrm>
            <a:off x="378104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8-train-input-5-18"/>
          <p:cNvSpPr/>
          <p:nvPr/>
        </p:nvSpPr>
        <p:spPr>
          <a:xfrm>
            <a:off x="396849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8-train-input-5-19"/>
          <p:cNvSpPr/>
          <p:nvPr/>
        </p:nvSpPr>
        <p:spPr>
          <a:xfrm>
            <a:off x="415594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8-train-input-6-0"/>
          <p:cNvSpPr/>
          <p:nvPr/>
        </p:nvSpPr>
        <p:spPr>
          <a:xfrm>
            <a:off x="59436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8-train-input-6-1"/>
          <p:cNvSpPr/>
          <p:nvPr/>
        </p:nvSpPr>
        <p:spPr>
          <a:xfrm>
            <a:off x="78181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8-train-input-6-2"/>
          <p:cNvSpPr/>
          <p:nvPr/>
        </p:nvSpPr>
        <p:spPr>
          <a:xfrm>
            <a:off x="96926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8-train-input-6-3"/>
          <p:cNvSpPr/>
          <p:nvPr/>
        </p:nvSpPr>
        <p:spPr>
          <a:xfrm>
            <a:off x="115671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8-train-input-6-4"/>
          <p:cNvSpPr/>
          <p:nvPr/>
        </p:nvSpPr>
        <p:spPr>
          <a:xfrm>
            <a:off x="1344168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8-train-input-6-5"/>
          <p:cNvSpPr/>
          <p:nvPr/>
        </p:nvSpPr>
        <p:spPr>
          <a:xfrm>
            <a:off x="1531619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8-train-input-6-6"/>
          <p:cNvSpPr/>
          <p:nvPr/>
        </p:nvSpPr>
        <p:spPr>
          <a:xfrm>
            <a:off x="171907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8-train-input-6-7"/>
          <p:cNvSpPr/>
          <p:nvPr/>
        </p:nvSpPr>
        <p:spPr>
          <a:xfrm>
            <a:off x="190652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8-train-input-6-8"/>
          <p:cNvSpPr/>
          <p:nvPr/>
        </p:nvSpPr>
        <p:spPr>
          <a:xfrm>
            <a:off x="209397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8-train-input-6-9"/>
          <p:cNvSpPr/>
          <p:nvPr/>
        </p:nvSpPr>
        <p:spPr>
          <a:xfrm>
            <a:off x="228142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8-train-input-6-10"/>
          <p:cNvSpPr/>
          <p:nvPr/>
        </p:nvSpPr>
        <p:spPr>
          <a:xfrm>
            <a:off x="2468879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8-train-input-6-11"/>
          <p:cNvSpPr/>
          <p:nvPr/>
        </p:nvSpPr>
        <p:spPr>
          <a:xfrm>
            <a:off x="265633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8-train-input-6-12"/>
          <p:cNvSpPr/>
          <p:nvPr/>
        </p:nvSpPr>
        <p:spPr>
          <a:xfrm>
            <a:off x="284378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8-train-input-6-13"/>
          <p:cNvSpPr/>
          <p:nvPr/>
        </p:nvSpPr>
        <p:spPr>
          <a:xfrm>
            <a:off x="303123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8-train-input-6-14"/>
          <p:cNvSpPr/>
          <p:nvPr/>
        </p:nvSpPr>
        <p:spPr>
          <a:xfrm>
            <a:off x="3218687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8-train-input-6-15"/>
          <p:cNvSpPr/>
          <p:nvPr/>
        </p:nvSpPr>
        <p:spPr>
          <a:xfrm>
            <a:off x="3406139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8-train-input-6-16"/>
          <p:cNvSpPr/>
          <p:nvPr/>
        </p:nvSpPr>
        <p:spPr>
          <a:xfrm>
            <a:off x="3593591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8-train-input-6-17"/>
          <p:cNvSpPr/>
          <p:nvPr/>
        </p:nvSpPr>
        <p:spPr>
          <a:xfrm>
            <a:off x="378104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8-train-input-6-18"/>
          <p:cNvSpPr/>
          <p:nvPr/>
        </p:nvSpPr>
        <p:spPr>
          <a:xfrm>
            <a:off x="396849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8-train-input-6-19"/>
          <p:cNvSpPr/>
          <p:nvPr/>
        </p:nvSpPr>
        <p:spPr>
          <a:xfrm>
            <a:off x="415594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8-train-input-7-0"/>
          <p:cNvSpPr/>
          <p:nvPr/>
        </p:nvSpPr>
        <p:spPr>
          <a:xfrm>
            <a:off x="5943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8-train-input-7-1"/>
          <p:cNvSpPr/>
          <p:nvPr/>
        </p:nvSpPr>
        <p:spPr>
          <a:xfrm>
            <a:off x="78181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8-train-input-7-2"/>
          <p:cNvSpPr/>
          <p:nvPr/>
        </p:nvSpPr>
        <p:spPr>
          <a:xfrm>
            <a:off x="9692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8-train-input-7-3"/>
          <p:cNvSpPr/>
          <p:nvPr/>
        </p:nvSpPr>
        <p:spPr>
          <a:xfrm>
            <a:off x="115671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8-train-input-7-4"/>
          <p:cNvSpPr/>
          <p:nvPr/>
        </p:nvSpPr>
        <p:spPr>
          <a:xfrm>
            <a:off x="13441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8-train-input-7-5"/>
          <p:cNvSpPr/>
          <p:nvPr/>
        </p:nvSpPr>
        <p:spPr>
          <a:xfrm>
            <a:off x="1531619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8-train-input-7-6"/>
          <p:cNvSpPr/>
          <p:nvPr/>
        </p:nvSpPr>
        <p:spPr>
          <a:xfrm>
            <a:off x="171907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8-train-input-7-7"/>
          <p:cNvSpPr/>
          <p:nvPr/>
        </p:nvSpPr>
        <p:spPr>
          <a:xfrm>
            <a:off x="19065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8-train-input-7-8"/>
          <p:cNvSpPr/>
          <p:nvPr/>
        </p:nvSpPr>
        <p:spPr>
          <a:xfrm>
            <a:off x="209397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8-train-input-7-9"/>
          <p:cNvSpPr/>
          <p:nvPr/>
        </p:nvSpPr>
        <p:spPr>
          <a:xfrm>
            <a:off x="228142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8-train-input-7-10"/>
          <p:cNvSpPr/>
          <p:nvPr/>
        </p:nvSpPr>
        <p:spPr>
          <a:xfrm>
            <a:off x="2468879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8-train-input-7-11"/>
          <p:cNvSpPr/>
          <p:nvPr/>
        </p:nvSpPr>
        <p:spPr>
          <a:xfrm>
            <a:off x="265633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8-train-input-7-12"/>
          <p:cNvSpPr/>
          <p:nvPr/>
        </p:nvSpPr>
        <p:spPr>
          <a:xfrm>
            <a:off x="284378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8-train-input-7-13"/>
          <p:cNvSpPr/>
          <p:nvPr/>
        </p:nvSpPr>
        <p:spPr>
          <a:xfrm>
            <a:off x="303123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8-train-input-7-14"/>
          <p:cNvSpPr/>
          <p:nvPr/>
        </p:nvSpPr>
        <p:spPr>
          <a:xfrm>
            <a:off x="3218687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8-train-input-7-15"/>
          <p:cNvSpPr/>
          <p:nvPr/>
        </p:nvSpPr>
        <p:spPr>
          <a:xfrm>
            <a:off x="3406139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8-train-input-7-16"/>
          <p:cNvSpPr/>
          <p:nvPr/>
        </p:nvSpPr>
        <p:spPr>
          <a:xfrm>
            <a:off x="3593591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8-train-input-7-17"/>
          <p:cNvSpPr/>
          <p:nvPr/>
        </p:nvSpPr>
        <p:spPr>
          <a:xfrm>
            <a:off x="378104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8-train-input-7-18"/>
          <p:cNvSpPr/>
          <p:nvPr/>
        </p:nvSpPr>
        <p:spPr>
          <a:xfrm>
            <a:off x="396849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8-train-input-7-19"/>
          <p:cNvSpPr/>
          <p:nvPr/>
        </p:nvSpPr>
        <p:spPr>
          <a:xfrm>
            <a:off x="415594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8-train-output-0-0"/>
          <p:cNvSpPr/>
          <p:nvPr/>
        </p:nvSpPr>
        <p:spPr>
          <a:xfrm>
            <a:off x="470916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8-train-output-0-1"/>
          <p:cNvSpPr/>
          <p:nvPr/>
        </p:nvSpPr>
        <p:spPr>
          <a:xfrm>
            <a:off x="48966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8-train-output-0-2"/>
          <p:cNvSpPr/>
          <p:nvPr/>
        </p:nvSpPr>
        <p:spPr>
          <a:xfrm>
            <a:off x="508406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8-train-output-0-3"/>
          <p:cNvSpPr/>
          <p:nvPr/>
        </p:nvSpPr>
        <p:spPr>
          <a:xfrm>
            <a:off x="527151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8-train-output-0-4"/>
          <p:cNvSpPr/>
          <p:nvPr/>
        </p:nvSpPr>
        <p:spPr>
          <a:xfrm>
            <a:off x="545896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8-train-output-0-5"/>
          <p:cNvSpPr/>
          <p:nvPr/>
        </p:nvSpPr>
        <p:spPr>
          <a:xfrm>
            <a:off x="564642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8-train-output-0-6"/>
          <p:cNvSpPr/>
          <p:nvPr/>
        </p:nvSpPr>
        <p:spPr>
          <a:xfrm>
            <a:off x="583387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8-train-output-0-7"/>
          <p:cNvSpPr/>
          <p:nvPr/>
        </p:nvSpPr>
        <p:spPr>
          <a:xfrm>
            <a:off x="60213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8-train-output-0-8"/>
          <p:cNvSpPr/>
          <p:nvPr/>
        </p:nvSpPr>
        <p:spPr>
          <a:xfrm>
            <a:off x="620877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8-train-output-0-9"/>
          <p:cNvSpPr/>
          <p:nvPr/>
        </p:nvSpPr>
        <p:spPr>
          <a:xfrm>
            <a:off x="639622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8-train-output-0-10"/>
          <p:cNvSpPr/>
          <p:nvPr/>
        </p:nvSpPr>
        <p:spPr>
          <a:xfrm>
            <a:off x="6583680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8-train-output-0-11"/>
          <p:cNvSpPr/>
          <p:nvPr/>
        </p:nvSpPr>
        <p:spPr>
          <a:xfrm>
            <a:off x="6771132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8-train-output-0-12"/>
          <p:cNvSpPr/>
          <p:nvPr/>
        </p:nvSpPr>
        <p:spPr>
          <a:xfrm>
            <a:off x="695858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8-train-output-0-13"/>
          <p:cNvSpPr/>
          <p:nvPr/>
        </p:nvSpPr>
        <p:spPr>
          <a:xfrm>
            <a:off x="714603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8-train-output-0-14"/>
          <p:cNvSpPr/>
          <p:nvPr/>
        </p:nvSpPr>
        <p:spPr>
          <a:xfrm>
            <a:off x="733348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8-train-output-0-15"/>
          <p:cNvSpPr/>
          <p:nvPr/>
        </p:nvSpPr>
        <p:spPr>
          <a:xfrm>
            <a:off x="7520940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8-train-output-0-16"/>
          <p:cNvSpPr/>
          <p:nvPr/>
        </p:nvSpPr>
        <p:spPr>
          <a:xfrm>
            <a:off x="7708392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8-train-output-0-17"/>
          <p:cNvSpPr/>
          <p:nvPr/>
        </p:nvSpPr>
        <p:spPr>
          <a:xfrm>
            <a:off x="789584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8-train-output-0-18"/>
          <p:cNvSpPr/>
          <p:nvPr/>
        </p:nvSpPr>
        <p:spPr>
          <a:xfrm>
            <a:off x="808329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8-train-output-0-19"/>
          <p:cNvSpPr/>
          <p:nvPr/>
        </p:nvSpPr>
        <p:spPr>
          <a:xfrm>
            <a:off x="827074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8-train-output-1-0"/>
          <p:cNvSpPr/>
          <p:nvPr/>
        </p:nvSpPr>
        <p:spPr>
          <a:xfrm>
            <a:off x="47091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8-train-output-1-1"/>
          <p:cNvSpPr/>
          <p:nvPr/>
        </p:nvSpPr>
        <p:spPr>
          <a:xfrm>
            <a:off x="48966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8-train-output-1-2"/>
          <p:cNvSpPr/>
          <p:nvPr/>
        </p:nvSpPr>
        <p:spPr>
          <a:xfrm>
            <a:off x="508406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8-train-output-1-3"/>
          <p:cNvSpPr/>
          <p:nvPr/>
        </p:nvSpPr>
        <p:spPr>
          <a:xfrm>
            <a:off x="52715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8-train-output-1-4"/>
          <p:cNvSpPr/>
          <p:nvPr/>
        </p:nvSpPr>
        <p:spPr>
          <a:xfrm>
            <a:off x="545896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8-train-output-1-5"/>
          <p:cNvSpPr/>
          <p:nvPr/>
        </p:nvSpPr>
        <p:spPr>
          <a:xfrm>
            <a:off x="564642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8-train-output-1-6"/>
          <p:cNvSpPr/>
          <p:nvPr/>
        </p:nvSpPr>
        <p:spPr>
          <a:xfrm>
            <a:off x="583387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8-train-output-1-7"/>
          <p:cNvSpPr/>
          <p:nvPr/>
        </p:nvSpPr>
        <p:spPr>
          <a:xfrm>
            <a:off x="602132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8-train-output-1-8"/>
          <p:cNvSpPr/>
          <p:nvPr/>
        </p:nvSpPr>
        <p:spPr>
          <a:xfrm>
            <a:off x="620877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8-train-output-1-9"/>
          <p:cNvSpPr/>
          <p:nvPr/>
        </p:nvSpPr>
        <p:spPr>
          <a:xfrm>
            <a:off x="639622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8-train-output-1-10"/>
          <p:cNvSpPr/>
          <p:nvPr/>
        </p:nvSpPr>
        <p:spPr>
          <a:xfrm>
            <a:off x="658368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8-train-output-1-11"/>
          <p:cNvSpPr/>
          <p:nvPr/>
        </p:nvSpPr>
        <p:spPr>
          <a:xfrm>
            <a:off x="6771132" y="2363724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8-train-output-1-12"/>
          <p:cNvSpPr/>
          <p:nvPr/>
        </p:nvSpPr>
        <p:spPr>
          <a:xfrm>
            <a:off x="695858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8-train-output-1-13"/>
          <p:cNvSpPr/>
          <p:nvPr/>
        </p:nvSpPr>
        <p:spPr>
          <a:xfrm>
            <a:off x="7146036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8-train-output-1-14"/>
          <p:cNvSpPr/>
          <p:nvPr/>
        </p:nvSpPr>
        <p:spPr>
          <a:xfrm>
            <a:off x="733348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8-train-output-1-15"/>
          <p:cNvSpPr/>
          <p:nvPr/>
        </p:nvSpPr>
        <p:spPr>
          <a:xfrm>
            <a:off x="7520940" y="2363724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8-train-output-1-16"/>
          <p:cNvSpPr/>
          <p:nvPr/>
        </p:nvSpPr>
        <p:spPr>
          <a:xfrm>
            <a:off x="770839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8-train-output-1-17"/>
          <p:cNvSpPr/>
          <p:nvPr/>
        </p:nvSpPr>
        <p:spPr>
          <a:xfrm>
            <a:off x="7895844" y="2363724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8-train-output-1-18"/>
          <p:cNvSpPr/>
          <p:nvPr/>
        </p:nvSpPr>
        <p:spPr>
          <a:xfrm>
            <a:off x="808329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8-train-output-1-19"/>
          <p:cNvSpPr/>
          <p:nvPr/>
        </p:nvSpPr>
        <p:spPr>
          <a:xfrm>
            <a:off x="827074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8-train-output-2-0"/>
          <p:cNvSpPr/>
          <p:nvPr/>
        </p:nvSpPr>
        <p:spPr>
          <a:xfrm>
            <a:off x="47091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8-train-output-2-1"/>
          <p:cNvSpPr/>
          <p:nvPr/>
        </p:nvSpPr>
        <p:spPr>
          <a:xfrm>
            <a:off x="489661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8-train-output-2-2"/>
          <p:cNvSpPr/>
          <p:nvPr/>
        </p:nvSpPr>
        <p:spPr>
          <a:xfrm>
            <a:off x="50840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8-train-output-2-3"/>
          <p:cNvSpPr/>
          <p:nvPr/>
        </p:nvSpPr>
        <p:spPr>
          <a:xfrm>
            <a:off x="527151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8-train-output-2-4"/>
          <p:cNvSpPr/>
          <p:nvPr/>
        </p:nvSpPr>
        <p:spPr>
          <a:xfrm>
            <a:off x="54589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8-train-output-2-5"/>
          <p:cNvSpPr/>
          <p:nvPr/>
        </p:nvSpPr>
        <p:spPr>
          <a:xfrm>
            <a:off x="564642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8-train-output-2-6"/>
          <p:cNvSpPr/>
          <p:nvPr/>
        </p:nvSpPr>
        <p:spPr>
          <a:xfrm>
            <a:off x="58338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8-train-output-2-7"/>
          <p:cNvSpPr/>
          <p:nvPr/>
        </p:nvSpPr>
        <p:spPr>
          <a:xfrm>
            <a:off x="602132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8-train-output-2-8"/>
          <p:cNvSpPr/>
          <p:nvPr/>
        </p:nvSpPr>
        <p:spPr>
          <a:xfrm>
            <a:off x="620877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8-train-output-2-9"/>
          <p:cNvSpPr/>
          <p:nvPr/>
        </p:nvSpPr>
        <p:spPr>
          <a:xfrm>
            <a:off x="639622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8-train-output-2-10"/>
          <p:cNvSpPr/>
          <p:nvPr/>
        </p:nvSpPr>
        <p:spPr>
          <a:xfrm>
            <a:off x="658368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8-train-output-2-11"/>
          <p:cNvSpPr/>
          <p:nvPr/>
        </p:nvSpPr>
        <p:spPr>
          <a:xfrm>
            <a:off x="6771132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8-train-output-2-12"/>
          <p:cNvSpPr/>
          <p:nvPr/>
        </p:nvSpPr>
        <p:spPr>
          <a:xfrm>
            <a:off x="69585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8-train-output-2-13"/>
          <p:cNvSpPr/>
          <p:nvPr/>
        </p:nvSpPr>
        <p:spPr>
          <a:xfrm>
            <a:off x="7146036" y="2551176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8-train-output-2-14"/>
          <p:cNvSpPr/>
          <p:nvPr/>
        </p:nvSpPr>
        <p:spPr>
          <a:xfrm>
            <a:off x="733348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8-train-output-2-15"/>
          <p:cNvSpPr/>
          <p:nvPr/>
        </p:nvSpPr>
        <p:spPr>
          <a:xfrm>
            <a:off x="7520940" y="2551176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8-train-output-2-16"/>
          <p:cNvSpPr/>
          <p:nvPr/>
        </p:nvSpPr>
        <p:spPr>
          <a:xfrm>
            <a:off x="770839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8-train-output-2-17"/>
          <p:cNvSpPr/>
          <p:nvPr/>
        </p:nvSpPr>
        <p:spPr>
          <a:xfrm>
            <a:off x="7895844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8-train-output-2-18"/>
          <p:cNvSpPr/>
          <p:nvPr/>
        </p:nvSpPr>
        <p:spPr>
          <a:xfrm>
            <a:off x="80832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8-train-output-2-19"/>
          <p:cNvSpPr/>
          <p:nvPr/>
        </p:nvSpPr>
        <p:spPr>
          <a:xfrm>
            <a:off x="827074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8-train-output-3-0"/>
          <p:cNvSpPr/>
          <p:nvPr/>
        </p:nvSpPr>
        <p:spPr>
          <a:xfrm>
            <a:off x="470916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8-train-output-3-1"/>
          <p:cNvSpPr/>
          <p:nvPr/>
        </p:nvSpPr>
        <p:spPr>
          <a:xfrm>
            <a:off x="489661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8-train-output-3-2"/>
          <p:cNvSpPr/>
          <p:nvPr/>
        </p:nvSpPr>
        <p:spPr>
          <a:xfrm>
            <a:off x="508406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8-train-output-3-3"/>
          <p:cNvSpPr/>
          <p:nvPr/>
        </p:nvSpPr>
        <p:spPr>
          <a:xfrm>
            <a:off x="527151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8-train-output-3-4"/>
          <p:cNvSpPr/>
          <p:nvPr/>
        </p:nvSpPr>
        <p:spPr>
          <a:xfrm>
            <a:off x="5458968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8-train-output-3-5"/>
          <p:cNvSpPr/>
          <p:nvPr/>
        </p:nvSpPr>
        <p:spPr>
          <a:xfrm>
            <a:off x="564642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8-train-output-3-6"/>
          <p:cNvSpPr/>
          <p:nvPr/>
        </p:nvSpPr>
        <p:spPr>
          <a:xfrm>
            <a:off x="583387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8-train-output-3-7"/>
          <p:cNvSpPr/>
          <p:nvPr/>
        </p:nvSpPr>
        <p:spPr>
          <a:xfrm>
            <a:off x="602132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8-train-output-3-8"/>
          <p:cNvSpPr/>
          <p:nvPr/>
        </p:nvSpPr>
        <p:spPr>
          <a:xfrm>
            <a:off x="620877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8-train-output-3-9"/>
          <p:cNvSpPr/>
          <p:nvPr/>
        </p:nvSpPr>
        <p:spPr>
          <a:xfrm>
            <a:off x="639622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8-train-output-3-10"/>
          <p:cNvSpPr/>
          <p:nvPr/>
        </p:nvSpPr>
        <p:spPr>
          <a:xfrm>
            <a:off x="658368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8-train-output-3-11"/>
          <p:cNvSpPr/>
          <p:nvPr/>
        </p:nvSpPr>
        <p:spPr>
          <a:xfrm>
            <a:off x="6771132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8-train-output-3-12"/>
          <p:cNvSpPr/>
          <p:nvPr/>
        </p:nvSpPr>
        <p:spPr>
          <a:xfrm>
            <a:off x="695858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8-train-output-3-13"/>
          <p:cNvSpPr/>
          <p:nvPr/>
        </p:nvSpPr>
        <p:spPr>
          <a:xfrm>
            <a:off x="7146036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8-train-output-3-14"/>
          <p:cNvSpPr/>
          <p:nvPr/>
        </p:nvSpPr>
        <p:spPr>
          <a:xfrm>
            <a:off x="7333488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8-train-output-3-15"/>
          <p:cNvSpPr/>
          <p:nvPr/>
        </p:nvSpPr>
        <p:spPr>
          <a:xfrm>
            <a:off x="7520940" y="2738628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8-train-output-3-16"/>
          <p:cNvSpPr/>
          <p:nvPr/>
        </p:nvSpPr>
        <p:spPr>
          <a:xfrm>
            <a:off x="770839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8-train-output-3-17"/>
          <p:cNvSpPr/>
          <p:nvPr/>
        </p:nvSpPr>
        <p:spPr>
          <a:xfrm>
            <a:off x="7895844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8-train-output-3-18"/>
          <p:cNvSpPr/>
          <p:nvPr/>
        </p:nvSpPr>
        <p:spPr>
          <a:xfrm>
            <a:off x="808329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8-train-output-3-19"/>
          <p:cNvSpPr/>
          <p:nvPr/>
        </p:nvSpPr>
        <p:spPr>
          <a:xfrm>
            <a:off x="827074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8-train-output-4-0"/>
          <p:cNvSpPr/>
          <p:nvPr/>
        </p:nvSpPr>
        <p:spPr>
          <a:xfrm>
            <a:off x="47091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8-train-output-4-1"/>
          <p:cNvSpPr/>
          <p:nvPr/>
        </p:nvSpPr>
        <p:spPr>
          <a:xfrm>
            <a:off x="489661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8-train-output-4-2"/>
          <p:cNvSpPr/>
          <p:nvPr/>
        </p:nvSpPr>
        <p:spPr>
          <a:xfrm>
            <a:off x="508406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8-train-output-4-3"/>
          <p:cNvSpPr/>
          <p:nvPr/>
        </p:nvSpPr>
        <p:spPr>
          <a:xfrm>
            <a:off x="527151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8-train-output-4-4"/>
          <p:cNvSpPr/>
          <p:nvPr/>
        </p:nvSpPr>
        <p:spPr>
          <a:xfrm>
            <a:off x="545896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8-train-output-4-5"/>
          <p:cNvSpPr/>
          <p:nvPr/>
        </p:nvSpPr>
        <p:spPr>
          <a:xfrm>
            <a:off x="564642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8-train-output-4-6"/>
          <p:cNvSpPr/>
          <p:nvPr/>
        </p:nvSpPr>
        <p:spPr>
          <a:xfrm>
            <a:off x="583387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8-train-output-4-7"/>
          <p:cNvSpPr/>
          <p:nvPr/>
        </p:nvSpPr>
        <p:spPr>
          <a:xfrm>
            <a:off x="602132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8-train-output-4-8"/>
          <p:cNvSpPr/>
          <p:nvPr/>
        </p:nvSpPr>
        <p:spPr>
          <a:xfrm>
            <a:off x="620877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8-train-output-4-9"/>
          <p:cNvSpPr/>
          <p:nvPr/>
        </p:nvSpPr>
        <p:spPr>
          <a:xfrm>
            <a:off x="639622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8-train-output-4-10"/>
          <p:cNvSpPr/>
          <p:nvPr/>
        </p:nvSpPr>
        <p:spPr>
          <a:xfrm>
            <a:off x="658368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8-train-output-4-11"/>
          <p:cNvSpPr/>
          <p:nvPr/>
        </p:nvSpPr>
        <p:spPr>
          <a:xfrm>
            <a:off x="6771132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8-train-output-4-12"/>
          <p:cNvSpPr/>
          <p:nvPr/>
        </p:nvSpPr>
        <p:spPr>
          <a:xfrm>
            <a:off x="695858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8-train-output-4-13"/>
          <p:cNvSpPr/>
          <p:nvPr/>
        </p:nvSpPr>
        <p:spPr>
          <a:xfrm>
            <a:off x="7146036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8-train-output-4-14"/>
          <p:cNvSpPr/>
          <p:nvPr/>
        </p:nvSpPr>
        <p:spPr>
          <a:xfrm>
            <a:off x="733348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8-train-output-4-15"/>
          <p:cNvSpPr/>
          <p:nvPr/>
        </p:nvSpPr>
        <p:spPr>
          <a:xfrm>
            <a:off x="7520940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8-train-output-4-16"/>
          <p:cNvSpPr/>
          <p:nvPr/>
        </p:nvSpPr>
        <p:spPr>
          <a:xfrm>
            <a:off x="770839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8-train-output-4-17"/>
          <p:cNvSpPr/>
          <p:nvPr/>
        </p:nvSpPr>
        <p:spPr>
          <a:xfrm>
            <a:off x="7895844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8-train-output-4-18"/>
          <p:cNvSpPr/>
          <p:nvPr/>
        </p:nvSpPr>
        <p:spPr>
          <a:xfrm>
            <a:off x="808329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8-train-output-4-19"/>
          <p:cNvSpPr/>
          <p:nvPr/>
        </p:nvSpPr>
        <p:spPr>
          <a:xfrm>
            <a:off x="8270748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8-train-output-5-0"/>
          <p:cNvSpPr/>
          <p:nvPr/>
        </p:nvSpPr>
        <p:spPr>
          <a:xfrm>
            <a:off x="47091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8-train-output-5-1"/>
          <p:cNvSpPr/>
          <p:nvPr/>
        </p:nvSpPr>
        <p:spPr>
          <a:xfrm>
            <a:off x="489661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8-train-output-5-2"/>
          <p:cNvSpPr/>
          <p:nvPr/>
        </p:nvSpPr>
        <p:spPr>
          <a:xfrm>
            <a:off x="508406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8-train-output-5-3"/>
          <p:cNvSpPr/>
          <p:nvPr/>
        </p:nvSpPr>
        <p:spPr>
          <a:xfrm>
            <a:off x="527151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8-train-output-5-4"/>
          <p:cNvSpPr/>
          <p:nvPr/>
        </p:nvSpPr>
        <p:spPr>
          <a:xfrm>
            <a:off x="545896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8-train-output-5-5"/>
          <p:cNvSpPr/>
          <p:nvPr/>
        </p:nvSpPr>
        <p:spPr>
          <a:xfrm>
            <a:off x="564642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8-train-output-5-6"/>
          <p:cNvSpPr/>
          <p:nvPr/>
        </p:nvSpPr>
        <p:spPr>
          <a:xfrm>
            <a:off x="583387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8-train-output-5-7"/>
          <p:cNvSpPr/>
          <p:nvPr/>
        </p:nvSpPr>
        <p:spPr>
          <a:xfrm>
            <a:off x="602132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8-train-output-5-8"/>
          <p:cNvSpPr/>
          <p:nvPr/>
        </p:nvSpPr>
        <p:spPr>
          <a:xfrm>
            <a:off x="620877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8-train-output-5-9"/>
          <p:cNvSpPr/>
          <p:nvPr/>
        </p:nvSpPr>
        <p:spPr>
          <a:xfrm>
            <a:off x="63962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8-train-output-5-10"/>
          <p:cNvSpPr/>
          <p:nvPr/>
        </p:nvSpPr>
        <p:spPr>
          <a:xfrm>
            <a:off x="658368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8-train-output-5-11"/>
          <p:cNvSpPr/>
          <p:nvPr/>
        </p:nvSpPr>
        <p:spPr>
          <a:xfrm>
            <a:off x="677113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8-train-output-5-12"/>
          <p:cNvSpPr/>
          <p:nvPr/>
        </p:nvSpPr>
        <p:spPr>
          <a:xfrm>
            <a:off x="695858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8-train-output-5-13"/>
          <p:cNvSpPr/>
          <p:nvPr/>
        </p:nvSpPr>
        <p:spPr>
          <a:xfrm>
            <a:off x="714603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8-train-output-5-14"/>
          <p:cNvSpPr/>
          <p:nvPr/>
        </p:nvSpPr>
        <p:spPr>
          <a:xfrm>
            <a:off x="733348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8-train-output-5-15"/>
          <p:cNvSpPr/>
          <p:nvPr/>
        </p:nvSpPr>
        <p:spPr>
          <a:xfrm>
            <a:off x="7520940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8-train-output-5-16"/>
          <p:cNvSpPr/>
          <p:nvPr/>
        </p:nvSpPr>
        <p:spPr>
          <a:xfrm>
            <a:off x="770839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8-train-output-5-17"/>
          <p:cNvSpPr/>
          <p:nvPr/>
        </p:nvSpPr>
        <p:spPr>
          <a:xfrm>
            <a:off x="789584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8-train-output-5-18"/>
          <p:cNvSpPr/>
          <p:nvPr/>
        </p:nvSpPr>
        <p:spPr>
          <a:xfrm>
            <a:off x="808329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8-train-output-5-19"/>
          <p:cNvSpPr/>
          <p:nvPr/>
        </p:nvSpPr>
        <p:spPr>
          <a:xfrm>
            <a:off x="827074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8-train-output-6-0"/>
          <p:cNvSpPr/>
          <p:nvPr/>
        </p:nvSpPr>
        <p:spPr>
          <a:xfrm>
            <a:off x="470916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8-train-output-6-1"/>
          <p:cNvSpPr/>
          <p:nvPr/>
        </p:nvSpPr>
        <p:spPr>
          <a:xfrm>
            <a:off x="489661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8-train-output-6-2"/>
          <p:cNvSpPr/>
          <p:nvPr/>
        </p:nvSpPr>
        <p:spPr>
          <a:xfrm>
            <a:off x="508406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8-train-output-6-3"/>
          <p:cNvSpPr/>
          <p:nvPr/>
        </p:nvSpPr>
        <p:spPr>
          <a:xfrm>
            <a:off x="527151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8-train-output-6-4"/>
          <p:cNvSpPr/>
          <p:nvPr/>
        </p:nvSpPr>
        <p:spPr>
          <a:xfrm>
            <a:off x="5458968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8-train-output-6-5"/>
          <p:cNvSpPr/>
          <p:nvPr/>
        </p:nvSpPr>
        <p:spPr>
          <a:xfrm>
            <a:off x="564642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8-train-output-6-6"/>
          <p:cNvSpPr/>
          <p:nvPr/>
        </p:nvSpPr>
        <p:spPr>
          <a:xfrm>
            <a:off x="583387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8-train-output-6-7"/>
          <p:cNvSpPr/>
          <p:nvPr/>
        </p:nvSpPr>
        <p:spPr>
          <a:xfrm>
            <a:off x="602132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8-train-output-6-8"/>
          <p:cNvSpPr/>
          <p:nvPr/>
        </p:nvSpPr>
        <p:spPr>
          <a:xfrm>
            <a:off x="620877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8-train-output-6-9"/>
          <p:cNvSpPr/>
          <p:nvPr/>
        </p:nvSpPr>
        <p:spPr>
          <a:xfrm>
            <a:off x="639622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8-train-output-6-10"/>
          <p:cNvSpPr/>
          <p:nvPr/>
        </p:nvSpPr>
        <p:spPr>
          <a:xfrm>
            <a:off x="658368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8-train-output-6-11"/>
          <p:cNvSpPr/>
          <p:nvPr/>
        </p:nvSpPr>
        <p:spPr>
          <a:xfrm>
            <a:off x="677113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8-train-output-6-12"/>
          <p:cNvSpPr/>
          <p:nvPr/>
        </p:nvSpPr>
        <p:spPr>
          <a:xfrm>
            <a:off x="695858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8-train-output-6-13"/>
          <p:cNvSpPr/>
          <p:nvPr/>
        </p:nvSpPr>
        <p:spPr>
          <a:xfrm>
            <a:off x="714603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8-train-output-6-14"/>
          <p:cNvSpPr/>
          <p:nvPr/>
        </p:nvSpPr>
        <p:spPr>
          <a:xfrm>
            <a:off x="7333488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8-train-output-6-15"/>
          <p:cNvSpPr/>
          <p:nvPr/>
        </p:nvSpPr>
        <p:spPr>
          <a:xfrm>
            <a:off x="752094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8-train-output-6-16"/>
          <p:cNvSpPr/>
          <p:nvPr/>
        </p:nvSpPr>
        <p:spPr>
          <a:xfrm>
            <a:off x="770839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8-train-output-6-17"/>
          <p:cNvSpPr/>
          <p:nvPr/>
        </p:nvSpPr>
        <p:spPr>
          <a:xfrm>
            <a:off x="789584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8-train-output-6-18"/>
          <p:cNvSpPr/>
          <p:nvPr/>
        </p:nvSpPr>
        <p:spPr>
          <a:xfrm>
            <a:off x="808329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8-train-output-6-19"/>
          <p:cNvSpPr/>
          <p:nvPr/>
        </p:nvSpPr>
        <p:spPr>
          <a:xfrm>
            <a:off x="827074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8-train-output-7-0"/>
          <p:cNvSpPr/>
          <p:nvPr/>
        </p:nvSpPr>
        <p:spPr>
          <a:xfrm>
            <a:off x="47091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8-train-output-7-1"/>
          <p:cNvSpPr/>
          <p:nvPr/>
        </p:nvSpPr>
        <p:spPr>
          <a:xfrm>
            <a:off x="489661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8-train-output-7-2"/>
          <p:cNvSpPr/>
          <p:nvPr/>
        </p:nvSpPr>
        <p:spPr>
          <a:xfrm>
            <a:off x="50840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8-train-output-7-3"/>
          <p:cNvSpPr/>
          <p:nvPr/>
        </p:nvSpPr>
        <p:spPr>
          <a:xfrm>
            <a:off x="527151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8-train-output-7-4"/>
          <p:cNvSpPr/>
          <p:nvPr/>
        </p:nvSpPr>
        <p:spPr>
          <a:xfrm>
            <a:off x="54589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8-train-output-7-5"/>
          <p:cNvSpPr/>
          <p:nvPr/>
        </p:nvSpPr>
        <p:spPr>
          <a:xfrm>
            <a:off x="564642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8-train-output-7-6"/>
          <p:cNvSpPr/>
          <p:nvPr/>
        </p:nvSpPr>
        <p:spPr>
          <a:xfrm>
            <a:off x="583387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8-train-output-7-7"/>
          <p:cNvSpPr/>
          <p:nvPr/>
        </p:nvSpPr>
        <p:spPr>
          <a:xfrm>
            <a:off x="60213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8-train-output-7-8"/>
          <p:cNvSpPr/>
          <p:nvPr/>
        </p:nvSpPr>
        <p:spPr>
          <a:xfrm>
            <a:off x="620877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8-train-output-7-9"/>
          <p:cNvSpPr/>
          <p:nvPr/>
        </p:nvSpPr>
        <p:spPr>
          <a:xfrm>
            <a:off x="639622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8-train-output-7-10"/>
          <p:cNvSpPr/>
          <p:nvPr/>
        </p:nvSpPr>
        <p:spPr>
          <a:xfrm>
            <a:off x="6583680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8-train-output-7-11"/>
          <p:cNvSpPr/>
          <p:nvPr/>
        </p:nvSpPr>
        <p:spPr>
          <a:xfrm>
            <a:off x="677113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8-train-output-7-12"/>
          <p:cNvSpPr/>
          <p:nvPr/>
        </p:nvSpPr>
        <p:spPr>
          <a:xfrm>
            <a:off x="695858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8-train-output-7-13"/>
          <p:cNvSpPr/>
          <p:nvPr/>
        </p:nvSpPr>
        <p:spPr>
          <a:xfrm>
            <a:off x="714603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8-train-output-7-14"/>
          <p:cNvSpPr/>
          <p:nvPr/>
        </p:nvSpPr>
        <p:spPr>
          <a:xfrm>
            <a:off x="733348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8-train-output-7-15"/>
          <p:cNvSpPr/>
          <p:nvPr/>
        </p:nvSpPr>
        <p:spPr>
          <a:xfrm>
            <a:off x="7520940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8-train-output-7-16"/>
          <p:cNvSpPr/>
          <p:nvPr/>
        </p:nvSpPr>
        <p:spPr>
          <a:xfrm>
            <a:off x="770839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8-train-output-7-17"/>
          <p:cNvSpPr/>
          <p:nvPr/>
        </p:nvSpPr>
        <p:spPr>
          <a:xfrm>
            <a:off x="789584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8-train-output-7-18"/>
          <p:cNvSpPr/>
          <p:nvPr/>
        </p:nvSpPr>
        <p:spPr>
          <a:xfrm>
            <a:off x="808329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8-train-output-7-19"/>
          <p:cNvSpPr/>
          <p:nvPr/>
        </p:nvSpPr>
        <p:spPr>
          <a:xfrm>
            <a:off x="827074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提示例は全2組、テスト入力は全2個。ここでは各1番目を表示。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4c3d4a41.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https://github.com/arcprize/ARC-AGI-2/blob/f3283f7/data/evaluation/4c3d4a41.json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追加例6：棒の高さを別の領域へ適用する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8-test-input-0-0"/>
          <p:cNvSpPr/>
          <p:nvPr/>
        </p:nvSpPr>
        <p:spPr>
          <a:xfrm>
            <a:off x="59436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8-test-input-0-1"/>
          <p:cNvSpPr/>
          <p:nvPr/>
        </p:nvSpPr>
        <p:spPr>
          <a:xfrm>
            <a:off x="7818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8-test-input-0-2"/>
          <p:cNvSpPr/>
          <p:nvPr/>
        </p:nvSpPr>
        <p:spPr>
          <a:xfrm>
            <a:off x="96926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8-test-input-0-3"/>
          <p:cNvSpPr/>
          <p:nvPr/>
        </p:nvSpPr>
        <p:spPr>
          <a:xfrm>
            <a:off x="115671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8-test-input-0-4"/>
          <p:cNvSpPr/>
          <p:nvPr/>
        </p:nvSpPr>
        <p:spPr>
          <a:xfrm>
            <a:off x="134416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8-test-input-0-5"/>
          <p:cNvSpPr/>
          <p:nvPr/>
        </p:nvSpPr>
        <p:spPr>
          <a:xfrm>
            <a:off x="1531619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8-test-input-0-6"/>
          <p:cNvSpPr/>
          <p:nvPr/>
        </p:nvSpPr>
        <p:spPr>
          <a:xfrm>
            <a:off x="171907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8-test-input-0-7"/>
          <p:cNvSpPr/>
          <p:nvPr/>
        </p:nvSpPr>
        <p:spPr>
          <a:xfrm>
            <a:off x="19065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8-test-input-0-8"/>
          <p:cNvSpPr/>
          <p:nvPr/>
        </p:nvSpPr>
        <p:spPr>
          <a:xfrm>
            <a:off x="209397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8-test-input-0-9"/>
          <p:cNvSpPr/>
          <p:nvPr/>
        </p:nvSpPr>
        <p:spPr>
          <a:xfrm>
            <a:off x="228142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8-test-input-0-10"/>
          <p:cNvSpPr/>
          <p:nvPr/>
        </p:nvSpPr>
        <p:spPr>
          <a:xfrm>
            <a:off x="2468879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8-test-input-0-11"/>
          <p:cNvSpPr/>
          <p:nvPr/>
        </p:nvSpPr>
        <p:spPr>
          <a:xfrm>
            <a:off x="2656332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8-test-input-0-12"/>
          <p:cNvSpPr/>
          <p:nvPr/>
        </p:nvSpPr>
        <p:spPr>
          <a:xfrm>
            <a:off x="284378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8-test-input-0-13"/>
          <p:cNvSpPr/>
          <p:nvPr/>
        </p:nvSpPr>
        <p:spPr>
          <a:xfrm>
            <a:off x="303123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8-test-input-0-14"/>
          <p:cNvSpPr/>
          <p:nvPr/>
        </p:nvSpPr>
        <p:spPr>
          <a:xfrm>
            <a:off x="3218687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8-test-input-0-15"/>
          <p:cNvSpPr/>
          <p:nvPr/>
        </p:nvSpPr>
        <p:spPr>
          <a:xfrm>
            <a:off x="3406139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8-test-input-0-16"/>
          <p:cNvSpPr/>
          <p:nvPr/>
        </p:nvSpPr>
        <p:spPr>
          <a:xfrm>
            <a:off x="3593591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8-test-input-0-17"/>
          <p:cNvSpPr/>
          <p:nvPr/>
        </p:nvSpPr>
        <p:spPr>
          <a:xfrm>
            <a:off x="378104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8-test-input-0-18"/>
          <p:cNvSpPr/>
          <p:nvPr/>
        </p:nvSpPr>
        <p:spPr>
          <a:xfrm>
            <a:off x="396849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8-test-input-0-19"/>
          <p:cNvSpPr/>
          <p:nvPr/>
        </p:nvSpPr>
        <p:spPr>
          <a:xfrm>
            <a:off x="415594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8-test-input-1-0"/>
          <p:cNvSpPr/>
          <p:nvPr/>
        </p:nvSpPr>
        <p:spPr>
          <a:xfrm>
            <a:off x="5943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8-test-input-1-1"/>
          <p:cNvSpPr/>
          <p:nvPr/>
        </p:nvSpPr>
        <p:spPr>
          <a:xfrm>
            <a:off x="7818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8-test-input-1-2"/>
          <p:cNvSpPr/>
          <p:nvPr/>
        </p:nvSpPr>
        <p:spPr>
          <a:xfrm>
            <a:off x="96926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8-test-input-1-3"/>
          <p:cNvSpPr/>
          <p:nvPr/>
        </p:nvSpPr>
        <p:spPr>
          <a:xfrm>
            <a:off x="11567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8-test-input-1-4"/>
          <p:cNvSpPr/>
          <p:nvPr/>
        </p:nvSpPr>
        <p:spPr>
          <a:xfrm>
            <a:off x="134416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8-test-input-1-5"/>
          <p:cNvSpPr/>
          <p:nvPr/>
        </p:nvSpPr>
        <p:spPr>
          <a:xfrm>
            <a:off x="153161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8-test-input-1-6"/>
          <p:cNvSpPr/>
          <p:nvPr/>
        </p:nvSpPr>
        <p:spPr>
          <a:xfrm>
            <a:off x="171907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8-test-input-1-7"/>
          <p:cNvSpPr/>
          <p:nvPr/>
        </p:nvSpPr>
        <p:spPr>
          <a:xfrm>
            <a:off x="190652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8-test-input-1-8"/>
          <p:cNvSpPr/>
          <p:nvPr/>
        </p:nvSpPr>
        <p:spPr>
          <a:xfrm>
            <a:off x="209397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8-test-input-1-9"/>
          <p:cNvSpPr/>
          <p:nvPr/>
        </p:nvSpPr>
        <p:spPr>
          <a:xfrm>
            <a:off x="228142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8-test-input-1-10"/>
          <p:cNvSpPr/>
          <p:nvPr/>
        </p:nvSpPr>
        <p:spPr>
          <a:xfrm>
            <a:off x="246887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8-test-input-1-11"/>
          <p:cNvSpPr/>
          <p:nvPr/>
        </p:nvSpPr>
        <p:spPr>
          <a:xfrm>
            <a:off x="2656332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8-test-input-1-12"/>
          <p:cNvSpPr/>
          <p:nvPr/>
        </p:nvSpPr>
        <p:spPr>
          <a:xfrm>
            <a:off x="284378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8-test-input-1-13"/>
          <p:cNvSpPr/>
          <p:nvPr/>
        </p:nvSpPr>
        <p:spPr>
          <a:xfrm>
            <a:off x="3031236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8-test-input-1-14"/>
          <p:cNvSpPr/>
          <p:nvPr/>
        </p:nvSpPr>
        <p:spPr>
          <a:xfrm>
            <a:off x="3218687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8-test-input-1-15"/>
          <p:cNvSpPr/>
          <p:nvPr/>
        </p:nvSpPr>
        <p:spPr>
          <a:xfrm>
            <a:off x="3406139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8-test-input-1-16"/>
          <p:cNvSpPr/>
          <p:nvPr/>
        </p:nvSpPr>
        <p:spPr>
          <a:xfrm>
            <a:off x="3593591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8-test-input-1-17"/>
          <p:cNvSpPr/>
          <p:nvPr/>
        </p:nvSpPr>
        <p:spPr>
          <a:xfrm>
            <a:off x="3781044" y="2363724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8-test-input-1-18"/>
          <p:cNvSpPr/>
          <p:nvPr/>
        </p:nvSpPr>
        <p:spPr>
          <a:xfrm>
            <a:off x="396849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8-test-input-1-19"/>
          <p:cNvSpPr/>
          <p:nvPr/>
        </p:nvSpPr>
        <p:spPr>
          <a:xfrm>
            <a:off x="415594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8-test-input-2-0"/>
          <p:cNvSpPr/>
          <p:nvPr/>
        </p:nvSpPr>
        <p:spPr>
          <a:xfrm>
            <a:off x="5943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8-test-input-2-1"/>
          <p:cNvSpPr/>
          <p:nvPr/>
        </p:nvSpPr>
        <p:spPr>
          <a:xfrm>
            <a:off x="78181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8-test-input-2-2"/>
          <p:cNvSpPr/>
          <p:nvPr/>
        </p:nvSpPr>
        <p:spPr>
          <a:xfrm>
            <a:off x="9692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8-test-input-2-3"/>
          <p:cNvSpPr/>
          <p:nvPr/>
        </p:nvSpPr>
        <p:spPr>
          <a:xfrm>
            <a:off x="1156716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8-test-input-2-4"/>
          <p:cNvSpPr/>
          <p:nvPr/>
        </p:nvSpPr>
        <p:spPr>
          <a:xfrm>
            <a:off x="13441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8-test-input-2-5"/>
          <p:cNvSpPr/>
          <p:nvPr/>
        </p:nvSpPr>
        <p:spPr>
          <a:xfrm>
            <a:off x="1531619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8-test-input-2-6"/>
          <p:cNvSpPr/>
          <p:nvPr/>
        </p:nvSpPr>
        <p:spPr>
          <a:xfrm>
            <a:off x="17190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8-test-input-2-7"/>
          <p:cNvSpPr/>
          <p:nvPr/>
        </p:nvSpPr>
        <p:spPr>
          <a:xfrm>
            <a:off x="190652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8-test-input-2-8"/>
          <p:cNvSpPr/>
          <p:nvPr/>
        </p:nvSpPr>
        <p:spPr>
          <a:xfrm>
            <a:off x="209397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8-test-input-2-9"/>
          <p:cNvSpPr/>
          <p:nvPr/>
        </p:nvSpPr>
        <p:spPr>
          <a:xfrm>
            <a:off x="228142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8-test-input-2-10"/>
          <p:cNvSpPr/>
          <p:nvPr/>
        </p:nvSpPr>
        <p:spPr>
          <a:xfrm>
            <a:off x="246887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8-test-input-2-11"/>
          <p:cNvSpPr/>
          <p:nvPr/>
        </p:nvSpPr>
        <p:spPr>
          <a:xfrm>
            <a:off x="2656332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8-test-input-2-12"/>
          <p:cNvSpPr/>
          <p:nvPr/>
        </p:nvSpPr>
        <p:spPr>
          <a:xfrm>
            <a:off x="28437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8-test-input-2-13"/>
          <p:cNvSpPr/>
          <p:nvPr/>
        </p:nvSpPr>
        <p:spPr>
          <a:xfrm>
            <a:off x="3031236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8-test-input-2-14"/>
          <p:cNvSpPr/>
          <p:nvPr/>
        </p:nvSpPr>
        <p:spPr>
          <a:xfrm>
            <a:off x="3218687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8-test-input-2-15"/>
          <p:cNvSpPr/>
          <p:nvPr/>
        </p:nvSpPr>
        <p:spPr>
          <a:xfrm>
            <a:off x="3406139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8-test-input-2-16"/>
          <p:cNvSpPr/>
          <p:nvPr/>
        </p:nvSpPr>
        <p:spPr>
          <a:xfrm>
            <a:off x="3593591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8-test-input-2-17"/>
          <p:cNvSpPr/>
          <p:nvPr/>
        </p:nvSpPr>
        <p:spPr>
          <a:xfrm>
            <a:off x="3781044" y="2551176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8-test-input-2-18"/>
          <p:cNvSpPr/>
          <p:nvPr/>
        </p:nvSpPr>
        <p:spPr>
          <a:xfrm>
            <a:off x="39684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8-test-input-2-19"/>
          <p:cNvSpPr/>
          <p:nvPr/>
        </p:nvSpPr>
        <p:spPr>
          <a:xfrm>
            <a:off x="415594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8-test-input-3-0"/>
          <p:cNvSpPr/>
          <p:nvPr/>
        </p:nvSpPr>
        <p:spPr>
          <a:xfrm>
            <a:off x="59436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8-test-input-3-1"/>
          <p:cNvSpPr/>
          <p:nvPr/>
        </p:nvSpPr>
        <p:spPr>
          <a:xfrm>
            <a:off x="781812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8-test-input-3-2"/>
          <p:cNvSpPr/>
          <p:nvPr/>
        </p:nvSpPr>
        <p:spPr>
          <a:xfrm>
            <a:off x="96926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8-test-input-3-3"/>
          <p:cNvSpPr/>
          <p:nvPr/>
        </p:nvSpPr>
        <p:spPr>
          <a:xfrm>
            <a:off x="1156716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8-test-input-3-4"/>
          <p:cNvSpPr/>
          <p:nvPr/>
        </p:nvSpPr>
        <p:spPr>
          <a:xfrm>
            <a:off x="1344168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8-test-input-3-5"/>
          <p:cNvSpPr/>
          <p:nvPr/>
        </p:nvSpPr>
        <p:spPr>
          <a:xfrm>
            <a:off x="1531619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8-test-input-3-6"/>
          <p:cNvSpPr/>
          <p:nvPr/>
        </p:nvSpPr>
        <p:spPr>
          <a:xfrm>
            <a:off x="171907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8-test-input-3-7"/>
          <p:cNvSpPr/>
          <p:nvPr/>
        </p:nvSpPr>
        <p:spPr>
          <a:xfrm>
            <a:off x="190652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8-test-input-3-8"/>
          <p:cNvSpPr/>
          <p:nvPr/>
        </p:nvSpPr>
        <p:spPr>
          <a:xfrm>
            <a:off x="209397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8-test-input-3-9"/>
          <p:cNvSpPr/>
          <p:nvPr/>
        </p:nvSpPr>
        <p:spPr>
          <a:xfrm>
            <a:off x="228142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8-test-input-3-10"/>
          <p:cNvSpPr/>
          <p:nvPr/>
        </p:nvSpPr>
        <p:spPr>
          <a:xfrm>
            <a:off x="2468879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8-test-input-3-11"/>
          <p:cNvSpPr/>
          <p:nvPr/>
        </p:nvSpPr>
        <p:spPr>
          <a:xfrm>
            <a:off x="2656332" y="2738628"/>
            <a:ext cx="187452" cy="187452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8-test-input-3-12"/>
          <p:cNvSpPr/>
          <p:nvPr/>
        </p:nvSpPr>
        <p:spPr>
          <a:xfrm>
            <a:off x="284378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8-test-input-3-13"/>
          <p:cNvSpPr/>
          <p:nvPr/>
        </p:nvSpPr>
        <p:spPr>
          <a:xfrm>
            <a:off x="3031236" y="2738628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8-test-input-3-14"/>
          <p:cNvSpPr/>
          <p:nvPr/>
        </p:nvSpPr>
        <p:spPr>
          <a:xfrm>
            <a:off x="3218687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8-test-input-3-15"/>
          <p:cNvSpPr/>
          <p:nvPr/>
        </p:nvSpPr>
        <p:spPr>
          <a:xfrm>
            <a:off x="3406139" y="2738628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8-test-input-3-16"/>
          <p:cNvSpPr/>
          <p:nvPr/>
        </p:nvSpPr>
        <p:spPr>
          <a:xfrm>
            <a:off x="3593591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8-test-input-3-17"/>
          <p:cNvSpPr/>
          <p:nvPr/>
        </p:nvSpPr>
        <p:spPr>
          <a:xfrm>
            <a:off x="3781044" y="2738628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8-test-input-3-18"/>
          <p:cNvSpPr/>
          <p:nvPr/>
        </p:nvSpPr>
        <p:spPr>
          <a:xfrm>
            <a:off x="396849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8-test-input-3-19"/>
          <p:cNvSpPr/>
          <p:nvPr/>
        </p:nvSpPr>
        <p:spPr>
          <a:xfrm>
            <a:off x="415594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8-test-input-4-0"/>
          <p:cNvSpPr/>
          <p:nvPr/>
        </p:nvSpPr>
        <p:spPr>
          <a:xfrm>
            <a:off x="5943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8-test-input-4-1"/>
          <p:cNvSpPr/>
          <p:nvPr/>
        </p:nvSpPr>
        <p:spPr>
          <a:xfrm>
            <a:off x="781812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8-test-input-4-2"/>
          <p:cNvSpPr/>
          <p:nvPr/>
        </p:nvSpPr>
        <p:spPr>
          <a:xfrm>
            <a:off x="96926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8-test-input-4-3"/>
          <p:cNvSpPr/>
          <p:nvPr/>
        </p:nvSpPr>
        <p:spPr>
          <a:xfrm>
            <a:off x="1156716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8-test-input-4-4"/>
          <p:cNvSpPr/>
          <p:nvPr/>
        </p:nvSpPr>
        <p:spPr>
          <a:xfrm>
            <a:off x="134416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8-test-input-4-5"/>
          <p:cNvSpPr/>
          <p:nvPr/>
        </p:nvSpPr>
        <p:spPr>
          <a:xfrm>
            <a:off x="1531619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8-test-input-4-6"/>
          <p:cNvSpPr/>
          <p:nvPr/>
        </p:nvSpPr>
        <p:spPr>
          <a:xfrm>
            <a:off x="171907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8-test-input-4-7"/>
          <p:cNvSpPr/>
          <p:nvPr/>
        </p:nvSpPr>
        <p:spPr>
          <a:xfrm>
            <a:off x="1906524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8-test-input-4-8"/>
          <p:cNvSpPr/>
          <p:nvPr/>
        </p:nvSpPr>
        <p:spPr>
          <a:xfrm>
            <a:off x="209397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8-test-input-4-9"/>
          <p:cNvSpPr/>
          <p:nvPr/>
        </p:nvSpPr>
        <p:spPr>
          <a:xfrm>
            <a:off x="228142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8-test-input-4-10"/>
          <p:cNvSpPr/>
          <p:nvPr/>
        </p:nvSpPr>
        <p:spPr>
          <a:xfrm>
            <a:off x="2468879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8-test-input-4-11"/>
          <p:cNvSpPr/>
          <p:nvPr/>
        </p:nvSpPr>
        <p:spPr>
          <a:xfrm>
            <a:off x="265633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8-test-input-4-12"/>
          <p:cNvSpPr/>
          <p:nvPr/>
        </p:nvSpPr>
        <p:spPr>
          <a:xfrm>
            <a:off x="284378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8-test-input-4-13"/>
          <p:cNvSpPr/>
          <p:nvPr/>
        </p:nvSpPr>
        <p:spPr>
          <a:xfrm>
            <a:off x="3031236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8-test-input-4-14"/>
          <p:cNvSpPr/>
          <p:nvPr/>
        </p:nvSpPr>
        <p:spPr>
          <a:xfrm>
            <a:off x="3218687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8-test-input-4-15"/>
          <p:cNvSpPr/>
          <p:nvPr/>
        </p:nvSpPr>
        <p:spPr>
          <a:xfrm>
            <a:off x="3406139" y="2926079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8-test-input-4-16"/>
          <p:cNvSpPr/>
          <p:nvPr/>
        </p:nvSpPr>
        <p:spPr>
          <a:xfrm>
            <a:off x="3593591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8-test-input-4-17"/>
          <p:cNvSpPr/>
          <p:nvPr/>
        </p:nvSpPr>
        <p:spPr>
          <a:xfrm>
            <a:off x="378104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8-test-input-4-18"/>
          <p:cNvSpPr/>
          <p:nvPr/>
        </p:nvSpPr>
        <p:spPr>
          <a:xfrm>
            <a:off x="396849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8-test-input-4-19"/>
          <p:cNvSpPr/>
          <p:nvPr/>
        </p:nvSpPr>
        <p:spPr>
          <a:xfrm>
            <a:off x="4155948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8-test-input-5-0"/>
          <p:cNvSpPr/>
          <p:nvPr/>
        </p:nvSpPr>
        <p:spPr>
          <a:xfrm>
            <a:off x="5943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8-test-input-5-1"/>
          <p:cNvSpPr/>
          <p:nvPr/>
        </p:nvSpPr>
        <p:spPr>
          <a:xfrm>
            <a:off x="78181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8-test-input-5-2"/>
          <p:cNvSpPr/>
          <p:nvPr/>
        </p:nvSpPr>
        <p:spPr>
          <a:xfrm>
            <a:off x="96926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8-test-input-5-3"/>
          <p:cNvSpPr/>
          <p:nvPr/>
        </p:nvSpPr>
        <p:spPr>
          <a:xfrm>
            <a:off x="115671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8-test-input-5-4"/>
          <p:cNvSpPr/>
          <p:nvPr/>
        </p:nvSpPr>
        <p:spPr>
          <a:xfrm>
            <a:off x="134416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8-test-input-5-5"/>
          <p:cNvSpPr/>
          <p:nvPr/>
        </p:nvSpPr>
        <p:spPr>
          <a:xfrm>
            <a:off x="1531619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8-test-input-5-6"/>
          <p:cNvSpPr/>
          <p:nvPr/>
        </p:nvSpPr>
        <p:spPr>
          <a:xfrm>
            <a:off x="171907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8-test-input-5-7"/>
          <p:cNvSpPr/>
          <p:nvPr/>
        </p:nvSpPr>
        <p:spPr>
          <a:xfrm>
            <a:off x="190652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8-test-input-5-8"/>
          <p:cNvSpPr/>
          <p:nvPr/>
        </p:nvSpPr>
        <p:spPr>
          <a:xfrm>
            <a:off x="209397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8-test-input-5-9"/>
          <p:cNvSpPr/>
          <p:nvPr/>
        </p:nvSpPr>
        <p:spPr>
          <a:xfrm>
            <a:off x="22814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8-test-input-5-10"/>
          <p:cNvSpPr/>
          <p:nvPr/>
        </p:nvSpPr>
        <p:spPr>
          <a:xfrm>
            <a:off x="246887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8-test-input-5-11"/>
          <p:cNvSpPr/>
          <p:nvPr/>
        </p:nvSpPr>
        <p:spPr>
          <a:xfrm>
            <a:off x="265633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8-test-input-5-12"/>
          <p:cNvSpPr/>
          <p:nvPr/>
        </p:nvSpPr>
        <p:spPr>
          <a:xfrm>
            <a:off x="284378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8-test-input-5-13"/>
          <p:cNvSpPr/>
          <p:nvPr/>
        </p:nvSpPr>
        <p:spPr>
          <a:xfrm>
            <a:off x="303123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8-test-input-5-14"/>
          <p:cNvSpPr/>
          <p:nvPr/>
        </p:nvSpPr>
        <p:spPr>
          <a:xfrm>
            <a:off x="3218687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8-test-input-5-15"/>
          <p:cNvSpPr/>
          <p:nvPr/>
        </p:nvSpPr>
        <p:spPr>
          <a:xfrm>
            <a:off x="340613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8-test-input-5-16"/>
          <p:cNvSpPr/>
          <p:nvPr/>
        </p:nvSpPr>
        <p:spPr>
          <a:xfrm>
            <a:off x="3593591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8-test-input-5-17"/>
          <p:cNvSpPr/>
          <p:nvPr/>
        </p:nvSpPr>
        <p:spPr>
          <a:xfrm>
            <a:off x="378104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8-test-input-5-18"/>
          <p:cNvSpPr/>
          <p:nvPr/>
        </p:nvSpPr>
        <p:spPr>
          <a:xfrm>
            <a:off x="396849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8-test-input-5-19"/>
          <p:cNvSpPr/>
          <p:nvPr/>
        </p:nvSpPr>
        <p:spPr>
          <a:xfrm>
            <a:off x="415594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8-test-input-6-0"/>
          <p:cNvSpPr/>
          <p:nvPr/>
        </p:nvSpPr>
        <p:spPr>
          <a:xfrm>
            <a:off x="59436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8-test-input-6-1"/>
          <p:cNvSpPr/>
          <p:nvPr/>
        </p:nvSpPr>
        <p:spPr>
          <a:xfrm>
            <a:off x="78181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8-test-input-6-2"/>
          <p:cNvSpPr/>
          <p:nvPr/>
        </p:nvSpPr>
        <p:spPr>
          <a:xfrm>
            <a:off x="96926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8-test-input-6-3"/>
          <p:cNvSpPr/>
          <p:nvPr/>
        </p:nvSpPr>
        <p:spPr>
          <a:xfrm>
            <a:off x="115671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8-test-input-6-4"/>
          <p:cNvSpPr/>
          <p:nvPr/>
        </p:nvSpPr>
        <p:spPr>
          <a:xfrm>
            <a:off x="1344168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8-test-input-6-5"/>
          <p:cNvSpPr/>
          <p:nvPr/>
        </p:nvSpPr>
        <p:spPr>
          <a:xfrm>
            <a:off x="1531619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8-test-input-6-6"/>
          <p:cNvSpPr/>
          <p:nvPr/>
        </p:nvSpPr>
        <p:spPr>
          <a:xfrm>
            <a:off x="171907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8-test-input-6-7"/>
          <p:cNvSpPr/>
          <p:nvPr/>
        </p:nvSpPr>
        <p:spPr>
          <a:xfrm>
            <a:off x="190652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8-test-input-6-8"/>
          <p:cNvSpPr/>
          <p:nvPr/>
        </p:nvSpPr>
        <p:spPr>
          <a:xfrm>
            <a:off x="209397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8-test-input-6-9"/>
          <p:cNvSpPr/>
          <p:nvPr/>
        </p:nvSpPr>
        <p:spPr>
          <a:xfrm>
            <a:off x="228142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8-test-input-6-10"/>
          <p:cNvSpPr/>
          <p:nvPr/>
        </p:nvSpPr>
        <p:spPr>
          <a:xfrm>
            <a:off x="2468879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8-test-input-6-11"/>
          <p:cNvSpPr/>
          <p:nvPr/>
        </p:nvSpPr>
        <p:spPr>
          <a:xfrm>
            <a:off x="265633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8-test-input-6-12"/>
          <p:cNvSpPr/>
          <p:nvPr/>
        </p:nvSpPr>
        <p:spPr>
          <a:xfrm>
            <a:off x="284378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8-test-input-6-13"/>
          <p:cNvSpPr/>
          <p:nvPr/>
        </p:nvSpPr>
        <p:spPr>
          <a:xfrm>
            <a:off x="303123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8-test-input-6-14"/>
          <p:cNvSpPr/>
          <p:nvPr/>
        </p:nvSpPr>
        <p:spPr>
          <a:xfrm>
            <a:off x="3218687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8-test-input-6-15"/>
          <p:cNvSpPr/>
          <p:nvPr/>
        </p:nvSpPr>
        <p:spPr>
          <a:xfrm>
            <a:off x="3406139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8-test-input-6-16"/>
          <p:cNvSpPr/>
          <p:nvPr/>
        </p:nvSpPr>
        <p:spPr>
          <a:xfrm>
            <a:off x="3593591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8-test-input-6-17"/>
          <p:cNvSpPr/>
          <p:nvPr/>
        </p:nvSpPr>
        <p:spPr>
          <a:xfrm>
            <a:off x="378104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8-test-input-6-18"/>
          <p:cNvSpPr/>
          <p:nvPr/>
        </p:nvSpPr>
        <p:spPr>
          <a:xfrm>
            <a:off x="396849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8-test-input-6-19"/>
          <p:cNvSpPr/>
          <p:nvPr/>
        </p:nvSpPr>
        <p:spPr>
          <a:xfrm>
            <a:off x="415594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8-test-input-7-0"/>
          <p:cNvSpPr/>
          <p:nvPr/>
        </p:nvSpPr>
        <p:spPr>
          <a:xfrm>
            <a:off x="5943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8-test-input-7-1"/>
          <p:cNvSpPr/>
          <p:nvPr/>
        </p:nvSpPr>
        <p:spPr>
          <a:xfrm>
            <a:off x="78181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8-test-input-7-2"/>
          <p:cNvSpPr/>
          <p:nvPr/>
        </p:nvSpPr>
        <p:spPr>
          <a:xfrm>
            <a:off x="9692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8-test-input-7-3"/>
          <p:cNvSpPr/>
          <p:nvPr/>
        </p:nvSpPr>
        <p:spPr>
          <a:xfrm>
            <a:off x="115671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8-test-input-7-4"/>
          <p:cNvSpPr/>
          <p:nvPr/>
        </p:nvSpPr>
        <p:spPr>
          <a:xfrm>
            <a:off x="13441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8-test-input-7-5"/>
          <p:cNvSpPr/>
          <p:nvPr/>
        </p:nvSpPr>
        <p:spPr>
          <a:xfrm>
            <a:off x="1531619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8-test-input-7-6"/>
          <p:cNvSpPr/>
          <p:nvPr/>
        </p:nvSpPr>
        <p:spPr>
          <a:xfrm>
            <a:off x="171907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8-test-input-7-7"/>
          <p:cNvSpPr/>
          <p:nvPr/>
        </p:nvSpPr>
        <p:spPr>
          <a:xfrm>
            <a:off x="19065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8-test-input-7-8"/>
          <p:cNvSpPr/>
          <p:nvPr/>
        </p:nvSpPr>
        <p:spPr>
          <a:xfrm>
            <a:off x="209397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8-test-input-7-9"/>
          <p:cNvSpPr/>
          <p:nvPr/>
        </p:nvSpPr>
        <p:spPr>
          <a:xfrm>
            <a:off x="228142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8-test-input-7-10"/>
          <p:cNvSpPr/>
          <p:nvPr/>
        </p:nvSpPr>
        <p:spPr>
          <a:xfrm>
            <a:off x="2468879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8-test-input-7-11"/>
          <p:cNvSpPr/>
          <p:nvPr/>
        </p:nvSpPr>
        <p:spPr>
          <a:xfrm>
            <a:off x="265633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8-test-input-7-12"/>
          <p:cNvSpPr/>
          <p:nvPr/>
        </p:nvSpPr>
        <p:spPr>
          <a:xfrm>
            <a:off x="284378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8-test-input-7-13"/>
          <p:cNvSpPr/>
          <p:nvPr/>
        </p:nvSpPr>
        <p:spPr>
          <a:xfrm>
            <a:off x="303123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8-test-input-7-14"/>
          <p:cNvSpPr/>
          <p:nvPr/>
        </p:nvSpPr>
        <p:spPr>
          <a:xfrm>
            <a:off x="3218687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8-test-input-7-15"/>
          <p:cNvSpPr/>
          <p:nvPr/>
        </p:nvSpPr>
        <p:spPr>
          <a:xfrm>
            <a:off x="3406139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8-test-input-7-16"/>
          <p:cNvSpPr/>
          <p:nvPr/>
        </p:nvSpPr>
        <p:spPr>
          <a:xfrm>
            <a:off x="3593591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8-test-input-7-17"/>
          <p:cNvSpPr/>
          <p:nvPr/>
        </p:nvSpPr>
        <p:spPr>
          <a:xfrm>
            <a:off x="378104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8-test-input-7-18"/>
          <p:cNvSpPr/>
          <p:nvPr/>
        </p:nvSpPr>
        <p:spPr>
          <a:xfrm>
            <a:off x="396849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8-test-input-7-19"/>
          <p:cNvSpPr/>
          <p:nvPr/>
        </p:nvSpPr>
        <p:spPr>
          <a:xfrm>
            <a:off x="415594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8-test-output-0-0"/>
          <p:cNvSpPr/>
          <p:nvPr/>
        </p:nvSpPr>
        <p:spPr>
          <a:xfrm>
            <a:off x="470916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8-test-output-0-1"/>
          <p:cNvSpPr/>
          <p:nvPr/>
        </p:nvSpPr>
        <p:spPr>
          <a:xfrm>
            <a:off x="48966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8-test-output-0-2"/>
          <p:cNvSpPr/>
          <p:nvPr/>
        </p:nvSpPr>
        <p:spPr>
          <a:xfrm>
            <a:off x="508406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8-test-output-0-3"/>
          <p:cNvSpPr/>
          <p:nvPr/>
        </p:nvSpPr>
        <p:spPr>
          <a:xfrm>
            <a:off x="527151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8-test-output-0-4"/>
          <p:cNvSpPr/>
          <p:nvPr/>
        </p:nvSpPr>
        <p:spPr>
          <a:xfrm>
            <a:off x="545896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8-test-output-0-5"/>
          <p:cNvSpPr/>
          <p:nvPr/>
        </p:nvSpPr>
        <p:spPr>
          <a:xfrm>
            <a:off x="564642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8-test-output-0-6"/>
          <p:cNvSpPr/>
          <p:nvPr/>
        </p:nvSpPr>
        <p:spPr>
          <a:xfrm>
            <a:off x="583387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8-test-output-0-7"/>
          <p:cNvSpPr/>
          <p:nvPr/>
        </p:nvSpPr>
        <p:spPr>
          <a:xfrm>
            <a:off x="60213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8-test-output-0-8"/>
          <p:cNvSpPr/>
          <p:nvPr/>
        </p:nvSpPr>
        <p:spPr>
          <a:xfrm>
            <a:off x="620877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8-test-output-0-9"/>
          <p:cNvSpPr/>
          <p:nvPr/>
        </p:nvSpPr>
        <p:spPr>
          <a:xfrm>
            <a:off x="639622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8-test-output-0-10"/>
          <p:cNvSpPr/>
          <p:nvPr/>
        </p:nvSpPr>
        <p:spPr>
          <a:xfrm>
            <a:off x="6583680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8-test-output-0-11"/>
          <p:cNvSpPr/>
          <p:nvPr/>
        </p:nvSpPr>
        <p:spPr>
          <a:xfrm>
            <a:off x="6771132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8-test-output-0-12"/>
          <p:cNvSpPr/>
          <p:nvPr/>
        </p:nvSpPr>
        <p:spPr>
          <a:xfrm>
            <a:off x="695858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8-test-output-0-13"/>
          <p:cNvSpPr/>
          <p:nvPr/>
        </p:nvSpPr>
        <p:spPr>
          <a:xfrm>
            <a:off x="714603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8-test-output-0-14"/>
          <p:cNvSpPr/>
          <p:nvPr/>
        </p:nvSpPr>
        <p:spPr>
          <a:xfrm>
            <a:off x="733348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8-test-output-0-15"/>
          <p:cNvSpPr/>
          <p:nvPr/>
        </p:nvSpPr>
        <p:spPr>
          <a:xfrm>
            <a:off x="7520940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8-test-output-0-16"/>
          <p:cNvSpPr/>
          <p:nvPr/>
        </p:nvSpPr>
        <p:spPr>
          <a:xfrm>
            <a:off x="7708392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8-test-output-0-17"/>
          <p:cNvSpPr/>
          <p:nvPr/>
        </p:nvSpPr>
        <p:spPr>
          <a:xfrm>
            <a:off x="7895844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8-test-output-0-18"/>
          <p:cNvSpPr/>
          <p:nvPr/>
        </p:nvSpPr>
        <p:spPr>
          <a:xfrm>
            <a:off x="8083296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8-test-output-0-19"/>
          <p:cNvSpPr/>
          <p:nvPr/>
        </p:nvSpPr>
        <p:spPr>
          <a:xfrm>
            <a:off x="8270748" y="217627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8-test-output-1-0"/>
          <p:cNvSpPr/>
          <p:nvPr/>
        </p:nvSpPr>
        <p:spPr>
          <a:xfrm>
            <a:off x="47091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8-test-output-1-1"/>
          <p:cNvSpPr/>
          <p:nvPr/>
        </p:nvSpPr>
        <p:spPr>
          <a:xfrm>
            <a:off x="48966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8-test-output-1-2"/>
          <p:cNvSpPr/>
          <p:nvPr/>
        </p:nvSpPr>
        <p:spPr>
          <a:xfrm>
            <a:off x="508406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8-test-output-1-3"/>
          <p:cNvSpPr/>
          <p:nvPr/>
        </p:nvSpPr>
        <p:spPr>
          <a:xfrm>
            <a:off x="52715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8-test-output-1-4"/>
          <p:cNvSpPr/>
          <p:nvPr/>
        </p:nvSpPr>
        <p:spPr>
          <a:xfrm>
            <a:off x="545896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8-test-output-1-5"/>
          <p:cNvSpPr/>
          <p:nvPr/>
        </p:nvSpPr>
        <p:spPr>
          <a:xfrm>
            <a:off x="564642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8-test-output-1-6"/>
          <p:cNvSpPr/>
          <p:nvPr/>
        </p:nvSpPr>
        <p:spPr>
          <a:xfrm>
            <a:off x="583387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8-test-output-1-7"/>
          <p:cNvSpPr/>
          <p:nvPr/>
        </p:nvSpPr>
        <p:spPr>
          <a:xfrm>
            <a:off x="602132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8-test-output-1-8"/>
          <p:cNvSpPr/>
          <p:nvPr/>
        </p:nvSpPr>
        <p:spPr>
          <a:xfrm>
            <a:off x="620877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8-test-output-1-9"/>
          <p:cNvSpPr/>
          <p:nvPr/>
        </p:nvSpPr>
        <p:spPr>
          <a:xfrm>
            <a:off x="639622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8-test-output-1-10"/>
          <p:cNvSpPr/>
          <p:nvPr/>
        </p:nvSpPr>
        <p:spPr>
          <a:xfrm>
            <a:off x="658368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8-test-output-1-11"/>
          <p:cNvSpPr/>
          <p:nvPr/>
        </p:nvSpPr>
        <p:spPr>
          <a:xfrm>
            <a:off x="6771132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8-test-output-1-12"/>
          <p:cNvSpPr/>
          <p:nvPr/>
        </p:nvSpPr>
        <p:spPr>
          <a:xfrm>
            <a:off x="695858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8-test-output-1-13"/>
          <p:cNvSpPr/>
          <p:nvPr/>
        </p:nvSpPr>
        <p:spPr>
          <a:xfrm>
            <a:off x="7146036" y="2363724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8-test-output-1-14"/>
          <p:cNvSpPr/>
          <p:nvPr/>
        </p:nvSpPr>
        <p:spPr>
          <a:xfrm>
            <a:off x="733348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8-test-output-1-15"/>
          <p:cNvSpPr/>
          <p:nvPr/>
        </p:nvSpPr>
        <p:spPr>
          <a:xfrm>
            <a:off x="7520940" y="2363724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8-test-output-1-16"/>
          <p:cNvSpPr/>
          <p:nvPr/>
        </p:nvSpPr>
        <p:spPr>
          <a:xfrm>
            <a:off x="770839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8-test-output-1-17"/>
          <p:cNvSpPr/>
          <p:nvPr/>
        </p:nvSpPr>
        <p:spPr>
          <a:xfrm>
            <a:off x="7895844" y="2363724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8-test-output-1-18"/>
          <p:cNvSpPr/>
          <p:nvPr/>
        </p:nvSpPr>
        <p:spPr>
          <a:xfrm>
            <a:off x="808329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8-test-output-1-19"/>
          <p:cNvSpPr/>
          <p:nvPr/>
        </p:nvSpPr>
        <p:spPr>
          <a:xfrm>
            <a:off x="8270748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8-test-output-2-0"/>
          <p:cNvSpPr/>
          <p:nvPr/>
        </p:nvSpPr>
        <p:spPr>
          <a:xfrm>
            <a:off x="47091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8-test-output-2-1"/>
          <p:cNvSpPr/>
          <p:nvPr/>
        </p:nvSpPr>
        <p:spPr>
          <a:xfrm>
            <a:off x="489661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8-test-output-2-2"/>
          <p:cNvSpPr/>
          <p:nvPr/>
        </p:nvSpPr>
        <p:spPr>
          <a:xfrm>
            <a:off x="50840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8-test-output-2-3"/>
          <p:cNvSpPr/>
          <p:nvPr/>
        </p:nvSpPr>
        <p:spPr>
          <a:xfrm>
            <a:off x="527151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8-test-output-2-4"/>
          <p:cNvSpPr/>
          <p:nvPr/>
        </p:nvSpPr>
        <p:spPr>
          <a:xfrm>
            <a:off x="54589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8-test-output-2-5"/>
          <p:cNvSpPr/>
          <p:nvPr/>
        </p:nvSpPr>
        <p:spPr>
          <a:xfrm>
            <a:off x="564642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8-test-output-2-6"/>
          <p:cNvSpPr/>
          <p:nvPr/>
        </p:nvSpPr>
        <p:spPr>
          <a:xfrm>
            <a:off x="58338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8-test-output-2-7"/>
          <p:cNvSpPr/>
          <p:nvPr/>
        </p:nvSpPr>
        <p:spPr>
          <a:xfrm>
            <a:off x="602132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8-test-output-2-8"/>
          <p:cNvSpPr/>
          <p:nvPr/>
        </p:nvSpPr>
        <p:spPr>
          <a:xfrm>
            <a:off x="620877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8-test-output-2-9"/>
          <p:cNvSpPr/>
          <p:nvPr/>
        </p:nvSpPr>
        <p:spPr>
          <a:xfrm>
            <a:off x="639622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8-test-output-2-10"/>
          <p:cNvSpPr/>
          <p:nvPr/>
        </p:nvSpPr>
        <p:spPr>
          <a:xfrm>
            <a:off x="658368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8-test-output-2-11"/>
          <p:cNvSpPr/>
          <p:nvPr/>
        </p:nvSpPr>
        <p:spPr>
          <a:xfrm>
            <a:off x="6771132" y="2551176"/>
            <a:ext cx="187452" cy="187452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8-test-output-2-12"/>
          <p:cNvSpPr/>
          <p:nvPr/>
        </p:nvSpPr>
        <p:spPr>
          <a:xfrm>
            <a:off x="69585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8-test-output-2-13"/>
          <p:cNvSpPr/>
          <p:nvPr/>
        </p:nvSpPr>
        <p:spPr>
          <a:xfrm>
            <a:off x="7146036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8-test-output-2-14"/>
          <p:cNvSpPr/>
          <p:nvPr/>
        </p:nvSpPr>
        <p:spPr>
          <a:xfrm>
            <a:off x="733348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8-test-output-2-15"/>
          <p:cNvSpPr/>
          <p:nvPr/>
        </p:nvSpPr>
        <p:spPr>
          <a:xfrm>
            <a:off x="7520940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8-test-output-2-16"/>
          <p:cNvSpPr/>
          <p:nvPr/>
        </p:nvSpPr>
        <p:spPr>
          <a:xfrm>
            <a:off x="770839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8-test-output-2-17"/>
          <p:cNvSpPr/>
          <p:nvPr/>
        </p:nvSpPr>
        <p:spPr>
          <a:xfrm>
            <a:off x="7895844" y="2551176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8-test-output-2-18"/>
          <p:cNvSpPr/>
          <p:nvPr/>
        </p:nvSpPr>
        <p:spPr>
          <a:xfrm>
            <a:off x="80832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8-test-output-2-19"/>
          <p:cNvSpPr/>
          <p:nvPr/>
        </p:nvSpPr>
        <p:spPr>
          <a:xfrm>
            <a:off x="8270748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8-test-output-3-0"/>
          <p:cNvSpPr/>
          <p:nvPr/>
        </p:nvSpPr>
        <p:spPr>
          <a:xfrm>
            <a:off x="470916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8-test-output-3-1"/>
          <p:cNvSpPr/>
          <p:nvPr/>
        </p:nvSpPr>
        <p:spPr>
          <a:xfrm>
            <a:off x="489661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8-test-output-3-2"/>
          <p:cNvSpPr/>
          <p:nvPr/>
        </p:nvSpPr>
        <p:spPr>
          <a:xfrm>
            <a:off x="508406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8-test-output-3-3"/>
          <p:cNvSpPr/>
          <p:nvPr/>
        </p:nvSpPr>
        <p:spPr>
          <a:xfrm>
            <a:off x="527151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8-test-output-3-4"/>
          <p:cNvSpPr/>
          <p:nvPr/>
        </p:nvSpPr>
        <p:spPr>
          <a:xfrm>
            <a:off x="5458968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8-test-output-3-5"/>
          <p:cNvSpPr/>
          <p:nvPr/>
        </p:nvSpPr>
        <p:spPr>
          <a:xfrm>
            <a:off x="564642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8-test-output-3-6"/>
          <p:cNvSpPr/>
          <p:nvPr/>
        </p:nvSpPr>
        <p:spPr>
          <a:xfrm>
            <a:off x="583387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8-test-output-3-7"/>
          <p:cNvSpPr/>
          <p:nvPr/>
        </p:nvSpPr>
        <p:spPr>
          <a:xfrm>
            <a:off x="602132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8-test-output-3-8"/>
          <p:cNvSpPr/>
          <p:nvPr/>
        </p:nvSpPr>
        <p:spPr>
          <a:xfrm>
            <a:off x="620877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8-test-output-3-9"/>
          <p:cNvSpPr/>
          <p:nvPr/>
        </p:nvSpPr>
        <p:spPr>
          <a:xfrm>
            <a:off x="639622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8-test-output-3-10"/>
          <p:cNvSpPr/>
          <p:nvPr/>
        </p:nvSpPr>
        <p:spPr>
          <a:xfrm>
            <a:off x="6583680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8-test-output-3-11"/>
          <p:cNvSpPr/>
          <p:nvPr/>
        </p:nvSpPr>
        <p:spPr>
          <a:xfrm>
            <a:off x="6771132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8-test-output-3-12"/>
          <p:cNvSpPr/>
          <p:nvPr/>
        </p:nvSpPr>
        <p:spPr>
          <a:xfrm>
            <a:off x="6958584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8-test-output-3-13"/>
          <p:cNvSpPr/>
          <p:nvPr/>
        </p:nvSpPr>
        <p:spPr>
          <a:xfrm>
            <a:off x="7146036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8-test-output-3-14"/>
          <p:cNvSpPr/>
          <p:nvPr/>
        </p:nvSpPr>
        <p:spPr>
          <a:xfrm>
            <a:off x="7333488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8-test-output-3-15"/>
          <p:cNvSpPr/>
          <p:nvPr/>
        </p:nvSpPr>
        <p:spPr>
          <a:xfrm>
            <a:off x="7520940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8-test-output-3-16"/>
          <p:cNvSpPr/>
          <p:nvPr/>
        </p:nvSpPr>
        <p:spPr>
          <a:xfrm>
            <a:off x="7708392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8-test-output-3-17"/>
          <p:cNvSpPr/>
          <p:nvPr/>
        </p:nvSpPr>
        <p:spPr>
          <a:xfrm>
            <a:off x="7895844" y="2738628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8-test-output-3-18"/>
          <p:cNvSpPr/>
          <p:nvPr/>
        </p:nvSpPr>
        <p:spPr>
          <a:xfrm>
            <a:off x="8083296" y="2738628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8-test-output-3-19"/>
          <p:cNvSpPr/>
          <p:nvPr/>
        </p:nvSpPr>
        <p:spPr>
          <a:xfrm>
            <a:off x="8270748" y="2738628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8-test-output-4-0"/>
          <p:cNvSpPr/>
          <p:nvPr/>
        </p:nvSpPr>
        <p:spPr>
          <a:xfrm>
            <a:off x="47091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8-test-output-4-1"/>
          <p:cNvSpPr/>
          <p:nvPr/>
        </p:nvSpPr>
        <p:spPr>
          <a:xfrm>
            <a:off x="489661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8-test-output-4-2"/>
          <p:cNvSpPr/>
          <p:nvPr/>
        </p:nvSpPr>
        <p:spPr>
          <a:xfrm>
            <a:off x="508406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8-test-output-4-3"/>
          <p:cNvSpPr/>
          <p:nvPr/>
        </p:nvSpPr>
        <p:spPr>
          <a:xfrm>
            <a:off x="527151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8-test-output-4-4"/>
          <p:cNvSpPr/>
          <p:nvPr/>
        </p:nvSpPr>
        <p:spPr>
          <a:xfrm>
            <a:off x="545896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8-test-output-4-5"/>
          <p:cNvSpPr/>
          <p:nvPr/>
        </p:nvSpPr>
        <p:spPr>
          <a:xfrm>
            <a:off x="564642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8-test-output-4-6"/>
          <p:cNvSpPr/>
          <p:nvPr/>
        </p:nvSpPr>
        <p:spPr>
          <a:xfrm>
            <a:off x="583387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8-test-output-4-7"/>
          <p:cNvSpPr/>
          <p:nvPr/>
        </p:nvSpPr>
        <p:spPr>
          <a:xfrm>
            <a:off x="602132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8-test-output-4-8"/>
          <p:cNvSpPr/>
          <p:nvPr/>
        </p:nvSpPr>
        <p:spPr>
          <a:xfrm>
            <a:off x="620877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8-test-output-4-9"/>
          <p:cNvSpPr/>
          <p:nvPr/>
        </p:nvSpPr>
        <p:spPr>
          <a:xfrm>
            <a:off x="639622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8-test-output-4-10"/>
          <p:cNvSpPr/>
          <p:nvPr/>
        </p:nvSpPr>
        <p:spPr>
          <a:xfrm>
            <a:off x="658368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8-test-output-4-11"/>
          <p:cNvSpPr/>
          <p:nvPr/>
        </p:nvSpPr>
        <p:spPr>
          <a:xfrm>
            <a:off x="6771132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8-test-output-4-12"/>
          <p:cNvSpPr/>
          <p:nvPr/>
        </p:nvSpPr>
        <p:spPr>
          <a:xfrm>
            <a:off x="695858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8-test-output-4-13"/>
          <p:cNvSpPr/>
          <p:nvPr/>
        </p:nvSpPr>
        <p:spPr>
          <a:xfrm>
            <a:off x="7146036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8-test-output-4-14"/>
          <p:cNvSpPr/>
          <p:nvPr/>
        </p:nvSpPr>
        <p:spPr>
          <a:xfrm>
            <a:off x="733348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8-test-output-4-15"/>
          <p:cNvSpPr/>
          <p:nvPr/>
        </p:nvSpPr>
        <p:spPr>
          <a:xfrm>
            <a:off x="7520940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8-test-output-4-16"/>
          <p:cNvSpPr/>
          <p:nvPr/>
        </p:nvSpPr>
        <p:spPr>
          <a:xfrm>
            <a:off x="770839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8-test-output-4-17"/>
          <p:cNvSpPr/>
          <p:nvPr/>
        </p:nvSpPr>
        <p:spPr>
          <a:xfrm>
            <a:off x="7895844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8-test-output-4-18"/>
          <p:cNvSpPr/>
          <p:nvPr/>
        </p:nvSpPr>
        <p:spPr>
          <a:xfrm>
            <a:off x="808329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8-test-output-4-19"/>
          <p:cNvSpPr/>
          <p:nvPr/>
        </p:nvSpPr>
        <p:spPr>
          <a:xfrm>
            <a:off x="8270748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8-test-output-5-0"/>
          <p:cNvSpPr/>
          <p:nvPr/>
        </p:nvSpPr>
        <p:spPr>
          <a:xfrm>
            <a:off x="47091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8-test-output-5-1"/>
          <p:cNvSpPr/>
          <p:nvPr/>
        </p:nvSpPr>
        <p:spPr>
          <a:xfrm>
            <a:off x="489661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8-test-output-5-2"/>
          <p:cNvSpPr/>
          <p:nvPr/>
        </p:nvSpPr>
        <p:spPr>
          <a:xfrm>
            <a:off x="508406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8-test-output-5-3"/>
          <p:cNvSpPr/>
          <p:nvPr/>
        </p:nvSpPr>
        <p:spPr>
          <a:xfrm>
            <a:off x="527151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8-test-output-5-4"/>
          <p:cNvSpPr/>
          <p:nvPr/>
        </p:nvSpPr>
        <p:spPr>
          <a:xfrm>
            <a:off x="545896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8-test-output-5-5"/>
          <p:cNvSpPr/>
          <p:nvPr/>
        </p:nvSpPr>
        <p:spPr>
          <a:xfrm>
            <a:off x="564642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8-test-output-5-6"/>
          <p:cNvSpPr/>
          <p:nvPr/>
        </p:nvSpPr>
        <p:spPr>
          <a:xfrm>
            <a:off x="583387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8-test-output-5-7"/>
          <p:cNvSpPr/>
          <p:nvPr/>
        </p:nvSpPr>
        <p:spPr>
          <a:xfrm>
            <a:off x="602132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8-test-output-5-8"/>
          <p:cNvSpPr/>
          <p:nvPr/>
        </p:nvSpPr>
        <p:spPr>
          <a:xfrm>
            <a:off x="620877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8-test-output-5-9"/>
          <p:cNvSpPr/>
          <p:nvPr/>
        </p:nvSpPr>
        <p:spPr>
          <a:xfrm>
            <a:off x="63962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8-test-output-5-10"/>
          <p:cNvSpPr/>
          <p:nvPr/>
        </p:nvSpPr>
        <p:spPr>
          <a:xfrm>
            <a:off x="658368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8-test-output-5-11"/>
          <p:cNvSpPr/>
          <p:nvPr/>
        </p:nvSpPr>
        <p:spPr>
          <a:xfrm>
            <a:off x="677113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8-test-output-5-12"/>
          <p:cNvSpPr/>
          <p:nvPr/>
        </p:nvSpPr>
        <p:spPr>
          <a:xfrm>
            <a:off x="695858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8-test-output-5-13"/>
          <p:cNvSpPr/>
          <p:nvPr/>
        </p:nvSpPr>
        <p:spPr>
          <a:xfrm>
            <a:off x="714603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8-test-output-5-14"/>
          <p:cNvSpPr/>
          <p:nvPr/>
        </p:nvSpPr>
        <p:spPr>
          <a:xfrm>
            <a:off x="733348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8-test-output-5-15"/>
          <p:cNvSpPr/>
          <p:nvPr/>
        </p:nvSpPr>
        <p:spPr>
          <a:xfrm>
            <a:off x="7520940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8-test-output-5-16"/>
          <p:cNvSpPr/>
          <p:nvPr/>
        </p:nvSpPr>
        <p:spPr>
          <a:xfrm>
            <a:off x="770839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8-test-output-5-17"/>
          <p:cNvSpPr/>
          <p:nvPr/>
        </p:nvSpPr>
        <p:spPr>
          <a:xfrm>
            <a:off x="7895844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8-test-output-5-18"/>
          <p:cNvSpPr/>
          <p:nvPr/>
        </p:nvSpPr>
        <p:spPr>
          <a:xfrm>
            <a:off x="808329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8-test-output-5-19"/>
          <p:cNvSpPr/>
          <p:nvPr/>
        </p:nvSpPr>
        <p:spPr>
          <a:xfrm>
            <a:off x="8270748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8-test-output-6-0"/>
          <p:cNvSpPr/>
          <p:nvPr/>
        </p:nvSpPr>
        <p:spPr>
          <a:xfrm>
            <a:off x="470916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8-test-output-6-1"/>
          <p:cNvSpPr/>
          <p:nvPr/>
        </p:nvSpPr>
        <p:spPr>
          <a:xfrm>
            <a:off x="489661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8-test-output-6-2"/>
          <p:cNvSpPr/>
          <p:nvPr/>
        </p:nvSpPr>
        <p:spPr>
          <a:xfrm>
            <a:off x="508406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8-test-output-6-3"/>
          <p:cNvSpPr/>
          <p:nvPr/>
        </p:nvSpPr>
        <p:spPr>
          <a:xfrm>
            <a:off x="527151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8-test-output-6-4"/>
          <p:cNvSpPr/>
          <p:nvPr/>
        </p:nvSpPr>
        <p:spPr>
          <a:xfrm>
            <a:off x="5458968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8-test-output-6-5"/>
          <p:cNvSpPr/>
          <p:nvPr/>
        </p:nvSpPr>
        <p:spPr>
          <a:xfrm>
            <a:off x="564642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8-test-output-6-6"/>
          <p:cNvSpPr/>
          <p:nvPr/>
        </p:nvSpPr>
        <p:spPr>
          <a:xfrm>
            <a:off x="583387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8-test-output-6-7"/>
          <p:cNvSpPr/>
          <p:nvPr/>
        </p:nvSpPr>
        <p:spPr>
          <a:xfrm>
            <a:off x="602132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8-test-output-6-8"/>
          <p:cNvSpPr/>
          <p:nvPr/>
        </p:nvSpPr>
        <p:spPr>
          <a:xfrm>
            <a:off x="620877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8-test-output-6-9"/>
          <p:cNvSpPr/>
          <p:nvPr/>
        </p:nvSpPr>
        <p:spPr>
          <a:xfrm>
            <a:off x="639622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8-test-output-6-10"/>
          <p:cNvSpPr/>
          <p:nvPr/>
        </p:nvSpPr>
        <p:spPr>
          <a:xfrm>
            <a:off x="658368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8-test-output-6-11"/>
          <p:cNvSpPr/>
          <p:nvPr/>
        </p:nvSpPr>
        <p:spPr>
          <a:xfrm>
            <a:off x="677113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8-test-output-6-12"/>
          <p:cNvSpPr/>
          <p:nvPr/>
        </p:nvSpPr>
        <p:spPr>
          <a:xfrm>
            <a:off x="695858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8-test-output-6-13"/>
          <p:cNvSpPr/>
          <p:nvPr/>
        </p:nvSpPr>
        <p:spPr>
          <a:xfrm>
            <a:off x="714603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8-test-output-6-14"/>
          <p:cNvSpPr/>
          <p:nvPr/>
        </p:nvSpPr>
        <p:spPr>
          <a:xfrm>
            <a:off x="7333488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8-test-output-6-15"/>
          <p:cNvSpPr/>
          <p:nvPr/>
        </p:nvSpPr>
        <p:spPr>
          <a:xfrm>
            <a:off x="7520940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8-test-output-6-16"/>
          <p:cNvSpPr/>
          <p:nvPr/>
        </p:nvSpPr>
        <p:spPr>
          <a:xfrm>
            <a:off x="7708392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8-test-output-6-17"/>
          <p:cNvSpPr/>
          <p:nvPr/>
        </p:nvSpPr>
        <p:spPr>
          <a:xfrm>
            <a:off x="7895844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8-test-output-6-18"/>
          <p:cNvSpPr/>
          <p:nvPr/>
        </p:nvSpPr>
        <p:spPr>
          <a:xfrm>
            <a:off x="8083296" y="330098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8-test-output-6-19"/>
          <p:cNvSpPr/>
          <p:nvPr/>
        </p:nvSpPr>
        <p:spPr>
          <a:xfrm>
            <a:off x="8270748" y="330098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8-test-output-7-0"/>
          <p:cNvSpPr/>
          <p:nvPr/>
        </p:nvSpPr>
        <p:spPr>
          <a:xfrm>
            <a:off x="47091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8-test-output-7-1"/>
          <p:cNvSpPr/>
          <p:nvPr/>
        </p:nvSpPr>
        <p:spPr>
          <a:xfrm>
            <a:off x="489661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8-test-output-7-2"/>
          <p:cNvSpPr/>
          <p:nvPr/>
        </p:nvSpPr>
        <p:spPr>
          <a:xfrm>
            <a:off x="50840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8-test-output-7-3"/>
          <p:cNvSpPr/>
          <p:nvPr/>
        </p:nvSpPr>
        <p:spPr>
          <a:xfrm>
            <a:off x="527151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8-test-output-7-4"/>
          <p:cNvSpPr/>
          <p:nvPr/>
        </p:nvSpPr>
        <p:spPr>
          <a:xfrm>
            <a:off x="54589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8-test-output-7-5"/>
          <p:cNvSpPr/>
          <p:nvPr/>
        </p:nvSpPr>
        <p:spPr>
          <a:xfrm>
            <a:off x="564642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8-test-output-7-6"/>
          <p:cNvSpPr/>
          <p:nvPr/>
        </p:nvSpPr>
        <p:spPr>
          <a:xfrm>
            <a:off x="583387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8-test-output-7-7"/>
          <p:cNvSpPr/>
          <p:nvPr/>
        </p:nvSpPr>
        <p:spPr>
          <a:xfrm>
            <a:off x="60213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8-test-output-7-8"/>
          <p:cNvSpPr/>
          <p:nvPr/>
        </p:nvSpPr>
        <p:spPr>
          <a:xfrm>
            <a:off x="620877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8-test-output-7-9"/>
          <p:cNvSpPr/>
          <p:nvPr/>
        </p:nvSpPr>
        <p:spPr>
          <a:xfrm>
            <a:off x="639622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8-test-output-7-10"/>
          <p:cNvSpPr/>
          <p:nvPr/>
        </p:nvSpPr>
        <p:spPr>
          <a:xfrm>
            <a:off x="6583680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8-test-output-7-11"/>
          <p:cNvSpPr/>
          <p:nvPr/>
        </p:nvSpPr>
        <p:spPr>
          <a:xfrm>
            <a:off x="677113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8-test-output-7-12"/>
          <p:cNvSpPr/>
          <p:nvPr/>
        </p:nvSpPr>
        <p:spPr>
          <a:xfrm>
            <a:off x="695858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8-test-output-7-13"/>
          <p:cNvSpPr/>
          <p:nvPr/>
        </p:nvSpPr>
        <p:spPr>
          <a:xfrm>
            <a:off x="714603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8-test-output-7-14"/>
          <p:cNvSpPr/>
          <p:nvPr/>
        </p:nvSpPr>
        <p:spPr>
          <a:xfrm>
            <a:off x="733348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8-test-output-7-15"/>
          <p:cNvSpPr/>
          <p:nvPr/>
        </p:nvSpPr>
        <p:spPr>
          <a:xfrm>
            <a:off x="7520940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8-test-output-7-16"/>
          <p:cNvSpPr/>
          <p:nvPr/>
        </p:nvSpPr>
        <p:spPr>
          <a:xfrm>
            <a:off x="770839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8-test-output-7-17"/>
          <p:cNvSpPr/>
          <p:nvPr/>
        </p:nvSpPr>
        <p:spPr>
          <a:xfrm>
            <a:off x="7895844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8-test-output-7-18"/>
          <p:cNvSpPr/>
          <p:nvPr/>
        </p:nvSpPr>
        <p:spPr>
          <a:xfrm>
            <a:off x="808329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8-test-output-7-19"/>
          <p:cNvSpPr/>
          <p:nvPr/>
        </p:nvSpPr>
        <p:spPr>
          <a:xfrm>
            <a:off x="827074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左の灰色の棒の形を読み、右側の色付きの棒と灰色の部分へ対応させる。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4c3d4a41.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https://github.com/arcprize/ARC-AGI-2/blob/f3283f7/data/evaluation/4c3d4a41.json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追加例7：重ねた模様から見える部分をつくる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9-train-input-0-0"/>
          <p:cNvSpPr/>
          <p:nvPr/>
        </p:nvSpPr>
        <p:spPr>
          <a:xfrm>
            <a:off x="594360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9-train-input-0-1"/>
          <p:cNvSpPr/>
          <p:nvPr/>
        </p:nvSpPr>
        <p:spPr>
          <a:xfrm>
            <a:off x="744321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9-train-input-0-2"/>
          <p:cNvSpPr/>
          <p:nvPr/>
        </p:nvSpPr>
        <p:spPr>
          <a:xfrm>
            <a:off x="894283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9-train-input-0-3"/>
          <p:cNvSpPr/>
          <p:nvPr/>
        </p:nvSpPr>
        <p:spPr>
          <a:xfrm>
            <a:off x="1044244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9-train-input-0-4"/>
          <p:cNvSpPr/>
          <p:nvPr/>
        </p:nvSpPr>
        <p:spPr>
          <a:xfrm>
            <a:off x="1194206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9-train-input-0-5"/>
          <p:cNvSpPr/>
          <p:nvPr/>
        </p:nvSpPr>
        <p:spPr>
          <a:xfrm>
            <a:off x="1344167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9-train-input-0-6"/>
          <p:cNvSpPr/>
          <p:nvPr/>
        </p:nvSpPr>
        <p:spPr>
          <a:xfrm>
            <a:off x="1494129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9-train-input-0-7"/>
          <p:cNvSpPr/>
          <p:nvPr/>
        </p:nvSpPr>
        <p:spPr>
          <a:xfrm>
            <a:off x="1644091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9-train-input-0-8"/>
          <p:cNvSpPr/>
          <p:nvPr/>
        </p:nvSpPr>
        <p:spPr>
          <a:xfrm>
            <a:off x="1794052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9-train-input-0-9"/>
          <p:cNvSpPr/>
          <p:nvPr/>
        </p:nvSpPr>
        <p:spPr>
          <a:xfrm>
            <a:off x="1944014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9-train-input-0-10"/>
          <p:cNvSpPr/>
          <p:nvPr/>
        </p:nvSpPr>
        <p:spPr>
          <a:xfrm>
            <a:off x="2093975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9-train-input-0-11"/>
          <p:cNvSpPr/>
          <p:nvPr/>
        </p:nvSpPr>
        <p:spPr>
          <a:xfrm>
            <a:off x="2243937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9-train-input-0-12"/>
          <p:cNvSpPr/>
          <p:nvPr/>
        </p:nvSpPr>
        <p:spPr>
          <a:xfrm>
            <a:off x="2393899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9-train-input-0-13"/>
          <p:cNvSpPr/>
          <p:nvPr/>
        </p:nvSpPr>
        <p:spPr>
          <a:xfrm>
            <a:off x="2543860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9-train-input-0-14"/>
          <p:cNvSpPr/>
          <p:nvPr/>
        </p:nvSpPr>
        <p:spPr>
          <a:xfrm>
            <a:off x="2693822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9-train-input-0-15"/>
          <p:cNvSpPr/>
          <p:nvPr/>
        </p:nvSpPr>
        <p:spPr>
          <a:xfrm>
            <a:off x="2843783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9-train-input-0-16"/>
          <p:cNvSpPr/>
          <p:nvPr/>
        </p:nvSpPr>
        <p:spPr>
          <a:xfrm>
            <a:off x="2993745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9-train-input-0-17"/>
          <p:cNvSpPr/>
          <p:nvPr/>
        </p:nvSpPr>
        <p:spPr>
          <a:xfrm>
            <a:off x="3143707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9-train-input-0-18"/>
          <p:cNvSpPr/>
          <p:nvPr/>
        </p:nvSpPr>
        <p:spPr>
          <a:xfrm>
            <a:off x="3293668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9-train-input-0-19"/>
          <p:cNvSpPr/>
          <p:nvPr/>
        </p:nvSpPr>
        <p:spPr>
          <a:xfrm>
            <a:off x="3443630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9-train-input-0-20"/>
          <p:cNvSpPr/>
          <p:nvPr/>
        </p:nvSpPr>
        <p:spPr>
          <a:xfrm>
            <a:off x="3593591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9-train-input-0-21"/>
          <p:cNvSpPr/>
          <p:nvPr/>
        </p:nvSpPr>
        <p:spPr>
          <a:xfrm>
            <a:off x="3743553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9-train-input-0-22"/>
          <p:cNvSpPr/>
          <p:nvPr/>
        </p:nvSpPr>
        <p:spPr>
          <a:xfrm>
            <a:off x="3893515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9-train-input-0-23"/>
          <p:cNvSpPr/>
          <p:nvPr/>
        </p:nvSpPr>
        <p:spPr>
          <a:xfrm>
            <a:off x="4043476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9-train-input-0-24"/>
          <p:cNvSpPr/>
          <p:nvPr/>
        </p:nvSpPr>
        <p:spPr>
          <a:xfrm>
            <a:off x="4193438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9-train-input-1-0"/>
          <p:cNvSpPr/>
          <p:nvPr/>
        </p:nvSpPr>
        <p:spPr>
          <a:xfrm>
            <a:off x="594360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9-train-input-1-1"/>
          <p:cNvSpPr/>
          <p:nvPr/>
        </p:nvSpPr>
        <p:spPr>
          <a:xfrm>
            <a:off x="744321" y="2551176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9-train-input-1-2"/>
          <p:cNvSpPr/>
          <p:nvPr/>
        </p:nvSpPr>
        <p:spPr>
          <a:xfrm>
            <a:off x="894283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9-train-input-1-3"/>
          <p:cNvSpPr/>
          <p:nvPr/>
        </p:nvSpPr>
        <p:spPr>
          <a:xfrm>
            <a:off x="1044244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9-train-input-1-4"/>
          <p:cNvSpPr/>
          <p:nvPr/>
        </p:nvSpPr>
        <p:spPr>
          <a:xfrm>
            <a:off x="1194206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9-train-input-1-5"/>
          <p:cNvSpPr/>
          <p:nvPr/>
        </p:nvSpPr>
        <p:spPr>
          <a:xfrm>
            <a:off x="1344167" y="2551176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9-train-input-1-6"/>
          <p:cNvSpPr/>
          <p:nvPr/>
        </p:nvSpPr>
        <p:spPr>
          <a:xfrm>
            <a:off x="1494129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9-train-input-1-7"/>
          <p:cNvSpPr/>
          <p:nvPr/>
        </p:nvSpPr>
        <p:spPr>
          <a:xfrm>
            <a:off x="1644091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9-train-input-1-8"/>
          <p:cNvSpPr/>
          <p:nvPr/>
        </p:nvSpPr>
        <p:spPr>
          <a:xfrm>
            <a:off x="1794052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9-train-input-1-9"/>
          <p:cNvSpPr/>
          <p:nvPr/>
        </p:nvSpPr>
        <p:spPr>
          <a:xfrm>
            <a:off x="1944014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9-train-input-1-10"/>
          <p:cNvSpPr/>
          <p:nvPr/>
        </p:nvSpPr>
        <p:spPr>
          <a:xfrm>
            <a:off x="2093975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9-train-input-1-11"/>
          <p:cNvSpPr/>
          <p:nvPr/>
        </p:nvSpPr>
        <p:spPr>
          <a:xfrm>
            <a:off x="2243937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9-train-input-1-12"/>
          <p:cNvSpPr/>
          <p:nvPr/>
        </p:nvSpPr>
        <p:spPr>
          <a:xfrm>
            <a:off x="2393899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9-train-input-1-13"/>
          <p:cNvSpPr/>
          <p:nvPr/>
        </p:nvSpPr>
        <p:spPr>
          <a:xfrm>
            <a:off x="2543860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9-train-input-1-14"/>
          <p:cNvSpPr/>
          <p:nvPr/>
        </p:nvSpPr>
        <p:spPr>
          <a:xfrm>
            <a:off x="2693822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9-train-input-1-15"/>
          <p:cNvSpPr/>
          <p:nvPr/>
        </p:nvSpPr>
        <p:spPr>
          <a:xfrm>
            <a:off x="2843783" y="2551176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9-train-input-1-16"/>
          <p:cNvSpPr/>
          <p:nvPr/>
        </p:nvSpPr>
        <p:spPr>
          <a:xfrm>
            <a:off x="2993745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9-train-input-1-17"/>
          <p:cNvSpPr/>
          <p:nvPr/>
        </p:nvSpPr>
        <p:spPr>
          <a:xfrm>
            <a:off x="3143707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9-train-input-1-18"/>
          <p:cNvSpPr/>
          <p:nvPr/>
        </p:nvSpPr>
        <p:spPr>
          <a:xfrm>
            <a:off x="3293668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9-train-input-1-19"/>
          <p:cNvSpPr/>
          <p:nvPr/>
        </p:nvSpPr>
        <p:spPr>
          <a:xfrm>
            <a:off x="3443630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9-train-input-1-20"/>
          <p:cNvSpPr/>
          <p:nvPr/>
        </p:nvSpPr>
        <p:spPr>
          <a:xfrm>
            <a:off x="3593591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9-train-input-1-21"/>
          <p:cNvSpPr/>
          <p:nvPr/>
        </p:nvSpPr>
        <p:spPr>
          <a:xfrm>
            <a:off x="3743553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9-train-input-1-22"/>
          <p:cNvSpPr/>
          <p:nvPr/>
        </p:nvSpPr>
        <p:spPr>
          <a:xfrm>
            <a:off x="3893515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9-train-input-1-23"/>
          <p:cNvSpPr/>
          <p:nvPr/>
        </p:nvSpPr>
        <p:spPr>
          <a:xfrm>
            <a:off x="4043476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9-train-input-1-24"/>
          <p:cNvSpPr/>
          <p:nvPr/>
        </p:nvSpPr>
        <p:spPr>
          <a:xfrm>
            <a:off x="4193438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9-train-input-2-0"/>
          <p:cNvSpPr/>
          <p:nvPr/>
        </p:nvSpPr>
        <p:spPr>
          <a:xfrm>
            <a:off x="594360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9-train-input-2-1"/>
          <p:cNvSpPr/>
          <p:nvPr/>
        </p:nvSpPr>
        <p:spPr>
          <a:xfrm>
            <a:off x="744321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9-train-input-2-2"/>
          <p:cNvSpPr/>
          <p:nvPr/>
        </p:nvSpPr>
        <p:spPr>
          <a:xfrm>
            <a:off x="894283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9-train-input-2-3"/>
          <p:cNvSpPr/>
          <p:nvPr/>
        </p:nvSpPr>
        <p:spPr>
          <a:xfrm>
            <a:off x="1044244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9-train-input-2-4"/>
          <p:cNvSpPr/>
          <p:nvPr/>
        </p:nvSpPr>
        <p:spPr>
          <a:xfrm>
            <a:off x="1194206" y="2701137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9-train-input-2-5"/>
          <p:cNvSpPr/>
          <p:nvPr/>
        </p:nvSpPr>
        <p:spPr>
          <a:xfrm>
            <a:off x="1344167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9-train-input-2-6"/>
          <p:cNvSpPr/>
          <p:nvPr/>
        </p:nvSpPr>
        <p:spPr>
          <a:xfrm>
            <a:off x="1494129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9-train-input-2-7"/>
          <p:cNvSpPr/>
          <p:nvPr/>
        </p:nvSpPr>
        <p:spPr>
          <a:xfrm>
            <a:off x="1644091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9-train-input-2-8"/>
          <p:cNvSpPr/>
          <p:nvPr/>
        </p:nvSpPr>
        <p:spPr>
          <a:xfrm>
            <a:off x="1794052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9-train-input-2-9"/>
          <p:cNvSpPr/>
          <p:nvPr/>
        </p:nvSpPr>
        <p:spPr>
          <a:xfrm>
            <a:off x="1944014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9-train-input-2-10"/>
          <p:cNvSpPr/>
          <p:nvPr/>
        </p:nvSpPr>
        <p:spPr>
          <a:xfrm>
            <a:off x="2093975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9-train-input-2-11"/>
          <p:cNvSpPr/>
          <p:nvPr/>
        </p:nvSpPr>
        <p:spPr>
          <a:xfrm>
            <a:off x="2243937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9-train-input-2-12"/>
          <p:cNvSpPr/>
          <p:nvPr/>
        </p:nvSpPr>
        <p:spPr>
          <a:xfrm>
            <a:off x="2393899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9-train-input-2-13"/>
          <p:cNvSpPr/>
          <p:nvPr/>
        </p:nvSpPr>
        <p:spPr>
          <a:xfrm>
            <a:off x="2543860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9-train-input-2-14"/>
          <p:cNvSpPr/>
          <p:nvPr/>
        </p:nvSpPr>
        <p:spPr>
          <a:xfrm>
            <a:off x="2693822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9-train-input-2-15"/>
          <p:cNvSpPr/>
          <p:nvPr/>
        </p:nvSpPr>
        <p:spPr>
          <a:xfrm>
            <a:off x="2843783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9-train-input-2-16"/>
          <p:cNvSpPr/>
          <p:nvPr/>
        </p:nvSpPr>
        <p:spPr>
          <a:xfrm>
            <a:off x="2993745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9-train-input-2-17"/>
          <p:cNvSpPr/>
          <p:nvPr/>
        </p:nvSpPr>
        <p:spPr>
          <a:xfrm>
            <a:off x="3143707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9-train-input-2-18"/>
          <p:cNvSpPr/>
          <p:nvPr/>
        </p:nvSpPr>
        <p:spPr>
          <a:xfrm>
            <a:off x="3293668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9-train-input-2-19"/>
          <p:cNvSpPr/>
          <p:nvPr/>
        </p:nvSpPr>
        <p:spPr>
          <a:xfrm>
            <a:off x="3443630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9-train-input-2-20"/>
          <p:cNvSpPr/>
          <p:nvPr/>
        </p:nvSpPr>
        <p:spPr>
          <a:xfrm>
            <a:off x="3593591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9-train-input-2-21"/>
          <p:cNvSpPr/>
          <p:nvPr/>
        </p:nvSpPr>
        <p:spPr>
          <a:xfrm>
            <a:off x="3743553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9-train-input-2-22"/>
          <p:cNvSpPr/>
          <p:nvPr/>
        </p:nvSpPr>
        <p:spPr>
          <a:xfrm>
            <a:off x="3893515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9-train-input-2-23"/>
          <p:cNvSpPr/>
          <p:nvPr/>
        </p:nvSpPr>
        <p:spPr>
          <a:xfrm>
            <a:off x="4043476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9-train-input-2-24"/>
          <p:cNvSpPr/>
          <p:nvPr/>
        </p:nvSpPr>
        <p:spPr>
          <a:xfrm>
            <a:off x="4193438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9-train-input-3-0"/>
          <p:cNvSpPr/>
          <p:nvPr/>
        </p:nvSpPr>
        <p:spPr>
          <a:xfrm>
            <a:off x="594360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9-train-input-3-1"/>
          <p:cNvSpPr/>
          <p:nvPr/>
        </p:nvSpPr>
        <p:spPr>
          <a:xfrm>
            <a:off x="744321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9-train-input-3-2"/>
          <p:cNvSpPr/>
          <p:nvPr/>
        </p:nvSpPr>
        <p:spPr>
          <a:xfrm>
            <a:off x="894283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9-train-input-3-3"/>
          <p:cNvSpPr/>
          <p:nvPr/>
        </p:nvSpPr>
        <p:spPr>
          <a:xfrm>
            <a:off x="1044244" y="2851099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9-train-input-3-4"/>
          <p:cNvSpPr/>
          <p:nvPr/>
        </p:nvSpPr>
        <p:spPr>
          <a:xfrm>
            <a:off x="1194206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9-train-input-3-5"/>
          <p:cNvSpPr/>
          <p:nvPr/>
        </p:nvSpPr>
        <p:spPr>
          <a:xfrm>
            <a:off x="1344167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9-train-input-3-6"/>
          <p:cNvSpPr/>
          <p:nvPr/>
        </p:nvSpPr>
        <p:spPr>
          <a:xfrm>
            <a:off x="1494129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9-train-input-3-7"/>
          <p:cNvSpPr/>
          <p:nvPr/>
        </p:nvSpPr>
        <p:spPr>
          <a:xfrm>
            <a:off x="1644091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9-train-input-3-8"/>
          <p:cNvSpPr/>
          <p:nvPr/>
        </p:nvSpPr>
        <p:spPr>
          <a:xfrm>
            <a:off x="1794052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9-train-input-3-9"/>
          <p:cNvSpPr/>
          <p:nvPr/>
        </p:nvSpPr>
        <p:spPr>
          <a:xfrm>
            <a:off x="1944014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9-train-input-3-10"/>
          <p:cNvSpPr/>
          <p:nvPr/>
        </p:nvSpPr>
        <p:spPr>
          <a:xfrm>
            <a:off x="2093975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9-train-input-3-11"/>
          <p:cNvSpPr/>
          <p:nvPr/>
        </p:nvSpPr>
        <p:spPr>
          <a:xfrm>
            <a:off x="2243937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9-train-input-3-12"/>
          <p:cNvSpPr/>
          <p:nvPr/>
        </p:nvSpPr>
        <p:spPr>
          <a:xfrm>
            <a:off x="2393899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9-train-input-3-13"/>
          <p:cNvSpPr/>
          <p:nvPr/>
        </p:nvSpPr>
        <p:spPr>
          <a:xfrm>
            <a:off x="2543860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9-train-input-3-14"/>
          <p:cNvSpPr/>
          <p:nvPr/>
        </p:nvSpPr>
        <p:spPr>
          <a:xfrm>
            <a:off x="2693822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9-train-input-3-15"/>
          <p:cNvSpPr/>
          <p:nvPr/>
        </p:nvSpPr>
        <p:spPr>
          <a:xfrm>
            <a:off x="2843783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9-train-input-3-16"/>
          <p:cNvSpPr/>
          <p:nvPr/>
        </p:nvSpPr>
        <p:spPr>
          <a:xfrm>
            <a:off x="2993745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9-train-input-3-17"/>
          <p:cNvSpPr/>
          <p:nvPr/>
        </p:nvSpPr>
        <p:spPr>
          <a:xfrm>
            <a:off x="3143707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9-train-input-3-18"/>
          <p:cNvSpPr/>
          <p:nvPr/>
        </p:nvSpPr>
        <p:spPr>
          <a:xfrm>
            <a:off x="3293668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9-train-input-3-19"/>
          <p:cNvSpPr/>
          <p:nvPr/>
        </p:nvSpPr>
        <p:spPr>
          <a:xfrm>
            <a:off x="3443630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9-train-input-3-20"/>
          <p:cNvSpPr/>
          <p:nvPr/>
        </p:nvSpPr>
        <p:spPr>
          <a:xfrm>
            <a:off x="3593591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9-train-input-3-21"/>
          <p:cNvSpPr/>
          <p:nvPr/>
        </p:nvSpPr>
        <p:spPr>
          <a:xfrm>
            <a:off x="3743553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9-train-input-3-22"/>
          <p:cNvSpPr/>
          <p:nvPr/>
        </p:nvSpPr>
        <p:spPr>
          <a:xfrm>
            <a:off x="3893515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9-train-input-3-23"/>
          <p:cNvSpPr/>
          <p:nvPr/>
        </p:nvSpPr>
        <p:spPr>
          <a:xfrm>
            <a:off x="4043476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9-train-input-3-24"/>
          <p:cNvSpPr/>
          <p:nvPr/>
        </p:nvSpPr>
        <p:spPr>
          <a:xfrm>
            <a:off x="4193438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9-train-input-4-0"/>
          <p:cNvSpPr/>
          <p:nvPr/>
        </p:nvSpPr>
        <p:spPr>
          <a:xfrm>
            <a:off x="594360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9-train-input-4-1"/>
          <p:cNvSpPr/>
          <p:nvPr/>
        </p:nvSpPr>
        <p:spPr>
          <a:xfrm>
            <a:off x="744321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9-train-input-4-2"/>
          <p:cNvSpPr/>
          <p:nvPr/>
        </p:nvSpPr>
        <p:spPr>
          <a:xfrm>
            <a:off x="894283" y="3001060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9-train-input-4-3"/>
          <p:cNvSpPr/>
          <p:nvPr/>
        </p:nvSpPr>
        <p:spPr>
          <a:xfrm>
            <a:off x="1044244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9-train-input-4-4"/>
          <p:cNvSpPr/>
          <p:nvPr/>
        </p:nvSpPr>
        <p:spPr>
          <a:xfrm>
            <a:off x="1194206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9-train-input-4-5"/>
          <p:cNvSpPr/>
          <p:nvPr/>
        </p:nvSpPr>
        <p:spPr>
          <a:xfrm>
            <a:off x="1344167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9-train-input-4-6"/>
          <p:cNvSpPr/>
          <p:nvPr/>
        </p:nvSpPr>
        <p:spPr>
          <a:xfrm>
            <a:off x="1494129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9-train-input-4-7"/>
          <p:cNvSpPr/>
          <p:nvPr/>
        </p:nvSpPr>
        <p:spPr>
          <a:xfrm>
            <a:off x="1644091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9-train-input-4-8"/>
          <p:cNvSpPr/>
          <p:nvPr/>
        </p:nvSpPr>
        <p:spPr>
          <a:xfrm>
            <a:off x="1794052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9-train-input-4-9"/>
          <p:cNvSpPr/>
          <p:nvPr/>
        </p:nvSpPr>
        <p:spPr>
          <a:xfrm>
            <a:off x="1944014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9-train-input-4-10"/>
          <p:cNvSpPr/>
          <p:nvPr/>
        </p:nvSpPr>
        <p:spPr>
          <a:xfrm>
            <a:off x="2093975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9-train-input-4-11"/>
          <p:cNvSpPr/>
          <p:nvPr/>
        </p:nvSpPr>
        <p:spPr>
          <a:xfrm>
            <a:off x="2243937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9-train-input-4-12"/>
          <p:cNvSpPr/>
          <p:nvPr/>
        </p:nvSpPr>
        <p:spPr>
          <a:xfrm>
            <a:off x="2393899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9-train-input-4-13"/>
          <p:cNvSpPr/>
          <p:nvPr/>
        </p:nvSpPr>
        <p:spPr>
          <a:xfrm>
            <a:off x="2543860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9-train-input-4-14"/>
          <p:cNvSpPr/>
          <p:nvPr/>
        </p:nvSpPr>
        <p:spPr>
          <a:xfrm>
            <a:off x="2693822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9-train-input-4-15"/>
          <p:cNvSpPr/>
          <p:nvPr/>
        </p:nvSpPr>
        <p:spPr>
          <a:xfrm>
            <a:off x="2843783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9-train-input-4-16"/>
          <p:cNvSpPr/>
          <p:nvPr/>
        </p:nvSpPr>
        <p:spPr>
          <a:xfrm>
            <a:off x="2993745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9-train-input-4-17"/>
          <p:cNvSpPr/>
          <p:nvPr/>
        </p:nvSpPr>
        <p:spPr>
          <a:xfrm>
            <a:off x="3143707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9-train-input-4-18"/>
          <p:cNvSpPr/>
          <p:nvPr/>
        </p:nvSpPr>
        <p:spPr>
          <a:xfrm>
            <a:off x="3293668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9-train-input-4-19"/>
          <p:cNvSpPr/>
          <p:nvPr/>
        </p:nvSpPr>
        <p:spPr>
          <a:xfrm>
            <a:off x="3443630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9-train-input-4-20"/>
          <p:cNvSpPr/>
          <p:nvPr/>
        </p:nvSpPr>
        <p:spPr>
          <a:xfrm>
            <a:off x="3593591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9-train-input-4-21"/>
          <p:cNvSpPr/>
          <p:nvPr/>
        </p:nvSpPr>
        <p:spPr>
          <a:xfrm>
            <a:off x="3743553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9-train-input-4-22"/>
          <p:cNvSpPr/>
          <p:nvPr/>
        </p:nvSpPr>
        <p:spPr>
          <a:xfrm>
            <a:off x="3893515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9-train-input-4-23"/>
          <p:cNvSpPr/>
          <p:nvPr/>
        </p:nvSpPr>
        <p:spPr>
          <a:xfrm>
            <a:off x="4043476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9-train-input-4-24"/>
          <p:cNvSpPr/>
          <p:nvPr/>
        </p:nvSpPr>
        <p:spPr>
          <a:xfrm>
            <a:off x="4193438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9-train-input-5-0"/>
          <p:cNvSpPr/>
          <p:nvPr/>
        </p:nvSpPr>
        <p:spPr>
          <a:xfrm>
            <a:off x="594360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9-train-input-5-1"/>
          <p:cNvSpPr/>
          <p:nvPr/>
        </p:nvSpPr>
        <p:spPr>
          <a:xfrm>
            <a:off x="744321" y="3151022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9-train-input-5-2"/>
          <p:cNvSpPr/>
          <p:nvPr/>
        </p:nvSpPr>
        <p:spPr>
          <a:xfrm>
            <a:off x="894283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9-train-input-5-3"/>
          <p:cNvSpPr/>
          <p:nvPr/>
        </p:nvSpPr>
        <p:spPr>
          <a:xfrm>
            <a:off x="1044244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9-train-input-5-4"/>
          <p:cNvSpPr/>
          <p:nvPr/>
        </p:nvSpPr>
        <p:spPr>
          <a:xfrm>
            <a:off x="1194206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9-train-input-5-5"/>
          <p:cNvSpPr/>
          <p:nvPr/>
        </p:nvSpPr>
        <p:spPr>
          <a:xfrm>
            <a:off x="1344167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9-train-input-5-6"/>
          <p:cNvSpPr/>
          <p:nvPr/>
        </p:nvSpPr>
        <p:spPr>
          <a:xfrm>
            <a:off x="1494129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9-train-input-5-7"/>
          <p:cNvSpPr/>
          <p:nvPr/>
        </p:nvSpPr>
        <p:spPr>
          <a:xfrm>
            <a:off x="1644091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9-train-input-5-8"/>
          <p:cNvSpPr/>
          <p:nvPr/>
        </p:nvSpPr>
        <p:spPr>
          <a:xfrm>
            <a:off x="1794052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9-train-input-5-9"/>
          <p:cNvSpPr/>
          <p:nvPr/>
        </p:nvSpPr>
        <p:spPr>
          <a:xfrm>
            <a:off x="1944014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9-train-input-5-10"/>
          <p:cNvSpPr/>
          <p:nvPr/>
        </p:nvSpPr>
        <p:spPr>
          <a:xfrm>
            <a:off x="2093975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9-train-input-5-11"/>
          <p:cNvSpPr/>
          <p:nvPr/>
        </p:nvSpPr>
        <p:spPr>
          <a:xfrm>
            <a:off x="2243937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9-train-input-5-12"/>
          <p:cNvSpPr/>
          <p:nvPr/>
        </p:nvSpPr>
        <p:spPr>
          <a:xfrm>
            <a:off x="2393899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9-train-input-5-13"/>
          <p:cNvSpPr/>
          <p:nvPr/>
        </p:nvSpPr>
        <p:spPr>
          <a:xfrm>
            <a:off x="2543860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9-train-input-5-14"/>
          <p:cNvSpPr/>
          <p:nvPr/>
        </p:nvSpPr>
        <p:spPr>
          <a:xfrm>
            <a:off x="2693822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9-train-input-5-15"/>
          <p:cNvSpPr/>
          <p:nvPr/>
        </p:nvSpPr>
        <p:spPr>
          <a:xfrm>
            <a:off x="2843783" y="3151022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9-train-input-5-16"/>
          <p:cNvSpPr/>
          <p:nvPr/>
        </p:nvSpPr>
        <p:spPr>
          <a:xfrm>
            <a:off x="2993745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9-train-input-5-17"/>
          <p:cNvSpPr/>
          <p:nvPr/>
        </p:nvSpPr>
        <p:spPr>
          <a:xfrm>
            <a:off x="3143707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9-train-input-5-18"/>
          <p:cNvSpPr/>
          <p:nvPr/>
        </p:nvSpPr>
        <p:spPr>
          <a:xfrm>
            <a:off x="3293668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9-train-input-5-19"/>
          <p:cNvSpPr/>
          <p:nvPr/>
        </p:nvSpPr>
        <p:spPr>
          <a:xfrm>
            <a:off x="3443630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9-train-input-5-20"/>
          <p:cNvSpPr/>
          <p:nvPr/>
        </p:nvSpPr>
        <p:spPr>
          <a:xfrm>
            <a:off x="3593591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9-train-input-5-21"/>
          <p:cNvSpPr/>
          <p:nvPr/>
        </p:nvSpPr>
        <p:spPr>
          <a:xfrm>
            <a:off x="3743553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9-train-input-5-22"/>
          <p:cNvSpPr/>
          <p:nvPr/>
        </p:nvSpPr>
        <p:spPr>
          <a:xfrm>
            <a:off x="3893515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9-train-input-5-23"/>
          <p:cNvSpPr/>
          <p:nvPr/>
        </p:nvSpPr>
        <p:spPr>
          <a:xfrm>
            <a:off x="4043476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9-train-input-5-24"/>
          <p:cNvSpPr/>
          <p:nvPr/>
        </p:nvSpPr>
        <p:spPr>
          <a:xfrm>
            <a:off x="4193438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9-train-input-6-0"/>
          <p:cNvSpPr/>
          <p:nvPr/>
        </p:nvSpPr>
        <p:spPr>
          <a:xfrm>
            <a:off x="594360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9-train-input-6-1"/>
          <p:cNvSpPr/>
          <p:nvPr/>
        </p:nvSpPr>
        <p:spPr>
          <a:xfrm>
            <a:off x="744321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9-train-input-6-2"/>
          <p:cNvSpPr/>
          <p:nvPr/>
        </p:nvSpPr>
        <p:spPr>
          <a:xfrm>
            <a:off x="894283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9-train-input-6-3"/>
          <p:cNvSpPr/>
          <p:nvPr/>
        </p:nvSpPr>
        <p:spPr>
          <a:xfrm>
            <a:off x="1044244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9-train-input-6-4"/>
          <p:cNvSpPr/>
          <p:nvPr/>
        </p:nvSpPr>
        <p:spPr>
          <a:xfrm>
            <a:off x="1194206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9-train-input-6-5"/>
          <p:cNvSpPr/>
          <p:nvPr/>
        </p:nvSpPr>
        <p:spPr>
          <a:xfrm>
            <a:off x="1344167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9-train-input-6-6"/>
          <p:cNvSpPr/>
          <p:nvPr/>
        </p:nvSpPr>
        <p:spPr>
          <a:xfrm>
            <a:off x="1494129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9-train-input-6-7"/>
          <p:cNvSpPr/>
          <p:nvPr/>
        </p:nvSpPr>
        <p:spPr>
          <a:xfrm>
            <a:off x="1644091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9-train-input-6-8"/>
          <p:cNvSpPr/>
          <p:nvPr/>
        </p:nvSpPr>
        <p:spPr>
          <a:xfrm>
            <a:off x="1794052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9-train-input-6-9"/>
          <p:cNvSpPr/>
          <p:nvPr/>
        </p:nvSpPr>
        <p:spPr>
          <a:xfrm>
            <a:off x="1944014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9-train-input-6-10"/>
          <p:cNvSpPr/>
          <p:nvPr/>
        </p:nvSpPr>
        <p:spPr>
          <a:xfrm>
            <a:off x="2093975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9-train-input-6-11"/>
          <p:cNvSpPr/>
          <p:nvPr/>
        </p:nvSpPr>
        <p:spPr>
          <a:xfrm>
            <a:off x="2243937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9-train-input-6-12"/>
          <p:cNvSpPr/>
          <p:nvPr/>
        </p:nvSpPr>
        <p:spPr>
          <a:xfrm>
            <a:off x="2393899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9-train-input-6-13"/>
          <p:cNvSpPr/>
          <p:nvPr/>
        </p:nvSpPr>
        <p:spPr>
          <a:xfrm>
            <a:off x="2543860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9-train-input-6-14"/>
          <p:cNvSpPr/>
          <p:nvPr/>
        </p:nvSpPr>
        <p:spPr>
          <a:xfrm>
            <a:off x="2693822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9-train-input-6-15"/>
          <p:cNvSpPr/>
          <p:nvPr/>
        </p:nvSpPr>
        <p:spPr>
          <a:xfrm>
            <a:off x="2843783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9-train-input-6-16"/>
          <p:cNvSpPr/>
          <p:nvPr/>
        </p:nvSpPr>
        <p:spPr>
          <a:xfrm>
            <a:off x="2993745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9-train-input-6-17"/>
          <p:cNvSpPr/>
          <p:nvPr/>
        </p:nvSpPr>
        <p:spPr>
          <a:xfrm>
            <a:off x="3143707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9-train-input-6-18"/>
          <p:cNvSpPr/>
          <p:nvPr/>
        </p:nvSpPr>
        <p:spPr>
          <a:xfrm>
            <a:off x="3293668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9-train-input-6-19"/>
          <p:cNvSpPr/>
          <p:nvPr/>
        </p:nvSpPr>
        <p:spPr>
          <a:xfrm>
            <a:off x="3443630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9-train-input-6-20"/>
          <p:cNvSpPr/>
          <p:nvPr/>
        </p:nvSpPr>
        <p:spPr>
          <a:xfrm>
            <a:off x="3593591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9-train-input-6-21"/>
          <p:cNvSpPr/>
          <p:nvPr/>
        </p:nvSpPr>
        <p:spPr>
          <a:xfrm>
            <a:off x="3743553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9-train-input-6-22"/>
          <p:cNvSpPr/>
          <p:nvPr/>
        </p:nvSpPr>
        <p:spPr>
          <a:xfrm>
            <a:off x="3893515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9-train-input-6-23"/>
          <p:cNvSpPr/>
          <p:nvPr/>
        </p:nvSpPr>
        <p:spPr>
          <a:xfrm>
            <a:off x="4043476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9-train-input-6-24"/>
          <p:cNvSpPr/>
          <p:nvPr/>
        </p:nvSpPr>
        <p:spPr>
          <a:xfrm>
            <a:off x="4193438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9-train-output-0-0"/>
          <p:cNvSpPr/>
          <p:nvPr/>
        </p:nvSpPr>
        <p:spPr>
          <a:xfrm>
            <a:off x="4709160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9-train-output-0-1"/>
          <p:cNvSpPr/>
          <p:nvPr/>
        </p:nvSpPr>
        <p:spPr>
          <a:xfrm>
            <a:off x="4859121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9-train-output-0-2"/>
          <p:cNvSpPr/>
          <p:nvPr/>
        </p:nvSpPr>
        <p:spPr>
          <a:xfrm>
            <a:off x="5009083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9-train-output-0-3"/>
          <p:cNvSpPr/>
          <p:nvPr/>
        </p:nvSpPr>
        <p:spPr>
          <a:xfrm>
            <a:off x="5159044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9-train-output-0-4"/>
          <p:cNvSpPr/>
          <p:nvPr/>
        </p:nvSpPr>
        <p:spPr>
          <a:xfrm>
            <a:off x="5309006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9-train-output-0-5"/>
          <p:cNvSpPr/>
          <p:nvPr/>
        </p:nvSpPr>
        <p:spPr>
          <a:xfrm>
            <a:off x="5458968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9-train-output-0-6"/>
          <p:cNvSpPr/>
          <p:nvPr/>
        </p:nvSpPr>
        <p:spPr>
          <a:xfrm>
            <a:off x="5608929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9-train-output-0-7"/>
          <p:cNvSpPr/>
          <p:nvPr/>
        </p:nvSpPr>
        <p:spPr>
          <a:xfrm>
            <a:off x="5758891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9-train-output-0-8"/>
          <p:cNvSpPr/>
          <p:nvPr/>
        </p:nvSpPr>
        <p:spPr>
          <a:xfrm>
            <a:off x="5908852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9-train-output-0-9"/>
          <p:cNvSpPr/>
          <p:nvPr/>
        </p:nvSpPr>
        <p:spPr>
          <a:xfrm>
            <a:off x="6058814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9-train-output-0-10"/>
          <p:cNvSpPr/>
          <p:nvPr/>
        </p:nvSpPr>
        <p:spPr>
          <a:xfrm>
            <a:off x="6208776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9-train-output-0-11"/>
          <p:cNvSpPr/>
          <p:nvPr/>
        </p:nvSpPr>
        <p:spPr>
          <a:xfrm>
            <a:off x="6358737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9-train-output-0-12"/>
          <p:cNvSpPr/>
          <p:nvPr/>
        </p:nvSpPr>
        <p:spPr>
          <a:xfrm>
            <a:off x="6508699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9-train-output-0-13"/>
          <p:cNvSpPr/>
          <p:nvPr/>
        </p:nvSpPr>
        <p:spPr>
          <a:xfrm>
            <a:off x="6658660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9-train-output-0-14"/>
          <p:cNvSpPr/>
          <p:nvPr/>
        </p:nvSpPr>
        <p:spPr>
          <a:xfrm>
            <a:off x="6808622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9-train-output-0-15"/>
          <p:cNvSpPr/>
          <p:nvPr/>
        </p:nvSpPr>
        <p:spPr>
          <a:xfrm>
            <a:off x="6958583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9-train-output-0-16"/>
          <p:cNvSpPr/>
          <p:nvPr/>
        </p:nvSpPr>
        <p:spPr>
          <a:xfrm>
            <a:off x="7108545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9-train-output-0-17"/>
          <p:cNvSpPr/>
          <p:nvPr/>
        </p:nvSpPr>
        <p:spPr>
          <a:xfrm>
            <a:off x="7258507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9-train-output-0-18"/>
          <p:cNvSpPr/>
          <p:nvPr/>
        </p:nvSpPr>
        <p:spPr>
          <a:xfrm>
            <a:off x="7408468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9-train-output-0-19"/>
          <p:cNvSpPr/>
          <p:nvPr/>
        </p:nvSpPr>
        <p:spPr>
          <a:xfrm>
            <a:off x="7558430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9-train-output-0-20"/>
          <p:cNvSpPr/>
          <p:nvPr/>
        </p:nvSpPr>
        <p:spPr>
          <a:xfrm>
            <a:off x="7708392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9-train-output-0-21"/>
          <p:cNvSpPr/>
          <p:nvPr/>
        </p:nvSpPr>
        <p:spPr>
          <a:xfrm>
            <a:off x="7858353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9-train-output-0-22"/>
          <p:cNvSpPr/>
          <p:nvPr/>
        </p:nvSpPr>
        <p:spPr>
          <a:xfrm>
            <a:off x="8008315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9-train-output-0-23"/>
          <p:cNvSpPr/>
          <p:nvPr/>
        </p:nvSpPr>
        <p:spPr>
          <a:xfrm>
            <a:off x="8158276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9-train-output-0-24"/>
          <p:cNvSpPr/>
          <p:nvPr/>
        </p:nvSpPr>
        <p:spPr>
          <a:xfrm>
            <a:off x="8308238" y="240121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9-train-output-1-0"/>
          <p:cNvSpPr/>
          <p:nvPr/>
        </p:nvSpPr>
        <p:spPr>
          <a:xfrm>
            <a:off x="4709160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9-train-output-1-1"/>
          <p:cNvSpPr/>
          <p:nvPr/>
        </p:nvSpPr>
        <p:spPr>
          <a:xfrm>
            <a:off x="4859121" y="2551176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9-train-output-1-2"/>
          <p:cNvSpPr/>
          <p:nvPr/>
        </p:nvSpPr>
        <p:spPr>
          <a:xfrm>
            <a:off x="5009083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9-train-output-1-3"/>
          <p:cNvSpPr/>
          <p:nvPr/>
        </p:nvSpPr>
        <p:spPr>
          <a:xfrm>
            <a:off x="5159044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9-train-output-1-4"/>
          <p:cNvSpPr/>
          <p:nvPr/>
        </p:nvSpPr>
        <p:spPr>
          <a:xfrm>
            <a:off x="5309006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9-train-output-1-5"/>
          <p:cNvSpPr/>
          <p:nvPr/>
        </p:nvSpPr>
        <p:spPr>
          <a:xfrm>
            <a:off x="5458968" y="2551176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9-train-output-1-6"/>
          <p:cNvSpPr/>
          <p:nvPr/>
        </p:nvSpPr>
        <p:spPr>
          <a:xfrm>
            <a:off x="5608929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9-train-output-1-7"/>
          <p:cNvSpPr/>
          <p:nvPr/>
        </p:nvSpPr>
        <p:spPr>
          <a:xfrm>
            <a:off x="5758891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9-train-output-1-8"/>
          <p:cNvSpPr/>
          <p:nvPr/>
        </p:nvSpPr>
        <p:spPr>
          <a:xfrm>
            <a:off x="5908852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9-train-output-1-9"/>
          <p:cNvSpPr/>
          <p:nvPr/>
        </p:nvSpPr>
        <p:spPr>
          <a:xfrm>
            <a:off x="6058814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9-train-output-1-10"/>
          <p:cNvSpPr/>
          <p:nvPr/>
        </p:nvSpPr>
        <p:spPr>
          <a:xfrm>
            <a:off x="6208776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9-train-output-1-11"/>
          <p:cNvSpPr/>
          <p:nvPr/>
        </p:nvSpPr>
        <p:spPr>
          <a:xfrm>
            <a:off x="6358737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9-train-output-1-12"/>
          <p:cNvSpPr/>
          <p:nvPr/>
        </p:nvSpPr>
        <p:spPr>
          <a:xfrm>
            <a:off x="6508699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9-train-output-1-13"/>
          <p:cNvSpPr/>
          <p:nvPr/>
        </p:nvSpPr>
        <p:spPr>
          <a:xfrm>
            <a:off x="6658660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9-train-output-1-14"/>
          <p:cNvSpPr/>
          <p:nvPr/>
        </p:nvSpPr>
        <p:spPr>
          <a:xfrm>
            <a:off x="6808622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9-train-output-1-15"/>
          <p:cNvSpPr/>
          <p:nvPr/>
        </p:nvSpPr>
        <p:spPr>
          <a:xfrm>
            <a:off x="6958583" y="2551176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9-train-output-1-16"/>
          <p:cNvSpPr/>
          <p:nvPr/>
        </p:nvSpPr>
        <p:spPr>
          <a:xfrm>
            <a:off x="7108545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9-train-output-1-17"/>
          <p:cNvSpPr/>
          <p:nvPr/>
        </p:nvSpPr>
        <p:spPr>
          <a:xfrm>
            <a:off x="7258507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9-train-output-1-18"/>
          <p:cNvSpPr/>
          <p:nvPr/>
        </p:nvSpPr>
        <p:spPr>
          <a:xfrm>
            <a:off x="7408468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9-train-output-1-19"/>
          <p:cNvSpPr/>
          <p:nvPr/>
        </p:nvSpPr>
        <p:spPr>
          <a:xfrm>
            <a:off x="7558430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9-train-output-1-20"/>
          <p:cNvSpPr/>
          <p:nvPr/>
        </p:nvSpPr>
        <p:spPr>
          <a:xfrm>
            <a:off x="7708392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9-train-output-1-21"/>
          <p:cNvSpPr/>
          <p:nvPr/>
        </p:nvSpPr>
        <p:spPr>
          <a:xfrm>
            <a:off x="7858353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9-train-output-1-22"/>
          <p:cNvSpPr/>
          <p:nvPr/>
        </p:nvSpPr>
        <p:spPr>
          <a:xfrm>
            <a:off x="8008315" y="2551176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9-train-output-1-23"/>
          <p:cNvSpPr/>
          <p:nvPr/>
        </p:nvSpPr>
        <p:spPr>
          <a:xfrm>
            <a:off x="8158276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9-train-output-1-24"/>
          <p:cNvSpPr/>
          <p:nvPr/>
        </p:nvSpPr>
        <p:spPr>
          <a:xfrm>
            <a:off x="8308238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9-train-output-2-0"/>
          <p:cNvSpPr/>
          <p:nvPr/>
        </p:nvSpPr>
        <p:spPr>
          <a:xfrm>
            <a:off x="4709160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9-train-output-2-1"/>
          <p:cNvSpPr/>
          <p:nvPr/>
        </p:nvSpPr>
        <p:spPr>
          <a:xfrm>
            <a:off x="4859121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9-train-output-2-2"/>
          <p:cNvSpPr/>
          <p:nvPr/>
        </p:nvSpPr>
        <p:spPr>
          <a:xfrm>
            <a:off x="5009083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9-train-output-2-3"/>
          <p:cNvSpPr/>
          <p:nvPr/>
        </p:nvSpPr>
        <p:spPr>
          <a:xfrm>
            <a:off x="5159044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9-train-output-2-4"/>
          <p:cNvSpPr/>
          <p:nvPr/>
        </p:nvSpPr>
        <p:spPr>
          <a:xfrm>
            <a:off x="5309006" y="2701137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9-train-output-2-5"/>
          <p:cNvSpPr/>
          <p:nvPr/>
        </p:nvSpPr>
        <p:spPr>
          <a:xfrm>
            <a:off x="5458968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9-train-output-2-6"/>
          <p:cNvSpPr/>
          <p:nvPr/>
        </p:nvSpPr>
        <p:spPr>
          <a:xfrm>
            <a:off x="5608929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9-train-output-2-7"/>
          <p:cNvSpPr/>
          <p:nvPr/>
        </p:nvSpPr>
        <p:spPr>
          <a:xfrm>
            <a:off x="5758891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9-train-output-2-8"/>
          <p:cNvSpPr/>
          <p:nvPr/>
        </p:nvSpPr>
        <p:spPr>
          <a:xfrm>
            <a:off x="5908852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9-train-output-2-9"/>
          <p:cNvSpPr/>
          <p:nvPr/>
        </p:nvSpPr>
        <p:spPr>
          <a:xfrm>
            <a:off x="6058814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9-train-output-2-10"/>
          <p:cNvSpPr/>
          <p:nvPr/>
        </p:nvSpPr>
        <p:spPr>
          <a:xfrm>
            <a:off x="6208776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9-train-output-2-11"/>
          <p:cNvSpPr/>
          <p:nvPr/>
        </p:nvSpPr>
        <p:spPr>
          <a:xfrm>
            <a:off x="6358737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9-train-output-2-12"/>
          <p:cNvSpPr/>
          <p:nvPr/>
        </p:nvSpPr>
        <p:spPr>
          <a:xfrm>
            <a:off x="6508699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9-train-output-2-13"/>
          <p:cNvSpPr/>
          <p:nvPr/>
        </p:nvSpPr>
        <p:spPr>
          <a:xfrm>
            <a:off x="6658660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9-train-output-2-14"/>
          <p:cNvSpPr/>
          <p:nvPr/>
        </p:nvSpPr>
        <p:spPr>
          <a:xfrm>
            <a:off x="6808622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9-train-output-2-15"/>
          <p:cNvSpPr/>
          <p:nvPr/>
        </p:nvSpPr>
        <p:spPr>
          <a:xfrm>
            <a:off x="6958583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9-train-output-2-16"/>
          <p:cNvSpPr/>
          <p:nvPr/>
        </p:nvSpPr>
        <p:spPr>
          <a:xfrm>
            <a:off x="7108545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9-train-output-2-17"/>
          <p:cNvSpPr/>
          <p:nvPr/>
        </p:nvSpPr>
        <p:spPr>
          <a:xfrm>
            <a:off x="7258507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9-train-output-2-18"/>
          <p:cNvSpPr/>
          <p:nvPr/>
        </p:nvSpPr>
        <p:spPr>
          <a:xfrm>
            <a:off x="7408468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9-train-output-2-19"/>
          <p:cNvSpPr/>
          <p:nvPr/>
        </p:nvSpPr>
        <p:spPr>
          <a:xfrm>
            <a:off x="7558430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9-train-output-2-20"/>
          <p:cNvSpPr/>
          <p:nvPr/>
        </p:nvSpPr>
        <p:spPr>
          <a:xfrm>
            <a:off x="7708392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9-train-output-2-21"/>
          <p:cNvSpPr/>
          <p:nvPr/>
        </p:nvSpPr>
        <p:spPr>
          <a:xfrm>
            <a:off x="7858353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9-train-output-2-22"/>
          <p:cNvSpPr/>
          <p:nvPr/>
        </p:nvSpPr>
        <p:spPr>
          <a:xfrm>
            <a:off x="8008315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9-train-output-2-23"/>
          <p:cNvSpPr/>
          <p:nvPr/>
        </p:nvSpPr>
        <p:spPr>
          <a:xfrm>
            <a:off x="8158276" y="2701137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9-train-output-2-24"/>
          <p:cNvSpPr/>
          <p:nvPr/>
        </p:nvSpPr>
        <p:spPr>
          <a:xfrm>
            <a:off x="8308238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9-train-output-3-0"/>
          <p:cNvSpPr/>
          <p:nvPr/>
        </p:nvSpPr>
        <p:spPr>
          <a:xfrm>
            <a:off x="4709160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9-train-output-3-1"/>
          <p:cNvSpPr/>
          <p:nvPr/>
        </p:nvSpPr>
        <p:spPr>
          <a:xfrm>
            <a:off x="4859121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9-train-output-3-2"/>
          <p:cNvSpPr/>
          <p:nvPr/>
        </p:nvSpPr>
        <p:spPr>
          <a:xfrm>
            <a:off x="5009083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9-train-output-3-3"/>
          <p:cNvSpPr/>
          <p:nvPr/>
        </p:nvSpPr>
        <p:spPr>
          <a:xfrm>
            <a:off x="5159044" y="2851099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9-train-output-3-4"/>
          <p:cNvSpPr/>
          <p:nvPr/>
        </p:nvSpPr>
        <p:spPr>
          <a:xfrm>
            <a:off x="5309006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9-train-output-3-5"/>
          <p:cNvSpPr/>
          <p:nvPr/>
        </p:nvSpPr>
        <p:spPr>
          <a:xfrm>
            <a:off x="5458968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9-train-output-3-6"/>
          <p:cNvSpPr/>
          <p:nvPr/>
        </p:nvSpPr>
        <p:spPr>
          <a:xfrm>
            <a:off x="5608929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9-train-output-3-7"/>
          <p:cNvSpPr/>
          <p:nvPr/>
        </p:nvSpPr>
        <p:spPr>
          <a:xfrm>
            <a:off x="5758891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9-train-output-3-8"/>
          <p:cNvSpPr/>
          <p:nvPr/>
        </p:nvSpPr>
        <p:spPr>
          <a:xfrm>
            <a:off x="5908852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9-train-output-3-9"/>
          <p:cNvSpPr/>
          <p:nvPr/>
        </p:nvSpPr>
        <p:spPr>
          <a:xfrm>
            <a:off x="6058814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9-train-output-3-10"/>
          <p:cNvSpPr/>
          <p:nvPr/>
        </p:nvSpPr>
        <p:spPr>
          <a:xfrm>
            <a:off x="6208776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9-train-output-3-11"/>
          <p:cNvSpPr/>
          <p:nvPr/>
        </p:nvSpPr>
        <p:spPr>
          <a:xfrm>
            <a:off x="6358737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9-train-output-3-12"/>
          <p:cNvSpPr/>
          <p:nvPr/>
        </p:nvSpPr>
        <p:spPr>
          <a:xfrm>
            <a:off x="6508699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9-train-output-3-13"/>
          <p:cNvSpPr/>
          <p:nvPr/>
        </p:nvSpPr>
        <p:spPr>
          <a:xfrm>
            <a:off x="6658660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9-train-output-3-14"/>
          <p:cNvSpPr/>
          <p:nvPr/>
        </p:nvSpPr>
        <p:spPr>
          <a:xfrm>
            <a:off x="6808622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9-train-output-3-15"/>
          <p:cNvSpPr/>
          <p:nvPr/>
        </p:nvSpPr>
        <p:spPr>
          <a:xfrm>
            <a:off x="6958583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9-train-output-3-16"/>
          <p:cNvSpPr/>
          <p:nvPr/>
        </p:nvSpPr>
        <p:spPr>
          <a:xfrm>
            <a:off x="7108545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9-train-output-3-17"/>
          <p:cNvSpPr/>
          <p:nvPr/>
        </p:nvSpPr>
        <p:spPr>
          <a:xfrm>
            <a:off x="7258507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9-train-output-3-18"/>
          <p:cNvSpPr/>
          <p:nvPr/>
        </p:nvSpPr>
        <p:spPr>
          <a:xfrm>
            <a:off x="7408468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9-train-output-3-19"/>
          <p:cNvSpPr/>
          <p:nvPr/>
        </p:nvSpPr>
        <p:spPr>
          <a:xfrm>
            <a:off x="7558430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9-train-output-3-20"/>
          <p:cNvSpPr/>
          <p:nvPr/>
        </p:nvSpPr>
        <p:spPr>
          <a:xfrm>
            <a:off x="7708392" y="2851099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9-train-output-3-21"/>
          <p:cNvSpPr/>
          <p:nvPr/>
        </p:nvSpPr>
        <p:spPr>
          <a:xfrm>
            <a:off x="7858353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9-train-output-3-22"/>
          <p:cNvSpPr/>
          <p:nvPr/>
        </p:nvSpPr>
        <p:spPr>
          <a:xfrm>
            <a:off x="8008315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9-train-output-3-23"/>
          <p:cNvSpPr/>
          <p:nvPr/>
        </p:nvSpPr>
        <p:spPr>
          <a:xfrm>
            <a:off x="8158276" y="2851099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9-train-output-3-24"/>
          <p:cNvSpPr/>
          <p:nvPr/>
        </p:nvSpPr>
        <p:spPr>
          <a:xfrm>
            <a:off x="8308238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9-train-output-4-0"/>
          <p:cNvSpPr/>
          <p:nvPr/>
        </p:nvSpPr>
        <p:spPr>
          <a:xfrm>
            <a:off x="4709160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9-train-output-4-1"/>
          <p:cNvSpPr/>
          <p:nvPr/>
        </p:nvSpPr>
        <p:spPr>
          <a:xfrm>
            <a:off x="4859121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9-train-output-4-2"/>
          <p:cNvSpPr/>
          <p:nvPr/>
        </p:nvSpPr>
        <p:spPr>
          <a:xfrm>
            <a:off x="5009083" y="3001060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9-train-output-4-3"/>
          <p:cNvSpPr/>
          <p:nvPr/>
        </p:nvSpPr>
        <p:spPr>
          <a:xfrm>
            <a:off x="5159044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9-train-output-4-4"/>
          <p:cNvSpPr/>
          <p:nvPr/>
        </p:nvSpPr>
        <p:spPr>
          <a:xfrm>
            <a:off x="5309006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9-train-output-4-5"/>
          <p:cNvSpPr/>
          <p:nvPr/>
        </p:nvSpPr>
        <p:spPr>
          <a:xfrm>
            <a:off x="5458968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9-train-output-4-6"/>
          <p:cNvSpPr/>
          <p:nvPr/>
        </p:nvSpPr>
        <p:spPr>
          <a:xfrm>
            <a:off x="5608929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9-train-output-4-7"/>
          <p:cNvSpPr/>
          <p:nvPr/>
        </p:nvSpPr>
        <p:spPr>
          <a:xfrm>
            <a:off x="5758891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9-train-output-4-8"/>
          <p:cNvSpPr/>
          <p:nvPr/>
        </p:nvSpPr>
        <p:spPr>
          <a:xfrm>
            <a:off x="5908852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9-train-output-4-9"/>
          <p:cNvSpPr/>
          <p:nvPr/>
        </p:nvSpPr>
        <p:spPr>
          <a:xfrm>
            <a:off x="6058814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9-train-output-4-10"/>
          <p:cNvSpPr/>
          <p:nvPr/>
        </p:nvSpPr>
        <p:spPr>
          <a:xfrm>
            <a:off x="6208776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9-train-output-4-11"/>
          <p:cNvSpPr/>
          <p:nvPr/>
        </p:nvSpPr>
        <p:spPr>
          <a:xfrm>
            <a:off x="6358737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9-train-output-4-12"/>
          <p:cNvSpPr/>
          <p:nvPr/>
        </p:nvSpPr>
        <p:spPr>
          <a:xfrm>
            <a:off x="6508699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9-train-output-4-13"/>
          <p:cNvSpPr/>
          <p:nvPr/>
        </p:nvSpPr>
        <p:spPr>
          <a:xfrm>
            <a:off x="6658660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9-train-output-4-14"/>
          <p:cNvSpPr/>
          <p:nvPr/>
        </p:nvSpPr>
        <p:spPr>
          <a:xfrm>
            <a:off x="6808622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9-train-output-4-15"/>
          <p:cNvSpPr/>
          <p:nvPr/>
        </p:nvSpPr>
        <p:spPr>
          <a:xfrm>
            <a:off x="6958583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9-train-output-4-16"/>
          <p:cNvSpPr/>
          <p:nvPr/>
        </p:nvSpPr>
        <p:spPr>
          <a:xfrm>
            <a:off x="7108545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9-train-output-4-17"/>
          <p:cNvSpPr/>
          <p:nvPr/>
        </p:nvSpPr>
        <p:spPr>
          <a:xfrm>
            <a:off x="7258507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9-train-output-4-18"/>
          <p:cNvSpPr/>
          <p:nvPr/>
        </p:nvSpPr>
        <p:spPr>
          <a:xfrm>
            <a:off x="7408468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9-train-output-4-19"/>
          <p:cNvSpPr/>
          <p:nvPr/>
        </p:nvSpPr>
        <p:spPr>
          <a:xfrm>
            <a:off x="7558430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9-train-output-4-20"/>
          <p:cNvSpPr/>
          <p:nvPr/>
        </p:nvSpPr>
        <p:spPr>
          <a:xfrm>
            <a:off x="7708392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9-train-output-4-21"/>
          <p:cNvSpPr/>
          <p:nvPr/>
        </p:nvSpPr>
        <p:spPr>
          <a:xfrm>
            <a:off x="7858353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9-train-output-4-22"/>
          <p:cNvSpPr/>
          <p:nvPr/>
        </p:nvSpPr>
        <p:spPr>
          <a:xfrm>
            <a:off x="8008315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9-train-output-4-23"/>
          <p:cNvSpPr/>
          <p:nvPr/>
        </p:nvSpPr>
        <p:spPr>
          <a:xfrm>
            <a:off x="8158276" y="3001060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9-train-output-4-24"/>
          <p:cNvSpPr/>
          <p:nvPr/>
        </p:nvSpPr>
        <p:spPr>
          <a:xfrm>
            <a:off x="8308238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9-train-output-5-0"/>
          <p:cNvSpPr/>
          <p:nvPr/>
        </p:nvSpPr>
        <p:spPr>
          <a:xfrm>
            <a:off x="4709160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9-train-output-5-1"/>
          <p:cNvSpPr/>
          <p:nvPr/>
        </p:nvSpPr>
        <p:spPr>
          <a:xfrm>
            <a:off x="4859121" y="3151022"/>
            <a:ext cx="149961" cy="149961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9-train-output-5-2"/>
          <p:cNvSpPr/>
          <p:nvPr/>
        </p:nvSpPr>
        <p:spPr>
          <a:xfrm>
            <a:off x="5009083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9-train-output-5-3"/>
          <p:cNvSpPr/>
          <p:nvPr/>
        </p:nvSpPr>
        <p:spPr>
          <a:xfrm>
            <a:off x="5159044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9-train-output-5-4"/>
          <p:cNvSpPr/>
          <p:nvPr/>
        </p:nvSpPr>
        <p:spPr>
          <a:xfrm>
            <a:off x="5309006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9-train-output-5-5"/>
          <p:cNvSpPr/>
          <p:nvPr/>
        </p:nvSpPr>
        <p:spPr>
          <a:xfrm>
            <a:off x="5458968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9-train-output-5-6"/>
          <p:cNvSpPr/>
          <p:nvPr/>
        </p:nvSpPr>
        <p:spPr>
          <a:xfrm>
            <a:off x="5608929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9-train-output-5-7"/>
          <p:cNvSpPr/>
          <p:nvPr/>
        </p:nvSpPr>
        <p:spPr>
          <a:xfrm>
            <a:off x="5758891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9-train-output-5-8"/>
          <p:cNvSpPr/>
          <p:nvPr/>
        </p:nvSpPr>
        <p:spPr>
          <a:xfrm>
            <a:off x="5908852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9-train-output-5-9"/>
          <p:cNvSpPr/>
          <p:nvPr/>
        </p:nvSpPr>
        <p:spPr>
          <a:xfrm>
            <a:off x="6058814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9-train-output-5-10"/>
          <p:cNvSpPr/>
          <p:nvPr/>
        </p:nvSpPr>
        <p:spPr>
          <a:xfrm>
            <a:off x="6208776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9-train-output-5-11"/>
          <p:cNvSpPr/>
          <p:nvPr/>
        </p:nvSpPr>
        <p:spPr>
          <a:xfrm>
            <a:off x="6358737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9-train-output-5-12"/>
          <p:cNvSpPr/>
          <p:nvPr/>
        </p:nvSpPr>
        <p:spPr>
          <a:xfrm>
            <a:off x="6508699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9-train-output-5-13"/>
          <p:cNvSpPr/>
          <p:nvPr/>
        </p:nvSpPr>
        <p:spPr>
          <a:xfrm>
            <a:off x="6658660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9-train-output-5-14"/>
          <p:cNvSpPr/>
          <p:nvPr/>
        </p:nvSpPr>
        <p:spPr>
          <a:xfrm>
            <a:off x="6808622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9-train-output-5-15"/>
          <p:cNvSpPr/>
          <p:nvPr/>
        </p:nvSpPr>
        <p:spPr>
          <a:xfrm>
            <a:off x="6958583" y="3151022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9-train-output-5-16"/>
          <p:cNvSpPr/>
          <p:nvPr/>
        </p:nvSpPr>
        <p:spPr>
          <a:xfrm>
            <a:off x="7108545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9-train-output-5-17"/>
          <p:cNvSpPr/>
          <p:nvPr/>
        </p:nvSpPr>
        <p:spPr>
          <a:xfrm>
            <a:off x="7258507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9-train-output-5-18"/>
          <p:cNvSpPr/>
          <p:nvPr/>
        </p:nvSpPr>
        <p:spPr>
          <a:xfrm>
            <a:off x="7408468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9-train-output-5-19"/>
          <p:cNvSpPr/>
          <p:nvPr/>
        </p:nvSpPr>
        <p:spPr>
          <a:xfrm>
            <a:off x="7558430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9-train-output-5-20"/>
          <p:cNvSpPr/>
          <p:nvPr/>
        </p:nvSpPr>
        <p:spPr>
          <a:xfrm>
            <a:off x="7708392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9-train-output-5-21"/>
          <p:cNvSpPr/>
          <p:nvPr/>
        </p:nvSpPr>
        <p:spPr>
          <a:xfrm>
            <a:off x="7858353" y="3151022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9-train-output-5-22"/>
          <p:cNvSpPr/>
          <p:nvPr/>
        </p:nvSpPr>
        <p:spPr>
          <a:xfrm>
            <a:off x="8008315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9-train-output-5-23"/>
          <p:cNvSpPr/>
          <p:nvPr/>
        </p:nvSpPr>
        <p:spPr>
          <a:xfrm>
            <a:off x="8158276" y="3151022"/>
            <a:ext cx="149961" cy="149961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9-train-output-5-24"/>
          <p:cNvSpPr/>
          <p:nvPr/>
        </p:nvSpPr>
        <p:spPr>
          <a:xfrm>
            <a:off x="8308238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9-train-output-6-0"/>
          <p:cNvSpPr/>
          <p:nvPr/>
        </p:nvSpPr>
        <p:spPr>
          <a:xfrm>
            <a:off x="4709160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9-train-output-6-1"/>
          <p:cNvSpPr/>
          <p:nvPr/>
        </p:nvSpPr>
        <p:spPr>
          <a:xfrm>
            <a:off x="4859121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9-train-output-6-2"/>
          <p:cNvSpPr/>
          <p:nvPr/>
        </p:nvSpPr>
        <p:spPr>
          <a:xfrm>
            <a:off x="5009083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9-train-output-6-3"/>
          <p:cNvSpPr/>
          <p:nvPr/>
        </p:nvSpPr>
        <p:spPr>
          <a:xfrm>
            <a:off x="5159044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9-train-output-6-4"/>
          <p:cNvSpPr/>
          <p:nvPr/>
        </p:nvSpPr>
        <p:spPr>
          <a:xfrm>
            <a:off x="5309006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9-train-output-6-5"/>
          <p:cNvSpPr/>
          <p:nvPr/>
        </p:nvSpPr>
        <p:spPr>
          <a:xfrm>
            <a:off x="5458968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9-train-output-6-6"/>
          <p:cNvSpPr/>
          <p:nvPr/>
        </p:nvSpPr>
        <p:spPr>
          <a:xfrm>
            <a:off x="5608929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9-train-output-6-7"/>
          <p:cNvSpPr/>
          <p:nvPr/>
        </p:nvSpPr>
        <p:spPr>
          <a:xfrm>
            <a:off x="5758891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9-train-output-6-8"/>
          <p:cNvSpPr/>
          <p:nvPr/>
        </p:nvSpPr>
        <p:spPr>
          <a:xfrm>
            <a:off x="5908852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9-train-output-6-9"/>
          <p:cNvSpPr/>
          <p:nvPr/>
        </p:nvSpPr>
        <p:spPr>
          <a:xfrm>
            <a:off x="6058814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9-train-output-6-10"/>
          <p:cNvSpPr/>
          <p:nvPr/>
        </p:nvSpPr>
        <p:spPr>
          <a:xfrm>
            <a:off x="6208776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9-train-output-6-11"/>
          <p:cNvSpPr/>
          <p:nvPr/>
        </p:nvSpPr>
        <p:spPr>
          <a:xfrm>
            <a:off x="6358737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9-train-output-6-12"/>
          <p:cNvSpPr/>
          <p:nvPr/>
        </p:nvSpPr>
        <p:spPr>
          <a:xfrm>
            <a:off x="6508699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9-train-output-6-13"/>
          <p:cNvSpPr/>
          <p:nvPr/>
        </p:nvSpPr>
        <p:spPr>
          <a:xfrm>
            <a:off x="6658660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9-train-output-6-14"/>
          <p:cNvSpPr/>
          <p:nvPr/>
        </p:nvSpPr>
        <p:spPr>
          <a:xfrm>
            <a:off x="6808622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9-train-output-6-15"/>
          <p:cNvSpPr/>
          <p:nvPr/>
        </p:nvSpPr>
        <p:spPr>
          <a:xfrm>
            <a:off x="6958583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9-train-output-6-16"/>
          <p:cNvSpPr/>
          <p:nvPr/>
        </p:nvSpPr>
        <p:spPr>
          <a:xfrm>
            <a:off x="7108545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9-train-output-6-17"/>
          <p:cNvSpPr/>
          <p:nvPr/>
        </p:nvSpPr>
        <p:spPr>
          <a:xfrm>
            <a:off x="7258507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9-train-output-6-18"/>
          <p:cNvSpPr/>
          <p:nvPr/>
        </p:nvSpPr>
        <p:spPr>
          <a:xfrm>
            <a:off x="7408468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9-train-output-6-19"/>
          <p:cNvSpPr/>
          <p:nvPr/>
        </p:nvSpPr>
        <p:spPr>
          <a:xfrm>
            <a:off x="7558430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9-train-output-6-20"/>
          <p:cNvSpPr/>
          <p:nvPr/>
        </p:nvSpPr>
        <p:spPr>
          <a:xfrm>
            <a:off x="7708392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9-train-output-6-21"/>
          <p:cNvSpPr/>
          <p:nvPr/>
        </p:nvSpPr>
        <p:spPr>
          <a:xfrm>
            <a:off x="7858353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9-train-output-6-22"/>
          <p:cNvSpPr/>
          <p:nvPr/>
        </p:nvSpPr>
        <p:spPr>
          <a:xfrm>
            <a:off x="8008315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9-train-output-6-23"/>
          <p:cNvSpPr/>
          <p:nvPr/>
        </p:nvSpPr>
        <p:spPr>
          <a:xfrm>
            <a:off x="8158276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9-train-output-6-24"/>
          <p:cNvSpPr/>
          <p:nvPr/>
        </p:nvSpPr>
        <p:spPr>
          <a:xfrm>
            <a:off x="8308238" y="3300984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提示例は全4組、テスト入力は全1個。ここでは各1番目を表示。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7491f3cf.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https://github.com/arcprize/ARC-AGI-2/blob/f3283f7/data/evaluation/7491f3cf.json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追加例7：重ねた模様から見える部分をつくる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9-test-input-0-0"/>
          <p:cNvSpPr/>
          <p:nvPr/>
        </p:nvSpPr>
        <p:spPr>
          <a:xfrm>
            <a:off x="594360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9-test-input-0-1"/>
          <p:cNvSpPr/>
          <p:nvPr/>
        </p:nvSpPr>
        <p:spPr>
          <a:xfrm>
            <a:off x="744321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9-test-input-0-2"/>
          <p:cNvSpPr/>
          <p:nvPr/>
        </p:nvSpPr>
        <p:spPr>
          <a:xfrm>
            <a:off x="894283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9-test-input-0-3"/>
          <p:cNvSpPr/>
          <p:nvPr/>
        </p:nvSpPr>
        <p:spPr>
          <a:xfrm>
            <a:off x="1044244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9-test-input-0-4"/>
          <p:cNvSpPr/>
          <p:nvPr/>
        </p:nvSpPr>
        <p:spPr>
          <a:xfrm>
            <a:off x="1194206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9-test-input-0-5"/>
          <p:cNvSpPr/>
          <p:nvPr/>
        </p:nvSpPr>
        <p:spPr>
          <a:xfrm>
            <a:off x="1344167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9-test-input-0-6"/>
          <p:cNvSpPr/>
          <p:nvPr/>
        </p:nvSpPr>
        <p:spPr>
          <a:xfrm>
            <a:off x="1494129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9-test-input-0-7"/>
          <p:cNvSpPr/>
          <p:nvPr/>
        </p:nvSpPr>
        <p:spPr>
          <a:xfrm>
            <a:off x="1644091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9-test-input-0-8"/>
          <p:cNvSpPr/>
          <p:nvPr/>
        </p:nvSpPr>
        <p:spPr>
          <a:xfrm>
            <a:off x="1794052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9-test-input-0-9"/>
          <p:cNvSpPr/>
          <p:nvPr/>
        </p:nvSpPr>
        <p:spPr>
          <a:xfrm>
            <a:off x="1944014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9-test-input-0-10"/>
          <p:cNvSpPr/>
          <p:nvPr/>
        </p:nvSpPr>
        <p:spPr>
          <a:xfrm>
            <a:off x="2093975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9-test-input-0-11"/>
          <p:cNvSpPr/>
          <p:nvPr/>
        </p:nvSpPr>
        <p:spPr>
          <a:xfrm>
            <a:off x="2243937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9-test-input-0-12"/>
          <p:cNvSpPr/>
          <p:nvPr/>
        </p:nvSpPr>
        <p:spPr>
          <a:xfrm>
            <a:off x="2393899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9-test-input-0-13"/>
          <p:cNvSpPr/>
          <p:nvPr/>
        </p:nvSpPr>
        <p:spPr>
          <a:xfrm>
            <a:off x="2543860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9-test-input-0-14"/>
          <p:cNvSpPr/>
          <p:nvPr/>
        </p:nvSpPr>
        <p:spPr>
          <a:xfrm>
            <a:off x="2693822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9-test-input-0-15"/>
          <p:cNvSpPr/>
          <p:nvPr/>
        </p:nvSpPr>
        <p:spPr>
          <a:xfrm>
            <a:off x="2843783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9-test-input-0-16"/>
          <p:cNvSpPr/>
          <p:nvPr/>
        </p:nvSpPr>
        <p:spPr>
          <a:xfrm>
            <a:off x="2993745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9-test-input-0-17"/>
          <p:cNvSpPr/>
          <p:nvPr/>
        </p:nvSpPr>
        <p:spPr>
          <a:xfrm>
            <a:off x="3143707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9-test-input-0-18"/>
          <p:cNvSpPr/>
          <p:nvPr/>
        </p:nvSpPr>
        <p:spPr>
          <a:xfrm>
            <a:off x="3293668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9-test-input-0-19"/>
          <p:cNvSpPr/>
          <p:nvPr/>
        </p:nvSpPr>
        <p:spPr>
          <a:xfrm>
            <a:off x="3443630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9-test-input-0-20"/>
          <p:cNvSpPr/>
          <p:nvPr/>
        </p:nvSpPr>
        <p:spPr>
          <a:xfrm>
            <a:off x="3593591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9-test-input-0-21"/>
          <p:cNvSpPr/>
          <p:nvPr/>
        </p:nvSpPr>
        <p:spPr>
          <a:xfrm>
            <a:off x="3743553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9-test-input-0-22"/>
          <p:cNvSpPr/>
          <p:nvPr/>
        </p:nvSpPr>
        <p:spPr>
          <a:xfrm>
            <a:off x="3893515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9-test-input-0-23"/>
          <p:cNvSpPr/>
          <p:nvPr/>
        </p:nvSpPr>
        <p:spPr>
          <a:xfrm>
            <a:off x="4043476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9-test-input-0-24"/>
          <p:cNvSpPr/>
          <p:nvPr/>
        </p:nvSpPr>
        <p:spPr>
          <a:xfrm>
            <a:off x="4193438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9-test-input-1-0"/>
          <p:cNvSpPr/>
          <p:nvPr/>
        </p:nvSpPr>
        <p:spPr>
          <a:xfrm>
            <a:off x="594360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9-test-input-1-1"/>
          <p:cNvSpPr/>
          <p:nvPr/>
        </p:nvSpPr>
        <p:spPr>
          <a:xfrm>
            <a:off x="744321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9-test-input-1-2"/>
          <p:cNvSpPr/>
          <p:nvPr/>
        </p:nvSpPr>
        <p:spPr>
          <a:xfrm>
            <a:off x="894283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9-test-input-1-3"/>
          <p:cNvSpPr/>
          <p:nvPr/>
        </p:nvSpPr>
        <p:spPr>
          <a:xfrm>
            <a:off x="1044244" y="2551176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9-test-input-1-4"/>
          <p:cNvSpPr/>
          <p:nvPr/>
        </p:nvSpPr>
        <p:spPr>
          <a:xfrm>
            <a:off x="1194206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9-test-input-1-5"/>
          <p:cNvSpPr/>
          <p:nvPr/>
        </p:nvSpPr>
        <p:spPr>
          <a:xfrm>
            <a:off x="1344167" y="2551176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9-test-input-1-6"/>
          <p:cNvSpPr/>
          <p:nvPr/>
        </p:nvSpPr>
        <p:spPr>
          <a:xfrm>
            <a:off x="1494129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9-test-input-1-7"/>
          <p:cNvSpPr/>
          <p:nvPr/>
        </p:nvSpPr>
        <p:spPr>
          <a:xfrm>
            <a:off x="1644091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9-test-input-1-8"/>
          <p:cNvSpPr/>
          <p:nvPr/>
        </p:nvSpPr>
        <p:spPr>
          <a:xfrm>
            <a:off x="1794052" y="2551176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9-test-input-1-9"/>
          <p:cNvSpPr/>
          <p:nvPr/>
        </p:nvSpPr>
        <p:spPr>
          <a:xfrm>
            <a:off x="1944014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9-test-input-1-10"/>
          <p:cNvSpPr/>
          <p:nvPr/>
        </p:nvSpPr>
        <p:spPr>
          <a:xfrm>
            <a:off x="2093975" y="2551176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9-test-input-1-11"/>
          <p:cNvSpPr/>
          <p:nvPr/>
        </p:nvSpPr>
        <p:spPr>
          <a:xfrm>
            <a:off x="2243937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9-test-input-1-12"/>
          <p:cNvSpPr/>
          <p:nvPr/>
        </p:nvSpPr>
        <p:spPr>
          <a:xfrm>
            <a:off x="2393899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9-test-input-1-13"/>
          <p:cNvSpPr/>
          <p:nvPr/>
        </p:nvSpPr>
        <p:spPr>
          <a:xfrm>
            <a:off x="2543860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9-test-input-1-14"/>
          <p:cNvSpPr/>
          <p:nvPr/>
        </p:nvSpPr>
        <p:spPr>
          <a:xfrm>
            <a:off x="2693822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9-test-input-1-15"/>
          <p:cNvSpPr/>
          <p:nvPr/>
        </p:nvSpPr>
        <p:spPr>
          <a:xfrm>
            <a:off x="2843783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9-test-input-1-16"/>
          <p:cNvSpPr/>
          <p:nvPr/>
        </p:nvSpPr>
        <p:spPr>
          <a:xfrm>
            <a:off x="2993745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9-test-input-1-17"/>
          <p:cNvSpPr/>
          <p:nvPr/>
        </p:nvSpPr>
        <p:spPr>
          <a:xfrm>
            <a:off x="3143707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9-test-input-1-18"/>
          <p:cNvSpPr/>
          <p:nvPr/>
        </p:nvSpPr>
        <p:spPr>
          <a:xfrm>
            <a:off x="3293668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9-test-input-1-19"/>
          <p:cNvSpPr/>
          <p:nvPr/>
        </p:nvSpPr>
        <p:spPr>
          <a:xfrm>
            <a:off x="3443630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9-test-input-1-20"/>
          <p:cNvSpPr/>
          <p:nvPr/>
        </p:nvSpPr>
        <p:spPr>
          <a:xfrm>
            <a:off x="3593591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9-test-input-1-21"/>
          <p:cNvSpPr/>
          <p:nvPr/>
        </p:nvSpPr>
        <p:spPr>
          <a:xfrm>
            <a:off x="3743553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9-test-input-1-22"/>
          <p:cNvSpPr/>
          <p:nvPr/>
        </p:nvSpPr>
        <p:spPr>
          <a:xfrm>
            <a:off x="3893515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9-test-input-1-23"/>
          <p:cNvSpPr/>
          <p:nvPr/>
        </p:nvSpPr>
        <p:spPr>
          <a:xfrm>
            <a:off x="4043476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9-test-input-1-24"/>
          <p:cNvSpPr/>
          <p:nvPr/>
        </p:nvSpPr>
        <p:spPr>
          <a:xfrm>
            <a:off x="4193438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9-test-input-2-0"/>
          <p:cNvSpPr/>
          <p:nvPr/>
        </p:nvSpPr>
        <p:spPr>
          <a:xfrm>
            <a:off x="594360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9-test-input-2-1"/>
          <p:cNvSpPr/>
          <p:nvPr/>
        </p:nvSpPr>
        <p:spPr>
          <a:xfrm>
            <a:off x="744321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9-test-input-2-2"/>
          <p:cNvSpPr/>
          <p:nvPr/>
        </p:nvSpPr>
        <p:spPr>
          <a:xfrm>
            <a:off x="894283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9-test-input-2-3"/>
          <p:cNvSpPr/>
          <p:nvPr/>
        </p:nvSpPr>
        <p:spPr>
          <a:xfrm>
            <a:off x="1044244" y="2701137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9-test-input-2-4"/>
          <p:cNvSpPr/>
          <p:nvPr/>
        </p:nvSpPr>
        <p:spPr>
          <a:xfrm>
            <a:off x="1194206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9-test-input-2-5"/>
          <p:cNvSpPr/>
          <p:nvPr/>
        </p:nvSpPr>
        <p:spPr>
          <a:xfrm>
            <a:off x="1344167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9-test-input-2-6"/>
          <p:cNvSpPr/>
          <p:nvPr/>
        </p:nvSpPr>
        <p:spPr>
          <a:xfrm>
            <a:off x="1494129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9-test-input-2-7"/>
          <p:cNvSpPr/>
          <p:nvPr/>
        </p:nvSpPr>
        <p:spPr>
          <a:xfrm>
            <a:off x="1644091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9-test-input-2-8"/>
          <p:cNvSpPr/>
          <p:nvPr/>
        </p:nvSpPr>
        <p:spPr>
          <a:xfrm>
            <a:off x="1794052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9-test-input-2-9"/>
          <p:cNvSpPr/>
          <p:nvPr/>
        </p:nvSpPr>
        <p:spPr>
          <a:xfrm>
            <a:off x="1944014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9-test-input-2-10"/>
          <p:cNvSpPr/>
          <p:nvPr/>
        </p:nvSpPr>
        <p:spPr>
          <a:xfrm>
            <a:off x="2093975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9-test-input-2-11"/>
          <p:cNvSpPr/>
          <p:nvPr/>
        </p:nvSpPr>
        <p:spPr>
          <a:xfrm>
            <a:off x="2243937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9-test-input-2-12"/>
          <p:cNvSpPr/>
          <p:nvPr/>
        </p:nvSpPr>
        <p:spPr>
          <a:xfrm>
            <a:off x="2393899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9-test-input-2-13"/>
          <p:cNvSpPr/>
          <p:nvPr/>
        </p:nvSpPr>
        <p:spPr>
          <a:xfrm>
            <a:off x="2543860" y="2701137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9-test-input-2-14"/>
          <p:cNvSpPr/>
          <p:nvPr/>
        </p:nvSpPr>
        <p:spPr>
          <a:xfrm>
            <a:off x="2693822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9-test-input-2-15"/>
          <p:cNvSpPr/>
          <p:nvPr/>
        </p:nvSpPr>
        <p:spPr>
          <a:xfrm>
            <a:off x="2843783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9-test-input-2-16"/>
          <p:cNvSpPr/>
          <p:nvPr/>
        </p:nvSpPr>
        <p:spPr>
          <a:xfrm>
            <a:off x="2993745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9-test-input-2-17"/>
          <p:cNvSpPr/>
          <p:nvPr/>
        </p:nvSpPr>
        <p:spPr>
          <a:xfrm>
            <a:off x="3143707" y="2701137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9-test-input-2-18"/>
          <p:cNvSpPr/>
          <p:nvPr/>
        </p:nvSpPr>
        <p:spPr>
          <a:xfrm>
            <a:off x="3293668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9-test-input-2-19"/>
          <p:cNvSpPr/>
          <p:nvPr/>
        </p:nvSpPr>
        <p:spPr>
          <a:xfrm>
            <a:off x="3443630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9-test-input-2-20"/>
          <p:cNvSpPr/>
          <p:nvPr/>
        </p:nvSpPr>
        <p:spPr>
          <a:xfrm>
            <a:off x="3593591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9-test-input-2-21"/>
          <p:cNvSpPr/>
          <p:nvPr/>
        </p:nvSpPr>
        <p:spPr>
          <a:xfrm>
            <a:off x="3743553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9-test-input-2-22"/>
          <p:cNvSpPr/>
          <p:nvPr/>
        </p:nvSpPr>
        <p:spPr>
          <a:xfrm>
            <a:off x="3893515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9-test-input-2-23"/>
          <p:cNvSpPr/>
          <p:nvPr/>
        </p:nvSpPr>
        <p:spPr>
          <a:xfrm>
            <a:off x="4043476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9-test-input-2-24"/>
          <p:cNvSpPr/>
          <p:nvPr/>
        </p:nvSpPr>
        <p:spPr>
          <a:xfrm>
            <a:off x="4193438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9-test-input-3-0"/>
          <p:cNvSpPr/>
          <p:nvPr/>
        </p:nvSpPr>
        <p:spPr>
          <a:xfrm>
            <a:off x="594360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9-test-input-3-1"/>
          <p:cNvSpPr/>
          <p:nvPr/>
        </p:nvSpPr>
        <p:spPr>
          <a:xfrm>
            <a:off x="744321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9-test-input-3-2"/>
          <p:cNvSpPr/>
          <p:nvPr/>
        </p:nvSpPr>
        <p:spPr>
          <a:xfrm>
            <a:off x="894283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9-test-input-3-3"/>
          <p:cNvSpPr/>
          <p:nvPr/>
        </p:nvSpPr>
        <p:spPr>
          <a:xfrm>
            <a:off x="1044244" y="2851099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9-test-input-3-4"/>
          <p:cNvSpPr/>
          <p:nvPr/>
        </p:nvSpPr>
        <p:spPr>
          <a:xfrm>
            <a:off x="1194206" y="2851099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9-test-input-3-5"/>
          <p:cNvSpPr/>
          <p:nvPr/>
        </p:nvSpPr>
        <p:spPr>
          <a:xfrm>
            <a:off x="1344167" y="2851099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9-test-input-3-6"/>
          <p:cNvSpPr/>
          <p:nvPr/>
        </p:nvSpPr>
        <p:spPr>
          <a:xfrm>
            <a:off x="1494129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9-test-input-3-7"/>
          <p:cNvSpPr/>
          <p:nvPr/>
        </p:nvSpPr>
        <p:spPr>
          <a:xfrm>
            <a:off x="1644091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9-test-input-3-8"/>
          <p:cNvSpPr/>
          <p:nvPr/>
        </p:nvSpPr>
        <p:spPr>
          <a:xfrm>
            <a:off x="1794052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9-test-input-3-9"/>
          <p:cNvSpPr/>
          <p:nvPr/>
        </p:nvSpPr>
        <p:spPr>
          <a:xfrm>
            <a:off x="1944014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9-test-input-3-10"/>
          <p:cNvSpPr/>
          <p:nvPr/>
        </p:nvSpPr>
        <p:spPr>
          <a:xfrm>
            <a:off x="2093975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9-test-input-3-11"/>
          <p:cNvSpPr/>
          <p:nvPr/>
        </p:nvSpPr>
        <p:spPr>
          <a:xfrm>
            <a:off x="2243937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9-test-input-3-12"/>
          <p:cNvSpPr/>
          <p:nvPr/>
        </p:nvSpPr>
        <p:spPr>
          <a:xfrm>
            <a:off x="2393899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9-test-input-3-13"/>
          <p:cNvSpPr/>
          <p:nvPr/>
        </p:nvSpPr>
        <p:spPr>
          <a:xfrm>
            <a:off x="2543860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9-test-input-3-14"/>
          <p:cNvSpPr/>
          <p:nvPr/>
        </p:nvSpPr>
        <p:spPr>
          <a:xfrm>
            <a:off x="2693822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9-test-input-3-15"/>
          <p:cNvSpPr/>
          <p:nvPr/>
        </p:nvSpPr>
        <p:spPr>
          <a:xfrm>
            <a:off x="2843783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9-test-input-3-16"/>
          <p:cNvSpPr/>
          <p:nvPr/>
        </p:nvSpPr>
        <p:spPr>
          <a:xfrm>
            <a:off x="2993745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9-test-input-3-17"/>
          <p:cNvSpPr/>
          <p:nvPr/>
        </p:nvSpPr>
        <p:spPr>
          <a:xfrm>
            <a:off x="3143707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9-test-input-3-18"/>
          <p:cNvSpPr/>
          <p:nvPr/>
        </p:nvSpPr>
        <p:spPr>
          <a:xfrm>
            <a:off x="3293668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9-test-input-3-19"/>
          <p:cNvSpPr/>
          <p:nvPr/>
        </p:nvSpPr>
        <p:spPr>
          <a:xfrm>
            <a:off x="3443630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9-test-input-3-20"/>
          <p:cNvSpPr/>
          <p:nvPr/>
        </p:nvSpPr>
        <p:spPr>
          <a:xfrm>
            <a:off x="3593591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9-test-input-3-21"/>
          <p:cNvSpPr/>
          <p:nvPr/>
        </p:nvSpPr>
        <p:spPr>
          <a:xfrm>
            <a:off x="3743553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9-test-input-3-22"/>
          <p:cNvSpPr/>
          <p:nvPr/>
        </p:nvSpPr>
        <p:spPr>
          <a:xfrm>
            <a:off x="3893515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9-test-input-3-23"/>
          <p:cNvSpPr/>
          <p:nvPr/>
        </p:nvSpPr>
        <p:spPr>
          <a:xfrm>
            <a:off x="4043476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9-test-input-3-24"/>
          <p:cNvSpPr/>
          <p:nvPr/>
        </p:nvSpPr>
        <p:spPr>
          <a:xfrm>
            <a:off x="4193438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9-test-input-4-0"/>
          <p:cNvSpPr/>
          <p:nvPr/>
        </p:nvSpPr>
        <p:spPr>
          <a:xfrm>
            <a:off x="594360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9-test-input-4-1"/>
          <p:cNvSpPr/>
          <p:nvPr/>
        </p:nvSpPr>
        <p:spPr>
          <a:xfrm>
            <a:off x="744321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9-test-input-4-2"/>
          <p:cNvSpPr/>
          <p:nvPr/>
        </p:nvSpPr>
        <p:spPr>
          <a:xfrm>
            <a:off x="894283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9-test-input-4-3"/>
          <p:cNvSpPr/>
          <p:nvPr/>
        </p:nvSpPr>
        <p:spPr>
          <a:xfrm>
            <a:off x="1044244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9-test-input-4-4"/>
          <p:cNvSpPr/>
          <p:nvPr/>
        </p:nvSpPr>
        <p:spPr>
          <a:xfrm>
            <a:off x="1194206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9-test-input-4-5"/>
          <p:cNvSpPr/>
          <p:nvPr/>
        </p:nvSpPr>
        <p:spPr>
          <a:xfrm>
            <a:off x="1344167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9-test-input-4-6"/>
          <p:cNvSpPr/>
          <p:nvPr/>
        </p:nvSpPr>
        <p:spPr>
          <a:xfrm>
            <a:off x="1494129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9-test-input-4-7"/>
          <p:cNvSpPr/>
          <p:nvPr/>
        </p:nvSpPr>
        <p:spPr>
          <a:xfrm>
            <a:off x="1644091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9-test-input-4-8"/>
          <p:cNvSpPr/>
          <p:nvPr/>
        </p:nvSpPr>
        <p:spPr>
          <a:xfrm>
            <a:off x="1794052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9-test-input-4-9"/>
          <p:cNvSpPr/>
          <p:nvPr/>
        </p:nvSpPr>
        <p:spPr>
          <a:xfrm>
            <a:off x="1944014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9-test-input-4-10"/>
          <p:cNvSpPr/>
          <p:nvPr/>
        </p:nvSpPr>
        <p:spPr>
          <a:xfrm>
            <a:off x="2093975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9-test-input-4-11"/>
          <p:cNvSpPr/>
          <p:nvPr/>
        </p:nvSpPr>
        <p:spPr>
          <a:xfrm>
            <a:off x="2243937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9-test-input-4-12"/>
          <p:cNvSpPr/>
          <p:nvPr/>
        </p:nvSpPr>
        <p:spPr>
          <a:xfrm>
            <a:off x="2393899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9-test-input-4-13"/>
          <p:cNvSpPr/>
          <p:nvPr/>
        </p:nvSpPr>
        <p:spPr>
          <a:xfrm>
            <a:off x="2543860" y="3001060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9-test-input-4-14"/>
          <p:cNvSpPr/>
          <p:nvPr/>
        </p:nvSpPr>
        <p:spPr>
          <a:xfrm>
            <a:off x="2693822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9-test-input-4-15"/>
          <p:cNvSpPr/>
          <p:nvPr/>
        </p:nvSpPr>
        <p:spPr>
          <a:xfrm>
            <a:off x="2843783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9-test-input-4-16"/>
          <p:cNvSpPr/>
          <p:nvPr/>
        </p:nvSpPr>
        <p:spPr>
          <a:xfrm>
            <a:off x="2993745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9-test-input-4-17"/>
          <p:cNvSpPr/>
          <p:nvPr/>
        </p:nvSpPr>
        <p:spPr>
          <a:xfrm>
            <a:off x="3143707" y="3001060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9-test-input-4-18"/>
          <p:cNvSpPr/>
          <p:nvPr/>
        </p:nvSpPr>
        <p:spPr>
          <a:xfrm>
            <a:off x="3293668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9-test-input-4-19"/>
          <p:cNvSpPr/>
          <p:nvPr/>
        </p:nvSpPr>
        <p:spPr>
          <a:xfrm>
            <a:off x="3443630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9-test-input-4-20"/>
          <p:cNvSpPr/>
          <p:nvPr/>
        </p:nvSpPr>
        <p:spPr>
          <a:xfrm>
            <a:off x="3593591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9-test-input-4-21"/>
          <p:cNvSpPr/>
          <p:nvPr/>
        </p:nvSpPr>
        <p:spPr>
          <a:xfrm>
            <a:off x="3743553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9-test-input-4-22"/>
          <p:cNvSpPr/>
          <p:nvPr/>
        </p:nvSpPr>
        <p:spPr>
          <a:xfrm>
            <a:off x="3893515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9-test-input-4-23"/>
          <p:cNvSpPr/>
          <p:nvPr/>
        </p:nvSpPr>
        <p:spPr>
          <a:xfrm>
            <a:off x="4043476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9-test-input-4-24"/>
          <p:cNvSpPr/>
          <p:nvPr/>
        </p:nvSpPr>
        <p:spPr>
          <a:xfrm>
            <a:off x="4193438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9-test-input-5-0"/>
          <p:cNvSpPr/>
          <p:nvPr/>
        </p:nvSpPr>
        <p:spPr>
          <a:xfrm>
            <a:off x="594360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9-test-input-5-1"/>
          <p:cNvSpPr/>
          <p:nvPr/>
        </p:nvSpPr>
        <p:spPr>
          <a:xfrm>
            <a:off x="744321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9-test-input-5-2"/>
          <p:cNvSpPr/>
          <p:nvPr/>
        </p:nvSpPr>
        <p:spPr>
          <a:xfrm>
            <a:off x="894283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9-test-input-5-3"/>
          <p:cNvSpPr/>
          <p:nvPr/>
        </p:nvSpPr>
        <p:spPr>
          <a:xfrm>
            <a:off x="1044244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9-test-input-5-4"/>
          <p:cNvSpPr/>
          <p:nvPr/>
        </p:nvSpPr>
        <p:spPr>
          <a:xfrm>
            <a:off x="1194206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9-test-input-5-5"/>
          <p:cNvSpPr/>
          <p:nvPr/>
        </p:nvSpPr>
        <p:spPr>
          <a:xfrm>
            <a:off x="1344167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9-test-input-5-6"/>
          <p:cNvSpPr/>
          <p:nvPr/>
        </p:nvSpPr>
        <p:spPr>
          <a:xfrm>
            <a:off x="1494129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9-test-input-5-7"/>
          <p:cNvSpPr/>
          <p:nvPr/>
        </p:nvSpPr>
        <p:spPr>
          <a:xfrm>
            <a:off x="1644091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9-test-input-5-8"/>
          <p:cNvSpPr/>
          <p:nvPr/>
        </p:nvSpPr>
        <p:spPr>
          <a:xfrm>
            <a:off x="1794052" y="3151022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9-test-input-5-9"/>
          <p:cNvSpPr/>
          <p:nvPr/>
        </p:nvSpPr>
        <p:spPr>
          <a:xfrm>
            <a:off x="1944014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9-test-input-5-10"/>
          <p:cNvSpPr/>
          <p:nvPr/>
        </p:nvSpPr>
        <p:spPr>
          <a:xfrm>
            <a:off x="2093975" y="3151022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9-test-input-5-11"/>
          <p:cNvSpPr/>
          <p:nvPr/>
        </p:nvSpPr>
        <p:spPr>
          <a:xfrm>
            <a:off x="2243937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9-test-input-5-12"/>
          <p:cNvSpPr/>
          <p:nvPr/>
        </p:nvSpPr>
        <p:spPr>
          <a:xfrm>
            <a:off x="2393899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9-test-input-5-13"/>
          <p:cNvSpPr/>
          <p:nvPr/>
        </p:nvSpPr>
        <p:spPr>
          <a:xfrm>
            <a:off x="2543860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9-test-input-5-14"/>
          <p:cNvSpPr/>
          <p:nvPr/>
        </p:nvSpPr>
        <p:spPr>
          <a:xfrm>
            <a:off x="2693822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9-test-input-5-15"/>
          <p:cNvSpPr/>
          <p:nvPr/>
        </p:nvSpPr>
        <p:spPr>
          <a:xfrm>
            <a:off x="2843783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9-test-input-5-16"/>
          <p:cNvSpPr/>
          <p:nvPr/>
        </p:nvSpPr>
        <p:spPr>
          <a:xfrm>
            <a:off x="2993745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9-test-input-5-17"/>
          <p:cNvSpPr/>
          <p:nvPr/>
        </p:nvSpPr>
        <p:spPr>
          <a:xfrm>
            <a:off x="3143707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9-test-input-5-18"/>
          <p:cNvSpPr/>
          <p:nvPr/>
        </p:nvSpPr>
        <p:spPr>
          <a:xfrm>
            <a:off x="3293668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9-test-input-5-19"/>
          <p:cNvSpPr/>
          <p:nvPr/>
        </p:nvSpPr>
        <p:spPr>
          <a:xfrm>
            <a:off x="3443630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9-test-input-5-20"/>
          <p:cNvSpPr/>
          <p:nvPr/>
        </p:nvSpPr>
        <p:spPr>
          <a:xfrm>
            <a:off x="3593591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9-test-input-5-21"/>
          <p:cNvSpPr/>
          <p:nvPr/>
        </p:nvSpPr>
        <p:spPr>
          <a:xfrm>
            <a:off x="3743553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9-test-input-5-22"/>
          <p:cNvSpPr/>
          <p:nvPr/>
        </p:nvSpPr>
        <p:spPr>
          <a:xfrm>
            <a:off x="3893515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9-test-input-5-23"/>
          <p:cNvSpPr/>
          <p:nvPr/>
        </p:nvSpPr>
        <p:spPr>
          <a:xfrm>
            <a:off x="4043476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9-test-input-5-24"/>
          <p:cNvSpPr/>
          <p:nvPr/>
        </p:nvSpPr>
        <p:spPr>
          <a:xfrm>
            <a:off x="4193438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9-test-input-6-0"/>
          <p:cNvSpPr/>
          <p:nvPr/>
        </p:nvSpPr>
        <p:spPr>
          <a:xfrm>
            <a:off x="594360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9-test-input-6-1"/>
          <p:cNvSpPr/>
          <p:nvPr/>
        </p:nvSpPr>
        <p:spPr>
          <a:xfrm>
            <a:off x="744321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9-test-input-6-2"/>
          <p:cNvSpPr/>
          <p:nvPr/>
        </p:nvSpPr>
        <p:spPr>
          <a:xfrm>
            <a:off x="894283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9-test-input-6-3"/>
          <p:cNvSpPr/>
          <p:nvPr/>
        </p:nvSpPr>
        <p:spPr>
          <a:xfrm>
            <a:off x="1044244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9-test-input-6-4"/>
          <p:cNvSpPr/>
          <p:nvPr/>
        </p:nvSpPr>
        <p:spPr>
          <a:xfrm>
            <a:off x="1194206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9-test-input-6-5"/>
          <p:cNvSpPr/>
          <p:nvPr/>
        </p:nvSpPr>
        <p:spPr>
          <a:xfrm>
            <a:off x="1344167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9-test-input-6-6"/>
          <p:cNvSpPr/>
          <p:nvPr/>
        </p:nvSpPr>
        <p:spPr>
          <a:xfrm>
            <a:off x="1494129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9-test-input-6-7"/>
          <p:cNvSpPr/>
          <p:nvPr/>
        </p:nvSpPr>
        <p:spPr>
          <a:xfrm>
            <a:off x="1644091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9-test-input-6-8"/>
          <p:cNvSpPr/>
          <p:nvPr/>
        </p:nvSpPr>
        <p:spPr>
          <a:xfrm>
            <a:off x="1794052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9-test-input-6-9"/>
          <p:cNvSpPr/>
          <p:nvPr/>
        </p:nvSpPr>
        <p:spPr>
          <a:xfrm>
            <a:off x="1944014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9-test-input-6-10"/>
          <p:cNvSpPr/>
          <p:nvPr/>
        </p:nvSpPr>
        <p:spPr>
          <a:xfrm>
            <a:off x="2093975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9-test-input-6-11"/>
          <p:cNvSpPr/>
          <p:nvPr/>
        </p:nvSpPr>
        <p:spPr>
          <a:xfrm>
            <a:off x="2243937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9-test-input-6-12"/>
          <p:cNvSpPr/>
          <p:nvPr/>
        </p:nvSpPr>
        <p:spPr>
          <a:xfrm>
            <a:off x="2393899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9-test-input-6-13"/>
          <p:cNvSpPr/>
          <p:nvPr/>
        </p:nvSpPr>
        <p:spPr>
          <a:xfrm>
            <a:off x="2543860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9-test-input-6-14"/>
          <p:cNvSpPr/>
          <p:nvPr/>
        </p:nvSpPr>
        <p:spPr>
          <a:xfrm>
            <a:off x="2693822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9-test-input-6-15"/>
          <p:cNvSpPr/>
          <p:nvPr/>
        </p:nvSpPr>
        <p:spPr>
          <a:xfrm>
            <a:off x="2843783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9-test-input-6-16"/>
          <p:cNvSpPr/>
          <p:nvPr/>
        </p:nvSpPr>
        <p:spPr>
          <a:xfrm>
            <a:off x="2993745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9-test-input-6-17"/>
          <p:cNvSpPr/>
          <p:nvPr/>
        </p:nvSpPr>
        <p:spPr>
          <a:xfrm>
            <a:off x="3143707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9-test-input-6-18"/>
          <p:cNvSpPr/>
          <p:nvPr/>
        </p:nvSpPr>
        <p:spPr>
          <a:xfrm>
            <a:off x="3293668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9-test-input-6-19"/>
          <p:cNvSpPr/>
          <p:nvPr/>
        </p:nvSpPr>
        <p:spPr>
          <a:xfrm>
            <a:off x="3443630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9-test-input-6-20"/>
          <p:cNvSpPr/>
          <p:nvPr/>
        </p:nvSpPr>
        <p:spPr>
          <a:xfrm>
            <a:off x="3593591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9-test-input-6-21"/>
          <p:cNvSpPr/>
          <p:nvPr/>
        </p:nvSpPr>
        <p:spPr>
          <a:xfrm>
            <a:off x="3743553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9-test-input-6-22"/>
          <p:cNvSpPr/>
          <p:nvPr/>
        </p:nvSpPr>
        <p:spPr>
          <a:xfrm>
            <a:off x="3893515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9-test-input-6-23"/>
          <p:cNvSpPr/>
          <p:nvPr/>
        </p:nvSpPr>
        <p:spPr>
          <a:xfrm>
            <a:off x="4043476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9-test-input-6-24"/>
          <p:cNvSpPr/>
          <p:nvPr/>
        </p:nvSpPr>
        <p:spPr>
          <a:xfrm>
            <a:off x="4193438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9-test-output-0-0"/>
          <p:cNvSpPr/>
          <p:nvPr/>
        </p:nvSpPr>
        <p:spPr>
          <a:xfrm>
            <a:off x="4709160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9-test-output-0-1"/>
          <p:cNvSpPr/>
          <p:nvPr/>
        </p:nvSpPr>
        <p:spPr>
          <a:xfrm>
            <a:off x="4859121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9-test-output-0-2"/>
          <p:cNvSpPr/>
          <p:nvPr/>
        </p:nvSpPr>
        <p:spPr>
          <a:xfrm>
            <a:off x="5009083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9-test-output-0-3"/>
          <p:cNvSpPr/>
          <p:nvPr/>
        </p:nvSpPr>
        <p:spPr>
          <a:xfrm>
            <a:off x="5159044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9-test-output-0-4"/>
          <p:cNvSpPr/>
          <p:nvPr/>
        </p:nvSpPr>
        <p:spPr>
          <a:xfrm>
            <a:off x="5309006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9-test-output-0-5"/>
          <p:cNvSpPr/>
          <p:nvPr/>
        </p:nvSpPr>
        <p:spPr>
          <a:xfrm>
            <a:off x="5458968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9-test-output-0-6"/>
          <p:cNvSpPr/>
          <p:nvPr/>
        </p:nvSpPr>
        <p:spPr>
          <a:xfrm>
            <a:off x="5608929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9-test-output-0-7"/>
          <p:cNvSpPr/>
          <p:nvPr/>
        </p:nvSpPr>
        <p:spPr>
          <a:xfrm>
            <a:off x="5758891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9-test-output-0-8"/>
          <p:cNvSpPr/>
          <p:nvPr/>
        </p:nvSpPr>
        <p:spPr>
          <a:xfrm>
            <a:off x="5908852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9-test-output-0-9"/>
          <p:cNvSpPr/>
          <p:nvPr/>
        </p:nvSpPr>
        <p:spPr>
          <a:xfrm>
            <a:off x="6058814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9-test-output-0-10"/>
          <p:cNvSpPr/>
          <p:nvPr/>
        </p:nvSpPr>
        <p:spPr>
          <a:xfrm>
            <a:off x="6208776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9-test-output-0-11"/>
          <p:cNvSpPr/>
          <p:nvPr/>
        </p:nvSpPr>
        <p:spPr>
          <a:xfrm>
            <a:off x="6358737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9-test-output-0-12"/>
          <p:cNvSpPr/>
          <p:nvPr/>
        </p:nvSpPr>
        <p:spPr>
          <a:xfrm>
            <a:off x="6508699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9-test-output-0-13"/>
          <p:cNvSpPr/>
          <p:nvPr/>
        </p:nvSpPr>
        <p:spPr>
          <a:xfrm>
            <a:off x="6658660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9-test-output-0-14"/>
          <p:cNvSpPr/>
          <p:nvPr/>
        </p:nvSpPr>
        <p:spPr>
          <a:xfrm>
            <a:off x="6808622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9-test-output-0-15"/>
          <p:cNvSpPr/>
          <p:nvPr/>
        </p:nvSpPr>
        <p:spPr>
          <a:xfrm>
            <a:off x="6958583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9-test-output-0-16"/>
          <p:cNvSpPr/>
          <p:nvPr/>
        </p:nvSpPr>
        <p:spPr>
          <a:xfrm>
            <a:off x="7108545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9-test-output-0-17"/>
          <p:cNvSpPr/>
          <p:nvPr/>
        </p:nvSpPr>
        <p:spPr>
          <a:xfrm>
            <a:off x="7258507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9-test-output-0-18"/>
          <p:cNvSpPr/>
          <p:nvPr/>
        </p:nvSpPr>
        <p:spPr>
          <a:xfrm>
            <a:off x="7408468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9-test-output-0-19"/>
          <p:cNvSpPr/>
          <p:nvPr/>
        </p:nvSpPr>
        <p:spPr>
          <a:xfrm>
            <a:off x="7558430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9-test-output-0-20"/>
          <p:cNvSpPr/>
          <p:nvPr/>
        </p:nvSpPr>
        <p:spPr>
          <a:xfrm>
            <a:off x="7708392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9-test-output-0-21"/>
          <p:cNvSpPr/>
          <p:nvPr/>
        </p:nvSpPr>
        <p:spPr>
          <a:xfrm>
            <a:off x="7858353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9-test-output-0-22"/>
          <p:cNvSpPr/>
          <p:nvPr/>
        </p:nvSpPr>
        <p:spPr>
          <a:xfrm>
            <a:off x="8008315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9-test-output-0-23"/>
          <p:cNvSpPr/>
          <p:nvPr/>
        </p:nvSpPr>
        <p:spPr>
          <a:xfrm>
            <a:off x="8158276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9-test-output-0-24"/>
          <p:cNvSpPr/>
          <p:nvPr/>
        </p:nvSpPr>
        <p:spPr>
          <a:xfrm>
            <a:off x="8308238" y="240121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9-test-output-1-0"/>
          <p:cNvSpPr/>
          <p:nvPr/>
        </p:nvSpPr>
        <p:spPr>
          <a:xfrm>
            <a:off x="4709160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9-test-output-1-1"/>
          <p:cNvSpPr/>
          <p:nvPr/>
        </p:nvSpPr>
        <p:spPr>
          <a:xfrm>
            <a:off x="4859121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9-test-output-1-2"/>
          <p:cNvSpPr/>
          <p:nvPr/>
        </p:nvSpPr>
        <p:spPr>
          <a:xfrm>
            <a:off x="5009083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9-test-output-1-3"/>
          <p:cNvSpPr/>
          <p:nvPr/>
        </p:nvSpPr>
        <p:spPr>
          <a:xfrm>
            <a:off x="5159044" y="2551176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9-test-output-1-4"/>
          <p:cNvSpPr/>
          <p:nvPr/>
        </p:nvSpPr>
        <p:spPr>
          <a:xfrm>
            <a:off x="5309006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9-test-output-1-5"/>
          <p:cNvSpPr/>
          <p:nvPr/>
        </p:nvSpPr>
        <p:spPr>
          <a:xfrm>
            <a:off x="5458968" y="2551176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9-test-output-1-6"/>
          <p:cNvSpPr/>
          <p:nvPr/>
        </p:nvSpPr>
        <p:spPr>
          <a:xfrm>
            <a:off x="5608929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9-test-output-1-7"/>
          <p:cNvSpPr/>
          <p:nvPr/>
        </p:nvSpPr>
        <p:spPr>
          <a:xfrm>
            <a:off x="5758891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9-test-output-1-8"/>
          <p:cNvSpPr/>
          <p:nvPr/>
        </p:nvSpPr>
        <p:spPr>
          <a:xfrm>
            <a:off x="5908852" y="2551176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9-test-output-1-9"/>
          <p:cNvSpPr/>
          <p:nvPr/>
        </p:nvSpPr>
        <p:spPr>
          <a:xfrm>
            <a:off x="6058814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9-test-output-1-10"/>
          <p:cNvSpPr/>
          <p:nvPr/>
        </p:nvSpPr>
        <p:spPr>
          <a:xfrm>
            <a:off x="6208776" y="2551176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9-test-output-1-11"/>
          <p:cNvSpPr/>
          <p:nvPr/>
        </p:nvSpPr>
        <p:spPr>
          <a:xfrm>
            <a:off x="6358737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9-test-output-1-12"/>
          <p:cNvSpPr/>
          <p:nvPr/>
        </p:nvSpPr>
        <p:spPr>
          <a:xfrm>
            <a:off x="6508699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9-test-output-1-13"/>
          <p:cNvSpPr/>
          <p:nvPr/>
        </p:nvSpPr>
        <p:spPr>
          <a:xfrm>
            <a:off x="6658660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9-test-output-1-14"/>
          <p:cNvSpPr/>
          <p:nvPr/>
        </p:nvSpPr>
        <p:spPr>
          <a:xfrm>
            <a:off x="6808622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9-test-output-1-15"/>
          <p:cNvSpPr/>
          <p:nvPr/>
        </p:nvSpPr>
        <p:spPr>
          <a:xfrm>
            <a:off x="6958583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9-test-output-1-16"/>
          <p:cNvSpPr/>
          <p:nvPr/>
        </p:nvSpPr>
        <p:spPr>
          <a:xfrm>
            <a:off x="7108545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9-test-output-1-17"/>
          <p:cNvSpPr/>
          <p:nvPr/>
        </p:nvSpPr>
        <p:spPr>
          <a:xfrm>
            <a:off x="7258507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9-test-output-1-18"/>
          <p:cNvSpPr/>
          <p:nvPr/>
        </p:nvSpPr>
        <p:spPr>
          <a:xfrm>
            <a:off x="7408468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9-test-output-1-19"/>
          <p:cNvSpPr/>
          <p:nvPr/>
        </p:nvSpPr>
        <p:spPr>
          <a:xfrm>
            <a:off x="7558430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9-test-output-1-20"/>
          <p:cNvSpPr/>
          <p:nvPr/>
        </p:nvSpPr>
        <p:spPr>
          <a:xfrm>
            <a:off x="7708392" y="2551176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9-test-output-1-21"/>
          <p:cNvSpPr/>
          <p:nvPr/>
        </p:nvSpPr>
        <p:spPr>
          <a:xfrm>
            <a:off x="7858353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9-test-output-1-22"/>
          <p:cNvSpPr/>
          <p:nvPr/>
        </p:nvSpPr>
        <p:spPr>
          <a:xfrm>
            <a:off x="8008315" y="2551176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9-test-output-1-23"/>
          <p:cNvSpPr/>
          <p:nvPr/>
        </p:nvSpPr>
        <p:spPr>
          <a:xfrm>
            <a:off x="8158276" y="2551176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9-test-output-1-24"/>
          <p:cNvSpPr/>
          <p:nvPr/>
        </p:nvSpPr>
        <p:spPr>
          <a:xfrm>
            <a:off x="8308238" y="2551176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9-test-output-2-0"/>
          <p:cNvSpPr/>
          <p:nvPr/>
        </p:nvSpPr>
        <p:spPr>
          <a:xfrm>
            <a:off x="4709160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9-test-output-2-1"/>
          <p:cNvSpPr/>
          <p:nvPr/>
        </p:nvSpPr>
        <p:spPr>
          <a:xfrm>
            <a:off x="4859121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9-test-output-2-2"/>
          <p:cNvSpPr/>
          <p:nvPr/>
        </p:nvSpPr>
        <p:spPr>
          <a:xfrm>
            <a:off x="5009083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9-test-output-2-3"/>
          <p:cNvSpPr/>
          <p:nvPr/>
        </p:nvSpPr>
        <p:spPr>
          <a:xfrm>
            <a:off x="5159044" y="2701137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9-test-output-2-4"/>
          <p:cNvSpPr/>
          <p:nvPr/>
        </p:nvSpPr>
        <p:spPr>
          <a:xfrm>
            <a:off x="5309006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9-test-output-2-5"/>
          <p:cNvSpPr/>
          <p:nvPr/>
        </p:nvSpPr>
        <p:spPr>
          <a:xfrm>
            <a:off x="5458968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9-test-output-2-6"/>
          <p:cNvSpPr/>
          <p:nvPr/>
        </p:nvSpPr>
        <p:spPr>
          <a:xfrm>
            <a:off x="5608929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9-test-output-2-7"/>
          <p:cNvSpPr/>
          <p:nvPr/>
        </p:nvSpPr>
        <p:spPr>
          <a:xfrm>
            <a:off x="5758891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9-test-output-2-8"/>
          <p:cNvSpPr/>
          <p:nvPr/>
        </p:nvSpPr>
        <p:spPr>
          <a:xfrm>
            <a:off x="5908852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9-test-output-2-9"/>
          <p:cNvSpPr/>
          <p:nvPr/>
        </p:nvSpPr>
        <p:spPr>
          <a:xfrm>
            <a:off x="6058814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9-test-output-2-10"/>
          <p:cNvSpPr/>
          <p:nvPr/>
        </p:nvSpPr>
        <p:spPr>
          <a:xfrm>
            <a:off x="6208776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9-test-output-2-11"/>
          <p:cNvSpPr/>
          <p:nvPr/>
        </p:nvSpPr>
        <p:spPr>
          <a:xfrm>
            <a:off x="6358737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9-test-output-2-12"/>
          <p:cNvSpPr/>
          <p:nvPr/>
        </p:nvSpPr>
        <p:spPr>
          <a:xfrm>
            <a:off x="6508699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9-test-output-2-13"/>
          <p:cNvSpPr/>
          <p:nvPr/>
        </p:nvSpPr>
        <p:spPr>
          <a:xfrm>
            <a:off x="6658660" y="2701137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9-test-output-2-14"/>
          <p:cNvSpPr/>
          <p:nvPr/>
        </p:nvSpPr>
        <p:spPr>
          <a:xfrm>
            <a:off x="6808622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9-test-output-2-15"/>
          <p:cNvSpPr/>
          <p:nvPr/>
        </p:nvSpPr>
        <p:spPr>
          <a:xfrm>
            <a:off x="6958583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9-test-output-2-16"/>
          <p:cNvSpPr/>
          <p:nvPr/>
        </p:nvSpPr>
        <p:spPr>
          <a:xfrm>
            <a:off x="7108545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9-test-output-2-17"/>
          <p:cNvSpPr/>
          <p:nvPr/>
        </p:nvSpPr>
        <p:spPr>
          <a:xfrm>
            <a:off x="7258507" y="2701137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9-test-output-2-18"/>
          <p:cNvSpPr/>
          <p:nvPr/>
        </p:nvSpPr>
        <p:spPr>
          <a:xfrm>
            <a:off x="7408468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9-test-output-2-19"/>
          <p:cNvSpPr/>
          <p:nvPr/>
        </p:nvSpPr>
        <p:spPr>
          <a:xfrm>
            <a:off x="7558430" y="2701137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9-test-output-2-20"/>
          <p:cNvSpPr/>
          <p:nvPr/>
        </p:nvSpPr>
        <p:spPr>
          <a:xfrm>
            <a:off x="7708392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9-test-output-2-21"/>
          <p:cNvSpPr/>
          <p:nvPr/>
        </p:nvSpPr>
        <p:spPr>
          <a:xfrm>
            <a:off x="7858353" y="2701137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9-test-output-2-22"/>
          <p:cNvSpPr/>
          <p:nvPr/>
        </p:nvSpPr>
        <p:spPr>
          <a:xfrm>
            <a:off x="8008315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9-test-output-2-23"/>
          <p:cNvSpPr/>
          <p:nvPr/>
        </p:nvSpPr>
        <p:spPr>
          <a:xfrm>
            <a:off x="8158276" y="2701137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9-test-output-2-24"/>
          <p:cNvSpPr/>
          <p:nvPr/>
        </p:nvSpPr>
        <p:spPr>
          <a:xfrm>
            <a:off x="8308238" y="2701137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9-test-output-3-0"/>
          <p:cNvSpPr/>
          <p:nvPr/>
        </p:nvSpPr>
        <p:spPr>
          <a:xfrm>
            <a:off x="4709160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9-test-output-3-1"/>
          <p:cNvSpPr/>
          <p:nvPr/>
        </p:nvSpPr>
        <p:spPr>
          <a:xfrm>
            <a:off x="4859121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9-test-output-3-2"/>
          <p:cNvSpPr/>
          <p:nvPr/>
        </p:nvSpPr>
        <p:spPr>
          <a:xfrm>
            <a:off x="5009083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9-test-output-3-3"/>
          <p:cNvSpPr/>
          <p:nvPr/>
        </p:nvSpPr>
        <p:spPr>
          <a:xfrm>
            <a:off x="5159044" y="2851099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9-test-output-3-4"/>
          <p:cNvSpPr/>
          <p:nvPr/>
        </p:nvSpPr>
        <p:spPr>
          <a:xfrm>
            <a:off x="5309006" y="2851099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9-test-output-3-5"/>
          <p:cNvSpPr/>
          <p:nvPr/>
        </p:nvSpPr>
        <p:spPr>
          <a:xfrm>
            <a:off x="5458968" y="2851099"/>
            <a:ext cx="149961" cy="149961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9-test-output-3-6"/>
          <p:cNvSpPr/>
          <p:nvPr/>
        </p:nvSpPr>
        <p:spPr>
          <a:xfrm>
            <a:off x="5608929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9-test-output-3-7"/>
          <p:cNvSpPr/>
          <p:nvPr/>
        </p:nvSpPr>
        <p:spPr>
          <a:xfrm>
            <a:off x="5758891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9-test-output-3-8"/>
          <p:cNvSpPr/>
          <p:nvPr/>
        </p:nvSpPr>
        <p:spPr>
          <a:xfrm>
            <a:off x="5908852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9-test-output-3-9"/>
          <p:cNvSpPr/>
          <p:nvPr/>
        </p:nvSpPr>
        <p:spPr>
          <a:xfrm>
            <a:off x="6058814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9-test-output-3-10"/>
          <p:cNvSpPr/>
          <p:nvPr/>
        </p:nvSpPr>
        <p:spPr>
          <a:xfrm>
            <a:off x="6208776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9-test-output-3-11"/>
          <p:cNvSpPr/>
          <p:nvPr/>
        </p:nvSpPr>
        <p:spPr>
          <a:xfrm>
            <a:off x="6358737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9-test-output-3-12"/>
          <p:cNvSpPr/>
          <p:nvPr/>
        </p:nvSpPr>
        <p:spPr>
          <a:xfrm>
            <a:off x="6508699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9-test-output-3-13"/>
          <p:cNvSpPr/>
          <p:nvPr/>
        </p:nvSpPr>
        <p:spPr>
          <a:xfrm>
            <a:off x="6658660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9-test-output-3-14"/>
          <p:cNvSpPr/>
          <p:nvPr/>
        </p:nvSpPr>
        <p:spPr>
          <a:xfrm>
            <a:off x="6808622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9-test-output-3-15"/>
          <p:cNvSpPr/>
          <p:nvPr/>
        </p:nvSpPr>
        <p:spPr>
          <a:xfrm>
            <a:off x="6958583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9-test-output-3-16"/>
          <p:cNvSpPr/>
          <p:nvPr/>
        </p:nvSpPr>
        <p:spPr>
          <a:xfrm>
            <a:off x="7108545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9-test-output-3-17"/>
          <p:cNvSpPr/>
          <p:nvPr/>
        </p:nvSpPr>
        <p:spPr>
          <a:xfrm>
            <a:off x="7258507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9-test-output-3-18"/>
          <p:cNvSpPr/>
          <p:nvPr/>
        </p:nvSpPr>
        <p:spPr>
          <a:xfrm>
            <a:off x="7408468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9-test-output-3-19"/>
          <p:cNvSpPr/>
          <p:nvPr/>
        </p:nvSpPr>
        <p:spPr>
          <a:xfrm>
            <a:off x="7558430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9-test-output-3-20"/>
          <p:cNvSpPr/>
          <p:nvPr/>
        </p:nvSpPr>
        <p:spPr>
          <a:xfrm>
            <a:off x="7708392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9-test-output-3-21"/>
          <p:cNvSpPr/>
          <p:nvPr/>
        </p:nvSpPr>
        <p:spPr>
          <a:xfrm>
            <a:off x="7858353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9-test-output-3-22"/>
          <p:cNvSpPr/>
          <p:nvPr/>
        </p:nvSpPr>
        <p:spPr>
          <a:xfrm>
            <a:off x="8008315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9-test-output-3-23"/>
          <p:cNvSpPr/>
          <p:nvPr/>
        </p:nvSpPr>
        <p:spPr>
          <a:xfrm>
            <a:off x="8158276" y="2851099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9-test-output-3-24"/>
          <p:cNvSpPr/>
          <p:nvPr/>
        </p:nvSpPr>
        <p:spPr>
          <a:xfrm>
            <a:off x="8308238" y="2851099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9-test-output-4-0"/>
          <p:cNvSpPr/>
          <p:nvPr/>
        </p:nvSpPr>
        <p:spPr>
          <a:xfrm>
            <a:off x="4709160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9-test-output-4-1"/>
          <p:cNvSpPr/>
          <p:nvPr/>
        </p:nvSpPr>
        <p:spPr>
          <a:xfrm>
            <a:off x="4859121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9-test-output-4-2"/>
          <p:cNvSpPr/>
          <p:nvPr/>
        </p:nvSpPr>
        <p:spPr>
          <a:xfrm>
            <a:off x="5009083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9-test-output-4-3"/>
          <p:cNvSpPr/>
          <p:nvPr/>
        </p:nvSpPr>
        <p:spPr>
          <a:xfrm>
            <a:off x="5159044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9-test-output-4-4"/>
          <p:cNvSpPr/>
          <p:nvPr/>
        </p:nvSpPr>
        <p:spPr>
          <a:xfrm>
            <a:off x="5309006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9-test-output-4-5"/>
          <p:cNvSpPr/>
          <p:nvPr/>
        </p:nvSpPr>
        <p:spPr>
          <a:xfrm>
            <a:off x="5458968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9-test-output-4-6"/>
          <p:cNvSpPr/>
          <p:nvPr/>
        </p:nvSpPr>
        <p:spPr>
          <a:xfrm>
            <a:off x="5608929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9-test-output-4-7"/>
          <p:cNvSpPr/>
          <p:nvPr/>
        </p:nvSpPr>
        <p:spPr>
          <a:xfrm>
            <a:off x="5758891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9-test-output-4-8"/>
          <p:cNvSpPr/>
          <p:nvPr/>
        </p:nvSpPr>
        <p:spPr>
          <a:xfrm>
            <a:off x="5908852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9-test-output-4-9"/>
          <p:cNvSpPr/>
          <p:nvPr/>
        </p:nvSpPr>
        <p:spPr>
          <a:xfrm>
            <a:off x="6058814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9-test-output-4-10"/>
          <p:cNvSpPr/>
          <p:nvPr/>
        </p:nvSpPr>
        <p:spPr>
          <a:xfrm>
            <a:off x="6208776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9-test-output-4-11"/>
          <p:cNvSpPr/>
          <p:nvPr/>
        </p:nvSpPr>
        <p:spPr>
          <a:xfrm>
            <a:off x="6358737" y="3001060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9-test-output-4-12"/>
          <p:cNvSpPr/>
          <p:nvPr/>
        </p:nvSpPr>
        <p:spPr>
          <a:xfrm>
            <a:off x="6508699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9-test-output-4-13"/>
          <p:cNvSpPr/>
          <p:nvPr/>
        </p:nvSpPr>
        <p:spPr>
          <a:xfrm>
            <a:off x="6658660" y="3001060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9-test-output-4-14"/>
          <p:cNvSpPr/>
          <p:nvPr/>
        </p:nvSpPr>
        <p:spPr>
          <a:xfrm>
            <a:off x="6808622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9-test-output-4-15"/>
          <p:cNvSpPr/>
          <p:nvPr/>
        </p:nvSpPr>
        <p:spPr>
          <a:xfrm>
            <a:off x="6958583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9-test-output-4-16"/>
          <p:cNvSpPr/>
          <p:nvPr/>
        </p:nvSpPr>
        <p:spPr>
          <a:xfrm>
            <a:off x="7108545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9-test-output-4-17"/>
          <p:cNvSpPr/>
          <p:nvPr/>
        </p:nvSpPr>
        <p:spPr>
          <a:xfrm>
            <a:off x="7258507" y="3001060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9-test-output-4-18"/>
          <p:cNvSpPr/>
          <p:nvPr/>
        </p:nvSpPr>
        <p:spPr>
          <a:xfrm>
            <a:off x="7408468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9-test-output-4-19"/>
          <p:cNvSpPr/>
          <p:nvPr/>
        </p:nvSpPr>
        <p:spPr>
          <a:xfrm>
            <a:off x="7558430" y="3001060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9-test-output-4-20"/>
          <p:cNvSpPr/>
          <p:nvPr/>
        </p:nvSpPr>
        <p:spPr>
          <a:xfrm>
            <a:off x="7708392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9-test-output-4-21"/>
          <p:cNvSpPr/>
          <p:nvPr/>
        </p:nvSpPr>
        <p:spPr>
          <a:xfrm>
            <a:off x="7858353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9-test-output-4-22"/>
          <p:cNvSpPr/>
          <p:nvPr/>
        </p:nvSpPr>
        <p:spPr>
          <a:xfrm>
            <a:off x="8008315" y="3001060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9-test-output-4-23"/>
          <p:cNvSpPr/>
          <p:nvPr/>
        </p:nvSpPr>
        <p:spPr>
          <a:xfrm>
            <a:off x="8158276" y="3001060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9-test-output-4-24"/>
          <p:cNvSpPr/>
          <p:nvPr/>
        </p:nvSpPr>
        <p:spPr>
          <a:xfrm>
            <a:off x="8308238" y="3001060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9-test-output-5-0"/>
          <p:cNvSpPr/>
          <p:nvPr/>
        </p:nvSpPr>
        <p:spPr>
          <a:xfrm>
            <a:off x="4709160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9-test-output-5-1"/>
          <p:cNvSpPr/>
          <p:nvPr/>
        </p:nvSpPr>
        <p:spPr>
          <a:xfrm>
            <a:off x="4859121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9-test-output-5-2"/>
          <p:cNvSpPr/>
          <p:nvPr/>
        </p:nvSpPr>
        <p:spPr>
          <a:xfrm>
            <a:off x="5009083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9-test-output-5-3"/>
          <p:cNvSpPr/>
          <p:nvPr/>
        </p:nvSpPr>
        <p:spPr>
          <a:xfrm>
            <a:off x="5159044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9-test-output-5-4"/>
          <p:cNvSpPr/>
          <p:nvPr/>
        </p:nvSpPr>
        <p:spPr>
          <a:xfrm>
            <a:off x="5309006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9-test-output-5-5"/>
          <p:cNvSpPr/>
          <p:nvPr/>
        </p:nvSpPr>
        <p:spPr>
          <a:xfrm>
            <a:off x="5458968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9-test-output-5-6"/>
          <p:cNvSpPr/>
          <p:nvPr/>
        </p:nvSpPr>
        <p:spPr>
          <a:xfrm>
            <a:off x="5608929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9-test-output-5-7"/>
          <p:cNvSpPr/>
          <p:nvPr/>
        </p:nvSpPr>
        <p:spPr>
          <a:xfrm>
            <a:off x="5758891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9-test-output-5-8"/>
          <p:cNvSpPr/>
          <p:nvPr/>
        </p:nvSpPr>
        <p:spPr>
          <a:xfrm>
            <a:off x="5908852" y="3151022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9-test-output-5-9"/>
          <p:cNvSpPr/>
          <p:nvPr/>
        </p:nvSpPr>
        <p:spPr>
          <a:xfrm>
            <a:off x="6058814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9-test-output-5-10"/>
          <p:cNvSpPr/>
          <p:nvPr/>
        </p:nvSpPr>
        <p:spPr>
          <a:xfrm>
            <a:off x="6208776" y="3151022"/>
            <a:ext cx="149961" cy="149961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9-test-output-5-11"/>
          <p:cNvSpPr/>
          <p:nvPr/>
        </p:nvSpPr>
        <p:spPr>
          <a:xfrm>
            <a:off x="6358737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9-test-output-5-12"/>
          <p:cNvSpPr/>
          <p:nvPr/>
        </p:nvSpPr>
        <p:spPr>
          <a:xfrm>
            <a:off x="6508699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9-test-output-5-13"/>
          <p:cNvSpPr/>
          <p:nvPr/>
        </p:nvSpPr>
        <p:spPr>
          <a:xfrm>
            <a:off x="6658660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9-test-output-5-14"/>
          <p:cNvSpPr/>
          <p:nvPr/>
        </p:nvSpPr>
        <p:spPr>
          <a:xfrm>
            <a:off x="6808622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9-test-output-5-15"/>
          <p:cNvSpPr/>
          <p:nvPr/>
        </p:nvSpPr>
        <p:spPr>
          <a:xfrm>
            <a:off x="6958583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9-test-output-5-16"/>
          <p:cNvSpPr/>
          <p:nvPr/>
        </p:nvSpPr>
        <p:spPr>
          <a:xfrm>
            <a:off x="7108545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9-test-output-5-17"/>
          <p:cNvSpPr/>
          <p:nvPr/>
        </p:nvSpPr>
        <p:spPr>
          <a:xfrm>
            <a:off x="7258507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9-test-output-5-18"/>
          <p:cNvSpPr/>
          <p:nvPr/>
        </p:nvSpPr>
        <p:spPr>
          <a:xfrm>
            <a:off x="7408468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9-test-output-5-19"/>
          <p:cNvSpPr/>
          <p:nvPr/>
        </p:nvSpPr>
        <p:spPr>
          <a:xfrm>
            <a:off x="7558430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9-test-output-5-20"/>
          <p:cNvSpPr/>
          <p:nvPr/>
        </p:nvSpPr>
        <p:spPr>
          <a:xfrm>
            <a:off x="7708392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9-test-output-5-21"/>
          <p:cNvSpPr/>
          <p:nvPr/>
        </p:nvSpPr>
        <p:spPr>
          <a:xfrm>
            <a:off x="7858353" y="3151022"/>
            <a:ext cx="149961" cy="149961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9-test-output-5-22"/>
          <p:cNvSpPr/>
          <p:nvPr/>
        </p:nvSpPr>
        <p:spPr>
          <a:xfrm>
            <a:off x="8008315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9-test-output-5-23"/>
          <p:cNvSpPr/>
          <p:nvPr/>
        </p:nvSpPr>
        <p:spPr>
          <a:xfrm>
            <a:off x="8158276" y="3151022"/>
            <a:ext cx="149961" cy="149961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9-test-output-5-24"/>
          <p:cNvSpPr/>
          <p:nvPr/>
        </p:nvSpPr>
        <p:spPr>
          <a:xfrm>
            <a:off x="8308238" y="3151022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9-test-output-6-0"/>
          <p:cNvSpPr/>
          <p:nvPr/>
        </p:nvSpPr>
        <p:spPr>
          <a:xfrm>
            <a:off x="4709160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9-test-output-6-1"/>
          <p:cNvSpPr/>
          <p:nvPr/>
        </p:nvSpPr>
        <p:spPr>
          <a:xfrm>
            <a:off x="4859121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9-test-output-6-2"/>
          <p:cNvSpPr/>
          <p:nvPr/>
        </p:nvSpPr>
        <p:spPr>
          <a:xfrm>
            <a:off x="5009083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9-test-output-6-3"/>
          <p:cNvSpPr/>
          <p:nvPr/>
        </p:nvSpPr>
        <p:spPr>
          <a:xfrm>
            <a:off x="5159044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9-test-output-6-4"/>
          <p:cNvSpPr/>
          <p:nvPr/>
        </p:nvSpPr>
        <p:spPr>
          <a:xfrm>
            <a:off x="5309006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9-test-output-6-5"/>
          <p:cNvSpPr/>
          <p:nvPr/>
        </p:nvSpPr>
        <p:spPr>
          <a:xfrm>
            <a:off x="5458968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9-test-output-6-6"/>
          <p:cNvSpPr/>
          <p:nvPr/>
        </p:nvSpPr>
        <p:spPr>
          <a:xfrm>
            <a:off x="5608929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9-test-output-6-7"/>
          <p:cNvSpPr/>
          <p:nvPr/>
        </p:nvSpPr>
        <p:spPr>
          <a:xfrm>
            <a:off x="5758891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9-test-output-6-8"/>
          <p:cNvSpPr/>
          <p:nvPr/>
        </p:nvSpPr>
        <p:spPr>
          <a:xfrm>
            <a:off x="5908852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9-test-output-6-9"/>
          <p:cNvSpPr/>
          <p:nvPr/>
        </p:nvSpPr>
        <p:spPr>
          <a:xfrm>
            <a:off x="6058814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9-test-output-6-10"/>
          <p:cNvSpPr/>
          <p:nvPr/>
        </p:nvSpPr>
        <p:spPr>
          <a:xfrm>
            <a:off x="6208776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9-test-output-6-11"/>
          <p:cNvSpPr/>
          <p:nvPr/>
        </p:nvSpPr>
        <p:spPr>
          <a:xfrm>
            <a:off x="6358737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9-test-output-6-12"/>
          <p:cNvSpPr/>
          <p:nvPr/>
        </p:nvSpPr>
        <p:spPr>
          <a:xfrm>
            <a:off x="6508699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9-test-output-6-13"/>
          <p:cNvSpPr/>
          <p:nvPr/>
        </p:nvSpPr>
        <p:spPr>
          <a:xfrm>
            <a:off x="6658660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9-test-output-6-14"/>
          <p:cNvSpPr/>
          <p:nvPr/>
        </p:nvSpPr>
        <p:spPr>
          <a:xfrm>
            <a:off x="6808622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9-test-output-6-15"/>
          <p:cNvSpPr/>
          <p:nvPr/>
        </p:nvSpPr>
        <p:spPr>
          <a:xfrm>
            <a:off x="6958583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9-test-output-6-16"/>
          <p:cNvSpPr/>
          <p:nvPr/>
        </p:nvSpPr>
        <p:spPr>
          <a:xfrm>
            <a:off x="7108545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9-test-output-6-17"/>
          <p:cNvSpPr/>
          <p:nvPr/>
        </p:nvSpPr>
        <p:spPr>
          <a:xfrm>
            <a:off x="7258507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9-test-output-6-18"/>
          <p:cNvSpPr/>
          <p:nvPr/>
        </p:nvSpPr>
        <p:spPr>
          <a:xfrm>
            <a:off x="7408468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9-test-output-6-19"/>
          <p:cNvSpPr/>
          <p:nvPr/>
        </p:nvSpPr>
        <p:spPr>
          <a:xfrm>
            <a:off x="7558430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9-test-output-6-20"/>
          <p:cNvSpPr/>
          <p:nvPr/>
        </p:nvSpPr>
        <p:spPr>
          <a:xfrm>
            <a:off x="7708392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9-test-output-6-21"/>
          <p:cNvSpPr/>
          <p:nvPr/>
        </p:nvSpPr>
        <p:spPr>
          <a:xfrm>
            <a:off x="7858353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9-test-output-6-22"/>
          <p:cNvSpPr/>
          <p:nvPr/>
        </p:nvSpPr>
        <p:spPr>
          <a:xfrm>
            <a:off x="8008315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9-test-output-6-23"/>
          <p:cNvSpPr/>
          <p:nvPr/>
        </p:nvSpPr>
        <p:spPr>
          <a:xfrm>
            <a:off x="8158276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9-test-output-6-24"/>
          <p:cNvSpPr/>
          <p:nvPr/>
        </p:nvSpPr>
        <p:spPr>
          <a:xfrm>
            <a:off x="8308238" y="3300984"/>
            <a:ext cx="149961" cy="149961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左の3枚の模様を順に重ね、後の模様が前の色を覆う結果を右端へ描く。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7491f3cf.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https://github.com/arcprize/ARC-AGI-2/blob/f3283f7/data/evaluation/7491f3cf.json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追加例8：点の間隔で線を延長する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10-train-input-0-0"/>
          <p:cNvSpPr/>
          <p:nvPr/>
        </p:nvSpPr>
        <p:spPr>
          <a:xfrm>
            <a:off x="157733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0-train-input-0-1"/>
          <p:cNvSpPr/>
          <p:nvPr/>
        </p:nvSpPr>
        <p:spPr>
          <a:xfrm>
            <a:off x="177545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0-train-input-0-2"/>
          <p:cNvSpPr/>
          <p:nvPr/>
        </p:nvSpPr>
        <p:spPr>
          <a:xfrm>
            <a:off x="19735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0-train-input-0-3"/>
          <p:cNvSpPr/>
          <p:nvPr/>
        </p:nvSpPr>
        <p:spPr>
          <a:xfrm>
            <a:off x="217169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0-train-input-0-4"/>
          <p:cNvSpPr/>
          <p:nvPr/>
        </p:nvSpPr>
        <p:spPr>
          <a:xfrm>
            <a:off x="236981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0-train-input-0-5"/>
          <p:cNvSpPr/>
          <p:nvPr/>
        </p:nvSpPr>
        <p:spPr>
          <a:xfrm>
            <a:off x="25679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0-train-input-0-6"/>
          <p:cNvSpPr/>
          <p:nvPr/>
        </p:nvSpPr>
        <p:spPr>
          <a:xfrm>
            <a:off x="276605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0-train-input-0-7"/>
          <p:cNvSpPr/>
          <p:nvPr/>
        </p:nvSpPr>
        <p:spPr>
          <a:xfrm>
            <a:off x="296417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0-train-input-0-8"/>
          <p:cNvSpPr/>
          <p:nvPr/>
        </p:nvSpPr>
        <p:spPr>
          <a:xfrm>
            <a:off x="316229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0-train-input-1-0"/>
          <p:cNvSpPr/>
          <p:nvPr/>
        </p:nvSpPr>
        <p:spPr>
          <a:xfrm>
            <a:off x="1577339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0-train-input-1-1"/>
          <p:cNvSpPr/>
          <p:nvPr/>
        </p:nvSpPr>
        <p:spPr>
          <a:xfrm>
            <a:off x="177545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0-train-input-1-2"/>
          <p:cNvSpPr/>
          <p:nvPr/>
        </p:nvSpPr>
        <p:spPr>
          <a:xfrm>
            <a:off x="19735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0-train-input-1-3"/>
          <p:cNvSpPr/>
          <p:nvPr/>
        </p:nvSpPr>
        <p:spPr>
          <a:xfrm>
            <a:off x="2171699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0-train-input-1-4"/>
          <p:cNvSpPr/>
          <p:nvPr/>
        </p:nvSpPr>
        <p:spPr>
          <a:xfrm>
            <a:off x="236981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0-train-input-1-5"/>
          <p:cNvSpPr/>
          <p:nvPr/>
        </p:nvSpPr>
        <p:spPr>
          <a:xfrm>
            <a:off x="25679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0-train-input-1-6"/>
          <p:cNvSpPr/>
          <p:nvPr/>
        </p:nvSpPr>
        <p:spPr>
          <a:xfrm>
            <a:off x="276605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0-train-input-1-7"/>
          <p:cNvSpPr/>
          <p:nvPr/>
        </p:nvSpPr>
        <p:spPr>
          <a:xfrm>
            <a:off x="296417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0-train-input-1-8"/>
          <p:cNvSpPr/>
          <p:nvPr/>
        </p:nvSpPr>
        <p:spPr>
          <a:xfrm>
            <a:off x="3162299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0-train-input-2-0"/>
          <p:cNvSpPr/>
          <p:nvPr/>
        </p:nvSpPr>
        <p:spPr>
          <a:xfrm>
            <a:off x="157733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0-train-input-2-1"/>
          <p:cNvSpPr/>
          <p:nvPr/>
        </p:nvSpPr>
        <p:spPr>
          <a:xfrm>
            <a:off x="177545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0-train-input-2-2"/>
          <p:cNvSpPr/>
          <p:nvPr/>
        </p:nvSpPr>
        <p:spPr>
          <a:xfrm>
            <a:off x="19735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0-train-input-2-3"/>
          <p:cNvSpPr/>
          <p:nvPr/>
        </p:nvSpPr>
        <p:spPr>
          <a:xfrm>
            <a:off x="217169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0-train-input-2-4"/>
          <p:cNvSpPr/>
          <p:nvPr/>
        </p:nvSpPr>
        <p:spPr>
          <a:xfrm>
            <a:off x="236981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0-train-input-2-5"/>
          <p:cNvSpPr/>
          <p:nvPr/>
        </p:nvSpPr>
        <p:spPr>
          <a:xfrm>
            <a:off x="25679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0-train-input-2-6"/>
          <p:cNvSpPr/>
          <p:nvPr/>
        </p:nvSpPr>
        <p:spPr>
          <a:xfrm>
            <a:off x="276605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0-train-input-2-7"/>
          <p:cNvSpPr/>
          <p:nvPr/>
        </p:nvSpPr>
        <p:spPr>
          <a:xfrm>
            <a:off x="296417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0-train-input-2-8"/>
          <p:cNvSpPr/>
          <p:nvPr/>
        </p:nvSpPr>
        <p:spPr>
          <a:xfrm>
            <a:off x="316229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0-train-input-3-0"/>
          <p:cNvSpPr/>
          <p:nvPr/>
        </p:nvSpPr>
        <p:spPr>
          <a:xfrm>
            <a:off x="157733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0-train-input-3-1"/>
          <p:cNvSpPr/>
          <p:nvPr/>
        </p:nvSpPr>
        <p:spPr>
          <a:xfrm>
            <a:off x="177545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0-train-input-3-2"/>
          <p:cNvSpPr/>
          <p:nvPr/>
        </p:nvSpPr>
        <p:spPr>
          <a:xfrm>
            <a:off x="19735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0-train-input-3-3"/>
          <p:cNvSpPr/>
          <p:nvPr/>
        </p:nvSpPr>
        <p:spPr>
          <a:xfrm>
            <a:off x="217169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0-train-input-3-4"/>
          <p:cNvSpPr/>
          <p:nvPr/>
        </p:nvSpPr>
        <p:spPr>
          <a:xfrm>
            <a:off x="236981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0-train-input-3-5"/>
          <p:cNvSpPr/>
          <p:nvPr/>
        </p:nvSpPr>
        <p:spPr>
          <a:xfrm>
            <a:off x="25679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0-train-input-3-6"/>
          <p:cNvSpPr/>
          <p:nvPr/>
        </p:nvSpPr>
        <p:spPr>
          <a:xfrm>
            <a:off x="276605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0-train-input-3-7"/>
          <p:cNvSpPr/>
          <p:nvPr/>
        </p:nvSpPr>
        <p:spPr>
          <a:xfrm>
            <a:off x="296417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0-train-input-3-8"/>
          <p:cNvSpPr/>
          <p:nvPr/>
        </p:nvSpPr>
        <p:spPr>
          <a:xfrm>
            <a:off x="316229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0-train-input-4-0"/>
          <p:cNvSpPr/>
          <p:nvPr/>
        </p:nvSpPr>
        <p:spPr>
          <a:xfrm>
            <a:off x="1577339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0-train-input-4-1"/>
          <p:cNvSpPr/>
          <p:nvPr/>
        </p:nvSpPr>
        <p:spPr>
          <a:xfrm>
            <a:off x="1775459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0-train-input-4-2"/>
          <p:cNvSpPr/>
          <p:nvPr/>
        </p:nvSpPr>
        <p:spPr>
          <a:xfrm>
            <a:off x="197358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0-train-input-4-3"/>
          <p:cNvSpPr/>
          <p:nvPr/>
        </p:nvSpPr>
        <p:spPr>
          <a:xfrm>
            <a:off x="217169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0-train-input-4-4"/>
          <p:cNvSpPr/>
          <p:nvPr/>
        </p:nvSpPr>
        <p:spPr>
          <a:xfrm>
            <a:off x="236981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0-train-input-4-5"/>
          <p:cNvSpPr/>
          <p:nvPr/>
        </p:nvSpPr>
        <p:spPr>
          <a:xfrm>
            <a:off x="2567940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0-train-input-4-6"/>
          <p:cNvSpPr/>
          <p:nvPr/>
        </p:nvSpPr>
        <p:spPr>
          <a:xfrm>
            <a:off x="276605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0-train-input-4-7"/>
          <p:cNvSpPr/>
          <p:nvPr/>
        </p:nvSpPr>
        <p:spPr>
          <a:xfrm>
            <a:off x="296417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0-train-input-4-8"/>
          <p:cNvSpPr/>
          <p:nvPr/>
        </p:nvSpPr>
        <p:spPr>
          <a:xfrm>
            <a:off x="3162299" y="25298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0-train-input-5-0"/>
          <p:cNvSpPr/>
          <p:nvPr/>
        </p:nvSpPr>
        <p:spPr>
          <a:xfrm>
            <a:off x="157733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0-train-input-5-1"/>
          <p:cNvSpPr/>
          <p:nvPr/>
        </p:nvSpPr>
        <p:spPr>
          <a:xfrm>
            <a:off x="177545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0-train-input-5-2"/>
          <p:cNvSpPr/>
          <p:nvPr/>
        </p:nvSpPr>
        <p:spPr>
          <a:xfrm>
            <a:off x="19735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0-train-input-5-3"/>
          <p:cNvSpPr/>
          <p:nvPr/>
        </p:nvSpPr>
        <p:spPr>
          <a:xfrm>
            <a:off x="217169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0-train-input-5-4"/>
          <p:cNvSpPr/>
          <p:nvPr/>
        </p:nvSpPr>
        <p:spPr>
          <a:xfrm>
            <a:off x="236981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0-train-input-5-5"/>
          <p:cNvSpPr/>
          <p:nvPr/>
        </p:nvSpPr>
        <p:spPr>
          <a:xfrm>
            <a:off x="25679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0-train-input-5-6"/>
          <p:cNvSpPr/>
          <p:nvPr/>
        </p:nvSpPr>
        <p:spPr>
          <a:xfrm>
            <a:off x="276605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0-train-input-5-7"/>
          <p:cNvSpPr/>
          <p:nvPr/>
        </p:nvSpPr>
        <p:spPr>
          <a:xfrm>
            <a:off x="296417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0-train-input-5-8"/>
          <p:cNvSpPr/>
          <p:nvPr/>
        </p:nvSpPr>
        <p:spPr>
          <a:xfrm>
            <a:off x="316229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0-train-input-6-0"/>
          <p:cNvSpPr/>
          <p:nvPr/>
        </p:nvSpPr>
        <p:spPr>
          <a:xfrm>
            <a:off x="157733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0-train-input-6-1"/>
          <p:cNvSpPr/>
          <p:nvPr/>
        </p:nvSpPr>
        <p:spPr>
          <a:xfrm>
            <a:off x="177545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0-train-input-6-2"/>
          <p:cNvSpPr/>
          <p:nvPr/>
        </p:nvSpPr>
        <p:spPr>
          <a:xfrm>
            <a:off x="19735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0-train-input-6-3"/>
          <p:cNvSpPr/>
          <p:nvPr/>
        </p:nvSpPr>
        <p:spPr>
          <a:xfrm>
            <a:off x="217169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0-train-input-6-4"/>
          <p:cNvSpPr/>
          <p:nvPr/>
        </p:nvSpPr>
        <p:spPr>
          <a:xfrm>
            <a:off x="236981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0-train-input-6-5"/>
          <p:cNvSpPr/>
          <p:nvPr/>
        </p:nvSpPr>
        <p:spPr>
          <a:xfrm>
            <a:off x="25679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0-train-input-6-6"/>
          <p:cNvSpPr/>
          <p:nvPr/>
        </p:nvSpPr>
        <p:spPr>
          <a:xfrm>
            <a:off x="276605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0-train-input-6-7"/>
          <p:cNvSpPr/>
          <p:nvPr/>
        </p:nvSpPr>
        <p:spPr>
          <a:xfrm>
            <a:off x="296417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0-train-input-6-8"/>
          <p:cNvSpPr/>
          <p:nvPr/>
        </p:nvSpPr>
        <p:spPr>
          <a:xfrm>
            <a:off x="316229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0-train-input-7-0"/>
          <p:cNvSpPr/>
          <p:nvPr/>
        </p:nvSpPr>
        <p:spPr>
          <a:xfrm>
            <a:off x="157733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0-train-input-7-1"/>
          <p:cNvSpPr/>
          <p:nvPr/>
        </p:nvSpPr>
        <p:spPr>
          <a:xfrm>
            <a:off x="177545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0-train-input-7-2"/>
          <p:cNvSpPr/>
          <p:nvPr/>
        </p:nvSpPr>
        <p:spPr>
          <a:xfrm>
            <a:off x="19735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0-train-input-7-3"/>
          <p:cNvSpPr/>
          <p:nvPr/>
        </p:nvSpPr>
        <p:spPr>
          <a:xfrm>
            <a:off x="217169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0-train-input-7-4"/>
          <p:cNvSpPr/>
          <p:nvPr/>
        </p:nvSpPr>
        <p:spPr>
          <a:xfrm>
            <a:off x="236981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0-train-input-7-5"/>
          <p:cNvSpPr/>
          <p:nvPr/>
        </p:nvSpPr>
        <p:spPr>
          <a:xfrm>
            <a:off x="25679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0-train-input-7-6"/>
          <p:cNvSpPr/>
          <p:nvPr/>
        </p:nvSpPr>
        <p:spPr>
          <a:xfrm>
            <a:off x="276605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0-train-input-7-7"/>
          <p:cNvSpPr/>
          <p:nvPr/>
        </p:nvSpPr>
        <p:spPr>
          <a:xfrm>
            <a:off x="296417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0-train-input-7-8"/>
          <p:cNvSpPr/>
          <p:nvPr/>
        </p:nvSpPr>
        <p:spPr>
          <a:xfrm>
            <a:off x="316229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0-train-input-8-0"/>
          <p:cNvSpPr/>
          <p:nvPr/>
        </p:nvSpPr>
        <p:spPr>
          <a:xfrm>
            <a:off x="1577339" y="332232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0-train-input-8-1"/>
          <p:cNvSpPr/>
          <p:nvPr/>
        </p:nvSpPr>
        <p:spPr>
          <a:xfrm>
            <a:off x="177545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0-train-input-8-2"/>
          <p:cNvSpPr/>
          <p:nvPr/>
        </p:nvSpPr>
        <p:spPr>
          <a:xfrm>
            <a:off x="1973580" y="3322320"/>
            <a:ext cx="198120" cy="198120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0-train-input-8-3"/>
          <p:cNvSpPr/>
          <p:nvPr/>
        </p:nvSpPr>
        <p:spPr>
          <a:xfrm>
            <a:off x="217169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0-train-input-8-4"/>
          <p:cNvSpPr/>
          <p:nvPr/>
        </p:nvSpPr>
        <p:spPr>
          <a:xfrm>
            <a:off x="236981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0-train-input-8-5"/>
          <p:cNvSpPr/>
          <p:nvPr/>
        </p:nvSpPr>
        <p:spPr>
          <a:xfrm>
            <a:off x="25679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0-train-input-8-6"/>
          <p:cNvSpPr/>
          <p:nvPr/>
        </p:nvSpPr>
        <p:spPr>
          <a:xfrm>
            <a:off x="2766059" y="33223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0-train-input-8-7"/>
          <p:cNvSpPr/>
          <p:nvPr/>
        </p:nvSpPr>
        <p:spPr>
          <a:xfrm>
            <a:off x="296417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0-train-input-8-8"/>
          <p:cNvSpPr/>
          <p:nvPr/>
        </p:nvSpPr>
        <p:spPr>
          <a:xfrm>
            <a:off x="3162299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0-train-input-9-0"/>
          <p:cNvSpPr/>
          <p:nvPr/>
        </p:nvSpPr>
        <p:spPr>
          <a:xfrm>
            <a:off x="157733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0-train-input-9-1"/>
          <p:cNvSpPr/>
          <p:nvPr/>
        </p:nvSpPr>
        <p:spPr>
          <a:xfrm>
            <a:off x="177545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0-train-input-9-2"/>
          <p:cNvSpPr/>
          <p:nvPr/>
        </p:nvSpPr>
        <p:spPr>
          <a:xfrm>
            <a:off x="19735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0-train-input-9-3"/>
          <p:cNvSpPr/>
          <p:nvPr/>
        </p:nvSpPr>
        <p:spPr>
          <a:xfrm>
            <a:off x="217169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0-train-input-9-4"/>
          <p:cNvSpPr/>
          <p:nvPr/>
        </p:nvSpPr>
        <p:spPr>
          <a:xfrm>
            <a:off x="236981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0-train-input-9-5"/>
          <p:cNvSpPr/>
          <p:nvPr/>
        </p:nvSpPr>
        <p:spPr>
          <a:xfrm>
            <a:off x="25679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0-train-input-9-6"/>
          <p:cNvSpPr/>
          <p:nvPr/>
        </p:nvSpPr>
        <p:spPr>
          <a:xfrm>
            <a:off x="276605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0-train-input-9-7"/>
          <p:cNvSpPr/>
          <p:nvPr/>
        </p:nvSpPr>
        <p:spPr>
          <a:xfrm>
            <a:off x="296417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0-train-input-9-8"/>
          <p:cNvSpPr/>
          <p:nvPr/>
        </p:nvSpPr>
        <p:spPr>
          <a:xfrm>
            <a:off x="316229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0-train-input-10-0"/>
          <p:cNvSpPr/>
          <p:nvPr/>
        </p:nvSpPr>
        <p:spPr>
          <a:xfrm>
            <a:off x="157733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0-train-input-10-1"/>
          <p:cNvSpPr/>
          <p:nvPr/>
        </p:nvSpPr>
        <p:spPr>
          <a:xfrm>
            <a:off x="177545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0-train-input-10-2"/>
          <p:cNvSpPr/>
          <p:nvPr/>
        </p:nvSpPr>
        <p:spPr>
          <a:xfrm>
            <a:off x="19735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0-train-input-10-3"/>
          <p:cNvSpPr/>
          <p:nvPr/>
        </p:nvSpPr>
        <p:spPr>
          <a:xfrm>
            <a:off x="217169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0-train-input-10-4"/>
          <p:cNvSpPr/>
          <p:nvPr/>
        </p:nvSpPr>
        <p:spPr>
          <a:xfrm>
            <a:off x="236981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0-train-input-10-5"/>
          <p:cNvSpPr/>
          <p:nvPr/>
        </p:nvSpPr>
        <p:spPr>
          <a:xfrm>
            <a:off x="25679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0-train-input-10-6"/>
          <p:cNvSpPr/>
          <p:nvPr/>
        </p:nvSpPr>
        <p:spPr>
          <a:xfrm>
            <a:off x="276605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0-train-input-10-7"/>
          <p:cNvSpPr/>
          <p:nvPr/>
        </p:nvSpPr>
        <p:spPr>
          <a:xfrm>
            <a:off x="296417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0-train-input-10-8"/>
          <p:cNvSpPr/>
          <p:nvPr/>
        </p:nvSpPr>
        <p:spPr>
          <a:xfrm>
            <a:off x="316229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0-train-input-11-0"/>
          <p:cNvSpPr/>
          <p:nvPr/>
        </p:nvSpPr>
        <p:spPr>
          <a:xfrm>
            <a:off x="1577339" y="391668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0-train-input-11-1"/>
          <p:cNvSpPr/>
          <p:nvPr/>
        </p:nvSpPr>
        <p:spPr>
          <a:xfrm>
            <a:off x="1775459" y="3916680"/>
            <a:ext cx="198120" cy="19812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0-train-input-11-2"/>
          <p:cNvSpPr/>
          <p:nvPr/>
        </p:nvSpPr>
        <p:spPr>
          <a:xfrm>
            <a:off x="197358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0-train-input-11-3"/>
          <p:cNvSpPr/>
          <p:nvPr/>
        </p:nvSpPr>
        <p:spPr>
          <a:xfrm>
            <a:off x="217169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0-train-input-11-4"/>
          <p:cNvSpPr/>
          <p:nvPr/>
        </p:nvSpPr>
        <p:spPr>
          <a:xfrm>
            <a:off x="236981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0-train-input-11-5"/>
          <p:cNvSpPr/>
          <p:nvPr/>
        </p:nvSpPr>
        <p:spPr>
          <a:xfrm>
            <a:off x="256794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0-train-input-11-6"/>
          <p:cNvSpPr/>
          <p:nvPr/>
        </p:nvSpPr>
        <p:spPr>
          <a:xfrm>
            <a:off x="276605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0-train-input-11-7"/>
          <p:cNvSpPr/>
          <p:nvPr/>
        </p:nvSpPr>
        <p:spPr>
          <a:xfrm>
            <a:off x="2964179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0-train-input-11-8"/>
          <p:cNvSpPr/>
          <p:nvPr/>
        </p:nvSpPr>
        <p:spPr>
          <a:xfrm>
            <a:off x="3162299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0-train-output-0-0"/>
          <p:cNvSpPr/>
          <p:nvPr/>
        </p:nvSpPr>
        <p:spPr>
          <a:xfrm>
            <a:off x="56921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0-train-output-0-1"/>
          <p:cNvSpPr/>
          <p:nvPr/>
        </p:nvSpPr>
        <p:spPr>
          <a:xfrm>
            <a:off x="589026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0-train-output-0-2"/>
          <p:cNvSpPr/>
          <p:nvPr/>
        </p:nvSpPr>
        <p:spPr>
          <a:xfrm>
            <a:off x="60883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0-train-output-0-3"/>
          <p:cNvSpPr/>
          <p:nvPr/>
        </p:nvSpPr>
        <p:spPr>
          <a:xfrm>
            <a:off x="62865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0-train-output-0-4"/>
          <p:cNvSpPr/>
          <p:nvPr/>
        </p:nvSpPr>
        <p:spPr>
          <a:xfrm>
            <a:off x="648462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0-train-output-0-5"/>
          <p:cNvSpPr/>
          <p:nvPr/>
        </p:nvSpPr>
        <p:spPr>
          <a:xfrm>
            <a:off x="668274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0-train-output-0-6"/>
          <p:cNvSpPr/>
          <p:nvPr/>
        </p:nvSpPr>
        <p:spPr>
          <a:xfrm>
            <a:off x="6880859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0-train-output-0-7"/>
          <p:cNvSpPr/>
          <p:nvPr/>
        </p:nvSpPr>
        <p:spPr>
          <a:xfrm>
            <a:off x="707898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0-train-output-0-8"/>
          <p:cNvSpPr/>
          <p:nvPr/>
        </p:nvSpPr>
        <p:spPr>
          <a:xfrm>
            <a:off x="7277100" y="17373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0-train-output-1-0"/>
          <p:cNvSpPr/>
          <p:nvPr/>
        </p:nvSpPr>
        <p:spPr>
          <a:xfrm>
            <a:off x="569214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0-train-output-1-1"/>
          <p:cNvSpPr/>
          <p:nvPr/>
        </p:nvSpPr>
        <p:spPr>
          <a:xfrm>
            <a:off x="589026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0-train-output-1-2"/>
          <p:cNvSpPr/>
          <p:nvPr/>
        </p:nvSpPr>
        <p:spPr>
          <a:xfrm>
            <a:off x="60883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0-train-output-1-3"/>
          <p:cNvSpPr/>
          <p:nvPr/>
        </p:nvSpPr>
        <p:spPr>
          <a:xfrm>
            <a:off x="6286500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0-train-output-1-4"/>
          <p:cNvSpPr/>
          <p:nvPr/>
        </p:nvSpPr>
        <p:spPr>
          <a:xfrm>
            <a:off x="648462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0-train-output-1-5"/>
          <p:cNvSpPr/>
          <p:nvPr/>
        </p:nvSpPr>
        <p:spPr>
          <a:xfrm>
            <a:off x="668274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0-train-output-1-6"/>
          <p:cNvSpPr/>
          <p:nvPr/>
        </p:nvSpPr>
        <p:spPr>
          <a:xfrm>
            <a:off x="6880859" y="193548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0-train-output-1-7"/>
          <p:cNvSpPr/>
          <p:nvPr/>
        </p:nvSpPr>
        <p:spPr>
          <a:xfrm>
            <a:off x="707898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0-train-output-1-8"/>
          <p:cNvSpPr/>
          <p:nvPr/>
        </p:nvSpPr>
        <p:spPr>
          <a:xfrm>
            <a:off x="7277100" y="19354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0-train-output-2-0"/>
          <p:cNvSpPr/>
          <p:nvPr/>
        </p:nvSpPr>
        <p:spPr>
          <a:xfrm>
            <a:off x="56921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0-train-output-2-1"/>
          <p:cNvSpPr/>
          <p:nvPr/>
        </p:nvSpPr>
        <p:spPr>
          <a:xfrm>
            <a:off x="589026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0-train-output-2-2"/>
          <p:cNvSpPr/>
          <p:nvPr/>
        </p:nvSpPr>
        <p:spPr>
          <a:xfrm>
            <a:off x="60883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0-train-output-2-3"/>
          <p:cNvSpPr/>
          <p:nvPr/>
        </p:nvSpPr>
        <p:spPr>
          <a:xfrm>
            <a:off x="62865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0-train-output-2-4"/>
          <p:cNvSpPr/>
          <p:nvPr/>
        </p:nvSpPr>
        <p:spPr>
          <a:xfrm>
            <a:off x="648462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0-train-output-2-5"/>
          <p:cNvSpPr/>
          <p:nvPr/>
        </p:nvSpPr>
        <p:spPr>
          <a:xfrm>
            <a:off x="668274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0-train-output-2-6"/>
          <p:cNvSpPr/>
          <p:nvPr/>
        </p:nvSpPr>
        <p:spPr>
          <a:xfrm>
            <a:off x="6880859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0-train-output-2-7"/>
          <p:cNvSpPr/>
          <p:nvPr/>
        </p:nvSpPr>
        <p:spPr>
          <a:xfrm>
            <a:off x="707898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0-train-output-2-8"/>
          <p:cNvSpPr/>
          <p:nvPr/>
        </p:nvSpPr>
        <p:spPr>
          <a:xfrm>
            <a:off x="7277100" y="2133599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0-train-output-3-0"/>
          <p:cNvSpPr/>
          <p:nvPr/>
        </p:nvSpPr>
        <p:spPr>
          <a:xfrm>
            <a:off x="56921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0-train-output-3-1"/>
          <p:cNvSpPr/>
          <p:nvPr/>
        </p:nvSpPr>
        <p:spPr>
          <a:xfrm>
            <a:off x="589026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0-train-output-3-2"/>
          <p:cNvSpPr/>
          <p:nvPr/>
        </p:nvSpPr>
        <p:spPr>
          <a:xfrm>
            <a:off x="60883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0-train-output-3-3"/>
          <p:cNvSpPr/>
          <p:nvPr/>
        </p:nvSpPr>
        <p:spPr>
          <a:xfrm>
            <a:off x="62865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0-train-output-3-4"/>
          <p:cNvSpPr/>
          <p:nvPr/>
        </p:nvSpPr>
        <p:spPr>
          <a:xfrm>
            <a:off x="648462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0-train-output-3-5"/>
          <p:cNvSpPr/>
          <p:nvPr/>
        </p:nvSpPr>
        <p:spPr>
          <a:xfrm>
            <a:off x="668274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0-train-output-3-6"/>
          <p:cNvSpPr/>
          <p:nvPr/>
        </p:nvSpPr>
        <p:spPr>
          <a:xfrm>
            <a:off x="6880859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0-train-output-3-7"/>
          <p:cNvSpPr/>
          <p:nvPr/>
        </p:nvSpPr>
        <p:spPr>
          <a:xfrm>
            <a:off x="707898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0-train-output-3-8"/>
          <p:cNvSpPr/>
          <p:nvPr/>
        </p:nvSpPr>
        <p:spPr>
          <a:xfrm>
            <a:off x="7277100" y="23317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0-train-output-4-0"/>
          <p:cNvSpPr/>
          <p:nvPr/>
        </p:nvSpPr>
        <p:spPr>
          <a:xfrm>
            <a:off x="569214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0-train-output-4-1"/>
          <p:cNvSpPr/>
          <p:nvPr/>
        </p:nvSpPr>
        <p:spPr>
          <a:xfrm>
            <a:off x="589026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0-train-output-4-2"/>
          <p:cNvSpPr/>
          <p:nvPr/>
        </p:nvSpPr>
        <p:spPr>
          <a:xfrm>
            <a:off x="608838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0-train-output-4-3"/>
          <p:cNvSpPr/>
          <p:nvPr/>
        </p:nvSpPr>
        <p:spPr>
          <a:xfrm>
            <a:off x="628650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0-train-output-4-4"/>
          <p:cNvSpPr/>
          <p:nvPr/>
        </p:nvSpPr>
        <p:spPr>
          <a:xfrm>
            <a:off x="648462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0-train-output-4-5"/>
          <p:cNvSpPr/>
          <p:nvPr/>
        </p:nvSpPr>
        <p:spPr>
          <a:xfrm>
            <a:off x="668274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0-train-output-4-6"/>
          <p:cNvSpPr/>
          <p:nvPr/>
        </p:nvSpPr>
        <p:spPr>
          <a:xfrm>
            <a:off x="6880859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0-train-output-4-7"/>
          <p:cNvSpPr/>
          <p:nvPr/>
        </p:nvSpPr>
        <p:spPr>
          <a:xfrm>
            <a:off x="707898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0-train-output-4-8"/>
          <p:cNvSpPr/>
          <p:nvPr/>
        </p:nvSpPr>
        <p:spPr>
          <a:xfrm>
            <a:off x="7277100" y="2529840"/>
            <a:ext cx="198120" cy="19812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0-train-output-5-0"/>
          <p:cNvSpPr/>
          <p:nvPr/>
        </p:nvSpPr>
        <p:spPr>
          <a:xfrm>
            <a:off x="56921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0-train-output-5-1"/>
          <p:cNvSpPr/>
          <p:nvPr/>
        </p:nvSpPr>
        <p:spPr>
          <a:xfrm>
            <a:off x="589026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0-train-output-5-2"/>
          <p:cNvSpPr/>
          <p:nvPr/>
        </p:nvSpPr>
        <p:spPr>
          <a:xfrm>
            <a:off x="60883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0-train-output-5-3"/>
          <p:cNvSpPr/>
          <p:nvPr/>
        </p:nvSpPr>
        <p:spPr>
          <a:xfrm>
            <a:off x="62865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0-train-output-5-4"/>
          <p:cNvSpPr/>
          <p:nvPr/>
        </p:nvSpPr>
        <p:spPr>
          <a:xfrm>
            <a:off x="648462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0-train-output-5-5"/>
          <p:cNvSpPr/>
          <p:nvPr/>
        </p:nvSpPr>
        <p:spPr>
          <a:xfrm>
            <a:off x="668274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0-train-output-5-6"/>
          <p:cNvSpPr/>
          <p:nvPr/>
        </p:nvSpPr>
        <p:spPr>
          <a:xfrm>
            <a:off x="6880859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0-train-output-5-7"/>
          <p:cNvSpPr/>
          <p:nvPr/>
        </p:nvSpPr>
        <p:spPr>
          <a:xfrm>
            <a:off x="707898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0-train-output-5-8"/>
          <p:cNvSpPr/>
          <p:nvPr/>
        </p:nvSpPr>
        <p:spPr>
          <a:xfrm>
            <a:off x="7277100" y="27279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0-train-output-6-0"/>
          <p:cNvSpPr/>
          <p:nvPr/>
        </p:nvSpPr>
        <p:spPr>
          <a:xfrm>
            <a:off x="56921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0-train-output-6-1"/>
          <p:cNvSpPr/>
          <p:nvPr/>
        </p:nvSpPr>
        <p:spPr>
          <a:xfrm>
            <a:off x="589026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0-train-output-6-2"/>
          <p:cNvSpPr/>
          <p:nvPr/>
        </p:nvSpPr>
        <p:spPr>
          <a:xfrm>
            <a:off x="60883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0-train-output-6-3"/>
          <p:cNvSpPr/>
          <p:nvPr/>
        </p:nvSpPr>
        <p:spPr>
          <a:xfrm>
            <a:off x="62865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0-train-output-6-4"/>
          <p:cNvSpPr/>
          <p:nvPr/>
        </p:nvSpPr>
        <p:spPr>
          <a:xfrm>
            <a:off x="648462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0-train-output-6-5"/>
          <p:cNvSpPr/>
          <p:nvPr/>
        </p:nvSpPr>
        <p:spPr>
          <a:xfrm>
            <a:off x="668274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0-train-output-6-6"/>
          <p:cNvSpPr/>
          <p:nvPr/>
        </p:nvSpPr>
        <p:spPr>
          <a:xfrm>
            <a:off x="6880859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0-train-output-6-7"/>
          <p:cNvSpPr/>
          <p:nvPr/>
        </p:nvSpPr>
        <p:spPr>
          <a:xfrm>
            <a:off x="707898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0-train-output-6-8"/>
          <p:cNvSpPr/>
          <p:nvPr/>
        </p:nvSpPr>
        <p:spPr>
          <a:xfrm>
            <a:off x="7277100" y="29260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0-train-output-7-0"/>
          <p:cNvSpPr/>
          <p:nvPr/>
        </p:nvSpPr>
        <p:spPr>
          <a:xfrm>
            <a:off x="56921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0-train-output-7-1"/>
          <p:cNvSpPr/>
          <p:nvPr/>
        </p:nvSpPr>
        <p:spPr>
          <a:xfrm>
            <a:off x="589026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0-train-output-7-2"/>
          <p:cNvSpPr/>
          <p:nvPr/>
        </p:nvSpPr>
        <p:spPr>
          <a:xfrm>
            <a:off x="60883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0-train-output-7-3"/>
          <p:cNvSpPr/>
          <p:nvPr/>
        </p:nvSpPr>
        <p:spPr>
          <a:xfrm>
            <a:off x="62865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0-train-output-7-4"/>
          <p:cNvSpPr/>
          <p:nvPr/>
        </p:nvSpPr>
        <p:spPr>
          <a:xfrm>
            <a:off x="648462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0-train-output-7-5"/>
          <p:cNvSpPr/>
          <p:nvPr/>
        </p:nvSpPr>
        <p:spPr>
          <a:xfrm>
            <a:off x="668274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0-train-output-7-6"/>
          <p:cNvSpPr/>
          <p:nvPr/>
        </p:nvSpPr>
        <p:spPr>
          <a:xfrm>
            <a:off x="6880859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0-train-output-7-7"/>
          <p:cNvSpPr/>
          <p:nvPr/>
        </p:nvSpPr>
        <p:spPr>
          <a:xfrm>
            <a:off x="707898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0-train-output-7-8"/>
          <p:cNvSpPr/>
          <p:nvPr/>
        </p:nvSpPr>
        <p:spPr>
          <a:xfrm>
            <a:off x="7277100" y="312420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0-train-output-8-0"/>
          <p:cNvSpPr/>
          <p:nvPr/>
        </p:nvSpPr>
        <p:spPr>
          <a:xfrm>
            <a:off x="5692140" y="33223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0-train-output-8-1"/>
          <p:cNvSpPr/>
          <p:nvPr/>
        </p:nvSpPr>
        <p:spPr>
          <a:xfrm>
            <a:off x="589026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0-train-output-8-2"/>
          <p:cNvSpPr/>
          <p:nvPr/>
        </p:nvSpPr>
        <p:spPr>
          <a:xfrm>
            <a:off x="6088380" y="33223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0-train-output-8-3"/>
          <p:cNvSpPr/>
          <p:nvPr/>
        </p:nvSpPr>
        <p:spPr>
          <a:xfrm>
            <a:off x="62865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0-train-output-8-4"/>
          <p:cNvSpPr/>
          <p:nvPr/>
        </p:nvSpPr>
        <p:spPr>
          <a:xfrm>
            <a:off x="6484620" y="33223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0-train-output-8-5"/>
          <p:cNvSpPr/>
          <p:nvPr/>
        </p:nvSpPr>
        <p:spPr>
          <a:xfrm>
            <a:off x="668274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0-train-output-8-6"/>
          <p:cNvSpPr/>
          <p:nvPr/>
        </p:nvSpPr>
        <p:spPr>
          <a:xfrm>
            <a:off x="6880859" y="3322320"/>
            <a:ext cx="198120" cy="19812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0-train-output-8-7"/>
          <p:cNvSpPr/>
          <p:nvPr/>
        </p:nvSpPr>
        <p:spPr>
          <a:xfrm>
            <a:off x="707898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0-train-output-8-8"/>
          <p:cNvSpPr/>
          <p:nvPr/>
        </p:nvSpPr>
        <p:spPr>
          <a:xfrm>
            <a:off x="7277100" y="332232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0-train-output-9-0"/>
          <p:cNvSpPr/>
          <p:nvPr/>
        </p:nvSpPr>
        <p:spPr>
          <a:xfrm>
            <a:off x="56921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0-train-output-9-1"/>
          <p:cNvSpPr/>
          <p:nvPr/>
        </p:nvSpPr>
        <p:spPr>
          <a:xfrm>
            <a:off x="589026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0-train-output-9-2"/>
          <p:cNvSpPr/>
          <p:nvPr/>
        </p:nvSpPr>
        <p:spPr>
          <a:xfrm>
            <a:off x="60883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0-train-output-9-3"/>
          <p:cNvSpPr/>
          <p:nvPr/>
        </p:nvSpPr>
        <p:spPr>
          <a:xfrm>
            <a:off x="62865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0-train-output-9-4"/>
          <p:cNvSpPr/>
          <p:nvPr/>
        </p:nvSpPr>
        <p:spPr>
          <a:xfrm>
            <a:off x="648462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0-train-output-9-5"/>
          <p:cNvSpPr/>
          <p:nvPr/>
        </p:nvSpPr>
        <p:spPr>
          <a:xfrm>
            <a:off x="668274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0-train-output-9-6"/>
          <p:cNvSpPr/>
          <p:nvPr/>
        </p:nvSpPr>
        <p:spPr>
          <a:xfrm>
            <a:off x="6880859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0-train-output-9-7"/>
          <p:cNvSpPr/>
          <p:nvPr/>
        </p:nvSpPr>
        <p:spPr>
          <a:xfrm>
            <a:off x="707898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0-train-output-9-8"/>
          <p:cNvSpPr/>
          <p:nvPr/>
        </p:nvSpPr>
        <p:spPr>
          <a:xfrm>
            <a:off x="7277100" y="352044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0-train-output-10-0"/>
          <p:cNvSpPr/>
          <p:nvPr/>
        </p:nvSpPr>
        <p:spPr>
          <a:xfrm>
            <a:off x="56921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0-train-output-10-1"/>
          <p:cNvSpPr/>
          <p:nvPr/>
        </p:nvSpPr>
        <p:spPr>
          <a:xfrm>
            <a:off x="589026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0-train-output-10-2"/>
          <p:cNvSpPr/>
          <p:nvPr/>
        </p:nvSpPr>
        <p:spPr>
          <a:xfrm>
            <a:off x="60883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0-train-output-10-3"/>
          <p:cNvSpPr/>
          <p:nvPr/>
        </p:nvSpPr>
        <p:spPr>
          <a:xfrm>
            <a:off x="62865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0-train-output-10-4"/>
          <p:cNvSpPr/>
          <p:nvPr/>
        </p:nvSpPr>
        <p:spPr>
          <a:xfrm>
            <a:off x="648462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0-train-output-10-5"/>
          <p:cNvSpPr/>
          <p:nvPr/>
        </p:nvSpPr>
        <p:spPr>
          <a:xfrm>
            <a:off x="668274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0-train-output-10-6"/>
          <p:cNvSpPr/>
          <p:nvPr/>
        </p:nvSpPr>
        <p:spPr>
          <a:xfrm>
            <a:off x="6880859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0-train-output-10-7"/>
          <p:cNvSpPr/>
          <p:nvPr/>
        </p:nvSpPr>
        <p:spPr>
          <a:xfrm>
            <a:off x="707898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0-train-output-10-8"/>
          <p:cNvSpPr/>
          <p:nvPr/>
        </p:nvSpPr>
        <p:spPr>
          <a:xfrm>
            <a:off x="7277100" y="371856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0-train-output-11-0"/>
          <p:cNvSpPr/>
          <p:nvPr/>
        </p:nvSpPr>
        <p:spPr>
          <a:xfrm>
            <a:off x="569214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0-train-output-11-1"/>
          <p:cNvSpPr/>
          <p:nvPr/>
        </p:nvSpPr>
        <p:spPr>
          <a:xfrm>
            <a:off x="589026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0-train-output-11-2"/>
          <p:cNvSpPr/>
          <p:nvPr/>
        </p:nvSpPr>
        <p:spPr>
          <a:xfrm>
            <a:off x="608838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0-train-output-11-3"/>
          <p:cNvSpPr/>
          <p:nvPr/>
        </p:nvSpPr>
        <p:spPr>
          <a:xfrm>
            <a:off x="628650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0-train-output-11-4"/>
          <p:cNvSpPr/>
          <p:nvPr/>
        </p:nvSpPr>
        <p:spPr>
          <a:xfrm>
            <a:off x="648462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0-train-output-11-5"/>
          <p:cNvSpPr/>
          <p:nvPr/>
        </p:nvSpPr>
        <p:spPr>
          <a:xfrm>
            <a:off x="668274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0-train-output-11-6"/>
          <p:cNvSpPr/>
          <p:nvPr/>
        </p:nvSpPr>
        <p:spPr>
          <a:xfrm>
            <a:off x="6880859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0-train-output-11-7"/>
          <p:cNvSpPr/>
          <p:nvPr/>
        </p:nvSpPr>
        <p:spPr>
          <a:xfrm>
            <a:off x="7078980" y="3916680"/>
            <a:ext cx="198120" cy="19812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0-train-output-11-8"/>
          <p:cNvSpPr/>
          <p:nvPr/>
        </p:nvSpPr>
        <p:spPr>
          <a:xfrm>
            <a:off x="7277100" y="3916680"/>
            <a:ext cx="198120" cy="19812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提示例は全3組、テスト入力は全2個。ここでは各1番目を表示。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16de56c4.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https://github.com/arcprize/ARC-AGI-2/blob/f3283f7/data/evaluation/16de56c4.json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追加例8：点の間隔で線を延長する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10-test-input-0-0"/>
          <p:cNvSpPr/>
          <p:nvPr/>
        </p:nvSpPr>
        <p:spPr>
          <a:xfrm>
            <a:off x="594360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0-test-input-0-1"/>
          <p:cNvSpPr/>
          <p:nvPr/>
        </p:nvSpPr>
        <p:spPr>
          <a:xfrm>
            <a:off x="772885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0-test-input-0-2"/>
          <p:cNvSpPr/>
          <p:nvPr/>
        </p:nvSpPr>
        <p:spPr>
          <a:xfrm>
            <a:off x="951411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0-test-input-0-3"/>
          <p:cNvSpPr/>
          <p:nvPr/>
        </p:nvSpPr>
        <p:spPr>
          <a:xfrm>
            <a:off x="1129937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0-test-input-0-4"/>
          <p:cNvSpPr/>
          <p:nvPr/>
        </p:nvSpPr>
        <p:spPr>
          <a:xfrm>
            <a:off x="1308462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0-test-input-0-5"/>
          <p:cNvSpPr/>
          <p:nvPr/>
        </p:nvSpPr>
        <p:spPr>
          <a:xfrm>
            <a:off x="1486988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0-test-input-0-6"/>
          <p:cNvSpPr/>
          <p:nvPr/>
        </p:nvSpPr>
        <p:spPr>
          <a:xfrm>
            <a:off x="1665514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0-test-input-0-7"/>
          <p:cNvSpPr/>
          <p:nvPr/>
        </p:nvSpPr>
        <p:spPr>
          <a:xfrm>
            <a:off x="1844040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0-test-input-0-8"/>
          <p:cNvSpPr/>
          <p:nvPr/>
        </p:nvSpPr>
        <p:spPr>
          <a:xfrm>
            <a:off x="2022565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0-test-input-0-9"/>
          <p:cNvSpPr/>
          <p:nvPr/>
        </p:nvSpPr>
        <p:spPr>
          <a:xfrm>
            <a:off x="2201091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0-test-input-0-10"/>
          <p:cNvSpPr/>
          <p:nvPr/>
        </p:nvSpPr>
        <p:spPr>
          <a:xfrm>
            <a:off x="2379617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0-test-input-0-11"/>
          <p:cNvSpPr/>
          <p:nvPr/>
        </p:nvSpPr>
        <p:spPr>
          <a:xfrm>
            <a:off x="2558142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0-test-input-0-12"/>
          <p:cNvSpPr/>
          <p:nvPr/>
        </p:nvSpPr>
        <p:spPr>
          <a:xfrm>
            <a:off x="2736668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0-test-input-0-13"/>
          <p:cNvSpPr/>
          <p:nvPr/>
        </p:nvSpPr>
        <p:spPr>
          <a:xfrm>
            <a:off x="2915194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0-test-input-0-14"/>
          <p:cNvSpPr/>
          <p:nvPr/>
        </p:nvSpPr>
        <p:spPr>
          <a:xfrm>
            <a:off x="3093719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0-test-input-0-15"/>
          <p:cNvSpPr/>
          <p:nvPr/>
        </p:nvSpPr>
        <p:spPr>
          <a:xfrm>
            <a:off x="3272245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0-test-input-0-16"/>
          <p:cNvSpPr/>
          <p:nvPr/>
        </p:nvSpPr>
        <p:spPr>
          <a:xfrm>
            <a:off x="3450771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0-test-input-0-17"/>
          <p:cNvSpPr/>
          <p:nvPr/>
        </p:nvSpPr>
        <p:spPr>
          <a:xfrm>
            <a:off x="3629297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0-test-input-0-18"/>
          <p:cNvSpPr/>
          <p:nvPr/>
        </p:nvSpPr>
        <p:spPr>
          <a:xfrm>
            <a:off x="3807822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0-test-input-0-19"/>
          <p:cNvSpPr/>
          <p:nvPr/>
        </p:nvSpPr>
        <p:spPr>
          <a:xfrm>
            <a:off x="3986348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0-test-input-0-20"/>
          <p:cNvSpPr/>
          <p:nvPr/>
        </p:nvSpPr>
        <p:spPr>
          <a:xfrm>
            <a:off x="4164874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0-test-input-1-0"/>
          <p:cNvSpPr/>
          <p:nvPr/>
        </p:nvSpPr>
        <p:spPr>
          <a:xfrm>
            <a:off x="594360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0-test-input-1-1"/>
          <p:cNvSpPr/>
          <p:nvPr/>
        </p:nvSpPr>
        <p:spPr>
          <a:xfrm>
            <a:off x="772885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0-test-input-1-2"/>
          <p:cNvSpPr/>
          <p:nvPr/>
        </p:nvSpPr>
        <p:spPr>
          <a:xfrm>
            <a:off x="951411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0-test-input-1-3"/>
          <p:cNvSpPr/>
          <p:nvPr/>
        </p:nvSpPr>
        <p:spPr>
          <a:xfrm>
            <a:off x="1129937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0-test-input-1-4"/>
          <p:cNvSpPr/>
          <p:nvPr/>
        </p:nvSpPr>
        <p:spPr>
          <a:xfrm>
            <a:off x="1308462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0-test-input-1-5"/>
          <p:cNvSpPr/>
          <p:nvPr/>
        </p:nvSpPr>
        <p:spPr>
          <a:xfrm>
            <a:off x="1486988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0-test-input-1-6"/>
          <p:cNvSpPr/>
          <p:nvPr/>
        </p:nvSpPr>
        <p:spPr>
          <a:xfrm>
            <a:off x="1665514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0-test-input-1-7"/>
          <p:cNvSpPr/>
          <p:nvPr/>
        </p:nvSpPr>
        <p:spPr>
          <a:xfrm>
            <a:off x="1844040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0-test-input-1-8"/>
          <p:cNvSpPr/>
          <p:nvPr/>
        </p:nvSpPr>
        <p:spPr>
          <a:xfrm>
            <a:off x="2022565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0-test-input-1-9"/>
          <p:cNvSpPr/>
          <p:nvPr/>
        </p:nvSpPr>
        <p:spPr>
          <a:xfrm>
            <a:off x="2201091" y="230124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0-test-input-1-10"/>
          <p:cNvSpPr/>
          <p:nvPr/>
        </p:nvSpPr>
        <p:spPr>
          <a:xfrm>
            <a:off x="2379617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0-test-input-1-11"/>
          <p:cNvSpPr/>
          <p:nvPr/>
        </p:nvSpPr>
        <p:spPr>
          <a:xfrm>
            <a:off x="2558142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0-test-input-1-12"/>
          <p:cNvSpPr/>
          <p:nvPr/>
        </p:nvSpPr>
        <p:spPr>
          <a:xfrm>
            <a:off x="2736668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0-test-input-1-13"/>
          <p:cNvSpPr/>
          <p:nvPr/>
        </p:nvSpPr>
        <p:spPr>
          <a:xfrm>
            <a:off x="2915194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0-test-input-1-14"/>
          <p:cNvSpPr/>
          <p:nvPr/>
        </p:nvSpPr>
        <p:spPr>
          <a:xfrm>
            <a:off x="3093719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0-test-input-1-15"/>
          <p:cNvSpPr/>
          <p:nvPr/>
        </p:nvSpPr>
        <p:spPr>
          <a:xfrm>
            <a:off x="3272245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0-test-input-1-16"/>
          <p:cNvSpPr/>
          <p:nvPr/>
        </p:nvSpPr>
        <p:spPr>
          <a:xfrm>
            <a:off x="3450771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0-test-input-1-17"/>
          <p:cNvSpPr/>
          <p:nvPr/>
        </p:nvSpPr>
        <p:spPr>
          <a:xfrm>
            <a:off x="3629297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0-test-input-1-18"/>
          <p:cNvSpPr/>
          <p:nvPr/>
        </p:nvSpPr>
        <p:spPr>
          <a:xfrm>
            <a:off x="3807822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0-test-input-1-19"/>
          <p:cNvSpPr/>
          <p:nvPr/>
        </p:nvSpPr>
        <p:spPr>
          <a:xfrm>
            <a:off x="3986348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0-test-input-1-20"/>
          <p:cNvSpPr/>
          <p:nvPr/>
        </p:nvSpPr>
        <p:spPr>
          <a:xfrm>
            <a:off x="4164874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0-test-input-2-0"/>
          <p:cNvSpPr/>
          <p:nvPr/>
        </p:nvSpPr>
        <p:spPr>
          <a:xfrm>
            <a:off x="594360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0-test-input-2-1"/>
          <p:cNvSpPr/>
          <p:nvPr/>
        </p:nvSpPr>
        <p:spPr>
          <a:xfrm>
            <a:off x="772885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0-test-input-2-2"/>
          <p:cNvSpPr/>
          <p:nvPr/>
        </p:nvSpPr>
        <p:spPr>
          <a:xfrm>
            <a:off x="951411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0-test-input-2-3"/>
          <p:cNvSpPr/>
          <p:nvPr/>
        </p:nvSpPr>
        <p:spPr>
          <a:xfrm>
            <a:off x="1129937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0-test-input-2-4"/>
          <p:cNvSpPr/>
          <p:nvPr/>
        </p:nvSpPr>
        <p:spPr>
          <a:xfrm>
            <a:off x="1308462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0-test-input-2-5"/>
          <p:cNvSpPr/>
          <p:nvPr/>
        </p:nvSpPr>
        <p:spPr>
          <a:xfrm>
            <a:off x="1486988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0-test-input-2-6"/>
          <p:cNvSpPr/>
          <p:nvPr/>
        </p:nvSpPr>
        <p:spPr>
          <a:xfrm>
            <a:off x="1665514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0-test-input-2-7"/>
          <p:cNvSpPr/>
          <p:nvPr/>
        </p:nvSpPr>
        <p:spPr>
          <a:xfrm>
            <a:off x="1844040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0-test-input-2-8"/>
          <p:cNvSpPr/>
          <p:nvPr/>
        </p:nvSpPr>
        <p:spPr>
          <a:xfrm>
            <a:off x="2022565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0-test-input-2-9"/>
          <p:cNvSpPr/>
          <p:nvPr/>
        </p:nvSpPr>
        <p:spPr>
          <a:xfrm>
            <a:off x="2201091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0-test-input-2-10"/>
          <p:cNvSpPr/>
          <p:nvPr/>
        </p:nvSpPr>
        <p:spPr>
          <a:xfrm>
            <a:off x="2379617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0-test-input-2-11"/>
          <p:cNvSpPr/>
          <p:nvPr/>
        </p:nvSpPr>
        <p:spPr>
          <a:xfrm>
            <a:off x="2558142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0-test-input-2-12"/>
          <p:cNvSpPr/>
          <p:nvPr/>
        </p:nvSpPr>
        <p:spPr>
          <a:xfrm>
            <a:off x="2736668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0-test-input-2-13"/>
          <p:cNvSpPr/>
          <p:nvPr/>
        </p:nvSpPr>
        <p:spPr>
          <a:xfrm>
            <a:off x="2915194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0-test-input-2-14"/>
          <p:cNvSpPr/>
          <p:nvPr/>
        </p:nvSpPr>
        <p:spPr>
          <a:xfrm>
            <a:off x="3093719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0-test-input-2-15"/>
          <p:cNvSpPr/>
          <p:nvPr/>
        </p:nvSpPr>
        <p:spPr>
          <a:xfrm>
            <a:off x="3272245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0-test-input-2-16"/>
          <p:cNvSpPr/>
          <p:nvPr/>
        </p:nvSpPr>
        <p:spPr>
          <a:xfrm>
            <a:off x="3450771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0-test-input-2-17"/>
          <p:cNvSpPr/>
          <p:nvPr/>
        </p:nvSpPr>
        <p:spPr>
          <a:xfrm>
            <a:off x="3629297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0-test-input-2-18"/>
          <p:cNvSpPr/>
          <p:nvPr/>
        </p:nvSpPr>
        <p:spPr>
          <a:xfrm>
            <a:off x="3807822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0-test-input-2-19"/>
          <p:cNvSpPr/>
          <p:nvPr/>
        </p:nvSpPr>
        <p:spPr>
          <a:xfrm>
            <a:off x="3986348" y="2479765"/>
            <a:ext cx="178525" cy="17852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0-test-input-2-20"/>
          <p:cNvSpPr/>
          <p:nvPr/>
        </p:nvSpPr>
        <p:spPr>
          <a:xfrm>
            <a:off x="4164874" y="2479765"/>
            <a:ext cx="178525" cy="178525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0-test-input-3-0"/>
          <p:cNvSpPr/>
          <p:nvPr/>
        </p:nvSpPr>
        <p:spPr>
          <a:xfrm>
            <a:off x="594360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0-test-input-3-1"/>
          <p:cNvSpPr/>
          <p:nvPr/>
        </p:nvSpPr>
        <p:spPr>
          <a:xfrm>
            <a:off x="772885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0-test-input-3-2"/>
          <p:cNvSpPr/>
          <p:nvPr/>
        </p:nvSpPr>
        <p:spPr>
          <a:xfrm>
            <a:off x="951411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0-test-input-3-3"/>
          <p:cNvSpPr/>
          <p:nvPr/>
        </p:nvSpPr>
        <p:spPr>
          <a:xfrm>
            <a:off x="1129937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0-test-input-3-4"/>
          <p:cNvSpPr/>
          <p:nvPr/>
        </p:nvSpPr>
        <p:spPr>
          <a:xfrm>
            <a:off x="1308462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0-test-input-3-5"/>
          <p:cNvSpPr/>
          <p:nvPr/>
        </p:nvSpPr>
        <p:spPr>
          <a:xfrm>
            <a:off x="1486988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0-test-input-3-6"/>
          <p:cNvSpPr/>
          <p:nvPr/>
        </p:nvSpPr>
        <p:spPr>
          <a:xfrm>
            <a:off x="1665514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0-test-input-3-7"/>
          <p:cNvSpPr/>
          <p:nvPr/>
        </p:nvSpPr>
        <p:spPr>
          <a:xfrm>
            <a:off x="1844040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0-test-input-3-8"/>
          <p:cNvSpPr/>
          <p:nvPr/>
        </p:nvSpPr>
        <p:spPr>
          <a:xfrm>
            <a:off x="2022565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0-test-input-3-9"/>
          <p:cNvSpPr/>
          <p:nvPr/>
        </p:nvSpPr>
        <p:spPr>
          <a:xfrm>
            <a:off x="2201091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0-test-input-3-10"/>
          <p:cNvSpPr/>
          <p:nvPr/>
        </p:nvSpPr>
        <p:spPr>
          <a:xfrm>
            <a:off x="2379617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0-test-input-3-11"/>
          <p:cNvSpPr/>
          <p:nvPr/>
        </p:nvSpPr>
        <p:spPr>
          <a:xfrm>
            <a:off x="2558142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0-test-input-3-12"/>
          <p:cNvSpPr/>
          <p:nvPr/>
        </p:nvSpPr>
        <p:spPr>
          <a:xfrm>
            <a:off x="2736668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0-test-input-3-13"/>
          <p:cNvSpPr/>
          <p:nvPr/>
        </p:nvSpPr>
        <p:spPr>
          <a:xfrm>
            <a:off x="2915194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0-test-input-3-14"/>
          <p:cNvSpPr/>
          <p:nvPr/>
        </p:nvSpPr>
        <p:spPr>
          <a:xfrm>
            <a:off x="3093719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0-test-input-3-15"/>
          <p:cNvSpPr/>
          <p:nvPr/>
        </p:nvSpPr>
        <p:spPr>
          <a:xfrm>
            <a:off x="3272245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0-test-input-3-16"/>
          <p:cNvSpPr/>
          <p:nvPr/>
        </p:nvSpPr>
        <p:spPr>
          <a:xfrm>
            <a:off x="3450771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0-test-input-3-17"/>
          <p:cNvSpPr/>
          <p:nvPr/>
        </p:nvSpPr>
        <p:spPr>
          <a:xfrm>
            <a:off x="3629297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0-test-input-3-18"/>
          <p:cNvSpPr/>
          <p:nvPr/>
        </p:nvSpPr>
        <p:spPr>
          <a:xfrm>
            <a:off x="3807822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0-test-input-3-19"/>
          <p:cNvSpPr/>
          <p:nvPr/>
        </p:nvSpPr>
        <p:spPr>
          <a:xfrm>
            <a:off x="3986348" y="2658291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0-test-input-3-20"/>
          <p:cNvSpPr/>
          <p:nvPr/>
        </p:nvSpPr>
        <p:spPr>
          <a:xfrm>
            <a:off x="4164874" y="2658291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0-test-input-4-0"/>
          <p:cNvSpPr/>
          <p:nvPr/>
        </p:nvSpPr>
        <p:spPr>
          <a:xfrm>
            <a:off x="594360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0-test-input-4-1"/>
          <p:cNvSpPr/>
          <p:nvPr/>
        </p:nvSpPr>
        <p:spPr>
          <a:xfrm>
            <a:off x="772885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0-test-input-4-2"/>
          <p:cNvSpPr/>
          <p:nvPr/>
        </p:nvSpPr>
        <p:spPr>
          <a:xfrm>
            <a:off x="951411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0-test-input-4-3"/>
          <p:cNvSpPr/>
          <p:nvPr/>
        </p:nvSpPr>
        <p:spPr>
          <a:xfrm>
            <a:off x="1129937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0-test-input-4-4"/>
          <p:cNvSpPr/>
          <p:nvPr/>
        </p:nvSpPr>
        <p:spPr>
          <a:xfrm>
            <a:off x="1308462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0-test-input-4-5"/>
          <p:cNvSpPr/>
          <p:nvPr/>
        </p:nvSpPr>
        <p:spPr>
          <a:xfrm>
            <a:off x="1486988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0-test-input-4-6"/>
          <p:cNvSpPr/>
          <p:nvPr/>
        </p:nvSpPr>
        <p:spPr>
          <a:xfrm>
            <a:off x="1665514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0-test-input-4-7"/>
          <p:cNvSpPr/>
          <p:nvPr/>
        </p:nvSpPr>
        <p:spPr>
          <a:xfrm>
            <a:off x="1844040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0-test-input-4-8"/>
          <p:cNvSpPr/>
          <p:nvPr/>
        </p:nvSpPr>
        <p:spPr>
          <a:xfrm>
            <a:off x="2022565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0-test-input-4-9"/>
          <p:cNvSpPr/>
          <p:nvPr/>
        </p:nvSpPr>
        <p:spPr>
          <a:xfrm>
            <a:off x="2201091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0-test-input-4-10"/>
          <p:cNvSpPr/>
          <p:nvPr/>
        </p:nvSpPr>
        <p:spPr>
          <a:xfrm>
            <a:off x="2379617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0-test-input-4-11"/>
          <p:cNvSpPr/>
          <p:nvPr/>
        </p:nvSpPr>
        <p:spPr>
          <a:xfrm>
            <a:off x="2558142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0-test-input-4-12"/>
          <p:cNvSpPr/>
          <p:nvPr/>
        </p:nvSpPr>
        <p:spPr>
          <a:xfrm>
            <a:off x="2736668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0-test-input-4-13"/>
          <p:cNvSpPr/>
          <p:nvPr/>
        </p:nvSpPr>
        <p:spPr>
          <a:xfrm>
            <a:off x="2915194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0-test-input-4-14"/>
          <p:cNvSpPr/>
          <p:nvPr/>
        </p:nvSpPr>
        <p:spPr>
          <a:xfrm>
            <a:off x="3093719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0-test-input-4-15"/>
          <p:cNvSpPr/>
          <p:nvPr/>
        </p:nvSpPr>
        <p:spPr>
          <a:xfrm>
            <a:off x="3272245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0-test-input-4-16"/>
          <p:cNvSpPr/>
          <p:nvPr/>
        </p:nvSpPr>
        <p:spPr>
          <a:xfrm>
            <a:off x="3450771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0-test-input-4-17"/>
          <p:cNvSpPr/>
          <p:nvPr/>
        </p:nvSpPr>
        <p:spPr>
          <a:xfrm>
            <a:off x="3629297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0-test-input-4-18"/>
          <p:cNvSpPr/>
          <p:nvPr/>
        </p:nvSpPr>
        <p:spPr>
          <a:xfrm>
            <a:off x="3807822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0-test-input-4-19"/>
          <p:cNvSpPr/>
          <p:nvPr/>
        </p:nvSpPr>
        <p:spPr>
          <a:xfrm>
            <a:off x="3986348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0-test-input-4-20"/>
          <p:cNvSpPr/>
          <p:nvPr/>
        </p:nvSpPr>
        <p:spPr>
          <a:xfrm>
            <a:off x="4164874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0-test-input-5-0"/>
          <p:cNvSpPr/>
          <p:nvPr/>
        </p:nvSpPr>
        <p:spPr>
          <a:xfrm>
            <a:off x="594360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0-test-input-5-1"/>
          <p:cNvSpPr/>
          <p:nvPr/>
        </p:nvSpPr>
        <p:spPr>
          <a:xfrm>
            <a:off x="772885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0-test-input-5-2"/>
          <p:cNvSpPr/>
          <p:nvPr/>
        </p:nvSpPr>
        <p:spPr>
          <a:xfrm>
            <a:off x="951411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0-test-input-5-3"/>
          <p:cNvSpPr/>
          <p:nvPr/>
        </p:nvSpPr>
        <p:spPr>
          <a:xfrm>
            <a:off x="1129937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0-test-input-5-4"/>
          <p:cNvSpPr/>
          <p:nvPr/>
        </p:nvSpPr>
        <p:spPr>
          <a:xfrm>
            <a:off x="1308462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0-test-input-5-5"/>
          <p:cNvSpPr/>
          <p:nvPr/>
        </p:nvSpPr>
        <p:spPr>
          <a:xfrm>
            <a:off x="1486988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0-test-input-5-6"/>
          <p:cNvSpPr/>
          <p:nvPr/>
        </p:nvSpPr>
        <p:spPr>
          <a:xfrm>
            <a:off x="1665514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0-test-input-5-7"/>
          <p:cNvSpPr/>
          <p:nvPr/>
        </p:nvSpPr>
        <p:spPr>
          <a:xfrm>
            <a:off x="1844040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0-test-input-5-8"/>
          <p:cNvSpPr/>
          <p:nvPr/>
        </p:nvSpPr>
        <p:spPr>
          <a:xfrm>
            <a:off x="2022565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0-test-input-5-9"/>
          <p:cNvSpPr/>
          <p:nvPr/>
        </p:nvSpPr>
        <p:spPr>
          <a:xfrm>
            <a:off x="2201091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0-test-input-5-10"/>
          <p:cNvSpPr/>
          <p:nvPr/>
        </p:nvSpPr>
        <p:spPr>
          <a:xfrm>
            <a:off x="2379617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0-test-input-5-11"/>
          <p:cNvSpPr/>
          <p:nvPr/>
        </p:nvSpPr>
        <p:spPr>
          <a:xfrm>
            <a:off x="2558142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0-test-input-5-12"/>
          <p:cNvSpPr/>
          <p:nvPr/>
        </p:nvSpPr>
        <p:spPr>
          <a:xfrm>
            <a:off x="2736668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0-test-input-5-13"/>
          <p:cNvSpPr/>
          <p:nvPr/>
        </p:nvSpPr>
        <p:spPr>
          <a:xfrm>
            <a:off x="2915194" y="3015342"/>
            <a:ext cx="178525" cy="17852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0-test-input-5-14"/>
          <p:cNvSpPr/>
          <p:nvPr/>
        </p:nvSpPr>
        <p:spPr>
          <a:xfrm>
            <a:off x="3093719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0-test-input-5-15"/>
          <p:cNvSpPr/>
          <p:nvPr/>
        </p:nvSpPr>
        <p:spPr>
          <a:xfrm>
            <a:off x="3272245" y="3015342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0-test-input-5-16"/>
          <p:cNvSpPr/>
          <p:nvPr/>
        </p:nvSpPr>
        <p:spPr>
          <a:xfrm>
            <a:off x="3450771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0-test-input-5-17"/>
          <p:cNvSpPr/>
          <p:nvPr/>
        </p:nvSpPr>
        <p:spPr>
          <a:xfrm>
            <a:off x="3629297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0-test-input-5-18"/>
          <p:cNvSpPr/>
          <p:nvPr/>
        </p:nvSpPr>
        <p:spPr>
          <a:xfrm>
            <a:off x="3807822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0-test-input-5-19"/>
          <p:cNvSpPr/>
          <p:nvPr/>
        </p:nvSpPr>
        <p:spPr>
          <a:xfrm>
            <a:off x="3986348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0-test-input-5-20"/>
          <p:cNvSpPr/>
          <p:nvPr/>
        </p:nvSpPr>
        <p:spPr>
          <a:xfrm>
            <a:off x="4164874" y="3015342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0-test-input-6-0"/>
          <p:cNvSpPr/>
          <p:nvPr/>
        </p:nvSpPr>
        <p:spPr>
          <a:xfrm>
            <a:off x="594360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0-test-input-6-1"/>
          <p:cNvSpPr/>
          <p:nvPr/>
        </p:nvSpPr>
        <p:spPr>
          <a:xfrm>
            <a:off x="772885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0-test-input-6-2"/>
          <p:cNvSpPr/>
          <p:nvPr/>
        </p:nvSpPr>
        <p:spPr>
          <a:xfrm>
            <a:off x="951411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0-test-input-6-3"/>
          <p:cNvSpPr/>
          <p:nvPr/>
        </p:nvSpPr>
        <p:spPr>
          <a:xfrm>
            <a:off x="1129937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0-test-input-6-4"/>
          <p:cNvSpPr/>
          <p:nvPr/>
        </p:nvSpPr>
        <p:spPr>
          <a:xfrm>
            <a:off x="1308462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0-test-input-6-5"/>
          <p:cNvSpPr/>
          <p:nvPr/>
        </p:nvSpPr>
        <p:spPr>
          <a:xfrm>
            <a:off x="1486988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0-test-input-6-6"/>
          <p:cNvSpPr/>
          <p:nvPr/>
        </p:nvSpPr>
        <p:spPr>
          <a:xfrm>
            <a:off x="1665514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0-test-input-6-7"/>
          <p:cNvSpPr/>
          <p:nvPr/>
        </p:nvSpPr>
        <p:spPr>
          <a:xfrm>
            <a:off x="1844040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0-test-input-6-8"/>
          <p:cNvSpPr/>
          <p:nvPr/>
        </p:nvSpPr>
        <p:spPr>
          <a:xfrm>
            <a:off x="2022565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0-test-input-6-9"/>
          <p:cNvSpPr/>
          <p:nvPr/>
        </p:nvSpPr>
        <p:spPr>
          <a:xfrm>
            <a:off x="2201091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0-test-input-6-10"/>
          <p:cNvSpPr/>
          <p:nvPr/>
        </p:nvSpPr>
        <p:spPr>
          <a:xfrm>
            <a:off x="2379617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0-test-input-6-11"/>
          <p:cNvSpPr/>
          <p:nvPr/>
        </p:nvSpPr>
        <p:spPr>
          <a:xfrm>
            <a:off x="2558142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0-test-input-6-12"/>
          <p:cNvSpPr/>
          <p:nvPr/>
        </p:nvSpPr>
        <p:spPr>
          <a:xfrm>
            <a:off x="2736668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0-test-input-6-13"/>
          <p:cNvSpPr/>
          <p:nvPr/>
        </p:nvSpPr>
        <p:spPr>
          <a:xfrm>
            <a:off x="2915194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0-test-input-6-14"/>
          <p:cNvSpPr/>
          <p:nvPr/>
        </p:nvSpPr>
        <p:spPr>
          <a:xfrm>
            <a:off x="3093719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0-test-input-6-15"/>
          <p:cNvSpPr/>
          <p:nvPr/>
        </p:nvSpPr>
        <p:spPr>
          <a:xfrm>
            <a:off x="3272245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0-test-input-6-16"/>
          <p:cNvSpPr/>
          <p:nvPr/>
        </p:nvSpPr>
        <p:spPr>
          <a:xfrm>
            <a:off x="3450771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0-test-input-6-17"/>
          <p:cNvSpPr/>
          <p:nvPr/>
        </p:nvSpPr>
        <p:spPr>
          <a:xfrm>
            <a:off x="3629297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0-test-input-6-18"/>
          <p:cNvSpPr/>
          <p:nvPr/>
        </p:nvSpPr>
        <p:spPr>
          <a:xfrm>
            <a:off x="3807822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0-test-input-6-19"/>
          <p:cNvSpPr/>
          <p:nvPr/>
        </p:nvSpPr>
        <p:spPr>
          <a:xfrm>
            <a:off x="3986348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0-test-input-6-20"/>
          <p:cNvSpPr/>
          <p:nvPr/>
        </p:nvSpPr>
        <p:spPr>
          <a:xfrm>
            <a:off x="4164874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0-test-input-7-0"/>
          <p:cNvSpPr/>
          <p:nvPr/>
        </p:nvSpPr>
        <p:spPr>
          <a:xfrm>
            <a:off x="594360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0-test-input-7-1"/>
          <p:cNvSpPr/>
          <p:nvPr/>
        </p:nvSpPr>
        <p:spPr>
          <a:xfrm>
            <a:off x="772885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0-test-input-7-2"/>
          <p:cNvSpPr/>
          <p:nvPr/>
        </p:nvSpPr>
        <p:spPr>
          <a:xfrm>
            <a:off x="951411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0-test-input-7-3"/>
          <p:cNvSpPr/>
          <p:nvPr/>
        </p:nvSpPr>
        <p:spPr>
          <a:xfrm>
            <a:off x="1129937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0-test-input-7-4"/>
          <p:cNvSpPr/>
          <p:nvPr/>
        </p:nvSpPr>
        <p:spPr>
          <a:xfrm>
            <a:off x="1308462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0-test-input-7-5"/>
          <p:cNvSpPr/>
          <p:nvPr/>
        </p:nvSpPr>
        <p:spPr>
          <a:xfrm>
            <a:off x="1486988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0-test-input-7-6"/>
          <p:cNvSpPr/>
          <p:nvPr/>
        </p:nvSpPr>
        <p:spPr>
          <a:xfrm>
            <a:off x="1665514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0-test-input-7-7"/>
          <p:cNvSpPr/>
          <p:nvPr/>
        </p:nvSpPr>
        <p:spPr>
          <a:xfrm>
            <a:off x="1844040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0-test-input-7-8"/>
          <p:cNvSpPr/>
          <p:nvPr/>
        </p:nvSpPr>
        <p:spPr>
          <a:xfrm>
            <a:off x="2022565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0-test-input-7-9"/>
          <p:cNvSpPr/>
          <p:nvPr/>
        </p:nvSpPr>
        <p:spPr>
          <a:xfrm>
            <a:off x="2201091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0-test-input-7-10"/>
          <p:cNvSpPr/>
          <p:nvPr/>
        </p:nvSpPr>
        <p:spPr>
          <a:xfrm>
            <a:off x="2379617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0-test-input-7-11"/>
          <p:cNvSpPr/>
          <p:nvPr/>
        </p:nvSpPr>
        <p:spPr>
          <a:xfrm>
            <a:off x="2558142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0-test-input-7-12"/>
          <p:cNvSpPr/>
          <p:nvPr/>
        </p:nvSpPr>
        <p:spPr>
          <a:xfrm>
            <a:off x="2736668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0-test-input-7-13"/>
          <p:cNvSpPr/>
          <p:nvPr/>
        </p:nvSpPr>
        <p:spPr>
          <a:xfrm>
            <a:off x="2915194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0-test-input-7-14"/>
          <p:cNvSpPr/>
          <p:nvPr/>
        </p:nvSpPr>
        <p:spPr>
          <a:xfrm>
            <a:off x="3093719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0-test-input-7-15"/>
          <p:cNvSpPr/>
          <p:nvPr/>
        </p:nvSpPr>
        <p:spPr>
          <a:xfrm>
            <a:off x="3272245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0-test-input-7-16"/>
          <p:cNvSpPr/>
          <p:nvPr/>
        </p:nvSpPr>
        <p:spPr>
          <a:xfrm>
            <a:off x="3450771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0-test-input-7-17"/>
          <p:cNvSpPr/>
          <p:nvPr/>
        </p:nvSpPr>
        <p:spPr>
          <a:xfrm>
            <a:off x="3629297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0-test-input-7-18"/>
          <p:cNvSpPr/>
          <p:nvPr/>
        </p:nvSpPr>
        <p:spPr>
          <a:xfrm>
            <a:off x="3807822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0-test-input-7-19"/>
          <p:cNvSpPr/>
          <p:nvPr/>
        </p:nvSpPr>
        <p:spPr>
          <a:xfrm>
            <a:off x="3986348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0-test-input-7-20"/>
          <p:cNvSpPr/>
          <p:nvPr/>
        </p:nvSpPr>
        <p:spPr>
          <a:xfrm>
            <a:off x="4164874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0-test-input-8-0"/>
          <p:cNvSpPr/>
          <p:nvPr/>
        </p:nvSpPr>
        <p:spPr>
          <a:xfrm>
            <a:off x="594360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0-test-input-8-1"/>
          <p:cNvSpPr/>
          <p:nvPr/>
        </p:nvSpPr>
        <p:spPr>
          <a:xfrm>
            <a:off x="772885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0-test-input-8-2"/>
          <p:cNvSpPr/>
          <p:nvPr/>
        </p:nvSpPr>
        <p:spPr>
          <a:xfrm>
            <a:off x="951411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0-test-input-8-3"/>
          <p:cNvSpPr/>
          <p:nvPr/>
        </p:nvSpPr>
        <p:spPr>
          <a:xfrm>
            <a:off x="1129937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0-test-input-8-4"/>
          <p:cNvSpPr/>
          <p:nvPr/>
        </p:nvSpPr>
        <p:spPr>
          <a:xfrm>
            <a:off x="1308462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0-test-input-8-5"/>
          <p:cNvSpPr/>
          <p:nvPr/>
        </p:nvSpPr>
        <p:spPr>
          <a:xfrm>
            <a:off x="1486988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0-test-input-8-6"/>
          <p:cNvSpPr/>
          <p:nvPr/>
        </p:nvSpPr>
        <p:spPr>
          <a:xfrm>
            <a:off x="1665514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0-test-input-8-7"/>
          <p:cNvSpPr/>
          <p:nvPr/>
        </p:nvSpPr>
        <p:spPr>
          <a:xfrm>
            <a:off x="1844040" y="3550920"/>
            <a:ext cx="178525" cy="17852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0-test-input-8-8"/>
          <p:cNvSpPr/>
          <p:nvPr/>
        </p:nvSpPr>
        <p:spPr>
          <a:xfrm>
            <a:off x="2022565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0-test-input-8-9"/>
          <p:cNvSpPr/>
          <p:nvPr/>
        </p:nvSpPr>
        <p:spPr>
          <a:xfrm>
            <a:off x="2201091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0-test-input-8-10"/>
          <p:cNvSpPr/>
          <p:nvPr/>
        </p:nvSpPr>
        <p:spPr>
          <a:xfrm>
            <a:off x="2379617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0-test-input-8-11"/>
          <p:cNvSpPr/>
          <p:nvPr/>
        </p:nvSpPr>
        <p:spPr>
          <a:xfrm>
            <a:off x="2558142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0-test-input-8-12"/>
          <p:cNvSpPr/>
          <p:nvPr/>
        </p:nvSpPr>
        <p:spPr>
          <a:xfrm>
            <a:off x="2736668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0-test-input-8-13"/>
          <p:cNvSpPr/>
          <p:nvPr/>
        </p:nvSpPr>
        <p:spPr>
          <a:xfrm>
            <a:off x="2915194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0-test-input-8-14"/>
          <p:cNvSpPr/>
          <p:nvPr/>
        </p:nvSpPr>
        <p:spPr>
          <a:xfrm>
            <a:off x="3093719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0-test-input-8-15"/>
          <p:cNvSpPr/>
          <p:nvPr/>
        </p:nvSpPr>
        <p:spPr>
          <a:xfrm>
            <a:off x="3272245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0-test-input-8-16"/>
          <p:cNvSpPr/>
          <p:nvPr/>
        </p:nvSpPr>
        <p:spPr>
          <a:xfrm>
            <a:off x="3450771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0-test-input-8-17"/>
          <p:cNvSpPr/>
          <p:nvPr/>
        </p:nvSpPr>
        <p:spPr>
          <a:xfrm>
            <a:off x="3629297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0-test-input-8-18"/>
          <p:cNvSpPr/>
          <p:nvPr/>
        </p:nvSpPr>
        <p:spPr>
          <a:xfrm>
            <a:off x="3807822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0-test-input-8-19"/>
          <p:cNvSpPr/>
          <p:nvPr/>
        </p:nvSpPr>
        <p:spPr>
          <a:xfrm>
            <a:off x="3986348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0-test-input-8-20"/>
          <p:cNvSpPr/>
          <p:nvPr/>
        </p:nvSpPr>
        <p:spPr>
          <a:xfrm>
            <a:off x="4164874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0-test-output-0-0"/>
          <p:cNvSpPr/>
          <p:nvPr/>
        </p:nvSpPr>
        <p:spPr>
          <a:xfrm>
            <a:off x="4709160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0-test-output-0-1"/>
          <p:cNvSpPr/>
          <p:nvPr/>
        </p:nvSpPr>
        <p:spPr>
          <a:xfrm>
            <a:off x="4887685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0-test-output-0-2"/>
          <p:cNvSpPr/>
          <p:nvPr/>
        </p:nvSpPr>
        <p:spPr>
          <a:xfrm>
            <a:off x="5066211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0-test-output-0-3"/>
          <p:cNvSpPr/>
          <p:nvPr/>
        </p:nvSpPr>
        <p:spPr>
          <a:xfrm>
            <a:off x="5244737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0-test-output-0-4"/>
          <p:cNvSpPr/>
          <p:nvPr/>
        </p:nvSpPr>
        <p:spPr>
          <a:xfrm>
            <a:off x="5423262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0-test-output-0-5"/>
          <p:cNvSpPr/>
          <p:nvPr/>
        </p:nvSpPr>
        <p:spPr>
          <a:xfrm>
            <a:off x="5601788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0-test-output-0-6"/>
          <p:cNvSpPr/>
          <p:nvPr/>
        </p:nvSpPr>
        <p:spPr>
          <a:xfrm>
            <a:off x="5780314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0-test-output-0-7"/>
          <p:cNvSpPr/>
          <p:nvPr/>
        </p:nvSpPr>
        <p:spPr>
          <a:xfrm>
            <a:off x="5958840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0-test-output-0-8"/>
          <p:cNvSpPr/>
          <p:nvPr/>
        </p:nvSpPr>
        <p:spPr>
          <a:xfrm>
            <a:off x="6137365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0-test-output-0-9"/>
          <p:cNvSpPr/>
          <p:nvPr/>
        </p:nvSpPr>
        <p:spPr>
          <a:xfrm>
            <a:off x="6315891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0-test-output-0-10"/>
          <p:cNvSpPr/>
          <p:nvPr/>
        </p:nvSpPr>
        <p:spPr>
          <a:xfrm>
            <a:off x="6494417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0-test-output-0-11"/>
          <p:cNvSpPr/>
          <p:nvPr/>
        </p:nvSpPr>
        <p:spPr>
          <a:xfrm>
            <a:off x="6672942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0-test-output-0-12"/>
          <p:cNvSpPr/>
          <p:nvPr/>
        </p:nvSpPr>
        <p:spPr>
          <a:xfrm>
            <a:off x="6851468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0-test-output-0-13"/>
          <p:cNvSpPr/>
          <p:nvPr/>
        </p:nvSpPr>
        <p:spPr>
          <a:xfrm>
            <a:off x="7029994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0-test-output-0-14"/>
          <p:cNvSpPr/>
          <p:nvPr/>
        </p:nvSpPr>
        <p:spPr>
          <a:xfrm>
            <a:off x="7208520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0-test-output-0-15"/>
          <p:cNvSpPr/>
          <p:nvPr/>
        </p:nvSpPr>
        <p:spPr>
          <a:xfrm>
            <a:off x="7387045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0-test-output-0-16"/>
          <p:cNvSpPr/>
          <p:nvPr/>
        </p:nvSpPr>
        <p:spPr>
          <a:xfrm>
            <a:off x="7565571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0-test-output-0-17"/>
          <p:cNvSpPr/>
          <p:nvPr/>
        </p:nvSpPr>
        <p:spPr>
          <a:xfrm>
            <a:off x="7744097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0-test-output-0-18"/>
          <p:cNvSpPr/>
          <p:nvPr/>
        </p:nvSpPr>
        <p:spPr>
          <a:xfrm>
            <a:off x="7922622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0-test-output-0-19"/>
          <p:cNvSpPr/>
          <p:nvPr/>
        </p:nvSpPr>
        <p:spPr>
          <a:xfrm>
            <a:off x="8101148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0-test-output-0-20"/>
          <p:cNvSpPr/>
          <p:nvPr/>
        </p:nvSpPr>
        <p:spPr>
          <a:xfrm>
            <a:off x="8279674" y="212271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0-test-output-1-0"/>
          <p:cNvSpPr/>
          <p:nvPr/>
        </p:nvSpPr>
        <p:spPr>
          <a:xfrm>
            <a:off x="4709160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0-test-output-1-1"/>
          <p:cNvSpPr/>
          <p:nvPr/>
        </p:nvSpPr>
        <p:spPr>
          <a:xfrm>
            <a:off x="4887685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0-test-output-1-2"/>
          <p:cNvSpPr/>
          <p:nvPr/>
        </p:nvSpPr>
        <p:spPr>
          <a:xfrm>
            <a:off x="5066211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0-test-output-1-3"/>
          <p:cNvSpPr/>
          <p:nvPr/>
        </p:nvSpPr>
        <p:spPr>
          <a:xfrm>
            <a:off x="5244737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0-test-output-1-4"/>
          <p:cNvSpPr/>
          <p:nvPr/>
        </p:nvSpPr>
        <p:spPr>
          <a:xfrm>
            <a:off x="5423262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0-test-output-1-5"/>
          <p:cNvSpPr/>
          <p:nvPr/>
        </p:nvSpPr>
        <p:spPr>
          <a:xfrm>
            <a:off x="5601788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10-test-output-1-6"/>
          <p:cNvSpPr/>
          <p:nvPr/>
        </p:nvSpPr>
        <p:spPr>
          <a:xfrm>
            <a:off x="5780314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10-test-output-1-7"/>
          <p:cNvSpPr/>
          <p:nvPr/>
        </p:nvSpPr>
        <p:spPr>
          <a:xfrm>
            <a:off x="5958840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10-test-output-1-8"/>
          <p:cNvSpPr/>
          <p:nvPr/>
        </p:nvSpPr>
        <p:spPr>
          <a:xfrm>
            <a:off x="6137365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10-test-output-1-9"/>
          <p:cNvSpPr/>
          <p:nvPr/>
        </p:nvSpPr>
        <p:spPr>
          <a:xfrm>
            <a:off x="6315891" y="230124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10-test-output-1-10"/>
          <p:cNvSpPr/>
          <p:nvPr/>
        </p:nvSpPr>
        <p:spPr>
          <a:xfrm>
            <a:off x="6494417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10-test-output-1-11"/>
          <p:cNvSpPr/>
          <p:nvPr/>
        </p:nvSpPr>
        <p:spPr>
          <a:xfrm>
            <a:off x="6672942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10-test-output-1-12"/>
          <p:cNvSpPr/>
          <p:nvPr/>
        </p:nvSpPr>
        <p:spPr>
          <a:xfrm>
            <a:off x="6851468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10-test-output-1-13"/>
          <p:cNvSpPr/>
          <p:nvPr/>
        </p:nvSpPr>
        <p:spPr>
          <a:xfrm>
            <a:off x="7029994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10-test-output-1-14"/>
          <p:cNvSpPr/>
          <p:nvPr/>
        </p:nvSpPr>
        <p:spPr>
          <a:xfrm>
            <a:off x="7208520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10-test-output-1-15"/>
          <p:cNvSpPr/>
          <p:nvPr/>
        </p:nvSpPr>
        <p:spPr>
          <a:xfrm>
            <a:off x="7387045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10-test-output-1-16"/>
          <p:cNvSpPr/>
          <p:nvPr/>
        </p:nvSpPr>
        <p:spPr>
          <a:xfrm>
            <a:off x="7565571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10-test-output-1-17"/>
          <p:cNvSpPr/>
          <p:nvPr/>
        </p:nvSpPr>
        <p:spPr>
          <a:xfrm>
            <a:off x="7744097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10-test-output-1-18"/>
          <p:cNvSpPr/>
          <p:nvPr/>
        </p:nvSpPr>
        <p:spPr>
          <a:xfrm>
            <a:off x="7922622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10-test-output-1-19"/>
          <p:cNvSpPr/>
          <p:nvPr/>
        </p:nvSpPr>
        <p:spPr>
          <a:xfrm>
            <a:off x="8101148" y="230124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10-test-output-1-20"/>
          <p:cNvSpPr/>
          <p:nvPr/>
        </p:nvSpPr>
        <p:spPr>
          <a:xfrm>
            <a:off x="8279674" y="2301240"/>
            <a:ext cx="178525" cy="178525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10-test-output-2-0"/>
          <p:cNvSpPr/>
          <p:nvPr/>
        </p:nvSpPr>
        <p:spPr>
          <a:xfrm>
            <a:off x="4709160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10-test-output-2-1"/>
          <p:cNvSpPr/>
          <p:nvPr/>
        </p:nvSpPr>
        <p:spPr>
          <a:xfrm>
            <a:off x="4887685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10-test-output-2-2"/>
          <p:cNvSpPr/>
          <p:nvPr/>
        </p:nvSpPr>
        <p:spPr>
          <a:xfrm>
            <a:off x="5066211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10-test-output-2-3"/>
          <p:cNvSpPr/>
          <p:nvPr/>
        </p:nvSpPr>
        <p:spPr>
          <a:xfrm>
            <a:off x="5244737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10-test-output-2-4"/>
          <p:cNvSpPr/>
          <p:nvPr/>
        </p:nvSpPr>
        <p:spPr>
          <a:xfrm>
            <a:off x="5423262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10-test-output-2-5"/>
          <p:cNvSpPr/>
          <p:nvPr/>
        </p:nvSpPr>
        <p:spPr>
          <a:xfrm>
            <a:off x="5601788" y="2479765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10-test-output-2-6"/>
          <p:cNvSpPr/>
          <p:nvPr/>
        </p:nvSpPr>
        <p:spPr>
          <a:xfrm>
            <a:off x="5780314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10-test-output-2-7"/>
          <p:cNvSpPr/>
          <p:nvPr/>
        </p:nvSpPr>
        <p:spPr>
          <a:xfrm>
            <a:off x="5958840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10-test-output-2-8"/>
          <p:cNvSpPr/>
          <p:nvPr/>
        </p:nvSpPr>
        <p:spPr>
          <a:xfrm>
            <a:off x="6137365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10-test-output-2-9"/>
          <p:cNvSpPr/>
          <p:nvPr/>
        </p:nvSpPr>
        <p:spPr>
          <a:xfrm>
            <a:off x="6315891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10-test-output-2-10"/>
          <p:cNvSpPr/>
          <p:nvPr/>
        </p:nvSpPr>
        <p:spPr>
          <a:xfrm>
            <a:off x="6494417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10-test-output-2-11"/>
          <p:cNvSpPr/>
          <p:nvPr/>
        </p:nvSpPr>
        <p:spPr>
          <a:xfrm>
            <a:off x="6672942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10-test-output-2-12"/>
          <p:cNvSpPr/>
          <p:nvPr/>
        </p:nvSpPr>
        <p:spPr>
          <a:xfrm>
            <a:off x="6851468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10-test-output-2-13"/>
          <p:cNvSpPr/>
          <p:nvPr/>
        </p:nvSpPr>
        <p:spPr>
          <a:xfrm>
            <a:off x="7029994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10-test-output-2-14"/>
          <p:cNvSpPr/>
          <p:nvPr/>
        </p:nvSpPr>
        <p:spPr>
          <a:xfrm>
            <a:off x="7208520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10-test-output-2-15"/>
          <p:cNvSpPr/>
          <p:nvPr/>
        </p:nvSpPr>
        <p:spPr>
          <a:xfrm>
            <a:off x="7387045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10-test-output-2-16"/>
          <p:cNvSpPr/>
          <p:nvPr/>
        </p:nvSpPr>
        <p:spPr>
          <a:xfrm>
            <a:off x="7565571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10-test-output-2-17"/>
          <p:cNvSpPr/>
          <p:nvPr/>
        </p:nvSpPr>
        <p:spPr>
          <a:xfrm>
            <a:off x="7744097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10-test-output-2-18"/>
          <p:cNvSpPr/>
          <p:nvPr/>
        </p:nvSpPr>
        <p:spPr>
          <a:xfrm>
            <a:off x="7922622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10-test-output-2-19"/>
          <p:cNvSpPr/>
          <p:nvPr/>
        </p:nvSpPr>
        <p:spPr>
          <a:xfrm>
            <a:off x="8101148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10-test-output-2-20"/>
          <p:cNvSpPr/>
          <p:nvPr/>
        </p:nvSpPr>
        <p:spPr>
          <a:xfrm>
            <a:off x="8279674" y="2479765"/>
            <a:ext cx="178525" cy="178525"/>
          </a:xfrm>
          <a:prstGeom prst="rect">
            <a:avLst/>
          </a:prstGeom>
          <a:solidFill>
            <a:srgbClr val="870C25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10-test-output-3-0"/>
          <p:cNvSpPr/>
          <p:nvPr/>
        </p:nvSpPr>
        <p:spPr>
          <a:xfrm>
            <a:off x="4709160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10-test-output-3-1"/>
          <p:cNvSpPr/>
          <p:nvPr/>
        </p:nvSpPr>
        <p:spPr>
          <a:xfrm>
            <a:off x="4887685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10-test-output-3-2"/>
          <p:cNvSpPr/>
          <p:nvPr/>
        </p:nvSpPr>
        <p:spPr>
          <a:xfrm>
            <a:off x="5066211" y="2658291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10-test-output-3-3"/>
          <p:cNvSpPr/>
          <p:nvPr/>
        </p:nvSpPr>
        <p:spPr>
          <a:xfrm>
            <a:off x="5244737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10-test-output-3-4"/>
          <p:cNvSpPr/>
          <p:nvPr/>
        </p:nvSpPr>
        <p:spPr>
          <a:xfrm>
            <a:off x="5423262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10-test-output-3-5"/>
          <p:cNvSpPr/>
          <p:nvPr/>
        </p:nvSpPr>
        <p:spPr>
          <a:xfrm>
            <a:off x="5601788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10-test-output-3-6"/>
          <p:cNvSpPr/>
          <p:nvPr/>
        </p:nvSpPr>
        <p:spPr>
          <a:xfrm>
            <a:off x="5780314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10-test-output-3-7"/>
          <p:cNvSpPr/>
          <p:nvPr/>
        </p:nvSpPr>
        <p:spPr>
          <a:xfrm>
            <a:off x="5958840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10-test-output-3-8"/>
          <p:cNvSpPr/>
          <p:nvPr/>
        </p:nvSpPr>
        <p:spPr>
          <a:xfrm>
            <a:off x="6137365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10-test-output-3-9"/>
          <p:cNvSpPr/>
          <p:nvPr/>
        </p:nvSpPr>
        <p:spPr>
          <a:xfrm>
            <a:off x="6315891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10-test-output-3-10"/>
          <p:cNvSpPr/>
          <p:nvPr/>
        </p:nvSpPr>
        <p:spPr>
          <a:xfrm>
            <a:off x="6494417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10-test-output-3-11"/>
          <p:cNvSpPr/>
          <p:nvPr/>
        </p:nvSpPr>
        <p:spPr>
          <a:xfrm>
            <a:off x="6672942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10-test-output-3-12"/>
          <p:cNvSpPr/>
          <p:nvPr/>
        </p:nvSpPr>
        <p:spPr>
          <a:xfrm>
            <a:off x="6851468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10-test-output-3-13"/>
          <p:cNvSpPr/>
          <p:nvPr/>
        </p:nvSpPr>
        <p:spPr>
          <a:xfrm>
            <a:off x="7029994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10-test-output-3-14"/>
          <p:cNvSpPr/>
          <p:nvPr/>
        </p:nvSpPr>
        <p:spPr>
          <a:xfrm>
            <a:off x="7208520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10-test-output-3-15"/>
          <p:cNvSpPr/>
          <p:nvPr/>
        </p:nvSpPr>
        <p:spPr>
          <a:xfrm>
            <a:off x="7387045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10-test-output-3-16"/>
          <p:cNvSpPr/>
          <p:nvPr/>
        </p:nvSpPr>
        <p:spPr>
          <a:xfrm>
            <a:off x="7565571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10-test-output-3-17"/>
          <p:cNvSpPr/>
          <p:nvPr/>
        </p:nvSpPr>
        <p:spPr>
          <a:xfrm>
            <a:off x="7744097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10-test-output-3-18"/>
          <p:cNvSpPr/>
          <p:nvPr/>
        </p:nvSpPr>
        <p:spPr>
          <a:xfrm>
            <a:off x="7922622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10-test-output-3-19"/>
          <p:cNvSpPr/>
          <p:nvPr/>
        </p:nvSpPr>
        <p:spPr>
          <a:xfrm>
            <a:off x="8101148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10-test-output-3-20"/>
          <p:cNvSpPr/>
          <p:nvPr/>
        </p:nvSpPr>
        <p:spPr>
          <a:xfrm>
            <a:off x="8279674" y="2658291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10-test-output-4-0"/>
          <p:cNvSpPr/>
          <p:nvPr/>
        </p:nvSpPr>
        <p:spPr>
          <a:xfrm>
            <a:off x="4709160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10-test-output-4-1"/>
          <p:cNvSpPr/>
          <p:nvPr/>
        </p:nvSpPr>
        <p:spPr>
          <a:xfrm>
            <a:off x="4887685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10-test-output-4-2"/>
          <p:cNvSpPr/>
          <p:nvPr/>
        </p:nvSpPr>
        <p:spPr>
          <a:xfrm>
            <a:off x="5066211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10-test-output-4-3"/>
          <p:cNvSpPr/>
          <p:nvPr/>
        </p:nvSpPr>
        <p:spPr>
          <a:xfrm>
            <a:off x="5244737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10-test-output-4-4"/>
          <p:cNvSpPr/>
          <p:nvPr/>
        </p:nvSpPr>
        <p:spPr>
          <a:xfrm>
            <a:off x="5423262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10-test-output-4-5"/>
          <p:cNvSpPr/>
          <p:nvPr/>
        </p:nvSpPr>
        <p:spPr>
          <a:xfrm>
            <a:off x="5601788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10-test-output-4-6"/>
          <p:cNvSpPr/>
          <p:nvPr/>
        </p:nvSpPr>
        <p:spPr>
          <a:xfrm>
            <a:off x="5780314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10-test-output-4-7"/>
          <p:cNvSpPr/>
          <p:nvPr/>
        </p:nvSpPr>
        <p:spPr>
          <a:xfrm>
            <a:off x="5958840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10-test-output-4-8"/>
          <p:cNvSpPr/>
          <p:nvPr/>
        </p:nvSpPr>
        <p:spPr>
          <a:xfrm>
            <a:off x="6137365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10-test-output-4-9"/>
          <p:cNvSpPr/>
          <p:nvPr/>
        </p:nvSpPr>
        <p:spPr>
          <a:xfrm>
            <a:off x="6315891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10-test-output-4-10"/>
          <p:cNvSpPr/>
          <p:nvPr/>
        </p:nvSpPr>
        <p:spPr>
          <a:xfrm>
            <a:off x="6494417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10-test-output-4-11"/>
          <p:cNvSpPr/>
          <p:nvPr/>
        </p:nvSpPr>
        <p:spPr>
          <a:xfrm>
            <a:off x="6672942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10-test-output-4-12"/>
          <p:cNvSpPr/>
          <p:nvPr/>
        </p:nvSpPr>
        <p:spPr>
          <a:xfrm>
            <a:off x="6851468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10-test-output-4-13"/>
          <p:cNvSpPr/>
          <p:nvPr/>
        </p:nvSpPr>
        <p:spPr>
          <a:xfrm>
            <a:off x="7029994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10-test-output-4-14"/>
          <p:cNvSpPr/>
          <p:nvPr/>
        </p:nvSpPr>
        <p:spPr>
          <a:xfrm>
            <a:off x="7208520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10-test-output-4-15"/>
          <p:cNvSpPr/>
          <p:nvPr/>
        </p:nvSpPr>
        <p:spPr>
          <a:xfrm>
            <a:off x="7387045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10-test-output-4-16"/>
          <p:cNvSpPr/>
          <p:nvPr/>
        </p:nvSpPr>
        <p:spPr>
          <a:xfrm>
            <a:off x="7565571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10-test-output-4-17"/>
          <p:cNvSpPr/>
          <p:nvPr/>
        </p:nvSpPr>
        <p:spPr>
          <a:xfrm>
            <a:off x="7744097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10-test-output-4-18"/>
          <p:cNvSpPr/>
          <p:nvPr/>
        </p:nvSpPr>
        <p:spPr>
          <a:xfrm>
            <a:off x="7922622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10-test-output-4-19"/>
          <p:cNvSpPr/>
          <p:nvPr/>
        </p:nvSpPr>
        <p:spPr>
          <a:xfrm>
            <a:off x="8101148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10-test-output-4-20"/>
          <p:cNvSpPr/>
          <p:nvPr/>
        </p:nvSpPr>
        <p:spPr>
          <a:xfrm>
            <a:off x="8279674" y="2836817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10-test-output-5-0"/>
          <p:cNvSpPr/>
          <p:nvPr/>
        </p:nvSpPr>
        <p:spPr>
          <a:xfrm>
            <a:off x="4709160" y="3015342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10-test-output-5-1"/>
          <p:cNvSpPr/>
          <p:nvPr/>
        </p:nvSpPr>
        <p:spPr>
          <a:xfrm>
            <a:off x="4887685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10-test-output-5-2"/>
          <p:cNvSpPr/>
          <p:nvPr/>
        </p:nvSpPr>
        <p:spPr>
          <a:xfrm>
            <a:off x="5066211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10-test-output-5-3"/>
          <p:cNvSpPr/>
          <p:nvPr/>
        </p:nvSpPr>
        <p:spPr>
          <a:xfrm>
            <a:off x="5244737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10-test-output-5-4"/>
          <p:cNvSpPr/>
          <p:nvPr/>
        </p:nvSpPr>
        <p:spPr>
          <a:xfrm>
            <a:off x="5423262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10-test-output-5-5"/>
          <p:cNvSpPr/>
          <p:nvPr/>
        </p:nvSpPr>
        <p:spPr>
          <a:xfrm>
            <a:off x="5601788" y="3015342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10-test-output-5-6"/>
          <p:cNvSpPr/>
          <p:nvPr/>
        </p:nvSpPr>
        <p:spPr>
          <a:xfrm>
            <a:off x="5780314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10-test-output-5-7"/>
          <p:cNvSpPr/>
          <p:nvPr/>
        </p:nvSpPr>
        <p:spPr>
          <a:xfrm>
            <a:off x="5958840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10-test-output-5-8"/>
          <p:cNvSpPr/>
          <p:nvPr/>
        </p:nvSpPr>
        <p:spPr>
          <a:xfrm>
            <a:off x="6137365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10-test-output-5-9"/>
          <p:cNvSpPr/>
          <p:nvPr/>
        </p:nvSpPr>
        <p:spPr>
          <a:xfrm>
            <a:off x="6315891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10-test-output-5-10"/>
          <p:cNvSpPr/>
          <p:nvPr/>
        </p:nvSpPr>
        <p:spPr>
          <a:xfrm>
            <a:off x="6494417" y="3015342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10-test-output-5-11"/>
          <p:cNvSpPr/>
          <p:nvPr/>
        </p:nvSpPr>
        <p:spPr>
          <a:xfrm>
            <a:off x="6672942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10-test-output-5-12"/>
          <p:cNvSpPr/>
          <p:nvPr/>
        </p:nvSpPr>
        <p:spPr>
          <a:xfrm>
            <a:off x="6851468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10-test-output-5-13"/>
          <p:cNvSpPr/>
          <p:nvPr/>
        </p:nvSpPr>
        <p:spPr>
          <a:xfrm>
            <a:off x="7029994" y="3015342"/>
            <a:ext cx="178525" cy="178525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10-test-output-5-14"/>
          <p:cNvSpPr/>
          <p:nvPr/>
        </p:nvSpPr>
        <p:spPr>
          <a:xfrm>
            <a:off x="7208520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10-test-output-5-15"/>
          <p:cNvSpPr/>
          <p:nvPr/>
        </p:nvSpPr>
        <p:spPr>
          <a:xfrm>
            <a:off x="7387045" y="3015342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10-test-output-5-16"/>
          <p:cNvSpPr/>
          <p:nvPr/>
        </p:nvSpPr>
        <p:spPr>
          <a:xfrm>
            <a:off x="7565571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10-test-output-5-17"/>
          <p:cNvSpPr/>
          <p:nvPr/>
        </p:nvSpPr>
        <p:spPr>
          <a:xfrm>
            <a:off x="7744097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10-test-output-5-18"/>
          <p:cNvSpPr/>
          <p:nvPr/>
        </p:nvSpPr>
        <p:spPr>
          <a:xfrm>
            <a:off x="7922622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10-test-output-5-19"/>
          <p:cNvSpPr/>
          <p:nvPr/>
        </p:nvSpPr>
        <p:spPr>
          <a:xfrm>
            <a:off x="8101148" y="3015342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10-test-output-5-20"/>
          <p:cNvSpPr/>
          <p:nvPr/>
        </p:nvSpPr>
        <p:spPr>
          <a:xfrm>
            <a:off x="8279674" y="3015342"/>
            <a:ext cx="178525" cy="178525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10-test-output-6-0"/>
          <p:cNvSpPr/>
          <p:nvPr/>
        </p:nvSpPr>
        <p:spPr>
          <a:xfrm>
            <a:off x="4709160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10-test-output-6-1"/>
          <p:cNvSpPr/>
          <p:nvPr/>
        </p:nvSpPr>
        <p:spPr>
          <a:xfrm>
            <a:off x="4887685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10-test-output-6-2"/>
          <p:cNvSpPr/>
          <p:nvPr/>
        </p:nvSpPr>
        <p:spPr>
          <a:xfrm>
            <a:off x="5066211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10-test-output-6-3"/>
          <p:cNvSpPr/>
          <p:nvPr/>
        </p:nvSpPr>
        <p:spPr>
          <a:xfrm>
            <a:off x="5244737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10-test-output-6-4"/>
          <p:cNvSpPr/>
          <p:nvPr/>
        </p:nvSpPr>
        <p:spPr>
          <a:xfrm>
            <a:off x="5423262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10-test-output-6-5"/>
          <p:cNvSpPr/>
          <p:nvPr/>
        </p:nvSpPr>
        <p:spPr>
          <a:xfrm>
            <a:off x="5601788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10-test-output-6-6"/>
          <p:cNvSpPr/>
          <p:nvPr/>
        </p:nvSpPr>
        <p:spPr>
          <a:xfrm>
            <a:off x="5780314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10-test-output-6-7"/>
          <p:cNvSpPr/>
          <p:nvPr/>
        </p:nvSpPr>
        <p:spPr>
          <a:xfrm>
            <a:off x="5958840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10-test-output-6-8"/>
          <p:cNvSpPr/>
          <p:nvPr/>
        </p:nvSpPr>
        <p:spPr>
          <a:xfrm>
            <a:off x="6137365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10-test-output-6-9"/>
          <p:cNvSpPr/>
          <p:nvPr/>
        </p:nvSpPr>
        <p:spPr>
          <a:xfrm>
            <a:off x="6315891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10-test-output-6-10"/>
          <p:cNvSpPr/>
          <p:nvPr/>
        </p:nvSpPr>
        <p:spPr>
          <a:xfrm>
            <a:off x="6494417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10-test-output-6-11"/>
          <p:cNvSpPr/>
          <p:nvPr/>
        </p:nvSpPr>
        <p:spPr>
          <a:xfrm>
            <a:off x="6672942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10-test-output-6-12"/>
          <p:cNvSpPr/>
          <p:nvPr/>
        </p:nvSpPr>
        <p:spPr>
          <a:xfrm>
            <a:off x="6851468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10-test-output-6-13"/>
          <p:cNvSpPr/>
          <p:nvPr/>
        </p:nvSpPr>
        <p:spPr>
          <a:xfrm>
            <a:off x="7029994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10-test-output-6-14"/>
          <p:cNvSpPr/>
          <p:nvPr/>
        </p:nvSpPr>
        <p:spPr>
          <a:xfrm>
            <a:off x="7208520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10-test-output-6-15"/>
          <p:cNvSpPr/>
          <p:nvPr/>
        </p:nvSpPr>
        <p:spPr>
          <a:xfrm>
            <a:off x="7387045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10-test-output-6-16"/>
          <p:cNvSpPr/>
          <p:nvPr/>
        </p:nvSpPr>
        <p:spPr>
          <a:xfrm>
            <a:off x="7565571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10-test-output-6-17"/>
          <p:cNvSpPr/>
          <p:nvPr/>
        </p:nvSpPr>
        <p:spPr>
          <a:xfrm>
            <a:off x="7744097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10-test-output-6-18"/>
          <p:cNvSpPr/>
          <p:nvPr/>
        </p:nvSpPr>
        <p:spPr>
          <a:xfrm>
            <a:off x="7922622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10-test-output-6-19"/>
          <p:cNvSpPr/>
          <p:nvPr/>
        </p:nvSpPr>
        <p:spPr>
          <a:xfrm>
            <a:off x="8101148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10-test-output-6-20"/>
          <p:cNvSpPr/>
          <p:nvPr/>
        </p:nvSpPr>
        <p:spPr>
          <a:xfrm>
            <a:off x="8279674" y="3193868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10-test-output-7-0"/>
          <p:cNvSpPr/>
          <p:nvPr/>
        </p:nvSpPr>
        <p:spPr>
          <a:xfrm>
            <a:off x="4709160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10-test-output-7-1"/>
          <p:cNvSpPr/>
          <p:nvPr/>
        </p:nvSpPr>
        <p:spPr>
          <a:xfrm>
            <a:off x="4887685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10-test-output-7-2"/>
          <p:cNvSpPr/>
          <p:nvPr/>
        </p:nvSpPr>
        <p:spPr>
          <a:xfrm>
            <a:off x="5066211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10-test-output-7-3"/>
          <p:cNvSpPr/>
          <p:nvPr/>
        </p:nvSpPr>
        <p:spPr>
          <a:xfrm>
            <a:off x="5244737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10-test-output-7-4"/>
          <p:cNvSpPr/>
          <p:nvPr/>
        </p:nvSpPr>
        <p:spPr>
          <a:xfrm>
            <a:off x="5423262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10-test-output-7-5"/>
          <p:cNvSpPr/>
          <p:nvPr/>
        </p:nvSpPr>
        <p:spPr>
          <a:xfrm>
            <a:off x="5601788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10-test-output-7-6"/>
          <p:cNvSpPr/>
          <p:nvPr/>
        </p:nvSpPr>
        <p:spPr>
          <a:xfrm>
            <a:off x="5780314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10-test-output-7-7"/>
          <p:cNvSpPr/>
          <p:nvPr/>
        </p:nvSpPr>
        <p:spPr>
          <a:xfrm>
            <a:off x="5958840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10-test-output-7-8"/>
          <p:cNvSpPr/>
          <p:nvPr/>
        </p:nvSpPr>
        <p:spPr>
          <a:xfrm>
            <a:off x="6137365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10-test-output-7-9"/>
          <p:cNvSpPr/>
          <p:nvPr/>
        </p:nvSpPr>
        <p:spPr>
          <a:xfrm>
            <a:off x="6315891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10-test-output-7-10"/>
          <p:cNvSpPr/>
          <p:nvPr/>
        </p:nvSpPr>
        <p:spPr>
          <a:xfrm>
            <a:off x="6494417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10-test-output-7-11"/>
          <p:cNvSpPr/>
          <p:nvPr/>
        </p:nvSpPr>
        <p:spPr>
          <a:xfrm>
            <a:off x="6672942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10-test-output-7-12"/>
          <p:cNvSpPr/>
          <p:nvPr/>
        </p:nvSpPr>
        <p:spPr>
          <a:xfrm>
            <a:off x="6851468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10-test-output-7-13"/>
          <p:cNvSpPr/>
          <p:nvPr/>
        </p:nvSpPr>
        <p:spPr>
          <a:xfrm>
            <a:off x="7029994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10-test-output-7-14"/>
          <p:cNvSpPr/>
          <p:nvPr/>
        </p:nvSpPr>
        <p:spPr>
          <a:xfrm>
            <a:off x="7208520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10-test-output-7-15"/>
          <p:cNvSpPr/>
          <p:nvPr/>
        </p:nvSpPr>
        <p:spPr>
          <a:xfrm>
            <a:off x="7387045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10-test-output-7-16"/>
          <p:cNvSpPr/>
          <p:nvPr/>
        </p:nvSpPr>
        <p:spPr>
          <a:xfrm>
            <a:off x="7565571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10-test-output-7-17"/>
          <p:cNvSpPr/>
          <p:nvPr/>
        </p:nvSpPr>
        <p:spPr>
          <a:xfrm>
            <a:off x="7744097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10-test-output-7-18"/>
          <p:cNvSpPr/>
          <p:nvPr/>
        </p:nvSpPr>
        <p:spPr>
          <a:xfrm>
            <a:off x="7922622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10-test-output-7-19"/>
          <p:cNvSpPr/>
          <p:nvPr/>
        </p:nvSpPr>
        <p:spPr>
          <a:xfrm>
            <a:off x="8101148" y="3372394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10-test-output-7-20"/>
          <p:cNvSpPr/>
          <p:nvPr/>
        </p:nvSpPr>
        <p:spPr>
          <a:xfrm>
            <a:off x="8279674" y="3372394"/>
            <a:ext cx="178525" cy="178525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10-test-output-8-0"/>
          <p:cNvSpPr/>
          <p:nvPr/>
        </p:nvSpPr>
        <p:spPr>
          <a:xfrm>
            <a:off x="4709160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10-test-output-8-1"/>
          <p:cNvSpPr/>
          <p:nvPr/>
        </p:nvSpPr>
        <p:spPr>
          <a:xfrm>
            <a:off x="4887685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10-test-output-8-2"/>
          <p:cNvSpPr/>
          <p:nvPr/>
        </p:nvSpPr>
        <p:spPr>
          <a:xfrm>
            <a:off x="5066211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10-test-output-8-3"/>
          <p:cNvSpPr/>
          <p:nvPr/>
        </p:nvSpPr>
        <p:spPr>
          <a:xfrm>
            <a:off x="5244737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10-test-output-8-4"/>
          <p:cNvSpPr/>
          <p:nvPr/>
        </p:nvSpPr>
        <p:spPr>
          <a:xfrm>
            <a:off x="5423262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10-test-output-8-5"/>
          <p:cNvSpPr/>
          <p:nvPr/>
        </p:nvSpPr>
        <p:spPr>
          <a:xfrm>
            <a:off x="5601788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10-test-output-8-6"/>
          <p:cNvSpPr/>
          <p:nvPr/>
        </p:nvSpPr>
        <p:spPr>
          <a:xfrm>
            <a:off x="5780314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10-test-output-8-7"/>
          <p:cNvSpPr/>
          <p:nvPr/>
        </p:nvSpPr>
        <p:spPr>
          <a:xfrm>
            <a:off x="5958840" y="3550920"/>
            <a:ext cx="178525" cy="178525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10-test-output-8-8"/>
          <p:cNvSpPr/>
          <p:nvPr/>
        </p:nvSpPr>
        <p:spPr>
          <a:xfrm>
            <a:off x="6137365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10-test-output-8-9"/>
          <p:cNvSpPr/>
          <p:nvPr/>
        </p:nvSpPr>
        <p:spPr>
          <a:xfrm>
            <a:off x="6315891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10-test-output-8-10"/>
          <p:cNvSpPr/>
          <p:nvPr/>
        </p:nvSpPr>
        <p:spPr>
          <a:xfrm>
            <a:off x="6494417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10-test-output-8-11"/>
          <p:cNvSpPr/>
          <p:nvPr/>
        </p:nvSpPr>
        <p:spPr>
          <a:xfrm>
            <a:off x="6672942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10-test-output-8-12"/>
          <p:cNvSpPr/>
          <p:nvPr/>
        </p:nvSpPr>
        <p:spPr>
          <a:xfrm>
            <a:off x="6851468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10-test-output-8-13"/>
          <p:cNvSpPr/>
          <p:nvPr/>
        </p:nvSpPr>
        <p:spPr>
          <a:xfrm>
            <a:off x="7029994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10-test-output-8-14"/>
          <p:cNvSpPr/>
          <p:nvPr/>
        </p:nvSpPr>
        <p:spPr>
          <a:xfrm>
            <a:off x="7208520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10-test-output-8-15"/>
          <p:cNvSpPr/>
          <p:nvPr/>
        </p:nvSpPr>
        <p:spPr>
          <a:xfrm>
            <a:off x="7387045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10-test-output-8-16"/>
          <p:cNvSpPr/>
          <p:nvPr/>
        </p:nvSpPr>
        <p:spPr>
          <a:xfrm>
            <a:off x="7565571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10-test-output-8-17"/>
          <p:cNvSpPr/>
          <p:nvPr/>
        </p:nvSpPr>
        <p:spPr>
          <a:xfrm>
            <a:off x="7744097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10-test-output-8-18"/>
          <p:cNvSpPr/>
          <p:nvPr/>
        </p:nvSpPr>
        <p:spPr>
          <a:xfrm>
            <a:off x="7922622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10-test-output-8-19"/>
          <p:cNvSpPr/>
          <p:nvPr/>
        </p:nvSpPr>
        <p:spPr>
          <a:xfrm>
            <a:off x="8101148" y="3550920"/>
            <a:ext cx="178525" cy="178525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10-test-output-8-20"/>
          <p:cNvSpPr/>
          <p:nvPr/>
        </p:nvSpPr>
        <p:spPr>
          <a:xfrm>
            <a:off x="8279674" y="3550920"/>
            <a:ext cx="178525" cy="178525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並んだ点や隣接セルを手掛かりに、色と周期を対応させて列や行を埋める。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16de56c4.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https://github.com/arcprize/ARC-AGI-2/blob/f3283f7/data/evaluation/16de56c4.json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追加例9：境界を越えて周期を続ける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11-train-input-0-0"/>
          <p:cNvSpPr/>
          <p:nvPr/>
        </p:nvSpPr>
        <p:spPr>
          <a:xfrm>
            <a:off x="739832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1-train-input-0-1"/>
          <p:cNvSpPr/>
          <p:nvPr/>
        </p:nvSpPr>
        <p:spPr>
          <a:xfrm>
            <a:off x="955963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1-train-input-0-2"/>
          <p:cNvSpPr/>
          <p:nvPr/>
        </p:nvSpPr>
        <p:spPr>
          <a:xfrm>
            <a:off x="1172094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1-train-input-0-3"/>
          <p:cNvSpPr/>
          <p:nvPr/>
        </p:nvSpPr>
        <p:spPr>
          <a:xfrm>
            <a:off x="1388225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1-train-input-0-4"/>
          <p:cNvSpPr/>
          <p:nvPr/>
        </p:nvSpPr>
        <p:spPr>
          <a:xfrm>
            <a:off x="1604356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1-train-input-0-5"/>
          <p:cNvSpPr/>
          <p:nvPr/>
        </p:nvSpPr>
        <p:spPr>
          <a:xfrm>
            <a:off x="1820487" y="1737360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1-train-input-0-6"/>
          <p:cNvSpPr/>
          <p:nvPr/>
        </p:nvSpPr>
        <p:spPr>
          <a:xfrm>
            <a:off x="2036618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1-train-input-0-7"/>
          <p:cNvSpPr/>
          <p:nvPr/>
        </p:nvSpPr>
        <p:spPr>
          <a:xfrm>
            <a:off x="2252749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1-train-input-0-8"/>
          <p:cNvSpPr/>
          <p:nvPr/>
        </p:nvSpPr>
        <p:spPr>
          <a:xfrm>
            <a:off x="2468879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1-train-input-0-9"/>
          <p:cNvSpPr/>
          <p:nvPr/>
        </p:nvSpPr>
        <p:spPr>
          <a:xfrm>
            <a:off x="2685010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1-train-input-0-10"/>
          <p:cNvSpPr/>
          <p:nvPr/>
        </p:nvSpPr>
        <p:spPr>
          <a:xfrm>
            <a:off x="2901141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1-train-input-0-11"/>
          <p:cNvSpPr/>
          <p:nvPr/>
        </p:nvSpPr>
        <p:spPr>
          <a:xfrm>
            <a:off x="3117272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1-train-input-0-12"/>
          <p:cNvSpPr/>
          <p:nvPr/>
        </p:nvSpPr>
        <p:spPr>
          <a:xfrm>
            <a:off x="3333403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1-train-input-0-13"/>
          <p:cNvSpPr/>
          <p:nvPr/>
        </p:nvSpPr>
        <p:spPr>
          <a:xfrm>
            <a:off x="3549534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1-train-input-0-14"/>
          <p:cNvSpPr/>
          <p:nvPr/>
        </p:nvSpPr>
        <p:spPr>
          <a:xfrm>
            <a:off x="3765665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1-train-input-0-15"/>
          <p:cNvSpPr/>
          <p:nvPr/>
        </p:nvSpPr>
        <p:spPr>
          <a:xfrm>
            <a:off x="3981796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1-train-input-1-0"/>
          <p:cNvSpPr/>
          <p:nvPr/>
        </p:nvSpPr>
        <p:spPr>
          <a:xfrm>
            <a:off x="739832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1-train-input-1-1"/>
          <p:cNvSpPr/>
          <p:nvPr/>
        </p:nvSpPr>
        <p:spPr>
          <a:xfrm>
            <a:off x="955963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1-train-input-1-2"/>
          <p:cNvSpPr/>
          <p:nvPr/>
        </p:nvSpPr>
        <p:spPr>
          <a:xfrm>
            <a:off x="1172094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1-train-input-1-3"/>
          <p:cNvSpPr/>
          <p:nvPr/>
        </p:nvSpPr>
        <p:spPr>
          <a:xfrm>
            <a:off x="1388225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1-train-input-1-4"/>
          <p:cNvSpPr/>
          <p:nvPr/>
        </p:nvSpPr>
        <p:spPr>
          <a:xfrm>
            <a:off x="1604356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1-train-input-1-5"/>
          <p:cNvSpPr/>
          <p:nvPr/>
        </p:nvSpPr>
        <p:spPr>
          <a:xfrm>
            <a:off x="1820487" y="1953490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1-train-input-1-6"/>
          <p:cNvSpPr/>
          <p:nvPr/>
        </p:nvSpPr>
        <p:spPr>
          <a:xfrm>
            <a:off x="2036618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1-train-input-1-7"/>
          <p:cNvSpPr/>
          <p:nvPr/>
        </p:nvSpPr>
        <p:spPr>
          <a:xfrm>
            <a:off x="2252749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1-train-input-1-8"/>
          <p:cNvSpPr/>
          <p:nvPr/>
        </p:nvSpPr>
        <p:spPr>
          <a:xfrm>
            <a:off x="2468879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1-train-input-1-9"/>
          <p:cNvSpPr/>
          <p:nvPr/>
        </p:nvSpPr>
        <p:spPr>
          <a:xfrm>
            <a:off x="2685010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1-train-input-1-10"/>
          <p:cNvSpPr/>
          <p:nvPr/>
        </p:nvSpPr>
        <p:spPr>
          <a:xfrm>
            <a:off x="2901141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1-train-input-1-11"/>
          <p:cNvSpPr/>
          <p:nvPr/>
        </p:nvSpPr>
        <p:spPr>
          <a:xfrm>
            <a:off x="3117272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1-train-input-1-12"/>
          <p:cNvSpPr/>
          <p:nvPr/>
        </p:nvSpPr>
        <p:spPr>
          <a:xfrm>
            <a:off x="3333403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1-train-input-1-13"/>
          <p:cNvSpPr/>
          <p:nvPr/>
        </p:nvSpPr>
        <p:spPr>
          <a:xfrm>
            <a:off x="3549534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1-train-input-1-14"/>
          <p:cNvSpPr/>
          <p:nvPr/>
        </p:nvSpPr>
        <p:spPr>
          <a:xfrm>
            <a:off x="3765665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1-train-input-1-15"/>
          <p:cNvSpPr/>
          <p:nvPr/>
        </p:nvSpPr>
        <p:spPr>
          <a:xfrm>
            <a:off x="3981796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1-train-input-2-0"/>
          <p:cNvSpPr/>
          <p:nvPr/>
        </p:nvSpPr>
        <p:spPr>
          <a:xfrm>
            <a:off x="739832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1-train-input-2-1"/>
          <p:cNvSpPr/>
          <p:nvPr/>
        </p:nvSpPr>
        <p:spPr>
          <a:xfrm>
            <a:off x="955963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1-train-input-2-2"/>
          <p:cNvSpPr/>
          <p:nvPr/>
        </p:nvSpPr>
        <p:spPr>
          <a:xfrm>
            <a:off x="1172094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1-train-input-2-3"/>
          <p:cNvSpPr/>
          <p:nvPr/>
        </p:nvSpPr>
        <p:spPr>
          <a:xfrm>
            <a:off x="1388225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1-train-input-2-4"/>
          <p:cNvSpPr/>
          <p:nvPr/>
        </p:nvSpPr>
        <p:spPr>
          <a:xfrm>
            <a:off x="1604356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1-train-input-2-5"/>
          <p:cNvSpPr/>
          <p:nvPr/>
        </p:nvSpPr>
        <p:spPr>
          <a:xfrm>
            <a:off x="1820487" y="2169621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1-train-input-2-6"/>
          <p:cNvSpPr/>
          <p:nvPr/>
        </p:nvSpPr>
        <p:spPr>
          <a:xfrm>
            <a:off x="2036618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1-train-input-2-7"/>
          <p:cNvSpPr/>
          <p:nvPr/>
        </p:nvSpPr>
        <p:spPr>
          <a:xfrm>
            <a:off x="2252749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1-train-input-2-8"/>
          <p:cNvSpPr/>
          <p:nvPr/>
        </p:nvSpPr>
        <p:spPr>
          <a:xfrm>
            <a:off x="2468879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1-train-input-2-9"/>
          <p:cNvSpPr/>
          <p:nvPr/>
        </p:nvSpPr>
        <p:spPr>
          <a:xfrm>
            <a:off x="2685010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1-train-input-2-10"/>
          <p:cNvSpPr/>
          <p:nvPr/>
        </p:nvSpPr>
        <p:spPr>
          <a:xfrm>
            <a:off x="2901141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1-train-input-2-11"/>
          <p:cNvSpPr/>
          <p:nvPr/>
        </p:nvSpPr>
        <p:spPr>
          <a:xfrm>
            <a:off x="3117272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1-train-input-2-12"/>
          <p:cNvSpPr/>
          <p:nvPr/>
        </p:nvSpPr>
        <p:spPr>
          <a:xfrm>
            <a:off x="3333403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1-train-input-2-13"/>
          <p:cNvSpPr/>
          <p:nvPr/>
        </p:nvSpPr>
        <p:spPr>
          <a:xfrm>
            <a:off x="3549534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1-train-input-2-14"/>
          <p:cNvSpPr/>
          <p:nvPr/>
        </p:nvSpPr>
        <p:spPr>
          <a:xfrm>
            <a:off x="3765665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1-train-input-2-15"/>
          <p:cNvSpPr/>
          <p:nvPr/>
        </p:nvSpPr>
        <p:spPr>
          <a:xfrm>
            <a:off x="3981796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1-train-input-3-0"/>
          <p:cNvSpPr/>
          <p:nvPr/>
        </p:nvSpPr>
        <p:spPr>
          <a:xfrm>
            <a:off x="739832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1-train-input-3-1"/>
          <p:cNvSpPr/>
          <p:nvPr/>
        </p:nvSpPr>
        <p:spPr>
          <a:xfrm>
            <a:off x="955963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1-train-input-3-2"/>
          <p:cNvSpPr/>
          <p:nvPr/>
        </p:nvSpPr>
        <p:spPr>
          <a:xfrm>
            <a:off x="1172094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1-train-input-3-3"/>
          <p:cNvSpPr/>
          <p:nvPr/>
        </p:nvSpPr>
        <p:spPr>
          <a:xfrm>
            <a:off x="1388225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1-train-input-3-4"/>
          <p:cNvSpPr/>
          <p:nvPr/>
        </p:nvSpPr>
        <p:spPr>
          <a:xfrm>
            <a:off x="1604356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1-train-input-3-5"/>
          <p:cNvSpPr/>
          <p:nvPr/>
        </p:nvSpPr>
        <p:spPr>
          <a:xfrm>
            <a:off x="1820487" y="2385752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1-train-input-3-6"/>
          <p:cNvSpPr/>
          <p:nvPr/>
        </p:nvSpPr>
        <p:spPr>
          <a:xfrm>
            <a:off x="2036618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1-train-input-3-7"/>
          <p:cNvSpPr/>
          <p:nvPr/>
        </p:nvSpPr>
        <p:spPr>
          <a:xfrm>
            <a:off x="2252749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1-train-input-3-8"/>
          <p:cNvSpPr/>
          <p:nvPr/>
        </p:nvSpPr>
        <p:spPr>
          <a:xfrm>
            <a:off x="2468879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1-train-input-3-9"/>
          <p:cNvSpPr/>
          <p:nvPr/>
        </p:nvSpPr>
        <p:spPr>
          <a:xfrm>
            <a:off x="2685010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1-train-input-3-10"/>
          <p:cNvSpPr/>
          <p:nvPr/>
        </p:nvSpPr>
        <p:spPr>
          <a:xfrm>
            <a:off x="2901141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1-train-input-3-11"/>
          <p:cNvSpPr/>
          <p:nvPr/>
        </p:nvSpPr>
        <p:spPr>
          <a:xfrm>
            <a:off x="3117272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1-train-input-3-12"/>
          <p:cNvSpPr/>
          <p:nvPr/>
        </p:nvSpPr>
        <p:spPr>
          <a:xfrm>
            <a:off x="3333403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1-train-input-3-13"/>
          <p:cNvSpPr/>
          <p:nvPr/>
        </p:nvSpPr>
        <p:spPr>
          <a:xfrm>
            <a:off x="3549534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1-train-input-3-14"/>
          <p:cNvSpPr/>
          <p:nvPr/>
        </p:nvSpPr>
        <p:spPr>
          <a:xfrm>
            <a:off x="3765665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1-train-input-3-15"/>
          <p:cNvSpPr/>
          <p:nvPr/>
        </p:nvSpPr>
        <p:spPr>
          <a:xfrm>
            <a:off x="3981796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1-train-input-4-0"/>
          <p:cNvSpPr/>
          <p:nvPr/>
        </p:nvSpPr>
        <p:spPr>
          <a:xfrm>
            <a:off x="739832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1-train-input-4-1"/>
          <p:cNvSpPr/>
          <p:nvPr/>
        </p:nvSpPr>
        <p:spPr>
          <a:xfrm>
            <a:off x="955963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1-train-input-4-2"/>
          <p:cNvSpPr/>
          <p:nvPr/>
        </p:nvSpPr>
        <p:spPr>
          <a:xfrm>
            <a:off x="1172094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1-train-input-4-3"/>
          <p:cNvSpPr/>
          <p:nvPr/>
        </p:nvSpPr>
        <p:spPr>
          <a:xfrm>
            <a:off x="1388225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1-train-input-4-4"/>
          <p:cNvSpPr/>
          <p:nvPr/>
        </p:nvSpPr>
        <p:spPr>
          <a:xfrm>
            <a:off x="1604356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1-train-input-4-5"/>
          <p:cNvSpPr/>
          <p:nvPr/>
        </p:nvSpPr>
        <p:spPr>
          <a:xfrm>
            <a:off x="1820487" y="2601883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1-train-input-4-6"/>
          <p:cNvSpPr/>
          <p:nvPr/>
        </p:nvSpPr>
        <p:spPr>
          <a:xfrm>
            <a:off x="2036618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1-train-input-4-7"/>
          <p:cNvSpPr/>
          <p:nvPr/>
        </p:nvSpPr>
        <p:spPr>
          <a:xfrm>
            <a:off x="2252749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1-train-input-4-8"/>
          <p:cNvSpPr/>
          <p:nvPr/>
        </p:nvSpPr>
        <p:spPr>
          <a:xfrm>
            <a:off x="2468879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1-train-input-4-9"/>
          <p:cNvSpPr/>
          <p:nvPr/>
        </p:nvSpPr>
        <p:spPr>
          <a:xfrm>
            <a:off x="2685010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1-train-input-4-10"/>
          <p:cNvSpPr/>
          <p:nvPr/>
        </p:nvSpPr>
        <p:spPr>
          <a:xfrm>
            <a:off x="2901141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1-train-input-4-11"/>
          <p:cNvSpPr/>
          <p:nvPr/>
        </p:nvSpPr>
        <p:spPr>
          <a:xfrm>
            <a:off x="3117272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1-train-input-4-12"/>
          <p:cNvSpPr/>
          <p:nvPr/>
        </p:nvSpPr>
        <p:spPr>
          <a:xfrm>
            <a:off x="3333403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1-train-input-4-13"/>
          <p:cNvSpPr/>
          <p:nvPr/>
        </p:nvSpPr>
        <p:spPr>
          <a:xfrm>
            <a:off x="3549534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1-train-input-4-14"/>
          <p:cNvSpPr/>
          <p:nvPr/>
        </p:nvSpPr>
        <p:spPr>
          <a:xfrm>
            <a:off x="3765665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1-train-input-4-15"/>
          <p:cNvSpPr/>
          <p:nvPr/>
        </p:nvSpPr>
        <p:spPr>
          <a:xfrm>
            <a:off x="3981796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1-train-input-5-0"/>
          <p:cNvSpPr/>
          <p:nvPr/>
        </p:nvSpPr>
        <p:spPr>
          <a:xfrm>
            <a:off x="739832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1-train-input-5-1"/>
          <p:cNvSpPr/>
          <p:nvPr/>
        </p:nvSpPr>
        <p:spPr>
          <a:xfrm>
            <a:off x="955963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1-train-input-5-2"/>
          <p:cNvSpPr/>
          <p:nvPr/>
        </p:nvSpPr>
        <p:spPr>
          <a:xfrm>
            <a:off x="1172094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1-train-input-5-3"/>
          <p:cNvSpPr/>
          <p:nvPr/>
        </p:nvSpPr>
        <p:spPr>
          <a:xfrm>
            <a:off x="1388225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1-train-input-5-4"/>
          <p:cNvSpPr/>
          <p:nvPr/>
        </p:nvSpPr>
        <p:spPr>
          <a:xfrm>
            <a:off x="1604356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1-train-input-5-5"/>
          <p:cNvSpPr/>
          <p:nvPr/>
        </p:nvSpPr>
        <p:spPr>
          <a:xfrm>
            <a:off x="1820487" y="2818014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1-train-input-5-6"/>
          <p:cNvSpPr/>
          <p:nvPr/>
        </p:nvSpPr>
        <p:spPr>
          <a:xfrm>
            <a:off x="2036618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1-train-input-5-7"/>
          <p:cNvSpPr/>
          <p:nvPr/>
        </p:nvSpPr>
        <p:spPr>
          <a:xfrm>
            <a:off x="2252749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1-train-input-5-8"/>
          <p:cNvSpPr/>
          <p:nvPr/>
        </p:nvSpPr>
        <p:spPr>
          <a:xfrm>
            <a:off x="2468879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1-train-input-5-9"/>
          <p:cNvSpPr/>
          <p:nvPr/>
        </p:nvSpPr>
        <p:spPr>
          <a:xfrm>
            <a:off x="2685010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1-train-input-5-10"/>
          <p:cNvSpPr/>
          <p:nvPr/>
        </p:nvSpPr>
        <p:spPr>
          <a:xfrm>
            <a:off x="2901141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1-train-input-5-11"/>
          <p:cNvSpPr/>
          <p:nvPr/>
        </p:nvSpPr>
        <p:spPr>
          <a:xfrm>
            <a:off x="3117272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1-train-input-5-12"/>
          <p:cNvSpPr/>
          <p:nvPr/>
        </p:nvSpPr>
        <p:spPr>
          <a:xfrm>
            <a:off x="3333403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1-train-input-5-13"/>
          <p:cNvSpPr/>
          <p:nvPr/>
        </p:nvSpPr>
        <p:spPr>
          <a:xfrm>
            <a:off x="3549534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1-train-input-5-14"/>
          <p:cNvSpPr/>
          <p:nvPr/>
        </p:nvSpPr>
        <p:spPr>
          <a:xfrm>
            <a:off x="3765665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1-train-input-5-15"/>
          <p:cNvSpPr/>
          <p:nvPr/>
        </p:nvSpPr>
        <p:spPr>
          <a:xfrm>
            <a:off x="3981796" y="2818014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1-train-input-6-0"/>
          <p:cNvSpPr/>
          <p:nvPr/>
        </p:nvSpPr>
        <p:spPr>
          <a:xfrm>
            <a:off x="739832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1-train-input-6-1"/>
          <p:cNvSpPr/>
          <p:nvPr/>
        </p:nvSpPr>
        <p:spPr>
          <a:xfrm>
            <a:off x="955963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1-train-input-6-2"/>
          <p:cNvSpPr/>
          <p:nvPr/>
        </p:nvSpPr>
        <p:spPr>
          <a:xfrm>
            <a:off x="1172094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1-train-input-6-3"/>
          <p:cNvSpPr/>
          <p:nvPr/>
        </p:nvSpPr>
        <p:spPr>
          <a:xfrm>
            <a:off x="1388225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1-train-input-6-4"/>
          <p:cNvSpPr/>
          <p:nvPr/>
        </p:nvSpPr>
        <p:spPr>
          <a:xfrm>
            <a:off x="1604356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1-train-input-6-5"/>
          <p:cNvSpPr/>
          <p:nvPr/>
        </p:nvSpPr>
        <p:spPr>
          <a:xfrm>
            <a:off x="1820487" y="3034145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1-train-input-6-6"/>
          <p:cNvSpPr/>
          <p:nvPr/>
        </p:nvSpPr>
        <p:spPr>
          <a:xfrm>
            <a:off x="2036618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1-train-input-6-7"/>
          <p:cNvSpPr/>
          <p:nvPr/>
        </p:nvSpPr>
        <p:spPr>
          <a:xfrm>
            <a:off x="2252749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1-train-input-6-8"/>
          <p:cNvSpPr/>
          <p:nvPr/>
        </p:nvSpPr>
        <p:spPr>
          <a:xfrm>
            <a:off x="2468879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1-train-input-6-9"/>
          <p:cNvSpPr/>
          <p:nvPr/>
        </p:nvSpPr>
        <p:spPr>
          <a:xfrm>
            <a:off x="2685010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1-train-input-6-10"/>
          <p:cNvSpPr/>
          <p:nvPr/>
        </p:nvSpPr>
        <p:spPr>
          <a:xfrm>
            <a:off x="2901141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1-train-input-6-11"/>
          <p:cNvSpPr/>
          <p:nvPr/>
        </p:nvSpPr>
        <p:spPr>
          <a:xfrm>
            <a:off x="3117272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1-train-input-6-12"/>
          <p:cNvSpPr/>
          <p:nvPr/>
        </p:nvSpPr>
        <p:spPr>
          <a:xfrm>
            <a:off x="3333403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1-train-input-6-13"/>
          <p:cNvSpPr/>
          <p:nvPr/>
        </p:nvSpPr>
        <p:spPr>
          <a:xfrm>
            <a:off x="3549534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1-train-input-6-14"/>
          <p:cNvSpPr/>
          <p:nvPr/>
        </p:nvSpPr>
        <p:spPr>
          <a:xfrm>
            <a:off x="3765665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1-train-input-6-15"/>
          <p:cNvSpPr/>
          <p:nvPr/>
        </p:nvSpPr>
        <p:spPr>
          <a:xfrm>
            <a:off x="3981796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1-train-input-7-0"/>
          <p:cNvSpPr/>
          <p:nvPr/>
        </p:nvSpPr>
        <p:spPr>
          <a:xfrm>
            <a:off x="739832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1-train-input-7-1"/>
          <p:cNvSpPr/>
          <p:nvPr/>
        </p:nvSpPr>
        <p:spPr>
          <a:xfrm>
            <a:off x="955963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1-train-input-7-2"/>
          <p:cNvSpPr/>
          <p:nvPr/>
        </p:nvSpPr>
        <p:spPr>
          <a:xfrm>
            <a:off x="1172094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1-train-input-7-3"/>
          <p:cNvSpPr/>
          <p:nvPr/>
        </p:nvSpPr>
        <p:spPr>
          <a:xfrm>
            <a:off x="1388225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1-train-input-7-4"/>
          <p:cNvSpPr/>
          <p:nvPr/>
        </p:nvSpPr>
        <p:spPr>
          <a:xfrm>
            <a:off x="1604356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1-train-input-7-5"/>
          <p:cNvSpPr/>
          <p:nvPr/>
        </p:nvSpPr>
        <p:spPr>
          <a:xfrm>
            <a:off x="1820487" y="3250276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1-train-input-7-6"/>
          <p:cNvSpPr/>
          <p:nvPr/>
        </p:nvSpPr>
        <p:spPr>
          <a:xfrm>
            <a:off x="2036618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1-train-input-7-7"/>
          <p:cNvSpPr/>
          <p:nvPr/>
        </p:nvSpPr>
        <p:spPr>
          <a:xfrm>
            <a:off x="2252749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1-train-input-7-8"/>
          <p:cNvSpPr/>
          <p:nvPr/>
        </p:nvSpPr>
        <p:spPr>
          <a:xfrm>
            <a:off x="2468879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1-train-input-7-9"/>
          <p:cNvSpPr/>
          <p:nvPr/>
        </p:nvSpPr>
        <p:spPr>
          <a:xfrm>
            <a:off x="2685010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1-train-input-7-10"/>
          <p:cNvSpPr/>
          <p:nvPr/>
        </p:nvSpPr>
        <p:spPr>
          <a:xfrm>
            <a:off x="2901141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1-train-input-7-11"/>
          <p:cNvSpPr/>
          <p:nvPr/>
        </p:nvSpPr>
        <p:spPr>
          <a:xfrm>
            <a:off x="3117272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1-train-input-7-12"/>
          <p:cNvSpPr/>
          <p:nvPr/>
        </p:nvSpPr>
        <p:spPr>
          <a:xfrm>
            <a:off x="3333403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1-train-input-7-13"/>
          <p:cNvSpPr/>
          <p:nvPr/>
        </p:nvSpPr>
        <p:spPr>
          <a:xfrm>
            <a:off x="3549534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1-train-input-7-14"/>
          <p:cNvSpPr/>
          <p:nvPr/>
        </p:nvSpPr>
        <p:spPr>
          <a:xfrm>
            <a:off x="3765665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1-train-input-7-15"/>
          <p:cNvSpPr/>
          <p:nvPr/>
        </p:nvSpPr>
        <p:spPr>
          <a:xfrm>
            <a:off x="3981796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1-train-input-8-0"/>
          <p:cNvSpPr/>
          <p:nvPr/>
        </p:nvSpPr>
        <p:spPr>
          <a:xfrm>
            <a:off x="739832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1-train-input-8-1"/>
          <p:cNvSpPr/>
          <p:nvPr/>
        </p:nvSpPr>
        <p:spPr>
          <a:xfrm>
            <a:off x="955963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1-train-input-8-2"/>
          <p:cNvSpPr/>
          <p:nvPr/>
        </p:nvSpPr>
        <p:spPr>
          <a:xfrm>
            <a:off x="1172094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1-train-input-8-3"/>
          <p:cNvSpPr/>
          <p:nvPr/>
        </p:nvSpPr>
        <p:spPr>
          <a:xfrm>
            <a:off x="1388225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1-train-input-8-4"/>
          <p:cNvSpPr/>
          <p:nvPr/>
        </p:nvSpPr>
        <p:spPr>
          <a:xfrm>
            <a:off x="1604356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1-train-input-8-5"/>
          <p:cNvSpPr/>
          <p:nvPr/>
        </p:nvSpPr>
        <p:spPr>
          <a:xfrm>
            <a:off x="1820487" y="3466407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1-train-input-8-6"/>
          <p:cNvSpPr/>
          <p:nvPr/>
        </p:nvSpPr>
        <p:spPr>
          <a:xfrm>
            <a:off x="2036618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1-train-input-8-7"/>
          <p:cNvSpPr/>
          <p:nvPr/>
        </p:nvSpPr>
        <p:spPr>
          <a:xfrm>
            <a:off x="2252749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1-train-input-8-8"/>
          <p:cNvSpPr/>
          <p:nvPr/>
        </p:nvSpPr>
        <p:spPr>
          <a:xfrm>
            <a:off x="2468879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1-train-input-8-9"/>
          <p:cNvSpPr/>
          <p:nvPr/>
        </p:nvSpPr>
        <p:spPr>
          <a:xfrm>
            <a:off x="2685010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1-train-input-8-10"/>
          <p:cNvSpPr/>
          <p:nvPr/>
        </p:nvSpPr>
        <p:spPr>
          <a:xfrm>
            <a:off x="2901141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1-train-input-8-11"/>
          <p:cNvSpPr/>
          <p:nvPr/>
        </p:nvSpPr>
        <p:spPr>
          <a:xfrm>
            <a:off x="3117272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1-train-input-8-12"/>
          <p:cNvSpPr/>
          <p:nvPr/>
        </p:nvSpPr>
        <p:spPr>
          <a:xfrm>
            <a:off x="3333403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1-train-input-8-13"/>
          <p:cNvSpPr/>
          <p:nvPr/>
        </p:nvSpPr>
        <p:spPr>
          <a:xfrm>
            <a:off x="3549534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1-train-input-8-14"/>
          <p:cNvSpPr/>
          <p:nvPr/>
        </p:nvSpPr>
        <p:spPr>
          <a:xfrm>
            <a:off x="3765665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1-train-input-8-15"/>
          <p:cNvSpPr/>
          <p:nvPr/>
        </p:nvSpPr>
        <p:spPr>
          <a:xfrm>
            <a:off x="3981796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1-train-input-9-0"/>
          <p:cNvSpPr/>
          <p:nvPr/>
        </p:nvSpPr>
        <p:spPr>
          <a:xfrm>
            <a:off x="739832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1-train-input-9-1"/>
          <p:cNvSpPr/>
          <p:nvPr/>
        </p:nvSpPr>
        <p:spPr>
          <a:xfrm>
            <a:off x="955963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1-train-input-9-2"/>
          <p:cNvSpPr/>
          <p:nvPr/>
        </p:nvSpPr>
        <p:spPr>
          <a:xfrm>
            <a:off x="1172094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1-train-input-9-3"/>
          <p:cNvSpPr/>
          <p:nvPr/>
        </p:nvSpPr>
        <p:spPr>
          <a:xfrm>
            <a:off x="1388225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1-train-input-9-4"/>
          <p:cNvSpPr/>
          <p:nvPr/>
        </p:nvSpPr>
        <p:spPr>
          <a:xfrm>
            <a:off x="1604356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1-train-input-9-5"/>
          <p:cNvSpPr/>
          <p:nvPr/>
        </p:nvSpPr>
        <p:spPr>
          <a:xfrm>
            <a:off x="1820487" y="3682538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1-train-input-9-6"/>
          <p:cNvSpPr/>
          <p:nvPr/>
        </p:nvSpPr>
        <p:spPr>
          <a:xfrm>
            <a:off x="2036618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1-train-input-9-7"/>
          <p:cNvSpPr/>
          <p:nvPr/>
        </p:nvSpPr>
        <p:spPr>
          <a:xfrm>
            <a:off x="2252749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1-train-input-9-8"/>
          <p:cNvSpPr/>
          <p:nvPr/>
        </p:nvSpPr>
        <p:spPr>
          <a:xfrm>
            <a:off x="2468879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1-train-input-9-9"/>
          <p:cNvSpPr/>
          <p:nvPr/>
        </p:nvSpPr>
        <p:spPr>
          <a:xfrm>
            <a:off x="2685010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1-train-input-9-10"/>
          <p:cNvSpPr/>
          <p:nvPr/>
        </p:nvSpPr>
        <p:spPr>
          <a:xfrm>
            <a:off x="2901141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1-train-input-9-11"/>
          <p:cNvSpPr/>
          <p:nvPr/>
        </p:nvSpPr>
        <p:spPr>
          <a:xfrm>
            <a:off x="3117272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1-train-input-9-12"/>
          <p:cNvSpPr/>
          <p:nvPr/>
        </p:nvSpPr>
        <p:spPr>
          <a:xfrm>
            <a:off x="3333403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1-train-input-9-13"/>
          <p:cNvSpPr/>
          <p:nvPr/>
        </p:nvSpPr>
        <p:spPr>
          <a:xfrm>
            <a:off x="3549534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1-train-input-9-14"/>
          <p:cNvSpPr/>
          <p:nvPr/>
        </p:nvSpPr>
        <p:spPr>
          <a:xfrm>
            <a:off x="3765665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1-train-input-9-15"/>
          <p:cNvSpPr/>
          <p:nvPr/>
        </p:nvSpPr>
        <p:spPr>
          <a:xfrm>
            <a:off x="3981796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1-train-input-10-0"/>
          <p:cNvSpPr/>
          <p:nvPr/>
        </p:nvSpPr>
        <p:spPr>
          <a:xfrm>
            <a:off x="739832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1-train-input-10-1"/>
          <p:cNvSpPr/>
          <p:nvPr/>
        </p:nvSpPr>
        <p:spPr>
          <a:xfrm>
            <a:off x="955963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1-train-input-10-2"/>
          <p:cNvSpPr/>
          <p:nvPr/>
        </p:nvSpPr>
        <p:spPr>
          <a:xfrm>
            <a:off x="1172094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1-train-input-10-3"/>
          <p:cNvSpPr/>
          <p:nvPr/>
        </p:nvSpPr>
        <p:spPr>
          <a:xfrm>
            <a:off x="1388225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1-train-input-10-4"/>
          <p:cNvSpPr/>
          <p:nvPr/>
        </p:nvSpPr>
        <p:spPr>
          <a:xfrm>
            <a:off x="1604356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1-train-input-10-5"/>
          <p:cNvSpPr/>
          <p:nvPr/>
        </p:nvSpPr>
        <p:spPr>
          <a:xfrm>
            <a:off x="1820487" y="3898669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1-train-input-10-6"/>
          <p:cNvSpPr/>
          <p:nvPr/>
        </p:nvSpPr>
        <p:spPr>
          <a:xfrm>
            <a:off x="2036618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1-train-input-10-7"/>
          <p:cNvSpPr/>
          <p:nvPr/>
        </p:nvSpPr>
        <p:spPr>
          <a:xfrm>
            <a:off x="2252749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1-train-input-10-8"/>
          <p:cNvSpPr/>
          <p:nvPr/>
        </p:nvSpPr>
        <p:spPr>
          <a:xfrm>
            <a:off x="2468879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1-train-input-10-9"/>
          <p:cNvSpPr/>
          <p:nvPr/>
        </p:nvSpPr>
        <p:spPr>
          <a:xfrm>
            <a:off x="2685010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1-train-input-10-10"/>
          <p:cNvSpPr/>
          <p:nvPr/>
        </p:nvSpPr>
        <p:spPr>
          <a:xfrm>
            <a:off x="2901141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1-train-input-10-11"/>
          <p:cNvSpPr/>
          <p:nvPr/>
        </p:nvSpPr>
        <p:spPr>
          <a:xfrm>
            <a:off x="3117272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1-train-input-10-12"/>
          <p:cNvSpPr/>
          <p:nvPr/>
        </p:nvSpPr>
        <p:spPr>
          <a:xfrm>
            <a:off x="3333403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1-train-input-10-13"/>
          <p:cNvSpPr/>
          <p:nvPr/>
        </p:nvSpPr>
        <p:spPr>
          <a:xfrm>
            <a:off x="3549534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1-train-input-10-14"/>
          <p:cNvSpPr/>
          <p:nvPr/>
        </p:nvSpPr>
        <p:spPr>
          <a:xfrm>
            <a:off x="3765665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1-train-input-10-15"/>
          <p:cNvSpPr/>
          <p:nvPr/>
        </p:nvSpPr>
        <p:spPr>
          <a:xfrm>
            <a:off x="3981796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1-train-output-0-0"/>
          <p:cNvSpPr/>
          <p:nvPr/>
        </p:nvSpPr>
        <p:spPr>
          <a:xfrm>
            <a:off x="4854632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1-train-output-0-1"/>
          <p:cNvSpPr/>
          <p:nvPr/>
        </p:nvSpPr>
        <p:spPr>
          <a:xfrm>
            <a:off x="5070763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1-train-output-0-2"/>
          <p:cNvSpPr/>
          <p:nvPr/>
        </p:nvSpPr>
        <p:spPr>
          <a:xfrm>
            <a:off x="5286894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1-train-output-0-3"/>
          <p:cNvSpPr/>
          <p:nvPr/>
        </p:nvSpPr>
        <p:spPr>
          <a:xfrm>
            <a:off x="5503025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1-train-output-0-4"/>
          <p:cNvSpPr/>
          <p:nvPr/>
        </p:nvSpPr>
        <p:spPr>
          <a:xfrm>
            <a:off x="5719156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1-train-output-0-5"/>
          <p:cNvSpPr/>
          <p:nvPr/>
        </p:nvSpPr>
        <p:spPr>
          <a:xfrm>
            <a:off x="5935287" y="1737360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1-train-output-0-6"/>
          <p:cNvSpPr/>
          <p:nvPr/>
        </p:nvSpPr>
        <p:spPr>
          <a:xfrm>
            <a:off x="6151418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1-train-output-0-7"/>
          <p:cNvSpPr/>
          <p:nvPr/>
        </p:nvSpPr>
        <p:spPr>
          <a:xfrm>
            <a:off x="6367549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1-train-output-0-8"/>
          <p:cNvSpPr/>
          <p:nvPr/>
        </p:nvSpPr>
        <p:spPr>
          <a:xfrm>
            <a:off x="6583680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1-train-output-0-9"/>
          <p:cNvSpPr/>
          <p:nvPr/>
        </p:nvSpPr>
        <p:spPr>
          <a:xfrm>
            <a:off x="6799810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1-train-output-0-10"/>
          <p:cNvSpPr/>
          <p:nvPr/>
        </p:nvSpPr>
        <p:spPr>
          <a:xfrm>
            <a:off x="7015941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1-train-output-0-11"/>
          <p:cNvSpPr/>
          <p:nvPr/>
        </p:nvSpPr>
        <p:spPr>
          <a:xfrm>
            <a:off x="7232072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1-train-output-0-12"/>
          <p:cNvSpPr/>
          <p:nvPr/>
        </p:nvSpPr>
        <p:spPr>
          <a:xfrm>
            <a:off x="7448203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1-train-output-0-13"/>
          <p:cNvSpPr/>
          <p:nvPr/>
        </p:nvSpPr>
        <p:spPr>
          <a:xfrm>
            <a:off x="7664334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1-train-output-0-14"/>
          <p:cNvSpPr/>
          <p:nvPr/>
        </p:nvSpPr>
        <p:spPr>
          <a:xfrm>
            <a:off x="7880465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1-train-output-0-15"/>
          <p:cNvSpPr/>
          <p:nvPr/>
        </p:nvSpPr>
        <p:spPr>
          <a:xfrm>
            <a:off x="8096596" y="173736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1-train-output-1-0"/>
          <p:cNvSpPr/>
          <p:nvPr/>
        </p:nvSpPr>
        <p:spPr>
          <a:xfrm>
            <a:off x="4854632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1-train-output-1-1"/>
          <p:cNvSpPr/>
          <p:nvPr/>
        </p:nvSpPr>
        <p:spPr>
          <a:xfrm>
            <a:off x="5070763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1-train-output-1-2"/>
          <p:cNvSpPr/>
          <p:nvPr/>
        </p:nvSpPr>
        <p:spPr>
          <a:xfrm>
            <a:off x="5286894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1-train-output-1-3"/>
          <p:cNvSpPr/>
          <p:nvPr/>
        </p:nvSpPr>
        <p:spPr>
          <a:xfrm>
            <a:off x="5503025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1-train-output-1-4"/>
          <p:cNvSpPr/>
          <p:nvPr/>
        </p:nvSpPr>
        <p:spPr>
          <a:xfrm>
            <a:off x="5719156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1-train-output-1-5"/>
          <p:cNvSpPr/>
          <p:nvPr/>
        </p:nvSpPr>
        <p:spPr>
          <a:xfrm>
            <a:off x="5935287" y="1953490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1-train-output-1-6"/>
          <p:cNvSpPr/>
          <p:nvPr/>
        </p:nvSpPr>
        <p:spPr>
          <a:xfrm>
            <a:off x="6151418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1-train-output-1-7"/>
          <p:cNvSpPr/>
          <p:nvPr/>
        </p:nvSpPr>
        <p:spPr>
          <a:xfrm>
            <a:off x="6367549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1-train-output-1-8"/>
          <p:cNvSpPr/>
          <p:nvPr/>
        </p:nvSpPr>
        <p:spPr>
          <a:xfrm>
            <a:off x="6583680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1-train-output-1-9"/>
          <p:cNvSpPr/>
          <p:nvPr/>
        </p:nvSpPr>
        <p:spPr>
          <a:xfrm>
            <a:off x="6799810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1-train-output-1-10"/>
          <p:cNvSpPr/>
          <p:nvPr/>
        </p:nvSpPr>
        <p:spPr>
          <a:xfrm>
            <a:off x="7015941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1-train-output-1-11"/>
          <p:cNvSpPr/>
          <p:nvPr/>
        </p:nvSpPr>
        <p:spPr>
          <a:xfrm>
            <a:off x="7232072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1-train-output-1-12"/>
          <p:cNvSpPr/>
          <p:nvPr/>
        </p:nvSpPr>
        <p:spPr>
          <a:xfrm>
            <a:off x="7448203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1-train-output-1-13"/>
          <p:cNvSpPr/>
          <p:nvPr/>
        </p:nvSpPr>
        <p:spPr>
          <a:xfrm>
            <a:off x="7664334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1-train-output-1-14"/>
          <p:cNvSpPr/>
          <p:nvPr/>
        </p:nvSpPr>
        <p:spPr>
          <a:xfrm>
            <a:off x="7880465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1-train-output-1-15"/>
          <p:cNvSpPr/>
          <p:nvPr/>
        </p:nvSpPr>
        <p:spPr>
          <a:xfrm>
            <a:off x="8096596" y="1953490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1-train-output-2-0"/>
          <p:cNvSpPr/>
          <p:nvPr/>
        </p:nvSpPr>
        <p:spPr>
          <a:xfrm>
            <a:off x="4854632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1-train-output-2-1"/>
          <p:cNvSpPr/>
          <p:nvPr/>
        </p:nvSpPr>
        <p:spPr>
          <a:xfrm>
            <a:off x="5070763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1-train-output-2-2"/>
          <p:cNvSpPr/>
          <p:nvPr/>
        </p:nvSpPr>
        <p:spPr>
          <a:xfrm>
            <a:off x="5286894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1-train-output-2-3"/>
          <p:cNvSpPr/>
          <p:nvPr/>
        </p:nvSpPr>
        <p:spPr>
          <a:xfrm>
            <a:off x="5503025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1-train-output-2-4"/>
          <p:cNvSpPr/>
          <p:nvPr/>
        </p:nvSpPr>
        <p:spPr>
          <a:xfrm>
            <a:off x="5719156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1-train-output-2-5"/>
          <p:cNvSpPr/>
          <p:nvPr/>
        </p:nvSpPr>
        <p:spPr>
          <a:xfrm>
            <a:off x="5935287" y="2169621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1-train-output-2-6"/>
          <p:cNvSpPr/>
          <p:nvPr/>
        </p:nvSpPr>
        <p:spPr>
          <a:xfrm>
            <a:off x="6151418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1-train-output-2-7"/>
          <p:cNvSpPr/>
          <p:nvPr/>
        </p:nvSpPr>
        <p:spPr>
          <a:xfrm>
            <a:off x="6367549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11-train-output-2-8"/>
          <p:cNvSpPr/>
          <p:nvPr/>
        </p:nvSpPr>
        <p:spPr>
          <a:xfrm>
            <a:off x="6583680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11-train-output-2-9"/>
          <p:cNvSpPr/>
          <p:nvPr/>
        </p:nvSpPr>
        <p:spPr>
          <a:xfrm>
            <a:off x="6799810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11-train-output-2-10"/>
          <p:cNvSpPr/>
          <p:nvPr/>
        </p:nvSpPr>
        <p:spPr>
          <a:xfrm>
            <a:off x="7015941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11-train-output-2-11"/>
          <p:cNvSpPr/>
          <p:nvPr/>
        </p:nvSpPr>
        <p:spPr>
          <a:xfrm>
            <a:off x="7232072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11-train-output-2-12"/>
          <p:cNvSpPr/>
          <p:nvPr/>
        </p:nvSpPr>
        <p:spPr>
          <a:xfrm>
            <a:off x="7448203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11-train-output-2-13"/>
          <p:cNvSpPr/>
          <p:nvPr/>
        </p:nvSpPr>
        <p:spPr>
          <a:xfrm>
            <a:off x="7664334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11-train-output-2-14"/>
          <p:cNvSpPr/>
          <p:nvPr/>
        </p:nvSpPr>
        <p:spPr>
          <a:xfrm>
            <a:off x="7880465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11-train-output-2-15"/>
          <p:cNvSpPr/>
          <p:nvPr/>
        </p:nvSpPr>
        <p:spPr>
          <a:xfrm>
            <a:off x="8096596" y="2169621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11-train-output-3-0"/>
          <p:cNvSpPr/>
          <p:nvPr/>
        </p:nvSpPr>
        <p:spPr>
          <a:xfrm>
            <a:off x="4854632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11-train-output-3-1"/>
          <p:cNvSpPr/>
          <p:nvPr/>
        </p:nvSpPr>
        <p:spPr>
          <a:xfrm>
            <a:off x="5070763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11-train-output-3-2"/>
          <p:cNvSpPr/>
          <p:nvPr/>
        </p:nvSpPr>
        <p:spPr>
          <a:xfrm>
            <a:off x="5286894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11-train-output-3-3"/>
          <p:cNvSpPr/>
          <p:nvPr/>
        </p:nvSpPr>
        <p:spPr>
          <a:xfrm>
            <a:off x="5503025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11-train-output-3-4"/>
          <p:cNvSpPr/>
          <p:nvPr/>
        </p:nvSpPr>
        <p:spPr>
          <a:xfrm>
            <a:off x="5719156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11-train-output-3-5"/>
          <p:cNvSpPr/>
          <p:nvPr/>
        </p:nvSpPr>
        <p:spPr>
          <a:xfrm>
            <a:off x="5935287" y="2385752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11-train-output-3-6"/>
          <p:cNvSpPr/>
          <p:nvPr/>
        </p:nvSpPr>
        <p:spPr>
          <a:xfrm>
            <a:off x="6151418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11-train-output-3-7"/>
          <p:cNvSpPr/>
          <p:nvPr/>
        </p:nvSpPr>
        <p:spPr>
          <a:xfrm>
            <a:off x="6367549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11-train-output-3-8"/>
          <p:cNvSpPr/>
          <p:nvPr/>
        </p:nvSpPr>
        <p:spPr>
          <a:xfrm>
            <a:off x="6583680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11-train-output-3-9"/>
          <p:cNvSpPr/>
          <p:nvPr/>
        </p:nvSpPr>
        <p:spPr>
          <a:xfrm>
            <a:off x="6799810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11-train-output-3-10"/>
          <p:cNvSpPr/>
          <p:nvPr/>
        </p:nvSpPr>
        <p:spPr>
          <a:xfrm>
            <a:off x="7015941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11-train-output-3-11"/>
          <p:cNvSpPr/>
          <p:nvPr/>
        </p:nvSpPr>
        <p:spPr>
          <a:xfrm>
            <a:off x="7232072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11-train-output-3-12"/>
          <p:cNvSpPr/>
          <p:nvPr/>
        </p:nvSpPr>
        <p:spPr>
          <a:xfrm>
            <a:off x="7448203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11-train-output-3-13"/>
          <p:cNvSpPr/>
          <p:nvPr/>
        </p:nvSpPr>
        <p:spPr>
          <a:xfrm>
            <a:off x="7664334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11-train-output-3-14"/>
          <p:cNvSpPr/>
          <p:nvPr/>
        </p:nvSpPr>
        <p:spPr>
          <a:xfrm>
            <a:off x="7880465" y="2385752"/>
            <a:ext cx="216130" cy="216130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11-train-output-3-15"/>
          <p:cNvSpPr/>
          <p:nvPr/>
        </p:nvSpPr>
        <p:spPr>
          <a:xfrm>
            <a:off x="8096596" y="2385752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11-train-output-4-0"/>
          <p:cNvSpPr/>
          <p:nvPr/>
        </p:nvSpPr>
        <p:spPr>
          <a:xfrm>
            <a:off x="4854632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11-train-output-4-1"/>
          <p:cNvSpPr/>
          <p:nvPr/>
        </p:nvSpPr>
        <p:spPr>
          <a:xfrm>
            <a:off x="5070763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11-train-output-4-2"/>
          <p:cNvSpPr/>
          <p:nvPr/>
        </p:nvSpPr>
        <p:spPr>
          <a:xfrm>
            <a:off x="5286894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11-train-output-4-3"/>
          <p:cNvSpPr/>
          <p:nvPr/>
        </p:nvSpPr>
        <p:spPr>
          <a:xfrm>
            <a:off x="5503025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11-train-output-4-4"/>
          <p:cNvSpPr/>
          <p:nvPr/>
        </p:nvSpPr>
        <p:spPr>
          <a:xfrm>
            <a:off x="5719156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11-train-output-4-5"/>
          <p:cNvSpPr/>
          <p:nvPr/>
        </p:nvSpPr>
        <p:spPr>
          <a:xfrm>
            <a:off x="5935287" y="2601883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11-train-output-4-6"/>
          <p:cNvSpPr/>
          <p:nvPr/>
        </p:nvSpPr>
        <p:spPr>
          <a:xfrm>
            <a:off x="6151418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11-train-output-4-7"/>
          <p:cNvSpPr/>
          <p:nvPr/>
        </p:nvSpPr>
        <p:spPr>
          <a:xfrm>
            <a:off x="6367549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11-train-output-4-8"/>
          <p:cNvSpPr/>
          <p:nvPr/>
        </p:nvSpPr>
        <p:spPr>
          <a:xfrm>
            <a:off x="6583680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11-train-output-4-9"/>
          <p:cNvSpPr/>
          <p:nvPr/>
        </p:nvSpPr>
        <p:spPr>
          <a:xfrm>
            <a:off x="6799810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11-train-output-4-10"/>
          <p:cNvSpPr/>
          <p:nvPr/>
        </p:nvSpPr>
        <p:spPr>
          <a:xfrm>
            <a:off x="7015941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11-train-output-4-11"/>
          <p:cNvSpPr/>
          <p:nvPr/>
        </p:nvSpPr>
        <p:spPr>
          <a:xfrm>
            <a:off x="7232072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11-train-output-4-12"/>
          <p:cNvSpPr/>
          <p:nvPr/>
        </p:nvSpPr>
        <p:spPr>
          <a:xfrm>
            <a:off x="7448203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11-train-output-4-13"/>
          <p:cNvSpPr/>
          <p:nvPr/>
        </p:nvSpPr>
        <p:spPr>
          <a:xfrm>
            <a:off x="7664334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11-train-output-4-14"/>
          <p:cNvSpPr/>
          <p:nvPr/>
        </p:nvSpPr>
        <p:spPr>
          <a:xfrm>
            <a:off x="7880465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11-train-output-4-15"/>
          <p:cNvSpPr/>
          <p:nvPr/>
        </p:nvSpPr>
        <p:spPr>
          <a:xfrm>
            <a:off x="8096596" y="2601883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11-train-output-5-0"/>
          <p:cNvSpPr/>
          <p:nvPr/>
        </p:nvSpPr>
        <p:spPr>
          <a:xfrm>
            <a:off x="4854632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11-train-output-5-1"/>
          <p:cNvSpPr/>
          <p:nvPr/>
        </p:nvSpPr>
        <p:spPr>
          <a:xfrm>
            <a:off x="5070763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11-train-output-5-2"/>
          <p:cNvSpPr/>
          <p:nvPr/>
        </p:nvSpPr>
        <p:spPr>
          <a:xfrm>
            <a:off x="5286894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11-train-output-5-3"/>
          <p:cNvSpPr/>
          <p:nvPr/>
        </p:nvSpPr>
        <p:spPr>
          <a:xfrm>
            <a:off x="5503025" y="2818014"/>
            <a:ext cx="216130" cy="216130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11-train-output-5-4"/>
          <p:cNvSpPr/>
          <p:nvPr/>
        </p:nvSpPr>
        <p:spPr>
          <a:xfrm>
            <a:off x="5719156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11-train-output-5-5"/>
          <p:cNvSpPr/>
          <p:nvPr/>
        </p:nvSpPr>
        <p:spPr>
          <a:xfrm>
            <a:off x="5935287" y="2818014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11-train-output-5-6"/>
          <p:cNvSpPr/>
          <p:nvPr/>
        </p:nvSpPr>
        <p:spPr>
          <a:xfrm>
            <a:off x="6151418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11-train-output-5-7"/>
          <p:cNvSpPr/>
          <p:nvPr/>
        </p:nvSpPr>
        <p:spPr>
          <a:xfrm>
            <a:off x="6367549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11-train-output-5-8"/>
          <p:cNvSpPr/>
          <p:nvPr/>
        </p:nvSpPr>
        <p:spPr>
          <a:xfrm>
            <a:off x="6583680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11-train-output-5-9"/>
          <p:cNvSpPr/>
          <p:nvPr/>
        </p:nvSpPr>
        <p:spPr>
          <a:xfrm>
            <a:off x="6799810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11-train-output-5-10"/>
          <p:cNvSpPr/>
          <p:nvPr/>
        </p:nvSpPr>
        <p:spPr>
          <a:xfrm>
            <a:off x="7015941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11-train-output-5-11"/>
          <p:cNvSpPr/>
          <p:nvPr/>
        </p:nvSpPr>
        <p:spPr>
          <a:xfrm>
            <a:off x="7232072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11-train-output-5-12"/>
          <p:cNvSpPr/>
          <p:nvPr/>
        </p:nvSpPr>
        <p:spPr>
          <a:xfrm>
            <a:off x="7448203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11-train-output-5-13"/>
          <p:cNvSpPr/>
          <p:nvPr/>
        </p:nvSpPr>
        <p:spPr>
          <a:xfrm>
            <a:off x="7664334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11-train-output-5-14"/>
          <p:cNvSpPr/>
          <p:nvPr/>
        </p:nvSpPr>
        <p:spPr>
          <a:xfrm>
            <a:off x="7880465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11-train-output-5-15"/>
          <p:cNvSpPr/>
          <p:nvPr/>
        </p:nvSpPr>
        <p:spPr>
          <a:xfrm>
            <a:off x="8096596" y="2818014"/>
            <a:ext cx="216130" cy="216130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11-train-output-6-0"/>
          <p:cNvSpPr/>
          <p:nvPr/>
        </p:nvSpPr>
        <p:spPr>
          <a:xfrm>
            <a:off x="4854632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11-train-output-6-1"/>
          <p:cNvSpPr/>
          <p:nvPr/>
        </p:nvSpPr>
        <p:spPr>
          <a:xfrm>
            <a:off x="5070763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11-train-output-6-2"/>
          <p:cNvSpPr/>
          <p:nvPr/>
        </p:nvSpPr>
        <p:spPr>
          <a:xfrm>
            <a:off x="5286894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11-train-output-6-3"/>
          <p:cNvSpPr/>
          <p:nvPr/>
        </p:nvSpPr>
        <p:spPr>
          <a:xfrm>
            <a:off x="5503025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11-train-output-6-4"/>
          <p:cNvSpPr/>
          <p:nvPr/>
        </p:nvSpPr>
        <p:spPr>
          <a:xfrm>
            <a:off x="5719156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11-train-output-6-5"/>
          <p:cNvSpPr/>
          <p:nvPr/>
        </p:nvSpPr>
        <p:spPr>
          <a:xfrm>
            <a:off x="5935287" y="3034145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11-train-output-6-6"/>
          <p:cNvSpPr/>
          <p:nvPr/>
        </p:nvSpPr>
        <p:spPr>
          <a:xfrm>
            <a:off x="6151418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11-train-output-6-7"/>
          <p:cNvSpPr/>
          <p:nvPr/>
        </p:nvSpPr>
        <p:spPr>
          <a:xfrm>
            <a:off x="6367549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11-train-output-6-8"/>
          <p:cNvSpPr/>
          <p:nvPr/>
        </p:nvSpPr>
        <p:spPr>
          <a:xfrm>
            <a:off x="6583680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11-train-output-6-9"/>
          <p:cNvSpPr/>
          <p:nvPr/>
        </p:nvSpPr>
        <p:spPr>
          <a:xfrm>
            <a:off x="6799810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11-train-output-6-10"/>
          <p:cNvSpPr/>
          <p:nvPr/>
        </p:nvSpPr>
        <p:spPr>
          <a:xfrm>
            <a:off x="7015941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11-train-output-6-11"/>
          <p:cNvSpPr/>
          <p:nvPr/>
        </p:nvSpPr>
        <p:spPr>
          <a:xfrm>
            <a:off x="7232072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11-train-output-6-12"/>
          <p:cNvSpPr/>
          <p:nvPr/>
        </p:nvSpPr>
        <p:spPr>
          <a:xfrm>
            <a:off x="7448203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11-train-output-6-13"/>
          <p:cNvSpPr/>
          <p:nvPr/>
        </p:nvSpPr>
        <p:spPr>
          <a:xfrm>
            <a:off x="7664334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11-train-output-6-14"/>
          <p:cNvSpPr/>
          <p:nvPr/>
        </p:nvSpPr>
        <p:spPr>
          <a:xfrm>
            <a:off x="7880465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11-train-output-6-15"/>
          <p:cNvSpPr/>
          <p:nvPr/>
        </p:nvSpPr>
        <p:spPr>
          <a:xfrm>
            <a:off x="8096596" y="3034145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11-train-output-7-0"/>
          <p:cNvSpPr/>
          <p:nvPr/>
        </p:nvSpPr>
        <p:spPr>
          <a:xfrm>
            <a:off x="4854632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11-train-output-7-1"/>
          <p:cNvSpPr/>
          <p:nvPr/>
        </p:nvSpPr>
        <p:spPr>
          <a:xfrm>
            <a:off x="5070763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11-train-output-7-2"/>
          <p:cNvSpPr/>
          <p:nvPr/>
        </p:nvSpPr>
        <p:spPr>
          <a:xfrm>
            <a:off x="5286894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11-train-output-7-3"/>
          <p:cNvSpPr/>
          <p:nvPr/>
        </p:nvSpPr>
        <p:spPr>
          <a:xfrm>
            <a:off x="5503025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11-train-output-7-4"/>
          <p:cNvSpPr/>
          <p:nvPr/>
        </p:nvSpPr>
        <p:spPr>
          <a:xfrm>
            <a:off x="5719156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11-train-output-7-5"/>
          <p:cNvSpPr/>
          <p:nvPr/>
        </p:nvSpPr>
        <p:spPr>
          <a:xfrm>
            <a:off x="5935287" y="3250276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11-train-output-7-6"/>
          <p:cNvSpPr/>
          <p:nvPr/>
        </p:nvSpPr>
        <p:spPr>
          <a:xfrm>
            <a:off x="6151418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11-train-output-7-7"/>
          <p:cNvSpPr/>
          <p:nvPr/>
        </p:nvSpPr>
        <p:spPr>
          <a:xfrm>
            <a:off x="6367549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11-train-output-7-8"/>
          <p:cNvSpPr/>
          <p:nvPr/>
        </p:nvSpPr>
        <p:spPr>
          <a:xfrm>
            <a:off x="6583680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11-train-output-7-9"/>
          <p:cNvSpPr/>
          <p:nvPr/>
        </p:nvSpPr>
        <p:spPr>
          <a:xfrm>
            <a:off x="6799810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11-train-output-7-10"/>
          <p:cNvSpPr/>
          <p:nvPr/>
        </p:nvSpPr>
        <p:spPr>
          <a:xfrm>
            <a:off x="7015941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11-train-output-7-11"/>
          <p:cNvSpPr/>
          <p:nvPr/>
        </p:nvSpPr>
        <p:spPr>
          <a:xfrm>
            <a:off x="7232072" y="3250276"/>
            <a:ext cx="216130" cy="216130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11-train-output-7-12"/>
          <p:cNvSpPr/>
          <p:nvPr/>
        </p:nvSpPr>
        <p:spPr>
          <a:xfrm>
            <a:off x="7448203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11-train-output-7-13"/>
          <p:cNvSpPr/>
          <p:nvPr/>
        </p:nvSpPr>
        <p:spPr>
          <a:xfrm>
            <a:off x="7664334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11-train-output-7-14"/>
          <p:cNvSpPr/>
          <p:nvPr/>
        </p:nvSpPr>
        <p:spPr>
          <a:xfrm>
            <a:off x="7880465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11-train-output-7-15"/>
          <p:cNvSpPr/>
          <p:nvPr/>
        </p:nvSpPr>
        <p:spPr>
          <a:xfrm>
            <a:off x="8096596" y="3250276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11-train-output-8-0"/>
          <p:cNvSpPr/>
          <p:nvPr/>
        </p:nvSpPr>
        <p:spPr>
          <a:xfrm>
            <a:off x="4854632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11-train-output-8-1"/>
          <p:cNvSpPr/>
          <p:nvPr/>
        </p:nvSpPr>
        <p:spPr>
          <a:xfrm>
            <a:off x="5070763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11-train-output-8-2"/>
          <p:cNvSpPr/>
          <p:nvPr/>
        </p:nvSpPr>
        <p:spPr>
          <a:xfrm>
            <a:off x="5286894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11-train-output-8-3"/>
          <p:cNvSpPr/>
          <p:nvPr/>
        </p:nvSpPr>
        <p:spPr>
          <a:xfrm>
            <a:off x="5503025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11-train-output-8-4"/>
          <p:cNvSpPr/>
          <p:nvPr/>
        </p:nvSpPr>
        <p:spPr>
          <a:xfrm>
            <a:off x="5719156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11-train-output-8-5"/>
          <p:cNvSpPr/>
          <p:nvPr/>
        </p:nvSpPr>
        <p:spPr>
          <a:xfrm>
            <a:off x="5935287" y="3466407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11-train-output-8-6"/>
          <p:cNvSpPr/>
          <p:nvPr/>
        </p:nvSpPr>
        <p:spPr>
          <a:xfrm>
            <a:off x="6151418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11-train-output-8-7"/>
          <p:cNvSpPr/>
          <p:nvPr/>
        </p:nvSpPr>
        <p:spPr>
          <a:xfrm>
            <a:off x="6367549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11-train-output-8-8"/>
          <p:cNvSpPr/>
          <p:nvPr/>
        </p:nvSpPr>
        <p:spPr>
          <a:xfrm>
            <a:off x="6583680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11-train-output-8-9"/>
          <p:cNvSpPr/>
          <p:nvPr/>
        </p:nvSpPr>
        <p:spPr>
          <a:xfrm>
            <a:off x="6799810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11-train-output-8-10"/>
          <p:cNvSpPr/>
          <p:nvPr/>
        </p:nvSpPr>
        <p:spPr>
          <a:xfrm>
            <a:off x="7015941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11-train-output-8-11"/>
          <p:cNvSpPr/>
          <p:nvPr/>
        </p:nvSpPr>
        <p:spPr>
          <a:xfrm>
            <a:off x="7232072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11-train-output-8-12"/>
          <p:cNvSpPr/>
          <p:nvPr/>
        </p:nvSpPr>
        <p:spPr>
          <a:xfrm>
            <a:off x="7448203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11-train-output-8-13"/>
          <p:cNvSpPr/>
          <p:nvPr/>
        </p:nvSpPr>
        <p:spPr>
          <a:xfrm>
            <a:off x="7664334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11-train-output-8-14"/>
          <p:cNvSpPr/>
          <p:nvPr/>
        </p:nvSpPr>
        <p:spPr>
          <a:xfrm>
            <a:off x="7880465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11-train-output-8-15"/>
          <p:cNvSpPr/>
          <p:nvPr/>
        </p:nvSpPr>
        <p:spPr>
          <a:xfrm>
            <a:off x="8096596" y="3466407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11-train-output-9-0"/>
          <p:cNvSpPr/>
          <p:nvPr/>
        </p:nvSpPr>
        <p:spPr>
          <a:xfrm>
            <a:off x="4854632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11-train-output-9-1"/>
          <p:cNvSpPr/>
          <p:nvPr/>
        </p:nvSpPr>
        <p:spPr>
          <a:xfrm>
            <a:off x="5070763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11-train-output-9-2"/>
          <p:cNvSpPr/>
          <p:nvPr/>
        </p:nvSpPr>
        <p:spPr>
          <a:xfrm>
            <a:off x="5286894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11-train-output-9-3"/>
          <p:cNvSpPr/>
          <p:nvPr/>
        </p:nvSpPr>
        <p:spPr>
          <a:xfrm>
            <a:off x="5503025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11-train-output-9-4"/>
          <p:cNvSpPr/>
          <p:nvPr/>
        </p:nvSpPr>
        <p:spPr>
          <a:xfrm>
            <a:off x="5719156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11-train-output-9-5"/>
          <p:cNvSpPr/>
          <p:nvPr/>
        </p:nvSpPr>
        <p:spPr>
          <a:xfrm>
            <a:off x="5935287" y="3682538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11-train-output-9-6"/>
          <p:cNvSpPr/>
          <p:nvPr/>
        </p:nvSpPr>
        <p:spPr>
          <a:xfrm>
            <a:off x="6151418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11-train-output-9-7"/>
          <p:cNvSpPr/>
          <p:nvPr/>
        </p:nvSpPr>
        <p:spPr>
          <a:xfrm>
            <a:off x="6367549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11-train-output-9-8"/>
          <p:cNvSpPr/>
          <p:nvPr/>
        </p:nvSpPr>
        <p:spPr>
          <a:xfrm>
            <a:off x="6583680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11-train-output-9-9"/>
          <p:cNvSpPr/>
          <p:nvPr/>
        </p:nvSpPr>
        <p:spPr>
          <a:xfrm>
            <a:off x="6799810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11-train-output-9-10"/>
          <p:cNvSpPr/>
          <p:nvPr/>
        </p:nvSpPr>
        <p:spPr>
          <a:xfrm>
            <a:off x="7015941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11-train-output-9-11"/>
          <p:cNvSpPr/>
          <p:nvPr/>
        </p:nvSpPr>
        <p:spPr>
          <a:xfrm>
            <a:off x="7232072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11-train-output-9-12"/>
          <p:cNvSpPr/>
          <p:nvPr/>
        </p:nvSpPr>
        <p:spPr>
          <a:xfrm>
            <a:off x="7448203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11-train-output-9-13"/>
          <p:cNvSpPr/>
          <p:nvPr/>
        </p:nvSpPr>
        <p:spPr>
          <a:xfrm>
            <a:off x="7664334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11-train-output-9-14"/>
          <p:cNvSpPr/>
          <p:nvPr/>
        </p:nvSpPr>
        <p:spPr>
          <a:xfrm>
            <a:off x="7880465" y="3682538"/>
            <a:ext cx="216130" cy="216130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11-train-output-9-15"/>
          <p:cNvSpPr/>
          <p:nvPr/>
        </p:nvSpPr>
        <p:spPr>
          <a:xfrm>
            <a:off x="8096596" y="3682538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11-train-output-10-0"/>
          <p:cNvSpPr/>
          <p:nvPr/>
        </p:nvSpPr>
        <p:spPr>
          <a:xfrm>
            <a:off x="4854632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11-train-output-10-1"/>
          <p:cNvSpPr/>
          <p:nvPr/>
        </p:nvSpPr>
        <p:spPr>
          <a:xfrm>
            <a:off x="5070763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11-train-output-10-2"/>
          <p:cNvSpPr/>
          <p:nvPr/>
        </p:nvSpPr>
        <p:spPr>
          <a:xfrm>
            <a:off x="5286894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11-train-output-10-3"/>
          <p:cNvSpPr/>
          <p:nvPr/>
        </p:nvSpPr>
        <p:spPr>
          <a:xfrm>
            <a:off x="5503025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11-train-output-10-4"/>
          <p:cNvSpPr/>
          <p:nvPr/>
        </p:nvSpPr>
        <p:spPr>
          <a:xfrm>
            <a:off x="5719156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11-train-output-10-5"/>
          <p:cNvSpPr/>
          <p:nvPr/>
        </p:nvSpPr>
        <p:spPr>
          <a:xfrm>
            <a:off x="5935287" y="3898669"/>
            <a:ext cx="216130" cy="216130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11-train-output-10-6"/>
          <p:cNvSpPr/>
          <p:nvPr/>
        </p:nvSpPr>
        <p:spPr>
          <a:xfrm>
            <a:off x="6151418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11-train-output-10-7"/>
          <p:cNvSpPr/>
          <p:nvPr/>
        </p:nvSpPr>
        <p:spPr>
          <a:xfrm>
            <a:off x="6367549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11-train-output-10-8"/>
          <p:cNvSpPr/>
          <p:nvPr/>
        </p:nvSpPr>
        <p:spPr>
          <a:xfrm>
            <a:off x="6583680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11-train-output-10-9"/>
          <p:cNvSpPr/>
          <p:nvPr/>
        </p:nvSpPr>
        <p:spPr>
          <a:xfrm>
            <a:off x="6799810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11-train-output-10-10"/>
          <p:cNvSpPr/>
          <p:nvPr/>
        </p:nvSpPr>
        <p:spPr>
          <a:xfrm>
            <a:off x="7015941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11-train-output-10-11"/>
          <p:cNvSpPr/>
          <p:nvPr/>
        </p:nvSpPr>
        <p:spPr>
          <a:xfrm>
            <a:off x="7232072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11-train-output-10-12"/>
          <p:cNvSpPr/>
          <p:nvPr/>
        </p:nvSpPr>
        <p:spPr>
          <a:xfrm>
            <a:off x="7448203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11-train-output-10-13"/>
          <p:cNvSpPr/>
          <p:nvPr/>
        </p:nvSpPr>
        <p:spPr>
          <a:xfrm>
            <a:off x="7664334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11-train-output-10-14"/>
          <p:cNvSpPr/>
          <p:nvPr/>
        </p:nvSpPr>
        <p:spPr>
          <a:xfrm>
            <a:off x="7880465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11-train-output-10-15"/>
          <p:cNvSpPr/>
          <p:nvPr/>
        </p:nvSpPr>
        <p:spPr>
          <a:xfrm>
            <a:off x="8096596" y="3898669"/>
            <a:ext cx="216130" cy="216130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提示例は全3組、テスト入力は全3個。ここでは各1番目を表示。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1ae2feb7.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https://github.com/arcprize/ARC-AGI-2/blob/f3283f7/data/evaluation/1ae2feb7.json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追加例9：境界を越えて周期を続ける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11-test-input-0-0"/>
          <p:cNvSpPr/>
          <p:nvPr/>
        </p:nvSpPr>
        <p:spPr>
          <a:xfrm>
            <a:off x="594360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1-test-input-0-1"/>
          <p:cNvSpPr/>
          <p:nvPr/>
        </p:nvSpPr>
        <p:spPr>
          <a:xfrm>
            <a:off x="781812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1-test-input-0-2"/>
          <p:cNvSpPr/>
          <p:nvPr/>
        </p:nvSpPr>
        <p:spPr>
          <a:xfrm>
            <a:off x="969264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1-test-input-0-3"/>
          <p:cNvSpPr/>
          <p:nvPr/>
        </p:nvSpPr>
        <p:spPr>
          <a:xfrm>
            <a:off x="1156716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1-test-input-0-4"/>
          <p:cNvSpPr/>
          <p:nvPr/>
        </p:nvSpPr>
        <p:spPr>
          <a:xfrm>
            <a:off x="1344168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1-test-input-0-5"/>
          <p:cNvSpPr/>
          <p:nvPr/>
        </p:nvSpPr>
        <p:spPr>
          <a:xfrm>
            <a:off x="1531619" y="198881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1-test-input-0-6"/>
          <p:cNvSpPr/>
          <p:nvPr/>
        </p:nvSpPr>
        <p:spPr>
          <a:xfrm>
            <a:off x="171907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1-test-input-0-7"/>
          <p:cNvSpPr/>
          <p:nvPr/>
        </p:nvSpPr>
        <p:spPr>
          <a:xfrm>
            <a:off x="190652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1-test-input-0-8"/>
          <p:cNvSpPr/>
          <p:nvPr/>
        </p:nvSpPr>
        <p:spPr>
          <a:xfrm>
            <a:off x="209397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1-test-input-0-9"/>
          <p:cNvSpPr/>
          <p:nvPr/>
        </p:nvSpPr>
        <p:spPr>
          <a:xfrm>
            <a:off x="228142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1-test-input-0-10"/>
          <p:cNvSpPr/>
          <p:nvPr/>
        </p:nvSpPr>
        <p:spPr>
          <a:xfrm>
            <a:off x="2468879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1-test-input-0-11"/>
          <p:cNvSpPr/>
          <p:nvPr/>
        </p:nvSpPr>
        <p:spPr>
          <a:xfrm>
            <a:off x="265633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1-test-input-0-12"/>
          <p:cNvSpPr/>
          <p:nvPr/>
        </p:nvSpPr>
        <p:spPr>
          <a:xfrm>
            <a:off x="284378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1-test-input-0-13"/>
          <p:cNvSpPr/>
          <p:nvPr/>
        </p:nvSpPr>
        <p:spPr>
          <a:xfrm>
            <a:off x="303123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1-test-input-0-14"/>
          <p:cNvSpPr/>
          <p:nvPr/>
        </p:nvSpPr>
        <p:spPr>
          <a:xfrm>
            <a:off x="3218687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1-test-input-0-15"/>
          <p:cNvSpPr/>
          <p:nvPr/>
        </p:nvSpPr>
        <p:spPr>
          <a:xfrm>
            <a:off x="3406139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1-test-input-0-16"/>
          <p:cNvSpPr/>
          <p:nvPr/>
        </p:nvSpPr>
        <p:spPr>
          <a:xfrm>
            <a:off x="3593591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1-test-input-0-17"/>
          <p:cNvSpPr/>
          <p:nvPr/>
        </p:nvSpPr>
        <p:spPr>
          <a:xfrm>
            <a:off x="378104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1-test-input-0-18"/>
          <p:cNvSpPr/>
          <p:nvPr/>
        </p:nvSpPr>
        <p:spPr>
          <a:xfrm>
            <a:off x="396849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1-test-input-0-19"/>
          <p:cNvSpPr/>
          <p:nvPr/>
        </p:nvSpPr>
        <p:spPr>
          <a:xfrm>
            <a:off x="415594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1-test-input-1-0"/>
          <p:cNvSpPr/>
          <p:nvPr/>
        </p:nvSpPr>
        <p:spPr>
          <a:xfrm>
            <a:off x="59436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1-test-input-1-1"/>
          <p:cNvSpPr/>
          <p:nvPr/>
        </p:nvSpPr>
        <p:spPr>
          <a:xfrm>
            <a:off x="7818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1-test-input-1-2"/>
          <p:cNvSpPr/>
          <p:nvPr/>
        </p:nvSpPr>
        <p:spPr>
          <a:xfrm>
            <a:off x="96926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1-test-input-1-3"/>
          <p:cNvSpPr/>
          <p:nvPr/>
        </p:nvSpPr>
        <p:spPr>
          <a:xfrm>
            <a:off x="1156716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1-test-input-1-4"/>
          <p:cNvSpPr/>
          <p:nvPr/>
        </p:nvSpPr>
        <p:spPr>
          <a:xfrm>
            <a:off x="1344168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1-test-input-1-5"/>
          <p:cNvSpPr/>
          <p:nvPr/>
        </p:nvSpPr>
        <p:spPr>
          <a:xfrm>
            <a:off x="1531619" y="2176272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1-test-input-1-6"/>
          <p:cNvSpPr/>
          <p:nvPr/>
        </p:nvSpPr>
        <p:spPr>
          <a:xfrm>
            <a:off x="171907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1-test-input-1-7"/>
          <p:cNvSpPr/>
          <p:nvPr/>
        </p:nvSpPr>
        <p:spPr>
          <a:xfrm>
            <a:off x="19065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1-test-input-1-8"/>
          <p:cNvSpPr/>
          <p:nvPr/>
        </p:nvSpPr>
        <p:spPr>
          <a:xfrm>
            <a:off x="209397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1-test-input-1-9"/>
          <p:cNvSpPr/>
          <p:nvPr/>
        </p:nvSpPr>
        <p:spPr>
          <a:xfrm>
            <a:off x="228142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1-test-input-1-10"/>
          <p:cNvSpPr/>
          <p:nvPr/>
        </p:nvSpPr>
        <p:spPr>
          <a:xfrm>
            <a:off x="2468879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1-test-input-1-11"/>
          <p:cNvSpPr/>
          <p:nvPr/>
        </p:nvSpPr>
        <p:spPr>
          <a:xfrm>
            <a:off x="265633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1-test-input-1-12"/>
          <p:cNvSpPr/>
          <p:nvPr/>
        </p:nvSpPr>
        <p:spPr>
          <a:xfrm>
            <a:off x="284378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1-test-input-1-13"/>
          <p:cNvSpPr/>
          <p:nvPr/>
        </p:nvSpPr>
        <p:spPr>
          <a:xfrm>
            <a:off x="303123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1-test-input-1-14"/>
          <p:cNvSpPr/>
          <p:nvPr/>
        </p:nvSpPr>
        <p:spPr>
          <a:xfrm>
            <a:off x="3218687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1-test-input-1-15"/>
          <p:cNvSpPr/>
          <p:nvPr/>
        </p:nvSpPr>
        <p:spPr>
          <a:xfrm>
            <a:off x="3406139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1-test-input-1-16"/>
          <p:cNvSpPr/>
          <p:nvPr/>
        </p:nvSpPr>
        <p:spPr>
          <a:xfrm>
            <a:off x="3593591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1-test-input-1-17"/>
          <p:cNvSpPr/>
          <p:nvPr/>
        </p:nvSpPr>
        <p:spPr>
          <a:xfrm>
            <a:off x="378104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1-test-input-1-18"/>
          <p:cNvSpPr/>
          <p:nvPr/>
        </p:nvSpPr>
        <p:spPr>
          <a:xfrm>
            <a:off x="396849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1-test-input-1-19"/>
          <p:cNvSpPr/>
          <p:nvPr/>
        </p:nvSpPr>
        <p:spPr>
          <a:xfrm>
            <a:off x="415594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1-test-input-2-0"/>
          <p:cNvSpPr/>
          <p:nvPr/>
        </p:nvSpPr>
        <p:spPr>
          <a:xfrm>
            <a:off x="5943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1-test-input-2-1"/>
          <p:cNvSpPr/>
          <p:nvPr/>
        </p:nvSpPr>
        <p:spPr>
          <a:xfrm>
            <a:off x="7818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1-test-input-2-2"/>
          <p:cNvSpPr/>
          <p:nvPr/>
        </p:nvSpPr>
        <p:spPr>
          <a:xfrm>
            <a:off x="96926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1-test-input-2-3"/>
          <p:cNvSpPr/>
          <p:nvPr/>
        </p:nvSpPr>
        <p:spPr>
          <a:xfrm>
            <a:off x="11567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1-test-input-2-4"/>
          <p:cNvSpPr/>
          <p:nvPr/>
        </p:nvSpPr>
        <p:spPr>
          <a:xfrm>
            <a:off x="1344168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1-test-input-2-5"/>
          <p:cNvSpPr/>
          <p:nvPr/>
        </p:nvSpPr>
        <p:spPr>
          <a:xfrm>
            <a:off x="1531619" y="2363724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1-test-input-2-6"/>
          <p:cNvSpPr/>
          <p:nvPr/>
        </p:nvSpPr>
        <p:spPr>
          <a:xfrm>
            <a:off x="171907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1-test-input-2-7"/>
          <p:cNvSpPr/>
          <p:nvPr/>
        </p:nvSpPr>
        <p:spPr>
          <a:xfrm>
            <a:off x="190652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1-test-input-2-8"/>
          <p:cNvSpPr/>
          <p:nvPr/>
        </p:nvSpPr>
        <p:spPr>
          <a:xfrm>
            <a:off x="209397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1-test-input-2-9"/>
          <p:cNvSpPr/>
          <p:nvPr/>
        </p:nvSpPr>
        <p:spPr>
          <a:xfrm>
            <a:off x="228142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1-test-input-2-10"/>
          <p:cNvSpPr/>
          <p:nvPr/>
        </p:nvSpPr>
        <p:spPr>
          <a:xfrm>
            <a:off x="246887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1-test-input-2-11"/>
          <p:cNvSpPr/>
          <p:nvPr/>
        </p:nvSpPr>
        <p:spPr>
          <a:xfrm>
            <a:off x="265633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1-test-input-2-12"/>
          <p:cNvSpPr/>
          <p:nvPr/>
        </p:nvSpPr>
        <p:spPr>
          <a:xfrm>
            <a:off x="284378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1-test-input-2-13"/>
          <p:cNvSpPr/>
          <p:nvPr/>
        </p:nvSpPr>
        <p:spPr>
          <a:xfrm>
            <a:off x="303123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1-test-input-2-14"/>
          <p:cNvSpPr/>
          <p:nvPr/>
        </p:nvSpPr>
        <p:spPr>
          <a:xfrm>
            <a:off x="3218687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1-test-input-2-15"/>
          <p:cNvSpPr/>
          <p:nvPr/>
        </p:nvSpPr>
        <p:spPr>
          <a:xfrm>
            <a:off x="340613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1-test-input-2-16"/>
          <p:cNvSpPr/>
          <p:nvPr/>
        </p:nvSpPr>
        <p:spPr>
          <a:xfrm>
            <a:off x="3593591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1-test-input-2-17"/>
          <p:cNvSpPr/>
          <p:nvPr/>
        </p:nvSpPr>
        <p:spPr>
          <a:xfrm>
            <a:off x="378104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1-test-input-2-18"/>
          <p:cNvSpPr/>
          <p:nvPr/>
        </p:nvSpPr>
        <p:spPr>
          <a:xfrm>
            <a:off x="396849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1-test-input-2-19"/>
          <p:cNvSpPr/>
          <p:nvPr/>
        </p:nvSpPr>
        <p:spPr>
          <a:xfrm>
            <a:off x="415594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1-test-input-3-0"/>
          <p:cNvSpPr/>
          <p:nvPr/>
        </p:nvSpPr>
        <p:spPr>
          <a:xfrm>
            <a:off x="5943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1-test-input-3-1"/>
          <p:cNvSpPr/>
          <p:nvPr/>
        </p:nvSpPr>
        <p:spPr>
          <a:xfrm>
            <a:off x="78181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1-test-input-3-2"/>
          <p:cNvSpPr/>
          <p:nvPr/>
        </p:nvSpPr>
        <p:spPr>
          <a:xfrm>
            <a:off x="9692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1-test-input-3-3"/>
          <p:cNvSpPr/>
          <p:nvPr/>
        </p:nvSpPr>
        <p:spPr>
          <a:xfrm>
            <a:off x="115671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1-test-input-3-4"/>
          <p:cNvSpPr/>
          <p:nvPr/>
        </p:nvSpPr>
        <p:spPr>
          <a:xfrm>
            <a:off x="13441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1-test-input-3-5"/>
          <p:cNvSpPr/>
          <p:nvPr/>
        </p:nvSpPr>
        <p:spPr>
          <a:xfrm>
            <a:off x="1531619" y="2551176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1-test-input-3-6"/>
          <p:cNvSpPr/>
          <p:nvPr/>
        </p:nvSpPr>
        <p:spPr>
          <a:xfrm>
            <a:off x="17190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1-test-input-3-7"/>
          <p:cNvSpPr/>
          <p:nvPr/>
        </p:nvSpPr>
        <p:spPr>
          <a:xfrm>
            <a:off x="190652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1-test-input-3-8"/>
          <p:cNvSpPr/>
          <p:nvPr/>
        </p:nvSpPr>
        <p:spPr>
          <a:xfrm>
            <a:off x="209397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1-test-input-3-9"/>
          <p:cNvSpPr/>
          <p:nvPr/>
        </p:nvSpPr>
        <p:spPr>
          <a:xfrm>
            <a:off x="228142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1-test-input-3-10"/>
          <p:cNvSpPr/>
          <p:nvPr/>
        </p:nvSpPr>
        <p:spPr>
          <a:xfrm>
            <a:off x="246887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1-test-input-3-11"/>
          <p:cNvSpPr/>
          <p:nvPr/>
        </p:nvSpPr>
        <p:spPr>
          <a:xfrm>
            <a:off x="265633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1-test-input-3-12"/>
          <p:cNvSpPr/>
          <p:nvPr/>
        </p:nvSpPr>
        <p:spPr>
          <a:xfrm>
            <a:off x="28437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1-test-input-3-13"/>
          <p:cNvSpPr/>
          <p:nvPr/>
        </p:nvSpPr>
        <p:spPr>
          <a:xfrm>
            <a:off x="303123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1-test-input-3-14"/>
          <p:cNvSpPr/>
          <p:nvPr/>
        </p:nvSpPr>
        <p:spPr>
          <a:xfrm>
            <a:off x="3218687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1-test-input-3-15"/>
          <p:cNvSpPr/>
          <p:nvPr/>
        </p:nvSpPr>
        <p:spPr>
          <a:xfrm>
            <a:off x="340613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1-test-input-3-16"/>
          <p:cNvSpPr/>
          <p:nvPr/>
        </p:nvSpPr>
        <p:spPr>
          <a:xfrm>
            <a:off x="3593591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1-test-input-3-17"/>
          <p:cNvSpPr/>
          <p:nvPr/>
        </p:nvSpPr>
        <p:spPr>
          <a:xfrm>
            <a:off x="378104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1-test-input-3-18"/>
          <p:cNvSpPr/>
          <p:nvPr/>
        </p:nvSpPr>
        <p:spPr>
          <a:xfrm>
            <a:off x="39684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1-test-input-3-19"/>
          <p:cNvSpPr/>
          <p:nvPr/>
        </p:nvSpPr>
        <p:spPr>
          <a:xfrm>
            <a:off x="415594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1-test-input-4-0"/>
          <p:cNvSpPr/>
          <p:nvPr/>
        </p:nvSpPr>
        <p:spPr>
          <a:xfrm>
            <a:off x="59436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1-test-input-4-1"/>
          <p:cNvSpPr/>
          <p:nvPr/>
        </p:nvSpPr>
        <p:spPr>
          <a:xfrm>
            <a:off x="78181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1-test-input-4-2"/>
          <p:cNvSpPr/>
          <p:nvPr/>
        </p:nvSpPr>
        <p:spPr>
          <a:xfrm>
            <a:off x="96926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1-test-input-4-3"/>
          <p:cNvSpPr/>
          <p:nvPr/>
        </p:nvSpPr>
        <p:spPr>
          <a:xfrm>
            <a:off x="115671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1-test-input-4-4"/>
          <p:cNvSpPr/>
          <p:nvPr/>
        </p:nvSpPr>
        <p:spPr>
          <a:xfrm>
            <a:off x="134416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1-test-input-4-5"/>
          <p:cNvSpPr/>
          <p:nvPr/>
        </p:nvSpPr>
        <p:spPr>
          <a:xfrm>
            <a:off x="1531619" y="2738627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1-test-input-4-6"/>
          <p:cNvSpPr/>
          <p:nvPr/>
        </p:nvSpPr>
        <p:spPr>
          <a:xfrm>
            <a:off x="171907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1-test-input-4-7"/>
          <p:cNvSpPr/>
          <p:nvPr/>
        </p:nvSpPr>
        <p:spPr>
          <a:xfrm>
            <a:off x="190652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1-test-input-4-8"/>
          <p:cNvSpPr/>
          <p:nvPr/>
        </p:nvSpPr>
        <p:spPr>
          <a:xfrm>
            <a:off x="209397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1-test-input-4-9"/>
          <p:cNvSpPr/>
          <p:nvPr/>
        </p:nvSpPr>
        <p:spPr>
          <a:xfrm>
            <a:off x="228142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1-test-input-4-10"/>
          <p:cNvSpPr/>
          <p:nvPr/>
        </p:nvSpPr>
        <p:spPr>
          <a:xfrm>
            <a:off x="2468879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1-test-input-4-11"/>
          <p:cNvSpPr/>
          <p:nvPr/>
        </p:nvSpPr>
        <p:spPr>
          <a:xfrm>
            <a:off x="265633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1-test-input-4-12"/>
          <p:cNvSpPr/>
          <p:nvPr/>
        </p:nvSpPr>
        <p:spPr>
          <a:xfrm>
            <a:off x="284378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1-test-input-4-13"/>
          <p:cNvSpPr/>
          <p:nvPr/>
        </p:nvSpPr>
        <p:spPr>
          <a:xfrm>
            <a:off x="303123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1-test-input-4-14"/>
          <p:cNvSpPr/>
          <p:nvPr/>
        </p:nvSpPr>
        <p:spPr>
          <a:xfrm>
            <a:off x="3218687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1-test-input-4-15"/>
          <p:cNvSpPr/>
          <p:nvPr/>
        </p:nvSpPr>
        <p:spPr>
          <a:xfrm>
            <a:off x="3406139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1-test-input-4-16"/>
          <p:cNvSpPr/>
          <p:nvPr/>
        </p:nvSpPr>
        <p:spPr>
          <a:xfrm>
            <a:off x="3593591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1-test-input-4-17"/>
          <p:cNvSpPr/>
          <p:nvPr/>
        </p:nvSpPr>
        <p:spPr>
          <a:xfrm>
            <a:off x="378104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1-test-input-4-18"/>
          <p:cNvSpPr/>
          <p:nvPr/>
        </p:nvSpPr>
        <p:spPr>
          <a:xfrm>
            <a:off x="396849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1-test-input-4-19"/>
          <p:cNvSpPr/>
          <p:nvPr/>
        </p:nvSpPr>
        <p:spPr>
          <a:xfrm>
            <a:off x="415594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1-test-input-5-0"/>
          <p:cNvSpPr/>
          <p:nvPr/>
        </p:nvSpPr>
        <p:spPr>
          <a:xfrm>
            <a:off x="5943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1-test-input-5-1"/>
          <p:cNvSpPr/>
          <p:nvPr/>
        </p:nvSpPr>
        <p:spPr>
          <a:xfrm>
            <a:off x="78181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1-test-input-5-2"/>
          <p:cNvSpPr/>
          <p:nvPr/>
        </p:nvSpPr>
        <p:spPr>
          <a:xfrm>
            <a:off x="969264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1-test-input-5-3"/>
          <p:cNvSpPr/>
          <p:nvPr/>
        </p:nvSpPr>
        <p:spPr>
          <a:xfrm>
            <a:off x="1156716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1-test-input-5-4"/>
          <p:cNvSpPr/>
          <p:nvPr/>
        </p:nvSpPr>
        <p:spPr>
          <a:xfrm>
            <a:off x="1344168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1-test-input-5-5"/>
          <p:cNvSpPr/>
          <p:nvPr/>
        </p:nvSpPr>
        <p:spPr>
          <a:xfrm>
            <a:off x="1531619" y="292607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1-test-input-5-6"/>
          <p:cNvSpPr/>
          <p:nvPr/>
        </p:nvSpPr>
        <p:spPr>
          <a:xfrm>
            <a:off x="171907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1-test-input-5-7"/>
          <p:cNvSpPr/>
          <p:nvPr/>
        </p:nvSpPr>
        <p:spPr>
          <a:xfrm>
            <a:off x="190652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1-test-input-5-8"/>
          <p:cNvSpPr/>
          <p:nvPr/>
        </p:nvSpPr>
        <p:spPr>
          <a:xfrm>
            <a:off x="209397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1-test-input-5-9"/>
          <p:cNvSpPr/>
          <p:nvPr/>
        </p:nvSpPr>
        <p:spPr>
          <a:xfrm>
            <a:off x="228142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1-test-input-5-10"/>
          <p:cNvSpPr/>
          <p:nvPr/>
        </p:nvSpPr>
        <p:spPr>
          <a:xfrm>
            <a:off x="2468879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1-test-input-5-11"/>
          <p:cNvSpPr/>
          <p:nvPr/>
        </p:nvSpPr>
        <p:spPr>
          <a:xfrm>
            <a:off x="265633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1-test-input-5-12"/>
          <p:cNvSpPr/>
          <p:nvPr/>
        </p:nvSpPr>
        <p:spPr>
          <a:xfrm>
            <a:off x="284378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1-test-input-5-13"/>
          <p:cNvSpPr/>
          <p:nvPr/>
        </p:nvSpPr>
        <p:spPr>
          <a:xfrm>
            <a:off x="303123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1-test-input-5-14"/>
          <p:cNvSpPr/>
          <p:nvPr/>
        </p:nvSpPr>
        <p:spPr>
          <a:xfrm>
            <a:off x="3218687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1-test-input-5-15"/>
          <p:cNvSpPr/>
          <p:nvPr/>
        </p:nvSpPr>
        <p:spPr>
          <a:xfrm>
            <a:off x="3406139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1-test-input-5-16"/>
          <p:cNvSpPr/>
          <p:nvPr/>
        </p:nvSpPr>
        <p:spPr>
          <a:xfrm>
            <a:off x="3593591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1-test-input-5-17"/>
          <p:cNvSpPr/>
          <p:nvPr/>
        </p:nvSpPr>
        <p:spPr>
          <a:xfrm>
            <a:off x="378104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1-test-input-5-18"/>
          <p:cNvSpPr/>
          <p:nvPr/>
        </p:nvSpPr>
        <p:spPr>
          <a:xfrm>
            <a:off x="396849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1-test-input-5-19"/>
          <p:cNvSpPr/>
          <p:nvPr/>
        </p:nvSpPr>
        <p:spPr>
          <a:xfrm>
            <a:off x="415594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1-test-input-6-0"/>
          <p:cNvSpPr/>
          <p:nvPr/>
        </p:nvSpPr>
        <p:spPr>
          <a:xfrm>
            <a:off x="5943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1-test-input-6-1"/>
          <p:cNvSpPr/>
          <p:nvPr/>
        </p:nvSpPr>
        <p:spPr>
          <a:xfrm>
            <a:off x="78181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1-test-input-6-2"/>
          <p:cNvSpPr/>
          <p:nvPr/>
        </p:nvSpPr>
        <p:spPr>
          <a:xfrm>
            <a:off x="96926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1-test-input-6-3"/>
          <p:cNvSpPr/>
          <p:nvPr/>
        </p:nvSpPr>
        <p:spPr>
          <a:xfrm>
            <a:off x="115671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1-test-input-6-4"/>
          <p:cNvSpPr/>
          <p:nvPr/>
        </p:nvSpPr>
        <p:spPr>
          <a:xfrm>
            <a:off x="134416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1-test-input-6-5"/>
          <p:cNvSpPr/>
          <p:nvPr/>
        </p:nvSpPr>
        <p:spPr>
          <a:xfrm>
            <a:off x="1531619" y="3113532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1-test-input-6-6"/>
          <p:cNvSpPr/>
          <p:nvPr/>
        </p:nvSpPr>
        <p:spPr>
          <a:xfrm>
            <a:off x="171907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1-test-input-6-7"/>
          <p:cNvSpPr/>
          <p:nvPr/>
        </p:nvSpPr>
        <p:spPr>
          <a:xfrm>
            <a:off x="190652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1-test-input-6-8"/>
          <p:cNvSpPr/>
          <p:nvPr/>
        </p:nvSpPr>
        <p:spPr>
          <a:xfrm>
            <a:off x="209397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1-test-input-6-9"/>
          <p:cNvSpPr/>
          <p:nvPr/>
        </p:nvSpPr>
        <p:spPr>
          <a:xfrm>
            <a:off x="22814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1-test-input-6-10"/>
          <p:cNvSpPr/>
          <p:nvPr/>
        </p:nvSpPr>
        <p:spPr>
          <a:xfrm>
            <a:off x="246887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1-test-input-6-11"/>
          <p:cNvSpPr/>
          <p:nvPr/>
        </p:nvSpPr>
        <p:spPr>
          <a:xfrm>
            <a:off x="265633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1-test-input-6-12"/>
          <p:cNvSpPr/>
          <p:nvPr/>
        </p:nvSpPr>
        <p:spPr>
          <a:xfrm>
            <a:off x="284378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1-test-input-6-13"/>
          <p:cNvSpPr/>
          <p:nvPr/>
        </p:nvSpPr>
        <p:spPr>
          <a:xfrm>
            <a:off x="303123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1-test-input-6-14"/>
          <p:cNvSpPr/>
          <p:nvPr/>
        </p:nvSpPr>
        <p:spPr>
          <a:xfrm>
            <a:off x="3218687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1-test-input-6-15"/>
          <p:cNvSpPr/>
          <p:nvPr/>
        </p:nvSpPr>
        <p:spPr>
          <a:xfrm>
            <a:off x="340613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1-test-input-6-16"/>
          <p:cNvSpPr/>
          <p:nvPr/>
        </p:nvSpPr>
        <p:spPr>
          <a:xfrm>
            <a:off x="3593591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1-test-input-6-17"/>
          <p:cNvSpPr/>
          <p:nvPr/>
        </p:nvSpPr>
        <p:spPr>
          <a:xfrm>
            <a:off x="378104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1-test-input-6-18"/>
          <p:cNvSpPr/>
          <p:nvPr/>
        </p:nvSpPr>
        <p:spPr>
          <a:xfrm>
            <a:off x="396849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1-test-input-6-19"/>
          <p:cNvSpPr/>
          <p:nvPr/>
        </p:nvSpPr>
        <p:spPr>
          <a:xfrm>
            <a:off x="415594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1-test-input-7-0"/>
          <p:cNvSpPr/>
          <p:nvPr/>
        </p:nvSpPr>
        <p:spPr>
          <a:xfrm>
            <a:off x="594360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1-test-input-7-1"/>
          <p:cNvSpPr/>
          <p:nvPr/>
        </p:nvSpPr>
        <p:spPr>
          <a:xfrm>
            <a:off x="781812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1-test-input-7-2"/>
          <p:cNvSpPr/>
          <p:nvPr/>
        </p:nvSpPr>
        <p:spPr>
          <a:xfrm>
            <a:off x="969264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1-test-input-7-3"/>
          <p:cNvSpPr/>
          <p:nvPr/>
        </p:nvSpPr>
        <p:spPr>
          <a:xfrm>
            <a:off x="1156716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1-test-input-7-4"/>
          <p:cNvSpPr/>
          <p:nvPr/>
        </p:nvSpPr>
        <p:spPr>
          <a:xfrm>
            <a:off x="1344168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1-test-input-7-5"/>
          <p:cNvSpPr/>
          <p:nvPr/>
        </p:nvSpPr>
        <p:spPr>
          <a:xfrm>
            <a:off x="1531619" y="3300983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1-test-input-7-6"/>
          <p:cNvSpPr/>
          <p:nvPr/>
        </p:nvSpPr>
        <p:spPr>
          <a:xfrm>
            <a:off x="1719072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1-test-input-7-7"/>
          <p:cNvSpPr/>
          <p:nvPr/>
        </p:nvSpPr>
        <p:spPr>
          <a:xfrm>
            <a:off x="190652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1-test-input-7-8"/>
          <p:cNvSpPr/>
          <p:nvPr/>
        </p:nvSpPr>
        <p:spPr>
          <a:xfrm>
            <a:off x="2093976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1-test-input-7-9"/>
          <p:cNvSpPr/>
          <p:nvPr/>
        </p:nvSpPr>
        <p:spPr>
          <a:xfrm>
            <a:off x="228142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1-test-input-7-10"/>
          <p:cNvSpPr/>
          <p:nvPr/>
        </p:nvSpPr>
        <p:spPr>
          <a:xfrm>
            <a:off x="2468879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1-test-input-7-11"/>
          <p:cNvSpPr/>
          <p:nvPr/>
        </p:nvSpPr>
        <p:spPr>
          <a:xfrm>
            <a:off x="2656332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1-test-input-7-12"/>
          <p:cNvSpPr/>
          <p:nvPr/>
        </p:nvSpPr>
        <p:spPr>
          <a:xfrm>
            <a:off x="284378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1-test-input-7-13"/>
          <p:cNvSpPr/>
          <p:nvPr/>
        </p:nvSpPr>
        <p:spPr>
          <a:xfrm>
            <a:off x="3031236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1-test-input-7-14"/>
          <p:cNvSpPr/>
          <p:nvPr/>
        </p:nvSpPr>
        <p:spPr>
          <a:xfrm>
            <a:off x="3218687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1-test-input-7-15"/>
          <p:cNvSpPr/>
          <p:nvPr/>
        </p:nvSpPr>
        <p:spPr>
          <a:xfrm>
            <a:off x="3406139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1-test-input-7-16"/>
          <p:cNvSpPr/>
          <p:nvPr/>
        </p:nvSpPr>
        <p:spPr>
          <a:xfrm>
            <a:off x="3593591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1-test-input-7-17"/>
          <p:cNvSpPr/>
          <p:nvPr/>
        </p:nvSpPr>
        <p:spPr>
          <a:xfrm>
            <a:off x="378104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1-test-input-7-18"/>
          <p:cNvSpPr/>
          <p:nvPr/>
        </p:nvSpPr>
        <p:spPr>
          <a:xfrm>
            <a:off x="3968496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1-test-input-7-19"/>
          <p:cNvSpPr/>
          <p:nvPr/>
        </p:nvSpPr>
        <p:spPr>
          <a:xfrm>
            <a:off x="415594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1-test-input-8-0"/>
          <p:cNvSpPr/>
          <p:nvPr/>
        </p:nvSpPr>
        <p:spPr>
          <a:xfrm>
            <a:off x="5943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1-test-input-8-1"/>
          <p:cNvSpPr/>
          <p:nvPr/>
        </p:nvSpPr>
        <p:spPr>
          <a:xfrm>
            <a:off x="78181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1-test-input-8-2"/>
          <p:cNvSpPr/>
          <p:nvPr/>
        </p:nvSpPr>
        <p:spPr>
          <a:xfrm>
            <a:off x="9692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1-test-input-8-3"/>
          <p:cNvSpPr/>
          <p:nvPr/>
        </p:nvSpPr>
        <p:spPr>
          <a:xfrm>
            <a:off x="115671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1-test-input-8-4"/>
          <p:cNvSpPr/>
          <p:nvPr/>
        </p:nvSpPr>
        <p:spPr>
          <a:xfrm>
            <a:off x="13441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1-test-input-8-5"/>
          <p:cNvSpPr/>
          <p:nvPr/>
        </p:nvSpPr>
        <p:spPr>
          <a:xfrm>
            <a:off x="1531619" y="3488435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1-test-input-8-6"/>
          <p:cNvSpPr/>
          <p:nvPr/>
        </p:nvSpPr>
        <p:spPr>
          <a:xfrm>
            <a:off x="171907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1-test-input-8-7"/>
          <p:cNvSpPr/>
          <p:nvPr/>
        </p:nvSpPr>
        <p:spPr>
          <a:xfrm>
            <a:off x="19065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1-test-input-8-8"/>
          <p:cNvSpPr/>
          <p:nvPr/>
        </p:nvSpPr>
        <p:spPr>
          <a:xfrm>
            <a:off x="209397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1-test-input-8-9"/>
          <p:cNvSpPr/>
          <p:nvPr/>
        </p:nvSpPr>
        <p:spPr>
          <a:xfrm>
            <a:off x="228142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1-test-input-8-10"/>
          <p:cNvSpPr/>
          <p:nvPr/>
        </p:nvSpPr>
        <p:spPr>
          <a:xfrm>
            <a:off x="2468879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1-test-input-8-11"/>
          <p:cNvSpPr/>
          <p:nvPr/>
        </p:nvSpPr>
        <p:spPr>
          <a:xfrm>
            <a:off x="265633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1-test-input-8-12"/>
          <p:cNvSpPr/>
          <p:nvPr/>
        </p:nvSpPr>
        <p:spPr>
          <a:xfrm>
            <a:off x="284378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1-test-input-8-13"/>
          <p:cNvSpPr/>
          <p:nvPr/>
        </p:nvSpPr>
        <p:spPr>
          <a:xfrm>
            <a:off x="303123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1-test-input-8-14"/>
          <p:cNvSpPr/>
          <p:nvPr/>
        </p:nvSpPr>
        <p:spPr>
          <a:xfrm>
            <a:off x="3218687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1-test-input-8-15"/>
          <p:cNvSpPr/>
          <p:nvPr/>
        </p:nvSpPr>
        <p:spPr>
          <a:xfrm>
            <a:off x="3406139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1-test-input-8-16"/>
          <p:cNvSpPr/>
          <p:nvPr/>
        </p:nvSpPr>
        <p:spPr>
          <a:xfrm>
            <a:off x="3593591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1-test-input-8-17"/>
          <p:cNvSpPr/>
          <p:nvPr/>
        </p:nvSpPr>
        <p:spPr>
          <a:xfrm>
            <a:off x="378104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1-test-input-8-18"/>
          <p:cNvSpPr/>
          <p:nvPr/>
        </p:nvSpPr>
        <p:spPr>
          <a:xfrm>
            <a:off x="396849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1-test-input-8-19"/>
          <p:cNvSpPr/>
          <p:nvPr/>
        </p:nvSpPr>
        <p:spPr>
          <a:xfrm>
            <a:off x="415594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1-test-input-9-0"/>
          <p:cNvSpPr/>
          <p:nvPr/>
        </p:nvSpPr>
        <p:spPr>
          <a:xfrm>
            <a:off x="59436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1-test-input-9-1"/>
          <p:cNvSpPr/>
          <p:nvPr/>
        </p:nvSpPr>
        <p:spPr>
          <a:xfrm>
            <a:off x="78181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1-test-input-9-2"/>
          <p:cNvSpPr/>
          <p:nvPr/>
        </p:nvSpPr>
        <p:spPr>
          <a:xfrm>
            <a:off x="96926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1-test-input-9-3"/>
          <p:cNvSpPr/>
          <p:nvPr/>
        </p:nvSpPr>
        <p:spPr>
          <a:xfrm>
            <a:off x="115671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1-test-input-9-4"/>
          <p:cNvSpPr/>
          <p:nvPr/>
        </p:nvSpPr>
        <p:spPr>
          <a:xfrm>
            <a:off x="134416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1-test-input-9-5"/>
          <p:cNvSpPr/>
          <p:nvPr/>
        </p:nvSpPr>
        <p:spPr>
          <a:xfrm>
            <a:off x="1531619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1-test-input-9-6"/>
          <p:cNvSpPr/>
          <p:nvPr/>
        </p:nvSpPr>
        <p:spPr>
          <a:xfrm>
            <a:off x="171907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1-test-input-9-7"/>
          <p:cNvSpPr/>
          <p:nvPr/>
        </p:nvSpPr>
        <p:spPr>
          <a:xfrm>
            <a:off x="190652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1-test-input-9-8"/>
          <p:cNvSpPr/>
          <p:nvPr/>
        </p:nvSpPr>
        <p:spPr>
          <a:xfrm>
            <a:off x="209397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1-test-input-9-9"/>
          <p:cNvSpPr/>
          <p:nvPr/>
        </p:nvSpPr>
        <p:spPr>
          <a:xfrm>
            <a:off x="228142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1-test-input-9-10"/>
          <p:cNvSpPr/>
          <p:nvPr/>
        </p:nvSpPr>
        <p:spPr>
          <a:xfrm>
            <a:off x="2468879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1-test-input-9-11"/>
          <p:cNvSpPr/>
          <p:nvPr/>
        </p:nvSpPr>
        <p:spPr>
          <a:xfrm>
            <a:off x="265633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1-test-input-9-12"/>
          <p:cNvSpPr/>
          <p:nvPr/>
        </p:nvSpPr>
        <p:spPr>
          <a:xfrm>
            <a:off x="284378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1-test-input-9-13"/>
          <p:cNvSpPr/>
          <p:nvPr/>
        </p:nvSpPr>
        <p:spPr>
          <a:xfrm>
            <a:off x="303123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1-test-input-9-14"/>
          <p:cNvSpPr/>
          <p:nvPr/>
        </p:nvSpPr>
        <p:spPr>
          <a:xfrm>
            <a:off x="3218687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1-test-input-9-15"/>
          <p:cNvSpPr/>
          <p:nvPr/>
        </p:nvSpPr>
        <p:spPr>
          <a:xfrm>
            <a:off x="3406139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1-test-input-9-16"/>
          <p:cNvSpPr/>
          <p:nvPr/>
        </p:nvSpPr>
        <p:spPr>
          <a:xfrm>
            <a:off x="3593591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1-test-input-9-17"/>
          <p:cNvSpPr/>
          <p:nvPr/>
        </p:nvSpPr>
        <p:spPr>
          <a:xfrm>
            <a:off x="378104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1-test-input-9-18"/>
          <p:cNvSpPr/>
          <p:nvPr/>
        </p:nvSpPr>
        <p:spPr>
          <a:xfrm>
            <a:off x="396849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1-test-input-9-19"/>
          <p:cNvSpPr/>
          <p:nvPr/>
        </p:nvSpPr>
        <p:spPr>
          <a:xfrm>
            <a:off x="415594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1-test-output-0-0"/>
          <p:cNvSpPr/>
          <p:nvPr/>
        </p:nvSpPr>
        <p:spPr>
          <a:xfrm>
            <a:off x="4709160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1-test-output-0-1"/>
          <p:cNvSpPr/>
          <p:nvPr/>
        </p:nvSpPr>
        <p:spPr>
          <a:xfrm>
            <a:off x="4896612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1-test-output-0-2"/>
          <p:cNvSpPr/>
          <p:nvPr/>
        </p:nvSpPr>
        <p:spPr>
          <a:xfrm>
            <a:off x="5084064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1-test-output-0-3"/>
          <p:cNvSpPr/>
          <p:nvPr/>
        </p:nvSpPr>
        <p:spPr>
          <a:xfrm>
            <a:off x="5271516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1-test-output-0-4"/>
          <p:cNvSpPr/>
          <p:nvPr/>
        </p:nvSpPr>
        <p:spPr>
          <a:xfrm>
            <a:off x="5458968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1-test-output-0-5"/>
          <p:cNvSpPr/>
          <p:nvPr/>
        </p:nvSpPr>
        <p:spPr>
          <a:xfrm>
            <a:off x="5646420" y="198881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1-test-output-0-6"/>
          <p:cNvSpPr/>
          <p:nvPr/>
        </p:nvSpPr>
        <p:spPr>
          <a:xfrm>
            <a:off x="5833872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1-test-output-0-7"/>
          <p:cNvSpPr/>
          <p:nvPr/>
        </p:nvSpPr>
        <p:spPr>
          <a:xfrm>
            <a:off x="602132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1-test-output-0-8"/>
          <p:cNvSpPr/>
          <p:nvPr/>
        </p:nvSpPr>
        <p:spPr>
          <a:xfrm>
            <a:off x="620877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1-test-output-0-9"/>
          <p:cNvSpPr/>
          <p:nvPr/>
        </p:nvSpPr>
        <p:spPr>
          <a:xfrm>
            <a:off x="639622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1-test-output-0-10"/>
          <p:cNvSpPr/>
          <p:nvPr/>
        </p:nvSpPr>
        <p:spPr>
          <a:xfrm>
            <a:off x="6583680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1-test-output-0-11"/>
          <p:cNvSpPr/>
          <p:nvPr/>
        </p:nvSpPr>
        <p:spPr>
          <a:xfrm>
            <a:off x="677113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1-test-output-0-12"/>
          <p:cNvSpPr/>
          <p:nvPr/>
        </p:nvSpPr>
        <p:spPr>
          <a:xfrm>
            <a:off x="695858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1-test-output-0-13"/>
          <p:cNvSpPr/>
          <p:nvPr/>
        </p:nvSpPr>
        <p:spPr>
          <a:xfrm>
            <a:off x="714603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1-test-output-0-14"/>
          <p:cNvSpPr/>
          <p:nvPr/>
        </p:nvSpPr>
        <p:spPr>
          <a:xfrm>
            <a:off x="7333488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1-test-output-0-15"/>
          <p:cNvSpPr/>
          <p:nvPr/>
        </p:nvSpPr>
        <p:spPr>
          <a:xfrm>
            <a:off x="7520940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11-test-output-0-16"/>
          <p:cNvSpPr/>
          <p:nvPr/>
        </p:nvSpPr>
        <p:spPr>
          <a:xfrm>
            <a:off x="770839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11-test-output-0-17"/>
          <p:cNvSpPr/>
          <p:nvPr/>
        </p:nvSpPr>
        <p:spPr>
          <a:xfrm>
            <a:off x="789584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11-test-output-0-18"/>
          <p:cNvSpPr/>
          <p:nvPr/>
        </p:nvSpPr>
        <p:spPr>
          <a:xfrm>
            <a:off x="8083296" y="198881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11-test-output-0-19"/>
          <p:cNvSpPr/>
          <p:nvPr/>
        </p:nvSpPr>
        <p:spPr>
          <a:xfrm>
            <a:off x="827074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11-test-output-1-0"/>
          <p:cNvSpPr/>
          <p:nvPr/>
        </p:nvSpPr>
        <p:spPr>
          <a:xfrm>
            <a:off x="470916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11-test-output-1-1"/>
          <p:cNvSpPr/>
          <p:nvPr/>
        </p:nvSpPr>
        <p:spPr>
          <a:xfrm>
            <a:off x="48966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11-test-output-1-2"/>
          <p:cNvSpPr/>
          <p:nvPr/>
        </p:nvSpPr>
        <p:spPr>
          <a:xfrm>
            <a:off x="508406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11-test-output-1-3"/>
          <p:cNvSpPr/>
          <p:nvPr/>
        </p:nvSpPr>
        <p:spPr>
          <a:xfrm>
            <a:off x="5271516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11-test-output-1-4"/>
          <p:cNvSpPr/>
          <p:nvPr/>
        </p:nvSpPr>
        <p:spPr>
          <a:xfrm>
            <a:off x="5458968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11-test-output-1-5"/>
          <p:cNvSpPr/>
          <p:nvPr/>
        </p:nvSpPr>
        <p:spPr>
          <a:xfrm>
            <a:off x="5646420" y="2176272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11-test-output-1-6"/>
          <p:cNvSpPr/>
          <p:nvPr/>
        </p:nvSpPr>
        <p:spPr>
          <a:xfrm>
            <a:off x="5833872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11-test-output-1-7"/>
          <p:cNvSpPr/>
          <p:nvPr/>
        </p:nvSpPr>
        <p:spPr>
          <a:xfrm>
            <a:off x="60213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11-test-output-1-8"/>
          <p:cNvSpPr/>
          <p:nvPr/>
        </p:nvSpPr>
        <p:spPr>
          <a:xfrm>
            <a:off x="6208776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11-test-output-1-9"/>
          <p:cNvSpPr/>
          <p:nvPr/>
        </p:nvSpPr>
        <p:spPr>
          <a:xfrm>
            <a:off x="639622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11-test-output-1-10"/>
          <p:cNvSpPr/>
          <p:nvPr/>
        </p:nvSpPr>
        <p:spPr>
          <a:xfrm>
            <a:off x="6583680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11-test-output-1-11"/>
          <p:cNvSpPr/>
          <p:nvPr/>
        </p:nvSpPr>
        <p:spPr>
          <a:xfrm>
            <a:off x="677113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11-test-output-1-12"/>
          <p:cNvSpPr/>
          <p:nvPr/>
        </p:nvSpPr>
        <p:spPr>
          <a:xfrm>
            <a:off x="6958584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11-test-output-1-13"/>
          <p:cNvSpPr/>
          <p:nvPr/>
        </p:nvSpPr>
        <p:spPr>
          <a:xfrm>
            <a:off x="714603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11-test-output-1-14"/>
          <p:cNvSpPr/>
          <p:nvPr/>
        </p:nvSpPr>
        <p:spPr>
          <a:xfrm>
            <a:off x="7333488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11-test-output-1-15"/>
          <p:cNvSpPr/>
          <p:nvPr/>
        </p:nvSpPr>
        <p:spPr>
          <a:xfrm>
            <a:off x="752094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11-test-output-1-16"/>
          <p:cNvSpPr/>
          <p:nvPr/>
        </p:nvSpPr>
        <p:spPr>
          <a:xfrm>
            <a:off x="7708392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11-test-output-1-17"/>
          <p:cNvSpPr/>
          <p:nvPr/>
        </p:nvSpPr>
        <p:spPr>
          <a:xfrm>
            <a:off x="789584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11-test-output-1-18"/>
          <p:cNvSpPr/>
          <p:nvPr/>
        </p:nvSpPr>
        <p:spPr>
          <a:xfrm>
            <a:off x="8083296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11-test-output-1-19"/>
          <p:cNvSpPr/>
          <p:nvPr/>
        </p:nvSpPr>
        <p:spPr>
          <a:xfrm>
            <a:off x="827074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11-test-output-2-0"/>
          <p:cNvSpPr/>
          <p:nvPr/>
        </p:nvSpPr>
        <p:spPr>
          <a:xfrm>
            <a:off x="47091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11-test-output-2-1"/>
          <p:cNvSpPr/>
          <p:nvPr/>
        </p:nvSpPr>
        <p:spPr>
          <a:xfrm>
            <a:off x="48966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11-test-output-2-2"/>
          <p:cNvSpPr/>
          <p:nvPr/>
        </p:nvSpPr>
        <p:spPr>
          <a:xfrm>
            <a:off x="508406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11-test-output-2-3"/>
          <p:cNvSpPr/>
          <p:nvPr/>
        </p:nvSpPr>
        <p:spPr>
          <a:xfrm>
            <a:off x="52715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11-test-output-2-4"/>
          <p:cNvSpPr/>
          <p:nvPr/>
        </p:nvSpPr>
        <p:spPr>
          <a:xfrm>
            <a:off x="5458968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11-test-output-2-5"/>
          <p:cNvSpPr/>
          <p:nvPr/>
        </p:nvSpPr>
        <p:spPr>
          <a:xfrm>
            <a:off x="5646420" y="2363724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11-test-output-2-6"/>
          <p:cNvSpPr/>
          <p:nvPr/>
        </p:nvSpPr>
        <p:spPr>
          <a:xfrm>
            <a:off x="5833872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11-test-output-2-7"/>
          <p:cNvSpPr/>
          <p:nvPr/>
        </p:nvSpPr>
        <p:spPr>
          <a:xfrm>
            <a:off x="6021324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11-test-output-2-8"/>
          <p:cNvSpPr/>
          <p:nvPr/>
        </p:nvSpPr>
        <p:spPr>
          <a:xfrm>
            <a:off x="6208776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11-test-output-2-9"/>
          <p:cNvSpPr/>
          <p:nvPr/>
        </p:nvSpPr>
        <p:spPr>
          <a:xfrm>
            <a:off x="6396228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11-test-output-2-10"/>
          <p:cNvSpPr/>
          <p:nvPr/>
        </p:nvSpPr>
        <p:spPr>
          <a:xfrm>
            <a:off x="6583680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11-test-output-2-11"/>
          <p:cNvSpPr/>
          <p:nvPr/>
        </p:nvSpPr>
        <p:spPr>
          <a:xfrm>
            <a:off x="6771132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11-test-output-2-12"/>
          <p:cNvSpPr/>
          <p:nvPr/>
        </p:nvSpPr>
        <p:spPr>
          <a:xfrm>
            <a:off x="6958584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11-test-output-2-13"/>
          <p:cNvSpPr/>
          <p:nvPr/>
        </p:nvSpPr>
        <p:spPr>
          <a:xfrm>
            <a:off x="7146036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11-test-output-2-14"/>
          <p:cNvSpPr/>
          <p:nvPr/>
        </p:nvSpPr>
        <p:spPr>
          <a:xfrm>
            <a:off x="7333488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11-test-output-2-15"/>
          <p:cNvSpPr/>
          <p:nvPr/>
        </p:nvSpPr>
        <p:spPr>
          <a:xfrm>
            <a:off x="7520940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11-test-output-2-16"/>
          <p:cNvSpPr/>
          <p:nvPr/>
        </p:nvSpPr>
        <p:spPr>
          <a:xfrm>
            <a:off x="7708392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11-test-output-2-17"/>
          <p:cNvSpPr/>
          <p:nvPr/>
        </p:nvSpPr>
        <p:spPr>
          <a:xfrm>
            <a:off x="7895844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11-test-output-2-18"/>
          <p:cNvSpPr/>
          <p:nvPr/>
        </p:nvSpPr>
        <p:spPr>
          <a:xfrm>
            <a:off x="8083296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11-test-output-2-19"/>
          <p:cNvSpPr/>
          <p:nvPr/>
        </p:nvSpPr>
        <p:spPr>
          <a:xfrm>
            <a:off x="8270748" y="2363724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11-test-output-3-0"/>
          <p:cNvSpPr/>
          <p:nvPr/>
        </p:nvSpPr>
        <p:spPr>
          <a:xfrm>
            <a:off x="47091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11-test-output-3-1"/>
          <p:cNvSpPr/>
          <p:nvPr/>
        </p:nvSpPr>
        <p:spPr>
          <a:xfrm>
            <a:off x="489661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11-test-output-3-2"/>
          <p:cNvSpPr/>
          <p:nvPr/>
        </p:nvSpPr>
        <p:spPr>
          <a:xfrm>
            <a:off x="50840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11-test-output-3-3"/>
          <p:cNvSpPr/>
          <p:nvPr/>
        </p:nvSpPr>
        <p:spPr>
          <a:xfrm>
            <a:off x="527151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11-test-output-3-4"/>
          <p:cNvSpPr/>
          <p:nvPr/>
        </p:nvSpPr>
        <p:spPr>
          <a:xfrm>
            <a:off x="54589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11-test-output-3-5"/>
          <p:cNvSpPr/>
          <p:nvPr/>
        </p:nvSpPr>
        <p:spPr>
          <a:xfrm>
            <a:off x="5646420" y="2551176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11-test-output-3-6"/>
          <p:cNvSpPr/>
          <p:nvPr/>
        </p:nvSpPr>
        <p:spPr>
          <a:xfrm>
            <a:off x="58338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11-test-output-3-7"/>
          <p:cNvSpPr/>
          <p:nvPr/>
        </p:nvSpPr>
        <p:spPr>
          <a:xfrm>
            <a:off x="602132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11-test-output-3-8"/>
          <p:cNvSpPr/>
          <p:nvPr/>
        </p:nvSpPr>
        <p:spPr>
          <a:xfrm>
            <a:off x="620877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11-test-output-3-9"/>
          <p:cNvSpPr/>
          <p:nvPr/>
        </p:nvSpPr>
        <p:spPr>
          <a:xfrm>
            <a:off x="639622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11-test-output-3-10"/>
          <p:cNvSpPr/>
          <p:nvPr/>
        </p:nvSpPr>
        <p:spPr>
          <a:xfrm>
            <a:off x="658368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11-test-output-3-11"/>
          <p:cNvSpPr/>
          <p:nvPr/>
        </p:nvSpPr>
        <p:spPr>
          <a:xfrm>
            <a:off x="677113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11-test-output-3-12"/>
          <p:cNvSpPr/>
          <p:nvPr/>
        </p:nvSpPr>
        <p:spPr>
          <a:xfrm>
            <a:off x="69585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11-test-output-3-13"/>
          <p:cNvSpPr/>
          <p:nvPr/>
        </p:nvSpPr>
        <p:spPr>
          <a:xfrm>
            <a:off x="714603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11-test-output-3-14"/>
          <p:cNvSpPr/>
          <p:nvPr/>
        </p:nvSpPr>
        <p:spPr>
          <a:xfrm>
            <a:off x="733348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11-test-output-3-15"/>
          <p:cNvSpPr/>
          <p:nvPr/>
        </p:nvSpPr>
        <p:spPr>
          <a:xfrm>
            <a:off x="752094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11-test-output-3-16"/>
          <p:cNvSpPr/>
          <p:nvPr/>
        </p:nvSpPr>
        <p:spPr>
          <a:xfrm>
            <a:off x="770839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11-test-output-3-17"/>
          <p:cNvSpPr/>
          <p:nvPr/>
        </p:nvSpPr>
        <p:spPr>
          <a:xfrm>
            <a:off x="789584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11-test-output-3-18"/>
          <p:cNvSpPr/>
          <p:nvPr/>
        </p:nvSpPr>
        <p:spPr>
          <a:xfrm>
            <a:off x="80832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11-test-output-3-19"/>
          <p:cNvSpPr/>
          <p:nvPr/>
        </p:nvSpPr>
        <p:spPr>
          <a:xfrm>
            <a:off x="827074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11-test-output-4-0"/>
          <p:cNvSpPr/>
          <p:nvPr/>
        </p:nvSpPr>
        <p:spPr>
          <a:xfrm>
            <a:off x="470916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11-test-output-4-1"/>
          <p:cNvSpPr/>
          <p:nvPr/>
        </p:nvSpPr>
        <p:spPr>
          <a:xfrm>
            <a:off x="489661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11-test-output-4-2"/>
          <p:cNvSpPr/>
          <p:nvPr/>
        </p:nvSpPr>
        <p:spPr>
          <a:xfrm>
            <a:off x="508406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11-test-output-4-3"/>
          <p:cNvSpPr/>
          <p:nvPr/>
        </p:nvSpPr>
        <p:spPr>
          <a:xfrm>
            <a:off x="527151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11-test-output-4-4"/>
          <p:cNvSpPr/>
          <p:nvPr/>
        </p:nvSpPr>
        <p:spPr>
          <a:xfrm>
            <a:off x="545896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11-test-output-4-5"/>
          <p:cNvSpPr/>
          <p:nvPr/>
        </p:nvSpPr>
        <p:spPr>
          <a:xfrm>
            <a:off x="5646420" y="2738627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11-test-output-4-6"/>
          <p:cNvSpPr/>
          <p:nvPr/>
        </p:nvSpPr>
        <p:spPr>
          <a:xfrm>
            <a:off x="583387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11-test-output-4-7"/>
          <p:cNvSpPr/>
          <p:nvPr/>
        </p:nvSpPr>
        <p:spPr>
          <a:xfrm>
            <a:off x="602132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11-test-output-4-8"/>
          <p:cNvSpPr/>
          <p:nvPr/>
        </p:nvSpPr>
        <p:spPr>
          <a:xfrm>
            <a:off x="620877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11-test-output-4-9"/>
          <p:cNvSpPr/>
          <p:nvPr/>
        </p:nvSpPr>
        <p:spPr>
          <a:xfrm>
            <a:off x="639622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11-test-output-4-10"/>
          <p:cNvSpPr/>
          <p:nvPr/>
        </p:nvSpPr>
        <p:spPr>
          <a:xfrm>
            <a:off x="658368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11-test-output-4-11"/>
          <p:cNvSpPr/>
          <p:nvPr/>
        </p:nvSpPr>
        <p:spPr>
          <a:xfrm>
            <a:off x="677113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11-test-output-4-12"/>
          <p:cNvSpPr/>
          <p:nvPr/>
        </p:nvSpPr>
        <p:spPr>
          <a:xfrm>
            <a:off x="695858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11-test-output-4-13"/>
          <p:cNvSpPr/>
          <p:nvPr/>
        </p:nvSpPr>
        <p:spPr>
          <a:xfrm>
            <a:off x="714603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11-test-output-4-14"/>
          <p:cNvSpPr/>
          <p:nvPr/>
        </p:nvSpPr>
        <p:spPr>
          <a:xfrm>
            <a:off x="733348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11-test-output-4-15"/>
          <p:cNvSpPr/>
          <p:nvPr/>
        </p:nvSpPr>
        <p:spPr>
          <a:xfrm>
            <a:off x="752094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11-test-output-4-16"/>
          <p:cNvSpPr/>
          <p:nvPr/>
        </p:nvSpPr>
        <p:spPr>
          <a:xfrm>
            <a:off x="770839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11-test-output-4-17"/>
          <p:cNvSpPr/>
          <p:nvPr/>
        </p:nvSpPr>
        <p:spPr>
          <a:xfrm>
            <a:off x="789584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11-test-output-4-18"/>
          <p:cNvSpPr/>
          <p:nvPr/>
        </p:nvSpPr>
        <p:spPr>
          <a:xfrm>
            <a:off x="808329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11-test-output-4-19"/>
          <p:cNvSpPr/>
          <p:nvPr/>
        </p:nvSpPr>
        <p:spPr>
          <a:xfrm>
            <a:off x="827074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11-test-output-5-0"/>
          <p:cNvSpPr/>
          <p:nvPr/>
        </p:nvSpPr>
        <p:spPr>
          <a:xfrm>
            <a:off x="47091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11-test-output-5-1"/>
          <p:cNvSpPr/>
          <p:nvPr/>
        </p:nvSpPr>
        <p:spPr>
          <a:xfrm>
            <a:off x="489661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11-test-output-5-2"/>
          <p:cNvSpPr/>
          <p:nvPr/>
        </p:nvSpPr>
        <p:spPr>
          <a:xfrm>
            <a:off x="5084064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11-test-output-5-3"/>
          <p:cNvSpPr/>
          <p:nvPr/>
        </p:nvSpPr>
        <p:spPr>
          <a:xfrm>
            <a:off x="5271516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11-test-output-5-4"/>
          <p:cNvSpPr/>
          <p:nvPr/>
        </p:nvSpPr>
        <p:spPr>
          <a:xfrm>
            <a:off x="5458968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11-test-output-5-5"/>
          <p:cNvSpPr/>
          <p:nvPr/>
        </p:nvSpPr>
        <p:spPr>
          <a:xfrm>
            <a:off x="5646420" y="292607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11-test-output-5-6"/>
          <p:cNvSpPr/>
          <p:nvPr/>
        </p:nvSpPr>
        <p:spPr>
          <a:xfrm>
            <a:off x="5833872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11-test-output-5-7"/>
          <p:cNvSpPr/>
          <p:nvPr/>
        </p:nvSpPr>
        <p:spPr>
          <a:xfrm>
            <a:off x="6021324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11-test-output-5-8"/>
          <p:cNvSpPr/>
          <p:nvPr/>
        </p:nvSpPr>
        <p:spPr>
          <a:xfrm>
            <a:off x="6208776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11-test-output-5-9"/>
          <p:cNvSpPr/>
          <p:nvPr/>
        </p:nvSpPr>
        <p:spPr>
          <a:xfrm>
            <a:off x="6396228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11-test-output-5-10"/>
          <p:cNvSpPr/>
          <p:nvPr/>
        </p:nvSpPr>
        <p:spPr>
          <a:xfrm>
            <a:off x="6583680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11-test-output-5-11"/>
          <p:cNvSpPr/>
          <p:nvPr/>
        </p:nvSpPr>
        <p:spPr>
          <a:xfrm>
            <a:off x="6771132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11-test-output-5-12"/>
          <p:cNvSpPr/>
          <p:nvPr/>
        </p:nvSpPr>
        <p:spPr>
          <a:xfrm>
            <a:off x="6958584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11-test-output-5-13"/>
          <p:cNvSpPr/>
          <p:nvPr/>
        </p:nvSpPr>
        <p:spPr>
          <a:xfrm>
            <a:off x="7146036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11-test-output-5-14"/>
          <p:cNvSpPr/>
          <p:nvPr/>
        </p:nvSpPr>
        <p:spPr>
          <a:xfrm>
            <a:off x="7333488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11-test-output-5-15"/>
          <p:cNvSpPr/>
          <p:nvPr/>
        </p:nvSpPr>
        <p:spPr>
          <a:xfrm>
            <a:off x="7520940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11-test-output-5-16"/>
          <p:cNvSpPr/>
          <p:nvPr/>
        </p:nvSpPr>
        <p:spPr>
          <a:xfrm>
            <a:off x="7708392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11-test-output-5-17"/>
          <p:cNvSpPr/>
          <p:nvPr/>
        </p:nvSpPr>
        <p:spPr>
          <a:xfrm>
            <a:off x="7895844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11-test-output-5-18"/>
          <p:cNvSpPr/>
          <p:nvPr/>
        </p:nvSpPr>
        <p:spPr>
          <a:xfrm>
            <a:off x="8083296" y="2926079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11-test-output-5-19"/>
          <p:cNvSpPr/>
          <p:nvPr/>
        </p:nvSpPr>
        <p:spPr>
          <a:xfrm>
            <a:off x="8270748" y="2926079"/>
            <a:ext cx="187452" cy="187452"/>
          </a:xfrm>
          <a:prstGeom prst="rect">
            <a:avLst/>
          </a:prstGeom>
          <a:solidFill>
            <a:srgbClr val="FF851B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11-test-output-6-0"/>
          <p:cNvSpPr/>
          <p:nvPr/>
        </p:nvSpPr>
        <p:spPr>
          <a:xfrm>
            <a:off x="47091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11-test-output-6-1"/>
          <p:cNvSpPr/>
          <p:nvPr/>
        </p:nvSpPr>
        <p:spPr>
          <a:xfrm>
            <a:off x="489661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11-test-output-6-2"/>
          <p:cNvSpPr/>
          <p:nvPr/>
        </p:nvSpPr>
        <p:spPr>
          <a:xfrm>
            <a:off x="508406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11-test-output-6-3"/>
          <p:cNvSpPr/>
          <p:nvPr/>
        </p:nvSpPr>
        <p:spPr>
          <a:xfrm>
            <a:off x="527151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11-test-output-6-4"/>
          <p:cNvSpPr/>
          <p:nvPr/>
        </p:nvSpPr>
        <p:spPr>
          <a:xfrm>
            <a:off x="545896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11-test-output-6-5"/>
          <p:cNvSpPr/>
          <p:nvPr/>
        </p:nvSpPr>
        <p:spPr>
          <a:xfrm>
            <a:off x="5646420" y="3113532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11-test-output-6-6"/>
          <p:cNvSpPr/>
          <p:nvPr/>
        </p:nvSpPr>
        <p:spPr>
          <a:xfrm>
            <a:off x="583387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11-test-output-6-7"/>
          <p:cNvSpPr/>
          <p:nvPr/>
        </p:nvSpPr>
        <p:spPr>
          <a:xfrm>
            <a:off x="602132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11-test-output-6-8"/>
          <p:cNvSpPr/>
          <p:nvPr/>
        </p:nvSpPr>
        <p:spPr>
          <a:xfrm>
            <a:off x="620877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11-test-output-6-9"/>
          <p:cNvSpPr/>
          <p:nvPr/>
        </p:nvSpPr>
        <p:spPr>
          <a:xfrm>
            <a:off x="63962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11-test-output-6-10"/>
          <p:cNvSpPr/>
          <p:nvPr/>
        </p:nvSpPr>
        <p:spPr>
          <a:xfrm>
            <a:off x="658368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11-test-output-6-11"/>
          <p:cNvSpPr/>
          <p:nvPr/>
        </p:nvSpPr>
        <p:spPr>
          <a:xfrm>
            <a:off x="677113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11-test-output-6-12"/>
          <p:cNvSpPr/>
          <p:nvPr/>
        </p:nvSpPr>
        <p:spPr>
          <a:xfrm>
            <a:off x="695858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11-test-output-6-13"/>
          <p:cNvSpPr/>
          <p:nvPr/>
        </p:nvSpPr>
        <p:spPr>
          <a:xfrm>
            <a:off x="714603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11-test-output-6-14"/>
          <p:cNvSpPr/>
          <p:nvPr/>
        </p:nvSpPr>
        <p:spPr>
          <a:xfrm>
            <a:off x="733348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11-test-output-6-15"/>
          <p:cNvSpPr/>
          <p:nvPr/>
        </p:nvSpPr>
        <p:spPr>
          <a:xfrm>
            <a:off x="752094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11-test-output-6-16"/>
          <p:cNvSpPr/>
          <p:nvPr/>
        </p:nvSpPr>
        <p:spPr>
          <a:xfrm>
            <a:off x="770839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11-test-output-6-17"/>
          <p:cNvSpPr/>
          <p:nvPr/>
        </p:nvSpPr>
        <p:spPr>
          <a:xfrm>
            <a:off x="789584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11-test-output-6-18"/>
          <p:cNvSpPr/>
          <p:nvPr/>
        </p:nvSpPr>
        <p:spPr>
          <a:xfrm>
            <a:off x="808329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11-test-output-6-19"/>
          <p:cNvSpPr/>
          <p:nvPr/>
        </p:nvSpPr>
        <p:spPr>
          <a:xfrm>
            <a:off x="827074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11-test-output-7-0"/>
          <p:cNvSpPr/>
          <p:nvPr/>
        </p:nvSpPr>
        <p:spPr>
          <a:xfrm>
            <a:off x="4709160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11-test-output-7-1"/>
          <p:cNvSpPr/>
          <p:nvPr/>
        </p:nvSpPr>
        <p:spPr>
          <a:xfrm>
            <a:off x="4896612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11-test-output-7-2"/>
          <p:cNvSpPr/>
          <p:nvPr/>
        </p:nvSpPr>
        <p:spPr>
          <a:xfrm>
            <a:off x="5084064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11-test-output-7-3"/>
          <p:cNvSpPr/>
          <p:nvPr/>
        </p:nvSpPr>
        <p:spPr>
          <a:xfrm>
            <a:off x="5271516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11-test-output-7-4"/>
          <p:cNvSpPr/>
          <p:nvPr/>
        </p:nvSpPr>
        <p:spPr>
          <a:xfrm>
            <a:off x="5458968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11-test-output-7-5"/>
          <p:cNvSpPr/>
          <p:nvPr/>
        </p:nvSpPr>
        <p:spPr>
          <a:xfrm>
            <a:off x="5646420" y="3300983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11-test-output-7-6"/>
          <p:cNvSpPr/>
          <p:nvPr/>
        </p:nvSpPr>
        <p:spPr>
          <a:xfrm>
            <a:off x="5833872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11-test-output-7-7"/>
          <p:cNvSpPr/>
          <p:nvPr/>
        </p:nvSpPr>
        <p:spPr>
          <a:xfrm>
            <a:off x="602132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11-test-output-7-8"/>
          <p:cNvSpPr/>
          <p:nvPr/>
        </p:nvSpPr>
        <p:spPr>
          <a:xfrm>
            <a:off x="6208776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11-test-output-7-9"/>
          <p:cNvSpPr/>
          <p:nvPr/>
        </p:nvSpPr>
        <p:spPr>
          <a:xfrm>
            <a:off x="6396228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11-test-output-7-10"/>
          <p:cNvSpPr/>
          <p:nvPr/>
        </p:nvSpPr>
        <p:spPr>
          <a:xfrm>
            <a:off x="6583680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11-test-output-7-11"/>
          <p:cNvSpPr/>
          <p:nvPr/>
        </p:nvSpPr>
        <p:spPr>
          <a:xfrm>
            <a:off x="6771132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11-test-output-7-12"/>
          <p:cNvSpPr/>
          <p:nvPr/>
        </p:nvSpPr>
        <p:spPr>
          <a:xfrm>
            <a:off x="6958584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11-test-output-7-13"/>
          <p:cNvSpPr/>
          <p:nvPr/>
        </p:nvSpPr>
        <p:spPr>
          <a:xfrm>
            <a:off x="7146036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11-test-output-7-14"/>
          <p:cNvSpPr/>
          <p:nvPr/>
        </p:nvSpPr>
        <p:spPr>
          <a:xfrm>
            <a:off x="7333488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11-test-output-7-15"/>
          <p:cNvSpPr/>
          <p:nvPr/>
        </p:nvSpPr>
        <p:spPr>
          <a:xfrm>
            <a:off x="7520940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11-test-output-7-16"/>
          <p:cNvSpPr/>
          <p:nvPr/>
        </p:nvSpPr>
        <p:spPr>
          <a:xfrm>
            <a:off x="7708392" y="3300983"/>
            <a:ext cx="187452" cy="187452"/>
          </a:xfrm>
          <a:prstGeom prst="rect">
            <a:avLst/>
          </a:prstGeom>
          <a:solidFill>
            <a:srgbClr val="F012BE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11-test-output-7-17"/>
          <p:cNvSpPr/>
          <p:nvPr/>
        </p:nvSpPr>
        <p:spPr>
          <a:xfrm>
            <a:off x="789584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11-test-output-7-18"/>
          <p:cNvSpPr/>
          <p:nvPr/>
        </p:nvSpPr>
        <p:spPr>
          <a:xfrm>
            <a:off x="8083296" y="3300983"/>
            <a:ext cx="187452" cy="187452"/>
          </a:xfrm>
          <a:prstGeom prst="rect">
            <a:avLst/>
          </a:prstGeom>
          <a:solidFill>
            <a:srgbClr val="7FDBFF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11-test-output-7-19"/>
          <p:cNvSpPr/>
          <p:nvPr/>
        </p:nvSpPr>
        <p:spPr>
          <a:xfrm>
            <a:off x="827074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11-test-output-8-0"/>
          <p:cNvSpPr/>
          <p:nvPr/>
        </p:nvSpPr>
        <p:spPr>
          <a:xfrm>
            <a:off x="47091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11-test-output-8-1"/>
          <p:cNvSpPr/>
          <p:nvPr/>
        </p:nvSpPr>
        <p:spPr>
          <a:xfrm>
            <a:off x="489661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11-test-output-8-2"/>
          <p:cNvSpPr/>
          <p:nvPr/>
        </p:nvSpPr>
        <p:spPr>
          <a:xfrm>
            <a:off x="50840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11-test-output-8-3"/>
          <p:cNvSpPr/>
          <p:nvPr/>
        </p:nvSpPr>
        <p:spPr>
          <a:xfrm>
            <a:off x="527151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11-test-output-8-4"/>
          <p:cNvSpPr/>
          <p:nvPr/>
        </p:nvSpPr>
        <p:spPr>
          <a:xfrm>
            <a:off x="54589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11-test-output-8-5"/>
          <p:cNvSpPr/>
          <p:nvPr/>
        </p:nvSpPr>
        <p:spPr>
          <a:xfrm>
            <a:off x="5646420" y="3488435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11-test-output-8-6"/>
          <p:cNvSpPr/>
          <p:nvPr/>
        </p:nvSpPr>
        <p:spPr>
          <a:xfrm>
            <a:off x="583387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11-test-output-8-7"/>
          <p:cNvSpPr/>
          <p:nvPr/>
        </p:nvSpPr>
        <p:spPr>
          <a:xfrm>
            <a:off x="60213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11-test-output-8-8"/>
          <p:cNvSpPr/>
          <p:nvPr/>
        </p:nvSpPr>
        <p:spPr>
          <a:xfrm>
            <a:off x="620877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11-test-output-8-9"/>
          <p:cNvSpPr/>
          <p:nvPr/>
        </p:nvSpPr>
        <p:spPr>
          <a:xfrm>
            <a:off x="639622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11-test-output-8-10"/>
          <p:cNvSpPr/>
          <p:nvPr/>
        </p:nvSpPr>
        <p:spPr>
          <a:xfrm>
            <a:off x="658368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11-test-output-8-11"/>
          <p:cNvSpPr/>
          <p:nvPr/>
        </p:nvSpPr>
        <p:spPr>
          <a:xfrm>
            <a:off x="677113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11-test-output-8-12"/>
          <p:cNvSpPr/>
          <p:nvPr/>
        </p:nvSpPr>
        <p:spPr>
          <a:xfrm>
            <a:off x="695858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11-test-output-8-13"/>
          <p:cNvSpPr/>
          <p:nvPr/>
        </p:nvSpPr>
        <p:spPr>
          <a:xfrm>
            <a:off x="714603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11-test-output-8-14"/>
          <p:cNvSpPr/>
          <p:nvPr/>
        </p:nvSpPr>
        <p:spPr>
          <a:xfrm>
            <a:off x="733348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11-test-output-8-15"/>
          <p:cNvSpPr/>
          <p:nvPr/>
        </p:nvSpPr>
        <p:spPr>
          <a:xfrm>
            <a:off x="752094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11-test-output-8-16"/>
          <p:cNvSpPr/>
          <p:nvPr/>
        </p:nvSpPr>
        <p:spPr>
          <a:xfrm>
            <a:off x="770839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11-test-output-8-17"/>
          <p:cNvSpPr/>
          <p:nvPr/>
        </p:nvSpPr>
        <p:spPr>
          <a:xfrm>
            <a:off x="789584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11-test-output-8-18"/>
          <p:cNvSpPr/>
          <p:nvPr/>
        </p:nvSpPr>
        <p:spPr>
          <a:xfrm>
            <a:off x="8083296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11-test-output-8-19"/>
          <p:cNvSpPr/>
          <p:nvPr/>
        </p:nvSpPr>
        <p:spPr>
          <a:xfrm>
            <a:off x="827074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11-test-output-9-0"/>
          <p:cNvSpPr/>
          <p:nvPr/>
        </p:nvSpPr>
        <p:spPr>
          <a:xfrm>
            <a:off x="470916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11-test-output-9-1"/>
          <p:cNvSpPr/>
          <p:nvPr/>
        </p:nvSpPr>
        <p:spPr>
          <a:xfrm>
            <a:off x="489661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11-test-output-9-2"/>
          <p:cNvSpPr/>
          <p:nvPr/>
        </p:nvSpPr>
        <p:spPr>
          <a:xfrm>
            <a:off x="508406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11-test-output-9-3"/>
          <p:cNvSpPr/>
          <p:nvPr/>
        </p:nvSpPr>
        <p:spPr>
          <a:xfrm>
            <a:off x="527151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11-test-output-9-4"/>
          <p:cNvSpPr/>
          <p:nvPr/>
        </p:nvSpPr>
        <p:spPr>
          <a:xfrm>
            <a:off x="545896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11-test-output-9-5"/>
          <p:cNvSpPr/>
          <p:nvPr/>
        </p:nvSpPr>
        <p:spPr>
          <a:xfrm>
            <a:off x="564642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11-test-output-9-6"/>
          <p:cNvSpPr/>
          <p:nvPr/>
        </p:nvSpPr>
        <p:spPr>
          <a:xfrm>
            <a:off x="583387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11-test-output-9-7"/>
          <p:cNvSpPr/>
          <p:nvPr/>
        </p:nvSpPr>
        <p:spPr>
          <a:xfrm>
            <a:off x="602132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11-test-output-9-8"/>
          <p:cNvSpPr/>
          <p:nvPr/>
        </p:nvSpPr>
        <p:spPr>
          <a:xfrm>
            <a:off x="620877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11-test-output-9-9"/>
          <p:cNvSpPr/>
          <p:nvPr/>
        </p:nvSpPr>
        <p:spPr>
          <a:xfrm>
            <a:off x="639622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11-test-output-9-10"/>
          <p:cNvSpPr/>
          <p:nvPr/>
        </p:nvSpPr>
        <p:spPr>
          <a:xfrm>
            <a:off x="658368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11-test-output-9-11"/>
          <p:cNvSpPr/>
          <p:nvPr/>
        </p:nvSpPr>
        <p:spPr>
          <a:xfrm>
            <a:off x="677113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11-test-output-9-12"/>
          <p:cNvSpPr/>
          <p:nvPr/>
        </p:nvSpPr>
        <p:spPr>
          <a:xfrm>
            <a:off x="695858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11-test-output-9-13"/>
          <p:cNvSpPr/>
          <p:nvPr/>
        </p:nvSpPr>
        <p:spPr>
          <a:xfrm>
            <a:off x="714603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11-test-output-9-14"/>
          <p:cNvSpPr/>
          <p:nvPr/>
        </p:nvSpPr>
        <p:spPr>
          <a:xfrm>
            <a:off x="733348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11-test-output-9-15"/>
          <p:cNvSpPr/>
          <p:nvPr/>
        </p:nvSpPr>
        <p:spPr>
          <a:xfrm>
            <a:off x="752094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11-test-output-9-16"/>
          <p:cNvSpPr/>
          <p:nvPr/>
        </p:nvSpPr>
        <p:spPr>
          <a:xfrm>
            <a:off x="770839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11-test-output-9-17"/>
          <p:cNvSpPr/>
          <p:nvPr/>
        </p:nvSpPr>
        <p:spPr>
          <a:xfrm>
            <a:off x="789584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11-test-output-9-18"/>
          <p:cNvSpPr/>
          <p:nvPr/>
        </p:nvSpPr>
        <p:spPr>
          <a:xfrm>
            <a:off x="8083296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11-test-output-9-19"/>
          <p:cNvSpPr/>
          <p:nvPr/>
        </p:nvSpPr>
        <p:spPr>
          <a:xfrm>
            <a:off x="827074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境界の片側にある色列を、同じ周期を使って反対側へ延長する。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1ae2feb7.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https://github.com/arcprize/ARC-AGI-2/blob/f3283f7/data/evaluation/1ae2feb7.json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追加例10：高さの条件に合う棒を塗る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提示例1の入力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対応する出力</a:t>
            </a:r>
          </a:p>
        </p:txBody>
      </p:sp>
      <p:sp>
        <p:nvSpPr>
          <p:cNvPr id="6" name="grid-12-train-input-0-0"/>
          <p:cNvSpPr/>
          <p:nvPr/>
        </p:nvSpPr>
        <p:spPr>
          <a:xfrm>
            <a:off x="685799" y="1737360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2-train-input-0-1"/>
          <p:cNvSpPr/>
          <p:nvPr/>
        </p:nvSpPr>
        <p:spPr>
          <a:xfrm>
            <a:off x="923543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2-train-input-0-2"/>
          <p:cNvSpPr/>
          <p:nvPr/>
        </p:nvSpPr>
        <p:spPr>
          <a:xfrm>
            <a:off x="1161287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2-train-input-0-3"/>
          <p:cNvSpPr/>
          <p:nvPr/>
        </p:nvSpPr>
        <p:spPr>
          <a:xfrm>
            <a:off x="1399031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2-train-input-0-4"/>
          <p:cNvSpPr/>
          <p:nvPr/>
        </p:nvSpPr>
        <p:spPr>
          <a:xfrm>
            <a:off x="1636775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2-train-input-0-5"/>
          <p:cNvSpPr/>
          <p:nvPr/>
        </p:nvSpPr>
        <p:spPr>
          <a:xfrm>
            <a:off x="1874519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2-train-input-0-6"/>
          <p:cNvSpPr/>
          <p:nvPr/>
        </p:nvSpPr>
        <p:spPr>
          <a:xfrm>
            <a:off x="2112263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2-train-input-0-7"/>
          <p:cNvSpPr/>
          <p:nvPr/>
        </p:nvSpPr>
        <p:spPr>
          <a:xfrm>
            <a:off x="235000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2-train-input-0-8"/>
          <p:cNvSpPr/>
          <p:nvPr/>
        </p:nvSpPr>
        <p:spPr>
          <a:xfrm>
            <a:off x="2587751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2-train-input-0-9"/>
          <p:cNvSpPr/>
          <p:nvPr/>
        </p:nvSpPr>
        <p:spPr>
          <a:xfrm>
            <a:off x="2825495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2-train-input-0-10"/>
          <p:cNvSpPr/>
          <p:nvPr/>
        </p:nvSpPr>
        <p:spPr>
          <a:xfrm>
            <a:off x="3063239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2-train-input-0-11"/>
          <p:cNvSpPr/>
          <p:nvPr/>
        </p:nvSpPr>
        <p:spPr>
          <a:xfrm>
            <a:off x="330098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2-train-input-0-12"/>
          <p:cNvSpPr/>
          <p:nvPr/>
        </p:nvSpPr>
        <p:spPr>
          <a:xfrm>
            <a:off x="3538727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2-train-input-0-13"/>
          <p:cNvSpPr/>
          <p:nvPr/>
        </p:nvSpPr>
        <p:spPr>
          <a:xfrm>
            <a:off x="3776472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2-train-input-0-14"/>
          <p:cNvSpPr/>
          <p:nvPr/>
        </p:nvSpPr>
        <p:spPr>
          <a:xfrm>
            <a:off x="4014215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2-train-input-1-0"/>
          <p:cNvSpPr/>
          <p:nvPr/>
        </p:nvSpPr>
        <p:spPr>
          <a:xfrm>
            <a:off x="685799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2-train-input-1-1"/>
          <p:cNvSpPr/>
          <p:nvPr/>
        </p:nvSpPr>
        <p:spPr>
          <a:xfrm>
            <a:off x="923543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2-train-input-1-2"/>
          <p:cNvSpPr/>
          <p:nvPr/>
        </p:nvSpPr>
        <p:spPr>
          <a:xfrm>
            <a:off x="1161287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2-train-input-1-3"/>
          <p:cNvSpPr/>
          <p:nvPr/>
        </p:nvSpPr>
        <p:spPr>
          <a:xfrm>
            <a:off x="1399031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2-train-input-1-4"/>
          <p:cNvSpPr/>
          <p:nvPr/>
        </p:nvSpPr>
        <p:spPr>
          <a:xfrm>
            <a:off x="1636775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2-train-input-1-5"/>
          <p:cNvSpPr/>
          <p:nvPr/>
        </p:nvSpPr>
        <p:spPr>
          <a:xfrm>
            <a:off x="1874519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2-train-input-1-6"/>
          <p:cNvSpPr/>
          <p:nvPr/>
        </p:nvSpPr>
        <p:spPr>
          <a:xfrm>
            <a:off x="2112263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2-train-input-1-7"/>
          <p:cNvSpPr/>
          <p:nvPr/>
        </p:nvSpPr>
        <p:spPr>
          <a:xfrm>
            <a:off x="2350008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2-train-input-1-8"/>
          <p:cNvSpPr/>
          <p:nvPr/>
        </p:nvSpPr>
        <p:spPr>
          <a:xfrm>
            <a:off x="2587751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2-train-input-1-9"/>
          <p:cNvSpPr/>
          <p:nvPr/>
        </p:nvSpPr>
        <p:spPr>
          <a:xfrm>
            <a:off x="2825495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2-train-input-1-10"/>
          <p:cNvSpPr/>
          <p:nvPr/>
        </p:nvSpPr>
        <p:spPr>
          <a:xfrm>
            <a:off x="3063239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2-train-input-1-11"/>
          <p:cNvSpPr/>
          <p:nvPr/>
        </p:nvSpPr>
        <p:spPr>
          <a:xfrm>
            <a:off x="3300984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2-train-input-1-12"/>
          <p:cNvSpPr/>
          <p:nvPr/>
        </p:nvSpPr>
        <p:spPr>
          <a:xfrm>
            <a:off x="3538727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2-train-input-1-13"/>
          <p:cNvSpPr/>
          <p:nvPr/>
        </p:nvSpPr>
        <p:spPr>
          <a:xfrm>
            <a:off x="3776472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2-train-input-1-14"/>
          <p:cNvSpPr/>
          <p:nvPr/>
        </p:nvSpPr>
        <p:spPr>
          <a:xfrm>
            <a:off x="4014215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2-train-input-2-0"/>
          <p:cNvSpPr/>
          <p:nvPr/>
        </p:nvSpPr>
        <p:spPr>
          <a:xfrm>
            <a:off x="685799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2-train-input-2-1"/>
          <p:cNvSpPr/>
          <p:nvPr/>
        </p:nvSpPr>
        <p:spPr>
          <a:xfrm>
            <a:off x="923543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2-train-input-2-2"/>
          <p:cNvSpPr/>
          <p:nvPr/>
        </p:nvSpPr>
        <p:spPr>
          <a:xfrm>
            <a:off x="1161287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2-train-input-2-3"/>
          <p:cNvSpPr/>
          <p:nvPr/>
        </p:nvSpPr>
        <p:spPr>
          <a:xfrm>
            <a:off x="1399031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2-train-input-2-4"/>
          <p:cNvSpPr/>
          <p:nvPr/>
        </p:nvSpPr>
        <p:spPr>
          <a:xfrm>
            <a:off x="1636775" y="221284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2-train-input-2-5"/>
          <p:cNvSpPr/>
          <p:nvPr/>
        </p:nvSpPr>
        <p:spPr>
          <a:xfrm>
            <a:off x="1874519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2-train-input-2-6"/>
          <p:cNvSpPr/>
          <p:nvPr/>
        </p:nvSpPr>
        <p:spPr>
          <a:xfrm>
            <a:off x="2112263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2-train-input-2-7"/>
          <p:cNvSpPr/>
          <p:nvPr/>
        </p:nvSpPr>
        <p:spPr>
          <a:xfrm>
            <a:off x="2350008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2-train-input-2-8"/>
          <p:cNvSpPr/>
          <p:nvPr/>
        </p:nvSpPr>
        <p:spPr>
          <a:xfrm>
            <a:off x="2587751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2-train-input-2-9"/>
          <p:cNvSpPr/>
          <p:nvPr/>
        </p:nvSpPr>
        <p:spPr>
          <a:xfrm>
            <a:off x="2825495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2-train-input-2-10"/>
          <p:cNvSpPr/>
          <p:nvPr/>
        </p:nvSpPr>
        <p:spPr>
          <a:xfrm>
            <a:off x="3063239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2-train-input-2-11"/>
          <p:cNvSpPr/>
          <p:nvPr/>
        </p:nvSpPr>
        <p:spPr>
          <a:xfrm>
            <a:off x="330098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2-train-input-2-12"/>
          <p:cNvSpPr/>
          <p:nvPr/>
        </p:nvSpPr>
        <p:spPr>
          <a:xfrm>
            <a:off x="3538727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2-train-input-2-13"/>
          <p:cNvSpPr/>
          <p:nvPr/>
        </p:nvSpPr>
        <p:spPr>
          <a:xfrm>
            <a:off x="3776472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2-train-input-2-14"/>
          <p:cNvSpPr/>
          <p:nvPr/>
        </p:nvSpPr>
        <p:spPr>
          <a:xfrm>
            <a:off x="4014215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2-train-input-3-0"/>
          <p:cNvSpPr/>
          <p:nvPr/>
        </p:nvSpPr>
        <p:spPr>
          <a:xfrm>
            <a:off x="685799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2-train-input-3-1"/>
          <p:cNvSpPr/>
          <p:nvPr/>
        </p:nvSpPr>
        <p:spPr>
          <a:xfrm>
            <a:off x="923543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2-train-input-3-2"/>
          <p:cNvSpPr/>
          <p:nvPr/>
        </p:nvSpPr>
        <p:spPr>
          <a:xfrm>
            <a:off x="1161287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2-train-input-3-3"/>
          <p:cNvSpPr/>
          <p:nvPr/>
        </p:nvSpPr>
        <p:spPr>
          <a:xfrm>
            <a:off x="1399031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2-train-input-3-4"/>
          <p:cNvSpPr/>
          <p:nvPr/>
        </p:nvSpPr>
        <p:spPr>
          <a:xfrm>
            <a:off x="1636775" y="2450591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2-train-input-3-5"/>
          <p:cNvSpPr/>
          <p:nvPr/>
        </p:nvSpPr>
        <p:spPr>
          <a:xfrm>
            <a:off x="1874519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2-train-input-3-6"/>
          <p:cNvSpPr/>
          <p:nvPr/>
        </p:nvSpPr>
        <p:spPr>
          <a:xfrm>
            <a:off x="2112263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2-train-input-3-7"/>
          <p:cNvSpPr/>
          <p:nvPr/>
        </p:nvSpPr>
        <p:spPr>
          <a:xfrm>
            <a:off x="2350008" y="2450591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2-train-input-3-8"/>
          <p:cNvSpPr/>
          <p:nvPr/>
        </p:nvSpPr>
        <p:spPr>
          <a:xfrm>
            <a:off x="2587751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2-train-input-3-9"/>
          <p:cNvSpPr/>
          <p:nvPr/>
        </p:nvSpPr>
        <p:spPr>
          <a:xfrm>
            <a:off x="2825495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2-train-input-3-10"/>
          <p:cNvSpPr/>
          <p:nvPr/>
        </p:nvSpPr>
        <p:spPr>
          <a:xfrm>
            <a:off x="3063239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2-train-input-3-11"/>
          <p:cNvSpPr/>
          <p:nvPr/>
        </p:nvSpPr>
        <p:spPr>
          <a:xfrm>
            <a:off x="330098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2-train-input-3-12"/>
          <p:cNvSpPr/>
          <p:nvPr/>
        </p:nvSpPr>
        <p:spPr>
          <a:xfrm>
            <a:off x="3538727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2-train-input-3-13"/>
          <p:cNvSpPr/>
          <p:nvPr/>
        </p:nvSpPr>
        <p:spPr>
          <a:xfrm>
            <a:off x="377647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2-train-input-3-14"/>
          <p:cNvSpPr/>
          <p:nvPr/>
        </p:nvSpPr>
        <p:spPr>
          <a:xfrm>
            <a:off x="4014215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2-train-input-4-0"/>
          <p:cNvSpPr/>
          <p:nvPr/>
        </p:nvSpPr>
        <p:spPr>
          <a:xfrm>
            <a:off x="685799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2-train-input-4-1"/>
          <p:cNvSpPr/>
          <p:nvPr/>
        </p:nvSpPr>
        <p:spPr>
          <a:xfrm>
            <a:off x="923543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2-train-input-4-2"/>
          <p:cNvSpPr/>
          <p:nvPr/>
        </p:nvSpPr>
        <p:spPr>
          <a:xfrm>
            <a:off x="1161287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2-train-input-4-3"/>
          <p:cNvSpPr/>
          <p:nvPr/>
        </p:nvSpPr>
        <p:spPr>
          <a:xfrm>
            <a:off x="1399031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2-train-input-4-4"/>
          <p:cNvSpPr/>
          <p:nvPr/>
        </p:nvSpPr>
        <p:spPr>
          <a:xfrm>
            <a:off x="1636775" y="268833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2-train-input-4-5"/>
          <p:cNvSpPr/>
          <p:nvPr/>
        </p:nvSpPr>
        <p:spPr>
          <a:xfrm>
            <a:off x="1874519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2-train-input-4-6"/>
          <p:cNvSpPr/>
          <p:nvPr/>
        </p:nvSpPr>
        <p:spPr>
          <a:xfrm>
            <a:off x="2112263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2-train-input-4-7"/>
          <p:cNvSpPr/>
          <p:nvPr/>
        </p:nvSpPr>
        <p:spPr>
          <a:xfrm>
            <a:off x="2350008" y="268833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2-train-input-4-8"/>
          <p:cNvSpPr/>
          <p:nvPr/>
        </p:nvSpPr>
        <p:spPr>
          <a:xfrm>
            <a:off x="2587751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2-train-input-4-9"/>
          <p:cNvSpPr/>
          <p:nvPr/>
        </p:nvSpPr>
        <p:spPr>
          <a:xfrm>
            <a:off x="2825495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2-train-input-4-10"/>
          <p:cNvSpPr/>
          <p:nvPr/>
        </p:nvSpPr>
        <p:spPr>
          <a:xfrm>
            <a:off x="3063239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2-train-input-4-11"/>
          <p:cNvSpPr/>
          <p:nvPr/>
        </p:nvSpPr>
        <p:spPr>
          <a:xfrm>
            <a:off x="330098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2-train-input-4-12"/>
          <p:cNvSpPr/>
          <p:nvPr/>
        </p:nvSpPr>
        <p:spPr>
          <a:xfrm>
            <a:off x="3538727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2-train-input-4-13"/>
          <p:cNvSpPr/>
          <p:nvPr/>
        </p:nvSpPr>
        <p:spPr>
          <a:xfrm>
            <a:off x="3776472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2-train-input-4-14"/>
          <p:cNvSpPr/>
          <p:nvPr/>
        </p:nvSpPr>
        <p:spPr>
          <a:xfrm>
            <a:off x="4014215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2-train-input-5-0"/>
          <p:cNvSpPr/>
          <p:nvPr/>
        </p:nvSpPr>
        <p:spPr>
          <a:xfrm>
            <a:off x="685799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2-train-input-5-1"/>
          <p:cNvSpPr/>
          <p:nvPr/>
        </p:nvSpPr>
        <p:spPr>
          <a:xfrm>
            <a:off x="923543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2-train-input-5-2"/>
          <p:cNvSpPr/>
          <p:nvPr/>
        </p:nvSpPr>
        <p:spPr>
          <a:xfrm>
            <a:off x="1161287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2-train-input-5-3"/>
          <p:cNvSpPr/>
          <p:nvPr/>
        </p:nvSpPr>
        <p:spPr>
          <a:xfrm>
            <a:off x="1399031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2-train-input-5-4"/>
          <p:cNvSpPr/>
          <p:nvPr/>
        </p:nvSpPr>
        <p:spPr>
          <a:xfrm>
            <a:off x="1636775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2-train-input-5-5"/>
          <p:cNvSpPr/>
          <p:nvPr/>
        </p:nvSpPr>
        <p:spPr>
          <a:xfrm>
            <a:off x="1874519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2-train-input-5-6"/>
          <p:cNvSpPr/>
          <p:nvPr/>
        </p:nvSpPr>
        <p:spPr>
          <a:xfrm>
            <a:off x="2112263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2-train-input-5-7"/>
          <p:cNvSpPr/>
          <p:nvPr/>
        </p:nvSpPr>
        <p:spPr>
          <a:xfrm>
            <a:off x="2350008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2-train-input-5-8"/>
          <p:cNvSpPr/>
          <p:nvPr/>
        </p:nvSpPr>
        <p:spPr>
          <a:xfrm>
            <a:off x="2587751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2-train-input-5-9"/>
          <p:cNvSpPr/>
          <p:nvPr/>
        </p:nvSpPr>
        <p:spPr>
          <a:xfrm>
            <a:off x="2825495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2-train-input-5-10"/>
          <p:cNvSpPr/>
          <p:nvPr/>
        </p:nvSpPr>
        <p:spPr>
          <a:xfrm>
            <a:off x="3063239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2-train-input-5-11"/>
          <p:cNvSpPr/>
          <p:nvPr/>
        </p:nvSpPr>
        <p:spPr>
          <a:xfrm>
            <a:off x="3300984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2-train-input-5-12"/>
          <p:cNvSpPr/>
          <p:nvPr/>
        </p:nvSpPr>
        <p:spPr>
          <a:xfrm>
            <a:off x="3538727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2-train-input-5-13"/>
          <p:cNvSpPr/>
          <p:nvPr/>
        </p:nvSpPr>
        <p:spPr>
          <a:xfrm>
            <a:off x="3776472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2-train-input-5-14"/>
          <p:cNvSpPr/>
          <p:nvPr/>
        </p:nvSpPr>
        <p:spPr>
          <a:xfrm>
            <a:off x="4014215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2-train-input-6-0"/>
          <p:cNvSpPr/>
          <p:nvPr/>
        </p:nvSpPr>
        <p:spPr>
          <a:xfrm>
            <a:off x="685799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2-train-input-6-1"/>
          <p:cNvSpPr/>
          <p:nvPr/>
        </p:nvSpPr>
        <p:spPr>
          <a:xfrm>
            <a:off x="923543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2-train-input-6-2"/>
          <p:cNvSpPr/>
          <p:nvPr/>
        </p:nvSpPr>
        <p:spPr>
          <a:xfrm>
            <a:off x="1161287" y="316382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2-train-input-6-3"/>
          <p:cNvSpPr/>
          <p:nvPr/>
        </p:nvSpPr>
        <p:spPr>
          <a:xfrm>
            <a:off x="1399031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2-train-input-6-4"/>
          <p:cNvSpPr/>
          <p:nvPr/>
        </p:nvSpPr>
        <p:spPr>
          <a:xfrm>
            <a:off x="1636775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2-train-input-6-5"/>
          <p:cNvSpPr/>
          <p:nvPr/>
        </p:nvSpPr>
        <p:spPr>
          <a:xfrm>
            <a:off x="1874519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2-train-input-6-6"/>
          <p:cNvSpPr/>
          <p:nvPr/>
        </p:nvSpPr>
        <p:spPr>
          <a:xfrm>
            <a:off x="2112263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2-train-input-6-7"/>
          <p:cNvSpPr/>
          <p:nvPr/>
        </p:nvSpPr>
        <p:spPr>
          <a:xfrm>
            <a:off x="2350008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2-train-input-6-8"/>
          <p:cNvSpPr/>
          <p:nvPr/>
        </p:nvSpPr>
        <p:spPr>
          <a:xfrm>
            <a:off x="2587751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2-train-input-6-9"/>
          <p:cNvSpPr/>
          <p:nvPr/>
        </p:nvSpPr>
        <p:spPr>
          <a:xfrm>
            <a:off x="2825495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2-train-input-6-10"/>
          <p:cNvSpPr/>
          <p:nvPr/>
        </p:nvSpPr>
        <p:spPr>
          <a:xfrm>
            <a:off x="3063239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2-train-input-6-11"/>
          <p:cNvSpPr/>
          <p:nvPr/>
        </p:nvSpPr>
        <p:spPr>
          <a:xfrm>
            <a:off x="3300984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2-train-input-6-12"/>
          <p:cNvSpPr/>
          <p:nvPr/>
        </p:nvSpPr>
        <p:spPr>
          <a:xfrm>
            <a:off x="3538727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2-train-input-6-13"/>
          <p:cNvSpPr/>
          <p:nvPr/>
        </p:nvSpPr>
        <p:spPr>
          <a:xfrm>
            <a:off x="3776472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2-train-input-6-14"/>
          <p:cNvSpPr/>
          <p:nvPr/>
        </p:nvSpPr>
        <p:spPr>
          <a:xfrm>
            <a:off x="4014215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2-train-input-7-0"/>
          <p:cNvSpPr/>
          <p:nvPr/>
        </p:nvSpPr>
        <p:spPr>
          <a:xfrm>
            <a:off x="685799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2-train-input-7-1"/>
          <p:cNvSpPr/>
          <p:nvPr/>
        </p:nvSpPr>
        <p:spPr>
          <a:xfrm>
            <a:off x="923543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2-train-input-7-2"/>
          <p:cNvSpPr/>
          <p:nvPr/>
        </p:nvSpPr>
        <p:spPr>
          <a:xfrm>
            <a:off x="1161287" y="340156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2-train-input-7-3"/>
          <p:cNvSpPr/>
          <p:nvPr/>
        </p:nvSpPr>
        <p:spPr>
          <a:xfrm>
            <a:off x="1399031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2-train-input-7-4"/>
          <p:cNvSpPr/>
          <p:nvPr/>
        </p:nvSpPr>
        <p:spPr>
          <a:xfrm>
            <a:off x="1636775" y="340156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2-train-input-7-5"/>
          <p:cNvSpPr/>
          <p:nvPr/>
        </p:nvSpPr>
        <p:spPr>
          <a:xfrm>
            <a:off x="1874519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2-train-input-7-6"/>
          <p:cNvSpPr/>
          <p:nvPr/>
        </p:nvSpPr>
        <p:spPr>
          <a:xfrm>
            <a:off x="2112263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2-train-input-7-7"/>
          <p:cNvSpPr/>
          <p:nvPr/>
        </p:nvSpPr>
        <p:spPr>
          <a:xfrm>
            <a:off x="2350008" y="340156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2-train-input-7-8"/>
          <p:cNvSpPr/>
          <p:nvPr/>
        </p:nvSpPr>
        <p:spPr>
          <a:xfrm>
            <a:off x="2587751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2-train-input-7-9"/>
          <p:cNvSpPr/>
          <p:nvPr/>
        </p:nvSpPr>
        <p:spPr>
          <a:xfrm>
            <a:off x="2825495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2-train-input-7-10"/>
          <p:cNvSpPr/>
          <p:nvPr/>
        </p:nvSpPr>
        <p:spPr>
          <a:xfrm>
            <a:off x="3063239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2-train-input-7-11"/>
          <p:cNvSpPr/>
          <p:nvPr/>
        </p:nvSpPr>
        <p:spPr>
          <a:xfrm>
            <a:off x="3300984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2-train-input-7-12"/>
          <p:cNvSpPr/>
          <p:nvPr/>
        </p:nvSpPr>
        <p:spPr>
          <a:xfrm>
            <a:off x="3538727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2-train-input-7-13"/>
          <p:cNvSpPr/>
          <p:nvPr/>
        </p:nvSpPr>
        <p:spPr>
          <a:xfrm>
            <a:off x="377647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2-train-input-7-14"/>
          <p:cNvSpPr/>
          <p:nvPr/>
        </p:nvSpPr>
        <p:spPr>
          <a:xfrm>
            <a:off x="4014215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2-train-input-8-0"/>
          <p:cNvSpPr/>
          <p:nvPr/>
        </p:nvSpPr>
        <p:spPr>
          <a:xfrm>
            <a:off x="685799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2-train-input-8-1"/>
          <p:cNvSpPr/>
          <p:nvPr/>
        </p:nvSpPr>
        <p:spPr>
          <a:xfrm>
            <a:off x="923543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2-train-input-8-2"/>
          <p:cNvSpPr/>
          <p:nvPr/>
        </p:nvSpPr>
        <p:spPr>
          <a:xfrm>
            <a:off x="1161287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2-train-input-8-3"/>
          <p:cNvSpPr/>
          <p:nvPr/>
        </p:nvSpPr>
        <p:spPr>
          <a:xfrm>
            <a:off x="1399031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2-train-input-8-4"/>
          <p:cNvSpPr/>
          <p:nvPr/>
        </p:nvSpPr>
        <p:spPr>
          <a:xfrm>
            <a:off x="1636775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2-train-input-8-5"/>
          <p:cNvSpPr/>
          <p:nvPr/>
        </p:nvSpPr>
        <p:spPr>
          <a:xfrm>
            <a:off x="1874519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2-train-input-8-6"/>
          <p:cNvSpPr/>
          <p:nvPr/>
        </p:nvSpPr>
        <p:spPr>
          <a:xfrm>
            <a:off x="2112263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2-train-input-8-7"/>
          <p:cNvSpPr/>
          <p:nvPr/>
        </p:nvSpPr>
        <p:spPr>
          <a:xfrm>
            <a:off x="2350008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2-train-input-8-8"/>
          <p:cNvSpPr/>
          <p:nvPr/>
        </p:nvSpPr>
        <p:spPr>
          <a:xfrm>
            <a:off x="2587751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2-train-input-8-9"/>
          <p:cNvSpPr/>
          <p:nvPr/>
        </p:nvSpPr>
        <p:spPr>
          <a:xfrm>
            <a:off x="2825495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2-train-input-8-10"/>
          <p:cNvSpPr/>
          <p:nvPr/>
        </p:nvSpPr>
        <p:spPr>
          <a:xfrm>
            <a:off x="3063239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2-train-input-8-11"/>
          <p:cNvSpPr/>
          <p:nvPr/>
        </p:nvSpPr>
        <p:spPr>
          <a:xfrm>
            <a:off x="330098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2-train-input-8-12"/>
          <p:cNvSpPr/>
          <p:nvPr/>
        </p:nvSpPr>
        <p:spPr>
          <a:xfrm>
            <a:off x="3538727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2-train-input-8-13"/>
          <p:cNvSpPr/>
          <p:nvPr/>
        </p:nvSpPr>
        <p:spPr>
          <a:xfrm>
            <a:off x="377647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2-train-input-8-14"/>
          <p:cNvSpPr/>
          <p:nvPr/>
        </p:nvSpPr>
        <p:spPr>
          <a:xfrm>
            <a:off x="4014215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2-train-input-9-0"/>
          <p:cNvSpPr/>
          <p:nvPr/>
        </p:nvSpPr>
        <p:spPr>
          <a:xfrm>
            <a:off x="685799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2-train-input-9-1"/>
          <p:cNvSpPr/>
          <p:nvPr/>
        </p:nvSpPr>
        <p:spPr>
          <a:xfrm>
            <a:off x="923543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2-train-input-9-2"/>
          <p:cNvSpPr/>
          <p:nvPr/>
        </p:nvSpPr>
        <p:spPr>
          <a:xfrm>
            <a:off x="1161287" y="387705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2-train-input-9-3"/>
          <p:cNvSpPr/>
          <p:nvPr/>
        </p:nvSpPr>
        <p:spPr>
          <a:xfrm>
            <a:off x="1399031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2-train-input-9-4"/>
          <p:cNvSpPr/>
          <p:nvPr/>
        </p:nvSpPr>
        <p:spPr>
          <a:xfrm>
            <a:off x="1636775" y="387705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2-train-input-9-5"/>
          <p:cNvSpPr/>
          <p:nvPr/>
        </p:nvSpPr>
        <p:spPr>
          <a:xfrm>
            <a:off x="1874519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2-train-input-9-6"/>
          <p:cNvSpPr/>
          <p:nvPr/>
        </p:nvSpPr>
        <p:spPr>
          <a:xfrm>
            <a:off x="2112263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2-train-input-9-7"/>
          <p:cNvSpPr/>
          <p:nvPr/>
        </p:nvSpPr>
        <p:spPr>
          <a:xfrm>
            <a:off x="2350008" y="387705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2-train-input-9-8"/>
          <p:cNvSpPr/>
          <p:nvPr/>
        </p:nvSpPr>
        <p:spPr>
          <a:xfrm>
            <a:off x="2587751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2-train-input-9-9"/>
          <p:cNvSpPr/>
          <p:nvPr/>
        </p:nvSpPr>
        <p:spPr>
          <a:xfrm>
            <a:off x="2825495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2-train-input-9-10"/>
          <p:cNvSpPr/>
          <p:nvPr/>
        </p:nvSpPr>
        <p:spPr>
          <a:xfrm>
            <a:off x="3063239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2-train-input-9-11"/>
          <p:cNvSpPr/>
          <p:nvPr/>
        </p:nvSpPr>
        <p:spPr>
          <a:xfrm>
            <a:off x="330098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2-train-input-9-12"/>
          <p:cNvSpPr/>
          <p:nvPr/>
        </p:nvSpPr>
        <p:spPr>
          <a:xfrm>
            <a:off x="3538727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2-train-input-9-13"/>
          <p:cNvSpPr/>
          <p:nvPr/>
        </p:nvSpPr>
        <p:spPr>
          <a:xfrm>
            <a:off x="377647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2-train-input-9-14"/>
          <p:cNvSpPr/>
          <p:nvPr/>
        </p:nvSpPr>
        <p:spPr>
          <a:xfrm>
            <a:off x="4014215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2-train-output-0-0"/>
          <p:cNvSpPr/>
          <p:nvPr/>
        </p:nvSpPr>
        <p:spPr>
          <a:xfrm>
            <a:off x="4800600" y="1737360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2-train-output-0-1"/>
          <p:cNvSpPr/>
          <p:nvPr/>
        </p:nvSpPr>
        <p:spPr>
          <a:xfrm>
            <a:off x="503834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2-train-output-0-2"/>
          <p:cNvSpPr/>
          <p:nvPr/>
        </p:nvSpPr>
        <p:spPr>
          <a:xfrm>
            <a:off x="527608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2-train-output-0-3"/>
          <p:cNvSpPr/>
          <p:nvPr/>
        </p:nvSpPr>
        <p:spPr>
          <a:xfrm>
            <a:off x="5513832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2-train-output-0-4"/>
          <p:cNvSpPr/>
          <p:nvPr/>
        </p:nvSpPr>
        <p:spPr>
          <a:xfrm>
            <a:off x="575157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2-train-output-0-5"/>
          <p:cNvSpPr/>
          <p:nvPr/>
        </p:nvSpPr>
        <p:spPr>
          <a:xfrm>
            <a:off x="598932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2-train-output-0-6"/>
          <p:cNvSpPr/>
          <p:nvPr/>
        </p:nvSpPr>
        <p:spPr>
          <a:xfrm>
            <a:off x="6227064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2-train-output-0-7"/>
          <p:cNvSpPr/>
          <p:nvPr/>
        </p:nvSpPr>
        <p:spPr>
          <a:xfrm>
            <a:off x="646480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2-train-output-0-8"/>
          <p:cNvSpPr/>
          <p:nvPr/>
        </p:nvSpPr>
        <p:spPr>
          <a:xfrm>
            <a:off x="6702552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2-train-output-0-9"/>
          <p:cNvSpPr/>
          <p:nvPr/>
        </p:nvSpPr>
        <p:spPr>
          <a:xfrm>
            <a:off x="694029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2-train-output-0-10"/>
          <p:cNvSpPr/>
          <p:nvPr/>
        </p:nvSpPr>
        <p:spPr>
          <a:xfrm>
            <a:off x="7178040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2-train-output-0-11"/>
          <p:cNvSpPr/>
          <p:nvPr/>
        </p:nvSpPr>
        <p:spPr>
          <a:xfrm>
            <a:off x="7415783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2-train-output-0-12"/>
          <p:cNvSpPr/>
          <p:nvPr/>
        </p:nvSpPr>
        <p:spPr>
          <a:xfrm>
            <a:off x="7653528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2-train-output-0-13"/>
          <p:cNvSpPr/>
          <p:nvPr/>
        </p:nvSpPr>
        <p:spPr>
          <a:xfrm>
            <a:off x="7891271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2-train-output-0-14"/>
          <p:cNvSpPr/>
          <p:nvPr/>
        </p:nvSpPr>
        <p:spPr>
          <a:xfrm>
            <a:off x="8129016" y="173736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2-train-output-1-0"/>
          <p:cNvSpPr/>
          <p:nvPr/>
        </p:nvSpPr>
        <p:spPr>
          <a:xfrm>
            <a:off x="4800600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2-train-output-1-1"/>
          <p:cNvSpPr/>
          <p:nvPr/>
        </p:nvSpPr>
        <p:spPr>
          <a:xfrm>
            <a:off x="5038344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2-train-output-1-2"/>
          <p:cNvSpPr/>
          <p:nvPr/>
        </p:nvSpPr>
        <p:spPr>
          <a:xfrm>
            <a:off x="5276088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2-train-output-1-3"/>
          <p:cNvSpPr/>
          <p:nvPr/>
        </p:nvSpPr>
        <p:spPr>
          <a:xfrm>
            <a:off x="5513832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2-train-output-1-4"/>
          <p:cNvSpPr/>
          <p:nvPr/>
        </p:nvSpPr>
        <p:spPr>
          <a:xfrm>
            <a:off x="5751576" y="197510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2-train-output-1-5"/>
          <p:cNvSpPr/>
          <p:nvPr/>
        </p:nvSpPr>
        <p:spPr>
          <a:xfrm>
            <a:off x="598932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2-train-output-1-6"/>
          <p:cNvSpPr/>
          <p:nvPr/>
        </p:nvSpPr>
        <p:spPr>
          <a:xfrm>
            <a:off x="6227064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2-train-output-1-7"/>
          <p:cNvSpPr/>
          <p:nvPr/>
        </p:nvSpPr>
        <p:spPr>
          <a:xfrm>
            <a:off x="6464808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2-train-output-1-8"/>
          <p:cNvSpPr/>
          <p:nvPr/>
        </p:nvSpPr>
        <p:spPr>
          <a:xfrm>
            <a:off x="6702552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2-train-output-1-9"/>
          <p:cNvSpPr/>
          <p:nvPr/>
        </p:nvSpPr>
        <p:spPr>
          <a:xfrm>
            <a:off x="6940296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2-train-output-1-10"/>
          <p:cNvSpPr/>
          <p:nvPr/>
        </p:nvSpPr>
        <p:spPr>
          <a:xfrm>
            <a:off x="7178040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2-train-output-1-11"/>
          <p:cNvSpPr/>
          <p:nvPr/>
        </p:nvSpPr>
        <p:spPr>
          <a:xfrm>
            <a:off x="7415783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2-train-output-1-12"/>
          <p:cNvSpPr/>
          <p:nvPr/>
        </p:nvSpPr>
        <p:spPr>
          <a:xfrm>
            <a:off x="7653528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2-train-output-1-13"/>
          <p:cNvSpPr/>
          <p:nvPr/>
        </p:nvSpPr>
        <p:spPr>
          <a:xfrm>
            <a:off x="7891271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2-train-output-1-14"/>
          <p:cNvSpPr/>
          <p:nvPr/>
        </p:nvSpPr>
        <p:spPr>
          <a:xfrm>
            <a:off x="8129016" y="197510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2-train-output-2-0"/>
          <p:cNvSpPr/>
          <p:nvPr/>
        </p:nvSpPr>
        <p:spPr>
          <a:xfrm>
            <a:off x="480060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2-train-output-2-1"/>
          <p:cNvSpPr/>
          <p:nvPr/>
        </p:nvSpPr>
        <p:spPr>
          <a:xfrm>
            <a:off x="503834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2-train-output-2-2"/>
          <p:cNvSpPr/>
          <p:nvPr/>
        </p:nvSpPr>
        <p:spPr>
          <a:xfrm>
            <a:off x="5276088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2-train-output-2-3"/>
          <p:cNvSpPr/>
          <p:nvPr/>
        </p:nvSpPr>
        <p:spPr>
          <a:xfrm>
            <a:off x="5513832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2-train-output-2-4"/>
          <p:cNvSpPr/>
          <p:nvPr/>
        </p:nvSpPr>
        <p:spPr>
          <a:xfrm>
            <a:off x="5751576" y="221284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2-train-output-2-5"/>
          <p:cNvSpPr/>
          <p:nvPr/>
        </p:nvSpPr>
        <p:spPr>
          <a:xfrm>
            <a:off x="598932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2-train-output-2-6"/>
          <p:cNvSpPr/>
          <p:nvPr/>
        </p:nvSpPr>
        <p:spPr>
          <a:xfrm>
            <a:off x="6227064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2-train-output-2-7"/>
          <p:cNvSpPr/>
          <p:nvPr/>
        </p:nvSpPr>
        <p:spPr>
          <a:xfrm>
            <a:off x="6464808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2-train-output-2-8"/>
          <p:cNvSpPr/>
          <p:nvPr/>
        </p:nvSpPr>
        <p:spPr>
          <a:xfrm>
            <a:off x="6702552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2-train-output-2-9"/>
          <p:cNvSpPr/>
          <p:nvPr/>
        </p:nvSpPr>
        <p:spPr>
          <a:xfrm>
            <a:off x="694029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2-train-output-2-10"/>
          <p:cNvSpPr/>
          <p:nvPr/>
        </p:nvSpPr>
        <p:spPr>
          <a:xfrm>
            <a:off x="7178040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2-train-output-2-11"/>
          <p:cNvSpPr/>
          <p:nvPr/>
        </p:nvSpPr>
        <p:spPr>
          <a:xfrm>
            <a:off x="7415783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2-train-output-2-12"/>
          <p:cNvSpPr/>
          <p:nvPr/>
        </p:nvSpPr>
        <p:spPr>
          <a:xfrm>
            <a:off x="7653528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2-train-output-2-13"/>
          <p:cNvSpPr/>
          <p:nvPr/>
        </p:nvSpPr>
        <p:spPr>
          <a:xfrm>
            <a:off x="7891271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2-train-output-2-14"/>
          <p:cNvSpPr/>
          <p:nvPr/>
        </p:nvSpPr>
        <p:spPr>
          <a:xfrm>
            <a:off x="8129016" y="221284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2-train-output-3-0"/>
          <p:cNvSpPr/>
          <p:nvPr/>
        </p:nvSpPr>
        <p:spPr>
          <a:xfrm>
            <a:off x="480060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2-train-output-3-1"/>
          <p:cNvSpPr/>
          <p:nvPr/>
        </p:nvSpPr>
        <p:spPr>
          <a:xfrm>
            <a:off x="503834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2-train-output-3-2"/>
          <p:cNvSpPr/>
          <p:nvPr/>
        </p:nvSpPr>
        <p:spPr>
          <a:xfrm>
            <a:off x="5276088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2-train-output-3-3"/>
          <p:cNvSpPr/>
          <p:nvPr/>
        </p:nvSpPr>
        <p:spPr>
          <a:xfrm>
            <a:off x="551383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2-train-output-3-4"/>
          <p:cNvSpPr/>
          <p:nvPr/>
        </p:nvSpPr>
        <p:spPr>
          <a:xfrm>
            <a:off x="5751576" y="2450591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2-train-output-3-5"/>
          <p:cNvSpPr/>
          <p:nvPr/>
        </p:nvSpPr>
        <p:spPr>
          <a:xfrm>
            <a:off x="598932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2-train-output-3-6"/>
          <p:cNvSpPr/>
          <p:nvPr/>
        </p:nvSpPr>
        <p:spPr>
          <a:xfrm>
            <a:off x="6227064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2-train-output-3-7"/>
          <p:cNvSpPr/>
          <p:nvPr/>
        </p:nvSpPr>
        <p:spPr>
          <a:xfrm>
            <a:off x="6464808" y="2450591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2-train-output-3-8"/>
          <p:cNvSpPr/>
          <p:nvPr/>
        </p:nvSpPr>
        <p:spPr>
          <a:xfrm>
            <a:off x="6702552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2-train-output-3-9"/>
          <p:cNvSpPr/>
          <p:nvPr/>
        </p:nvSpPr>
        <p:spPr>
          <a:xfrm>
            <a:off x="694029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2-train-output-3-10"/>
          <p:cNvSpPr/>
          <p:nvPr/>
        </p:nvSpPr>
        <p:spPr>
          <a:xfrm>
            <a:off x="7178040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2-train-output-3-11"/>
          <p:cNvSpPr/>
          <p:nvPr/>
        </p:nvSpPr>
        <p:spPr>
          <a:xfrm>
            <a:off x="7415783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2-train-output-3-12"/>
          <p:cNvSpPr/>
          <p:nvPr/>
        </p:nvSpPr>
        <p:spPr>
          <a:xfrm>
            <a:off x="7653528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2-train-output-3-13"/>
          <p:cNvSpPr/>
          <p:nvPr/>
        </p:nvSpPr>
        <p:spPr>
          <a:xfrm>
            <a:off x="7891271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2-train-output-3-14"/>
          <p:cNvSpPr/>
          <p:nvPr/>
        </p:nvSpPr>
        <p:spPr>
          <a:xfrm>
            <a:off x="8129016" y="2450591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2-train-output-4-0"/>
          <p:cNvSpPr/>
          <p:nvPr/>
        </p:nvSpPr>
        <p:spPr>
          <a:xfrm>
            <a:off x="480060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2-train-output-4-1"/>
          <p:cNvSpPr/>
          <p:nvPr/>
        </p:nvSpPr>
        <p:spPr>
          <a:xfrm>
            <a:off x="503834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2-train-output-4-2"/>
          <p:cNvSpPr/>
          <p:nvPr/>
        </p:nvSpPr>
        <p:spPr>
          <a:xfrm>
            <a:off x="5276088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2-train-output-4-3"/>
          <p:cNvSpPr/>
          <p:nvPr/>
        </p:nvSpPr>
        <p:spPr>
          <a:xfrm>
            <a:off x="5513832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2-train-output-4-4"/>
          <p:cNvSpPr/>
          <p:nvPr/>
        </p:nvSpPr>
        <p:spPr>
          <a:xfrm>
            <a:off x="5751576" y="2688336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2-train-output-4-5"/>
          <p:cNvSpPr/>
          <p:nvPr/>
        </p:nvSpPr>
        <p:spPr>
          <a:xfrm>
            <a:off x="598932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12-train-output-4-6"/>
          <p:cNvSpPr/>
          <p:nvPr/>
        </p:nvSpPr>
        <p:spPr>
          <a:xfrm>
            <a:off x="6227064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12-train-output-4-7"/>
          <p:cNvSpPr/>
          <p:nvPr/>
        </p:nvSpPr>
        <p:spPr>
          <a:xfrm>
            <a:off x="6464808" y="268833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12-train-output-4-8"/>
          <p:cNvSpPr/>
          <p:nvPr/>
        </p:nvSpPr>
        <p:spPr>
          <a:xfrm>
            <a:off x="6702552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12-train-output-4-9"/>
          <p:cNvSpPr/>
          <p:nvPr/>
        </p:nvSpPr>
        <p:spPr>
          <a:xfrm>
            <a:off x="6940296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12-train-output-4-10"/>
          <p:cNvSpPr/>
          <p:nvPr/>
        </p:nvSpPr>
        <p:spPr>
          <a:xfrm>
            <a:off x="7178040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12-train-output-4-11"/>
          <p:cNvSpPr/>
          <p:nvPr/>
        </p:nvSpPr>
        <p:spPr>
          <a:xfrm>
            <a:off x="7415783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12-train-output-4-12"/>
          <p:cNvSpPr/>
          <p:nvPr/>
        </p:nvSpPr>
        <p:spPr>
          <a:xfrm>
            <a:off x="7653528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12-train-output-4-13"/>
          <p:cNvSpPr/>
          <p:nvPr/>
        </p:nvSpPr>
        <p:spPr>
          <a:xfrm>
            <a:off x="7891271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12-train-output-4-14"/>
          <p:cNvSpPr/>
          <p:nvPr/>
        </p:nvSpPr>
        <p:spPr>
          <a:xfrm>
            <a:off x="8129016" y="268833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12-train-output-5-0"/>
          <p:cNvSpPr/>
          <p:nvPr/>
        </p:nvSpPr>
        <p:spPr>
          <a:xfrm>
            <a:off x="480060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12-train-output-5-1"/>
          <p:cNvSpPr/>
          <p:nvPr/>
        </p:nvSpPr>
        <p:spPr>
          <a:xfrm>
            <a:off x="5038344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12-train-output-5-2"/>
          <p:cNvSpPr/>
          <p:nvPr/>
        </p:nvSpPr>
        <p:spPr>
          <a:xfrm>
            <a:off x="5276088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12-train-output-5-3"/>
          <p:cNvSpPr/>
          <p:nvPr/>
        </p:nvSpPr>
        <p:spPr>
          <a:xfrm>
            <a:off x="5513832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12-train-output-5-4"/>
          <p:cNvSpPr/>
          <p:nvPr/>
        </p:nvSpPr>
        <p:spPr>
          <a:xfrm>
            <a:off x="5751576" y="2926080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12-train-output-5-5"/>
          <p:cNvSpPr/>
          <p:nvPr/>
        </p:nvSpPr>
        <p:spPr>
          <a:xfrm>
            <a:off x="598932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12-train-output-5-6"/>
          <p:cNvSpPr/>
          <p:nvPr/>
        </p:nvSpPr>
        <p:spPr>
          <a:xfrm>
            <a:off x="6227064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12-train-output-5-7"/>
          <p:cNvSpPr/>
          <p:nvPr/>
        </p:nvSpPr>
        <p:spPr>
          <a:xfrm>
            <a:off x="6464808" y="2926080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12-train-output-5-8"/>
          <p:cNvSpPr/>
          <p:nvPr/>
        </p:nvSpPr>
        <p:spPr>
          <a:xfrm>
            <a:off x="6702552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12-train-output-5-9"/>
          <p:cNvSpPr/>
          <p:nvPr/>
        </p:nvSpPr>
        <p:spPr>
          <a:xfrm>
            <a:off x="6940296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12-train-output-5-10"/>
          <p:cNvSpPr/>
          <p:nvPr/>
        </p:nvSpPr>
        <p:spPr>
          <a:xfrm>
            <a:off x="7178040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12-train-output-5-11"/>
          <p:cNvSpPr/>
          <p:nvPr/>
        </p:nvSpPr>
        <p:spPr>
          <a:xfrm>
            <a:off x="7415783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12-train-output-5-12"/>
          <p:cNvSpPr/>
          <p:nvPr/>
        </p:nvSpPr>
        <p:spPr>
          <a:xfrm>
            <a:off x="7653528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12-train-output-5-13"/>
          <p:cNvSpPr/>
          <p:nvPr/>
        </p:nvSpPr>
        <p:spPr>
          <a:xfrm>
            <a:off x="7891271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12-train-output-5-14"/>
          <p:cNvSpPr/>
          <p:nvPr/>
        </p:nvSpPr>
        <p:spPr>
          <a:xfrm>
            <a:off x="8129016" y="2926080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12-train-output-6-0"/>
          <p:cNvSpPr/>
          <p:nvPr/>
        </p:nvSpPr>
        <p:spPr>
          <a:xfrm>
            <a:off x="480060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12-train-output-6-1"/>
          <p:cNvSpPr/>
          <p:nvPr/>
        </p:nvSpPr>
        <p:spPr>
          <a:xfrm>
            <a:off x="5038344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12-train-output-6-2"/>
          <p:cNvSpPr/>
          <p:nvPr/>
        </p:nvSpPr>
        <p:spPr>
          <a:xfrm>
            <a:off x="5276088" y="316382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12-train-output-6-3"/>
          <p:cNvSpPr/>
          <p:nvPr/>
        </p:nvSpPr>
        <p:spPr>
          <a:xfrm>
            <a:off x="5513832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12-train-output-6-4"/>
          <p:cNvSpPr/>
          <p:nvPr/>
        </p:nvSpPr>
        <p:spPr>
          <a:xfrm>
            <a:off x="5751576" y="3163824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12-train-output-6-5"/>
          <p:cNvSpPr/>
          <p:nvPr/>
        </p:nvSpPr>
        <p:spPr>
          <a:xfrm>
            <a:off x="598932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12-train-output-6-6"/>
          <p:cNvSpPr/>
          <p:nvPr/>
        </p:nvSpPr>
        <p:spPr>
          <a:xfrm>
            <a:off x="6227064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12-train-output-6-7"/>
          <p:cNvSpPr/>
          <p:nvPr/>
        </p:nvSpPr>
        <p:spPr>
          <a:xfrm>
            <a:off x="6464808" y="3163824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12-train-output-6-8"/>
          <p:cNvSpPr/>
          <p:nvPr/>
        </p:nvSpPr>
        <p:spPr>
          <a:xfrm>
            <a:off x="6702552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12-train-output-6-9"/>
          <p:cNvSpPr/>
          <p:nvPr/>
        </p:nvSpPr>
        <p:spPr>
          <a:xfrm>
            <a:off x="6940296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12-train-output-6-10"/>
          <p:cNvSpPr/>
          <p:nvPr/>
        </p:nvSpPr>
        <p:spPr>
          <a:xfrm>
            <a:off x="7178040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12-train-output-6-11"/>
          <p:cNvSpPr/>
          <p:nvPr/>
        </p:nvSpPr>
        <p:spPr>
          <a:xfrm>
            <a:off x="7415783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12-train-output-6-12"/>
          <p:cNvSpPr/>
          <p:nvPr/>
        </p:nvSpPr>
        <p:spPr>
          <a:xfrm>
            <a:off x="7653528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12-train-output-6-13"/>
          <p:cNvSpPr/>
          <p:nvPr/>
        </p:nvSpPr>
        <p:spPr>
          <a:xfrm>
            <a:off x="7891271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12-train-output-6-14"/>
          <p:cNvSpPr/>
          <p:nvPr/>
        </p:nvSpPr>
        <p:spPr>
          <a:xfrm>
            <a:off x="8129016" y="3163824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12-train-output-7-0"/>
          <p:cNvSpPr/>
          <p:nvPr/>
        </p:nvSpPr>
        <p:spPr>
          <a:xfrm>
            <a:off x="480060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12-train-output-7-1"/>
          <p:cNvSpPr/>
          <p:nvPr/>
        </p:nvSpPr>
        <p:spPr>
          <a:xfrm>
            <a:off x="5038344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12-train-output-7-2"/>
          <p:cNvSpPr/>
          <p:nvPr/>
        </p:nvSpPr>
        <p:spPr>
          <a:xfrm>
            <a:off x="5276088" y="340156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12-train-output-7-3"/>
          <p:cNvSpPr/>
          <p:nvPr/>
        </p:nvSpPr>
        <p:spPr>
          <a:xfrm>
            <a:off x="551383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12-train-output-7-4"/>
          <p:cNvSpPr/>
          <p:nvPr/>
        </p:nvSpPr>
        <p:spPr>
          <a:xfrm>
            <a:off x="5751576" y="3401568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12-train-output-7-5"/>
          <p:cNvSpPr/>
          <p:nvPr/>
        </p:nvSpPr>
        <p:spPr>
          <a:xfrm>
            <a:off x="598932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12-train-output-7-6"/>
          <p:cNvSpPr/>
          <p:nvPr/>
        </p:nvSpPr>
        <p:spPr>
          <a:xfrm>
            <a:off x="6227064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12-train-output-7-7"/>
          <p:cNvSpPr/>
          <p:nvPr/>
        </p:nvSpPr>
        <p:spPr>
          <a:xfrm>
            <a:off x="6464808" y="3401568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12-train-output-7-8"/>
          <p:cNvSpPr/>
          <p:nvPr/>
        </p:nvSpPr>
        <p:spPr>
          <a:xfrm>
            <a:off x="6702552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12-train-output-7-9"/>
          <p:cNvSpPr/>
          <p:nvPr/>
        </p:nvSpPr>
        <p:spPr>
          <a:xfrm>
            <a:off x="694029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12-train-output-7-10"/>
          <p:cNvSpPr/>
          <p:nvPr/>
        </p:nvSpPr>
        <p:spPr>
          <a:xfrm>
            <a:off x="7178040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12-train-output-7-11"/>
          <p:cNvSpPr/>
          <p:nvPr/>
        </p:nvSpPr>
        <p:spPr>
          <a:xfrm>
            <a:off x="7415783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12-train-output-7-12"/>
          <p:cNvSpPr/>
          <p:nvPr/>
        </p:nvSpPr>
        <p:spPr>
          <a:xfrm>
            <a:off x="7653528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12-train-output-7-13"/>
          <p:cNvSpPr/>
          <p:nvPr/>
        </p:nvSpPr>
        <p:spPr>
          <a:xfrm>
            <a:off x="7891271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12-train-output-7-14"/>
          <p:cNvSpPr/>
          <p:nvPr/>
        </p:nvSpPr>
        <p:spPr>
          <a:xfrm>
            <a:off x="8129016" y="3401568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12-train-output-8-0"/>
          <p:cNvSpPr/>
          <p:nvPr/>
        </p:nvSpPr>
        <p:spPr>
          <a:xfrm>
            <a:off x="480060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12-train-output-8-1"/>
          <p:cNvSpPr/>
          <p:nvPr/>
        </p:nvSpPr>
        <p:spPr>
          <a:xfrm>
            <a:off x="503834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12-train-output-8-2"/>
          <p:cNvSpPr/>
          <p:nvPr/>
        </p:nvSpPr>
        <p:spPr>
          <a:xfrm>
            <a:off x="5276088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12-train-output-8-3"/>
          <p:cNvSpPr/>
          <p:nvPr/>
        </p:nvSpPr>
        <p:spPr>
          <a:xfrm>
            <a:off x="551383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12-train-output-8-4"/>
          <p:cNvSpPr/>
          <p:nvPr/>
        </p:nvSpPr>
        <p:spPr>
          <a:xfrm>
            <a:off x="5751576" y="3639312"/>
            <a:ext cx="237744" cy="237744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12-train-output-8-5"/>
          <p:cNvSpPr/>
          <p:nvPr/>
        </p:nvSpPr>
        <p:spPr>
          <a:xfrm>
            <a:off x="598932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12-train-output-8-6"/>
          <p:cNvSpPr/>
          <p:nvPr/>
        </p:nvSpPr>
        <p:spPr>
          <a:xfrm>
            <a:off x="6227064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12-train-output-8-7"/>
          <p:cNvSpPr/>
          <p:nvPr/>
        </p:nvSpPr>
        <p:spPr>
          <a:xfrm>
            <a:off x="6464808" y="3639312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12-train-output-8-8"/>
          <p:cNvSpPr/>
          <p:nvPr/>
        </p:nvSpPr>
        <p:spPr>
          <a:xfrm>
            <a:off x="6702552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12-train-output-8-9"/>
          <p:cNvSpPr/>
          <p:nvPr/>
        </p:nvSpPr>
        <p:spPr>
          <a:xfrm>
            <a:off x="694029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12-train-output-8-10"/>
          <p:cNvSpPr/>
          <p:nvPr/>
        </p:nvSpPr>
        <p:spPr>
          <a:xfrm>
            <a:off x="7178040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12-train-output-8-11"/>
          <p:cNvSpPr/>
          <p:nvPr/>
        </p:nvSpPr>
        <p:spPr>
          <a:xfrm>
            <a:off x="7415783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12-train-output-8-12"/>
          <p:cNvSpPr/>
          <p:nvPr/>
        </p:nvSpPr>
        <p:spPr>
          <a:xfrm>
            <a:off x="7653528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12-train-output-8-13"/>
          <p:cNvSpPr/>
          <p:nvPr/>
        </p:nvSpPr>
        <p:spPr>
          <a:xfrm>
            <a:off x="7891271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12-train-output-8-14"/>
          <p:cNvSpPr/>
          <p:nvPr/>
        </p:nvSpPr>
        <p:spPr>
          <a:xfrm>
            <a:off x="8129016" y="3639312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12-train-output-9-0"/>
          <p:cNvSpPr/>
          <p:nvPr/>
        </p:nvSpPr>
        <p:spPr>
          <a:xfrm>
            <a:off x="480060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12-train-output-9-1"/>
          <p:cNvSpPr/>
          <p:nvPr/>
        </p:nvSpPr>
        <p:spPr>
          <a:xfrm>
            <a:off x="503834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12-train-output-9-2"/>
          <p:cNvSpPr/>
          <p:nvPr/>
        </p:nvSpPr>
        <p:spPr>
          <a:xfrm>
            <a:off x="5276088" y="387705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12-train-output-9-3"/>
          <p:cNvSpPr/>
          <p:nvPr/>
        </p:nvSpPr>
        <p:spPr>
          <a:xfrm>
            <a:off x="551383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12-train-output-9-4"/>
          <p:cNvSpPr/>
          <p:nvPr/>
        </p:nvSpPr>
        <p:spPr>
          <a:xfrm>
            <a:off x="5751576" y="387705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12-train-output-9-5"/>
          <p:cNvSpPr/>
          <p:nvPr/>
        </p:nvSpPr>
        <p:spPr>
          <a:xfrm>
            <a:off x="598932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12-train-output-9-6"/>
          <p:cNvSpPr/>
          <p:nvPr/>
        </p:nvSpPr>
        <p:spPr>
          <a:xfrm>
            <a:off x="6227064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12-train-output-9-7"/>
          <p:cNvSpPr/>
          <p:nvPr/>
        </p:nvSpPr>
        <p:spPr>
          <a:xfrm>
            <a:off x="6464808" y="3877056"/>
            <a:ext cx="237744" cy="237744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12-train-output-9-8"/>
          <p:cNvSpPr/>
          <p:nvPr/>
        </p:nvSpPr>
        <p:spPr>
          <a:xfrm>
            <a:off x="6702552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12-train-output-9-9"/>
          <p:cNvSpPr/>
          <p:nvPr/>
        </p:nvSpPr>
        <p:spPr>
          <a:xfrm>
            <a:off x="6940296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12-train-output-9-10"/>
          <p:cNvSpPr/>
          <p:nvPr/>
        </p:nvSpPr>
        <p:spPr>
          <a:xfrm>
            <a:off x="7178040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12-train-output-9-11"/>
          <p:cNvSpPr/>
          <p:nvPr/>
        </p:nvSpPr>
        <p:spPr>
          <a:xfrm>
            <a:off x="7415783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12-train-output-9-12"/>
          <p:cNvSpPr/>
          <p:nvPr/>
        </p:nvSpPr>
        <p:spPr>
          <a:xfrm>
            <a:off x="7653528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12-train-output-9-13"/>
          <p:cNvSpPr/>
          <p:nvPr/>
        </p:nvSpPr>
        <p:spPr>
          <a:xfrm>
            <a:off x="7891271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12-train-output-9-14"/>
          <p:cNvSpPr/>
          <p:nvPr/>
        </p:nvSpPr>
        <p:spPr>
          <a:xfrm>
            <a:off x="8129016" y="3877056"/>
            <a:ext cx="237744" cy="237744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提示例は全3組、テスト入力は全1個。ここでは各1番目を表示。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97d7923e.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https://github.com/arcprize/ARC-AGI-2/blob/f3283f7/data/evaluation/97d7923e.json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追加例10：高さの条件に合う棒を塗る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規則の異なる追加例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テスト入力1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898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配布データの正解</a:t>
            </a:r>
          </a:p>
        </p:txBody>
      </p:sp>
      <p:sp>
        <p:nvSpPr>
          <p:cNvPr id="6" name="grid-12-test-input-0-0"/>
          <p:cNvSpPr/>
          <p:nvPr/>
        </p:nvSpPr>
        <p:spPr>
          <a:xfrm>
            <a:off x="594360" y="1988819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id-12-test-input-0-1"/>
          <p:cNvSpPr/>
          <p:nvPr/>
        </p:nvSpPr>
        <p:spPr>
          <a:xfrm>
            <a:off x="781812" y="1988819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id-12-test-input-0-2"/>
          <p:cNvSpPr/>
          <p:nvPr/>
        </p:nvSpPr>
        <p:spPr>
          <a:xfrm>
            <a:off x="969264" y="1988819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id-12-test-input-0-3"/>
          <p:cNvSpPr/>
          <p:nvPr/>
        </p:nvSpPr>
        <p:spPr>
          <a:xfrm>
            <a:off x="1156716" y="198881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rid-12-test-input-0-4"/>
          <p:cNvSpPr/>
          <p:nvPr/>
        </p:nvSpPr>
        <p:spPr>
          <a:xfrm>
            <a:off x="134416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id-12-test-input-0-5"/>
          <p:cNvSpPr/>
          <p:nvPr/>
        </p:nvSpPr>
        <p:spPr>
          <a:xfrm>
            <a:off x="1531619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id-12-test-input-0-6"/>
          <p:cNvSpPr/>
          <p:nvPr/>
        </p:nvSpPr>
        <p:spPr>
          <a:xfrm>
            <a:off x="171907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id-12-test-input-0-7"/>
          <p:cNvSpPr/>
          <p:nvPr/>
        </p:nvSpPr>
        <p:spPr>
          <a:xfrm>
            <a:off x="190652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id-12-test-input-0-8"/>
          <p:cNvSpPr/>
          <p:nvPr/>
        </p:nvSpPr>
        <p:spPr>
          <a:xfrm>
            <a:off x="209397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rid-12-test-input-0-9"/>
          <p:cNvSpPr/>
          <p:nvPr/>
        </p:nvSpPr>
        <p:spPr>
          <a:xfrm>
            <a:off x="228142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rid-12-test-input-0-10"/>
          <p:cNvSpPr/>
          <p:nvPr/>
        </p:nvSpPr>
        <p:spPr>
          <a:xfrm>
            <a:off x="2468879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rid-12-test-input-0-11"/>
          <p:cNvSpPr/>
          <p:nvPr/>
        </p:nvSpPr>
        <p:spPr>
          <a:xfrm>
            <a:off x="265633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id-12-test-input-0-12"/>
          <p:cNvSpPr/>
          <p:nvPr/>
        </p:nvSpPr>
        <p:spPr>
          <a:xfrm>
            <a:off x="284378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-12-test-input-0-13"/>
          <p:cNvSpPr/>
          <p:nvPr/>
        </p:nvSpPr>
        <p:spPr>
          <a:xfrm>
            <a:off x="303123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-12-test-input-0-14"/>
          <p:cNvSpPr/>
          <p:nvPr/>
        </p:nvSpPr>
        <p:spPr>
          <a:xfrm>
            <a:off x="3218687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-12-test-input-0-15"/>
          <p:cNvSpPr/>
          <p:nvPr/>
        </p:nvSpPr>
        <p:spPr>
          <a:xfrm>
            <a:off x="3406139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-12-test-input-0-16"/>
          <p:cNvSpPr/>
          <p:nvPr/>
        </p:nvSpPr>
        <p:spPr>
          <a:xfrm>
            <a:off x="3593591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-12-test-input-0-17"/>
          <p:cNvSpPr/>
          <p:nvPr/>
        </p:nvSpPr>
        <p:spPr>
          <a:xfrm>
            <a:off x="378104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-12-test-input-0-18"/>
          <p:cNvSpPr/>
          <p:nvPr/>
        </p:nvSpPr>
        <p:spPr>
          <a:xfrm>
            <a:off x="396849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-12-test-input-0-19"/>
          <p:cNvSpPr/>
          <p:nvPr/>
        </p:nvSpPr>
        <p:spPr>
          <a:xfrm>
            <a:off x="415594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-12-test-input-1-0"/>
          <p:cNvSpPr/>
          <p:nvPr/>
        </p:nvSpPr>
        <p:spPr>
          <a:xfrm>
            <a:off x="594360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-12-test-input-1-1"/>
          <p:cNvSpPr/>
          <p:nvPr/>
        </p:nvSpPr>
        <p:spPr>
          <a:xfrm>
            <a:off x="7818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-12-test-input-1-2"/>
          <p:cNvSpPr/>
          <p:nvPr/>
        </p:nvSpPr>
        <p:spPr>
          <a:xfrm>
            <a:off x="969264" y="2176272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-12-test-input-1-3"/>
          <p:cNvSpPr/>
          <p:nvPr/>
        </p:nvSpPr>
        <p:spPr>
          <a:xfrm>
            <a:off x="115671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-12-test-input-1-4"/>
          <p:cNvSpPr/>
          <p:nvPr/>
        </p:nvSpPr>
        <p:spPr>
          <a:xfrm>
            <a:off x="134416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-12-test-input-1-5"/>
          <p:cNvSpPr/>
          <p:nvPr/>
        </p:nvSpPr>
        <p:spPr>
          <a:xfrm>
            <a:off x="1531619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-12-test-input-1-6"/>
          <p:cNvSpPr/>
          <p:nvPr/>
        </p:nvSpPr>
        <p:spPr>
          <a:xfrm>
            <a:off x="171907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-12-test-input-1-7"/>
          <p:cNvSpPr/>
          <p:nvPr/>
        </p:nvSpPr>
        <p:spPr>
          <a:xfrm>
            <a:off x="19065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-12-test-input-1-8"/>
          <p:cNvSpPr/>
          <p:nvPr/>
        </p:nvSpPr>
        <p:spPr>
          <a:xfrm>
            <a:off x="209397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-12-test-input-1-9"/>
          <p:cNvSpPr/>
          <p:nvPr/>
        </p:nvSpPr>
        <p:spPr>
          <a:xfrm>
            <a:off x="228142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-12-test-input-1-10"/>
          <p:cNvSpPr/>
          <p:nvPr/>
        </p:nvSpPr>
        <p:spPr>
          <a:xfrm>
            <a:off x="2468879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-12-test-input-1-11"/>
          <p:cNvSpPr/>
          <p:nvPr/>
        </p:nvSpPr>
        <p:spPr>
          <a:xfrm>
            <a:off x="265633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-12-test-input-1-12"/>
          <p:cNvSpPr/>
          <p:nvPr/>
        </p:nvSpPr>
        <p:spPr>
          <a:xfrm>
            <a:off x="284378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-12-test-input-1-13"/>
          <p:cNvSpPr/>
          <p:nvPr/>
        </p:nvSpPr>
        <p:spPr>
          <a:xfrm>
            <a:off x="303123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-12-test-input-1-14"/>
          <p:cNvSpPr/>
          <p:nvPr/>
        </p:nvSpPr>
        <p:spPr>
          <a:xfrm>
            <a:off x="3218687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-12-test-input-1-15"/>
          <p:cNvSpPr/>
          <p:nvPr/>
        </p:nvSpPr>
        <p:spPr>
          <a:xfrm>
            <a:off x="3406139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-12-test-input-1-16"/>
          <p:cNvSpPr/>
          <p:nvPr/>
        </p:nvSpPr>
        <p:spPr>
          <a:xfrm>
            <a:off x="3593591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-12-test-input-1-17"/>
          <p:cNvSpPr/>
          <p:nvPr/>
        </p:nvSpPr>
        <p:spPr>
          <a:xfrm>
            <a:off x="378104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-12-test-input-1-18"/>
          <p:cNvSpPr/>
          <p:nvPr/>
        </p:nvSpPr>
        <p:spPr>
          <a:xfrm>
            <a:off x="396849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-12-test-input-1-19"/>
          <p:cNvSpPr/>
          <p:nvPr/>
        </p:nvSpPr>
        <p:spPr>
          <a:xfrm>
            <a:off x="415594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-12-test-input-2-0"/>
          <p:cNvSpPr/>
          <p:nvPr/>
        </p:nvSpPr>
        <p:spPr>
          <a:xfrm>
            <a:off x="5943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-12-test-input-2-1"/>
          <p:cNvSpPr/>
          <p:nvPr/>
        </p:nvSpPr>
        <p:spPr>
          <a:xfrm>
            <a:off x="7818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-12-test-input-2-2"/>
          <p:cNvSpPr/>
          <p:nvPr/>
        </p:nvSpPr>
        <p:spPr>
          <a:xfrm>
            <a:off x="969264" y="2363724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-12-test-input-2-3"/>
          <p:cNvSpPr/>
          <p:nvPr/>
        </p:nvSpPr>
        <p:spPr>
          <a:xfrm>
            <a:off x="11567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-12-test-input-2-4"/>
          <p:cNvSpPr/>
          <p:nvPr/>
        </p:nvSpPr>
        <p:spPr>
          <a:xfrm>
            <a:off x="134416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-12-test-input-2-5"/>
          <p:cNvSpPr/>
          <p:nvPr/>
        </p:nvSpPr>
        <p:spPr>
          <a:xfrm>
            <a:off x="153161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-12-test-input-2-6"/>
          <p:cNvSpPr/>
          <p:nvPr/>
        </p:nvSpPr>
        <p:spPr>
          <a:xfrm>
            <a:off x="171907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-12-test-input-2-7"/>
          <p:cNvSpPr/>
          <p:nvPr/>
        </p:nvSpPr>
        <p:spPr>
          <a:xfrm>
            <a:off x="190652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-12-test-input-2-8"/>
          <p:cNvSpPr/>
          <p:nvPr/>
        </p:nvSpPr>
        <p:spPr>
          <a:xfrm>
            <a:off x="209397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-12-test-input-2-9"/>
          <p:cNvSpPr/>
          <p:nvPr/>
        </p:nvSpPr>
        <p:spPr>
          <a:xfrm>
            <a:off x="228142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-12-test-input-2-10"/>
          <p:cNvSpPr/>
          <p:nvPr/>
        </p:nvSpPr>
        <p:spPr>
          <a:xfrm>
            <a:off x="246887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-12-test-input-2-11"/>
          <p:cNvSpPr/>
          <p:nvPr/>
        </p:nvSpPr>
        <p:spPr>
          <a:xfrm>
            <a:off x="265633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-12-test-input-2-12"/>
          <p:cNvSpPr/>
          <p:nvPr/>
        </p:nvSpPr>
        <p:spPr>
          <a:xfrm>
            <a:off x="284378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-12-test-input-2-13"/>
          <p:cNvSpPr/>
          <p:nvPr/>
        </p:nvSpPr>
        <p:spPr>
          <a:xfrm>
            <a:off x="303123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-12-test-input-2-14"/>
          <p:cNvSpPr/>
          <p:nvPr/>
        </p:nvSpPr>
        <p:spPr>
          <a:xfrm>
            <a:off x="3218687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-12-test-input-2-15"/>
          <p:cNvSpPr/>
          <p:nvPr/>
        </p:nvSpPr>
        <p:spPr>
          <a:xfrm>
            <a:off x="3406139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-12-test-input-2-16"/>
          <p:cNvSpPr/>
          <p:nvPr/>
        </p:nvSpPr>
        <p:spPr>
          <a:xfrm>
            <a:off x="3593591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-12-test-input-2-17"/>
          <p:cNvSpPr/>
          <p:nvPr/>
        </p:nvSpPr>
        <p:spPr>
          <a:xfrm>
            <a:off x="378104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-12-test-input-2-18"/>
          <p:cNvSpPr/>
          <p:nvPr/>
        </p:nvSpPr>
        <p:spPr>
          <a:xfrm>
            <a:off x="396849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-12-test-input-2-19"/>
          <p:cNvSpPr/>
          <p:nvPr/>
        </p:nvSpPr>
        <p:spPr>
          <a:xfrm>
            <a:off x="415594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-12-test-input-3-0"/>
          <p:cNvSpPr/>
          <p:nvPr/>
        </p:nvSpPr>
        <p:spPr>
          <a:xfrm>
            <a:off x="5943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-12-test-input-3-1"/>
          <p:cNvSpPr/>
          <p:nvPr/>
        </p:nvSpPr>
        <p:spPr>
          <a:xfrm>
            <a:off x="78181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-12-test-input-3-2"/>
          <p:cNvSpPr/>
          <p:nvPr/>
        </p:nvSpPr>
        <p:spPr>
          <a:xfrm>
            <a:off x="9692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-12-test-input-3-3"/>
          <p:cNvSpPr/>
          <p:nvPr/>
        </p:nvSpPr>
        <p:spPr>
          <a:xfrm>
            <a:off x="115671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-12-test-input-3-4"/>
          <p:cNvSpPr/>
          <p:nvPr/>
        </p:nvSpPr>
        <p:spPr>
          <a:xfrm>
            <a:off x="13441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-12-test-input-3-5"/>
          <p:cNvSpPr/>
          <p:nvPr/>
        </p:nvSpPr>
        <p:spPr>
          <a:xfrm>
            <a:off x="153161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-12-test-input-3-6"/>
          <p:cNvSpPr/>
          <p:nvPr/>
        </p:nvSpPr>
        <p:spPr>
          <a:xfrm>
            <a:off x="17190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-12-test-input-3-7"/>
          <p:cNvSpPr/>
          <p:nvPr/>
        </p:nvSpPr>
        <p:spPr>
          <a:xfrm>
            <a:off x="190652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-12-test-input-3-8"/>
          <p:cNvSpPr/>
          <p:nvPr/>
        </p:nvSpPr>
        <p:spPr>
          <a:xfrm>
            <a:off x="2093976" y="2551176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-12-test-input-3-9"/>
          <p:cNvSpPr/>
          <p:nvPr/>
        </p:nvSpPr>
        <p:spPr>
          <a:xfrm>
            <a:off x="228142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rid-12-test-input-3-10"/>
          <p:cNvSpPr/>
          <p:nvPr/>
        </p:nvSpPr>
        <p:spPr>
          <a:xfrm>
            <a:off x="246887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grid-12-test-input-3-11"/>
          <p:cNvSpPr/>
          <p:nvPr/>
        </p:nvSpPr>
        <p:spPr>
          <a:xfrm>
            <a:off x="265633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rid-12-test-input-3-12"/>
          <p:cNvSpPr/>
          <p:nvPr/>
        </p:nvSpPr>
        <p:spPr>
          <a:xfrm>
            <a:off x="28437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-12-test-input-3-13"/>
          <p:cNvSpPr/>
          <p:nvPr/>
        </p:nvSpPr>
        <p:spPr>
          <a:xfrm>
            <a:off x="303123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-12-test-input-3-14"/>
          <p:cNvSpPr/>
          <p:nvPr/>
        </p:nvSpPr>
        <p:spPr>
          <a:xfrm>
            <a:off x="3218687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-12-test-input-3-15"/>
          <p:cNvSpPr/>
          <p:nvPr/>
        </p:nvSpPr>
        <p:spPr>
          <a:xfrm>
            <a:off x="3406139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-12-test-input-3-16"/>
          <p:cNvSpPr/>
          <p:nvPr/>
        </p:nvSpPr>
        <p:spPr>
          <a:xfrm>
            <a:off x="3593591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-12-test-input-3-17"/>
          <p:cNvSpPr/>
          <p:nvPr/>
        </p:nvSpPr>
        <p:spPr>
          <a:xfrm>
            <a:off x="378104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-12-test-input-3-18"/>
          <p:cNvSpPr/>
          <p:nvPr/>
        </p:nvSpPr>
        <p:spPr>
          <a:xfrm>
            <a:off x="39684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-12-test-input-3-19"/>
          <p:cNvSpPr/>
          <p:nvPr/>
        </p:nvSpPr>
        <p:spPr>
          <a:xfrm>
            <a:off x="415594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-12-test-input-4-0"/>
          <p:cNvSpPr/>
          <p:nvPr/>
        </p:nvSpPr>
        <p:spPr>
          <a:xfrm>
            <a:off x="59436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-12-test-input-4-1"/>
          <p:cNvSpPr/>
          <p:nvPr/>
        </p:nvSpPr>
        <p:spPr>
          <a:xfrm>
            <a:off x="781812" y="2738627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-12-test-input-4-2"/>
          <p:cNvSpPr/>
          <p:nvPr/>
        </p:nvSpPr>
        <p:spPr>
          <a:xfrm>
            <a:off x="96926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-12-test-input-4-3"/>
          <p:cNvSpPr/>
          <p:nvPr/>
        </p:nvSpPr>
        <p:spPr>
          <a:xfrm>
            <a:off x="115671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-12-test-input-4-4"/>
          <p:cNvSpPr/>
          <p:nvPr/>
        </p:nvSpPr>
        <p:spPr>
          <a:xfrm>
            <a:off x="134416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rid-12-test-input-4-5"/>
          <p:cNvSpPr/>
          <p:nvPr/>
        </p:nvSpPr>
        <p:spPr>
          <a:xfrm>
            <a:off x="1531619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grid-12-test-input-4-6"/>
          <p:cNvSpPr/>
          <p:nvPr/>
        </p:nvSpPr>
        <p:spPr>
          <a:xfrm>
            <a:off x="171907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grid-12-test-input-4-7"/>
          <p:cNvSpPr/>
          <p:nvPr/>
        </p:nvSpPr>
        <p:spPr>
          <a:xfrm>
            <a:off x="190652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-12-test-input-4-8"/>
          <p:cNvSpPr/>
          <p:nvPr/>
        </p:nvSpPr>
        <p:spPr>
          <a:xfrm>
            <a:off x="2093976" y="2738627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-12-test-input-4-9"/>
          <p:cNvSpPr/>
          <p:nvPr/>
        </p:nvSpPr>
        <p:spPr>
          <a:xfrm>
            <a:off x="228142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-12-test-input-4-10"/>
          <p:cNvSpPr/>
          <p:nvPr/>
        </p:nvSpPr>
        <p:spPr>
          <a:xfrm>
            <a:off x="2468879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-12-test-input-4-11"/>
          <p:cNvSpPr/>
          <p:nvPr/>
        </p:nvSpPr>
        <p:spPr>
          <a:xfrm>
            <a:off x="265633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-12-test-input-4-12"/>
          <p:cNvSpPr/>
          <p:nvPr/>
        </p:nvSpPr>
        <p:spPr>
          <a:xfrm>
            <a:off x="284378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-12-test-input-4-13"/>
          <p:cNvSpPr/>
          <p:nvPr/>
        </p:nvSpPr>
        <p:spPr>
          <a:xfrm>
            <a:off x="303123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-12-test-input-4-14"/>
          <p:cNvSpPr/>
          <p:nvPr/>
        </p:nvSpPr>
        <p:spPr>
          <a:xfrm>
            <a:off x="3218687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-12-test-input-4-15"/>
          <p:cNvSpPr/>
          <p:nvPr/>
        </p:nvSpPr>
        <p:spPr>
          <a:xfrm>
            <a:off x="3406139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-12-test-input-4-16"/>
          <p:cNvSpPr/>
          <p:nvPr/>
        </p:nvSpPr>
        <p:spPr>
          <a:xfrm>
            <a:off x="3593591" y="2738627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-12-test-input-4-17"/>
          <p:cNvSpPr/>
          <p:nvPr/>
        </p:nvSpPr>
        <p:spPr>
          <a:xfrm>
            <a:off x="378104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-12-test-input-4-18"/>
          <p:cNvSpPr/>
          <p:nvPr/>
        </p:nvSpPr>
        <p:spPr>
          <a:xfrm>
            <a:off x="3968496" y="273862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-12-test-input-4-19"/>
          <p:cNvSpPr/>
          <p:nvPr/>
        </p:nvSpPr>
        <p:spPr>
          <a:xfrm>
            <a:off x="415594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rid-12-test-input-5-0"/>
          <p:cNvSpPr/>
          <p:nvPr/>
        </p:nvSpPr>
        <p:spPr>
          <a:xfrm>
            <a:off x="5943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rid-12-test-input-5-1"/>
          <p:cNvSpPr/>
          <p:nvPr/>
        </p:nvSpPr>
        <p:spPr>
          <a:xfrm>
            <a:off x="781812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rid-12-test-input-5-2"/>
          <p:cNvSpPr/>
          <p:nvPr/>
        </p:nvSpPr>
        <p:spPr>
          <a:xfrm>
            <a:off x="96926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-12-test-input-5-3"/>
          <p:cNvSpPr/>
          <p:nvPr/>
        </p:nvSpPr>
        <p:spPr>
          <a:xfrm>
            <a:off x="1156716" y="292607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-12-test-input-5-4"/>
          <p:cNvSpPr/>
          <p:nvPr/>
        </p:nvSpPr>
        <p:spPr>
          <a:xfrm>
            <a:off x="134416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-12-test-input-5-5"/>
          <p:cNvSpPr/>
          <p:nvPr/>
        </p:nvSpPr>
        <p:spPr>
          <a:xfrm>
            <a:off x="1531619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-12-test-input-5-6"/>
          <p:cNvSpPr/>
          <p:nvPr/>
        </p:nvSpPr>
        <p:spPr>
          <a:xfrm>
            <a:off x="171907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-12-test-input-5-7"/>
          <p:cNvSpPr/>
          <p:nvPr/>
        </p:nvSpPr>
        <p:spPr>
          <a:xfrm>
            <a:off x="190652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-12-test-input-5-8"/>
          <p:cNvSpPr/>
          <p:nvPr/>
        </p:nvSpPr>
        <p:spPr>
          <a:xfrm>
            <a:off x="2093976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-12-test-input-5-9"/>
          <p:cNvSpPr/>
          <p:nvPr/>
        </p:nvSpPr>
        <p:spPr>
          <a:xfrm>
            <a:off x="228142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-12-test-input-5-10"/>
          <p:cNvSpPr/>
          <p:nvPr/>
        </p:nvSpPr>
        <p:spPr>
          <a:xfrm>
            <a:off x="2468879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-12-test-input-5-11"/>
          <p:cNvSpPr/>
          <p:nvPr/>
        </p:nvSpPr>
        <p:spPr>
          <a:xfrm>
            <a:off x="265633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-12-test-input-5-12"/>
          <p:cNvSpPr/>
          <p:nvPr/>
        </p:nvSpPr>
        <p:spPr>
          <a:xfrm>
            <a:off x="284378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-12-test-input-5-13"/>
          <p:cNvSpPr/>
          <p:nvPr/>
        </p:nvSpPr>
        <p:spPr>
          <a:xfrm>
            <a:off x="303123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-12-test-input-5-14"/>
          <p:cNvSpPr/>
          <p:nvPr/>
        </p:nvSpPr>
        <p:spPr>
          <a:xfrm>
            <a:off x="3218687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rid-12-test-input-5-15"/>
          <p:cNvSpPr/>
          <p:nvPr/>
        </p:nvSpPr>
        <p:spPr>
          <a:xfrm>
            <a:off x="3406139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rid-12-test-input-5-16"/>
          <p:cNvSpPr/>
          <p:nvPr/>
        </p:nvSpPr>
        <p:spPr>
          <a:xfrm>
            <a:off x="3593591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rid-12-test-input-5-17"/>
          <p:cNvSpPr/>
          <p:nvPr/>
        </p:nvSpPr>
        <p:spPr>
          <a:xfrm>
            <a:off x="378104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-12-test-input-5-18"/>
          <p:cNvSpPr/>
          <p:nvPr/>
        </p:nvSpPr>
        <p:spPr>
          <a:xfrm>
            <a:off x="3968496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-12-test-input-5-19"/>
          <p:cNvSpPr/>
          <p:nvPr/>
        </p:nvSpPr>
        <p:spPr>
          <a:xfrm>
            <a:off x="415594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-12-test-input-6-0"/>
          <p:cNvSpPr/>
          <p:nvPr/>
        </p:nvSpPr>
        <p:spPr>
          <a:xfrm>
            <a:off x="5943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-12-test-input-6-1"/>
          <p:cNvSpPr/>
          <p:nvPr/>
        </p:nvSpPr>
        <p:spPr>
          <a:xfrm>
            <a:off x="78181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-12-test-input-6-2"/>
          <p:cNvSpPr/>
          <p:nvPr/>
        </p:nvSpPr>
        <p:spPr>
          <a:xfrm>
            <a:off x="96926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-12-test-input-6-3"/>
          <p:cNvSpPr/>
          <p:nvPr/>
        </p:nvSpPr>
        <p:spPr>
          <a:xfrm>
            <a:off x="115671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-12-test-input-6-4"/>
          <p:cNvSpPr/>
          <p:nvPr/>
        </p:nvSpPr>
        <p:spPr>
          <a:xfrm>
            <a:off x="134416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-12-test-input-6-5"/>
          <p:cNvSpPr/>
          <p:nvPr/>
        </p:nvSpPr>
        <p:spPr>
          <a:xfrm>
            <a:off x="153161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-12-test-input-6-6"/>
          <p:cNvSpPr/>
          <p:nvPr/>
        </p:nvSpPr>
        <p:spPr>
          <a:xfrm>
            <a:off x="171907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-12-test-input-6-7"/>
          <p:cNvSpPr/>
          <p:nvPr/>
        </p:nvSpPr>
        <p:spPr>
          <a:xfrm>
            <a:off x="190652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-12-test-input-6-8"/>
          <p:cNvSpPr/>
          <p:nvPr/>
        </p:nvSpPr>
        <p:spPr>
          <a:xfrm>
            <a:off x="209397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-12-test-input-6-9"/>
          <p:cNvSpPr/>
          <p:nvPr/>
        </p:nvSpPr>
        <p:spPr>
          <a:xfrm>
            <a:off x="22814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rid-12-test-input-6-10"/>
          <p:cNvSpPr/>
          <p:nvPr/>
        </p:nvSpPr>
        <p:spPr>
          <a:xfrm>
            <a:off x="2468879" y="3113532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rid-12-test-input-6-11"/>
          <p:cNvSpPr/>
          <p:nvPr/>
        </p:nvSpPr>
        <p:spPr>
          <a:xfrm>
            <a:off x="265633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rid-12-test-input-6-12"/>
          <p:cNvSpPr/>
          <p:nvPr/>
        </p:nvSpPr>
        <p:spPr>
          <a:xfrm>
            <a:off x="284378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-12-test-input-6-13"/>
          <p:cNvSpPr/>
          <p:nvPr/>
        </p:nvSpPr>
        <p:spPr>
          <a:xfrm>
            <a:off x="303123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-12-test-input-6-14"/>
          <p:cNvSpPr/>
          <p:nvPr/>
        </p:nvSpPr>
        <p:spPr>
          <a:xfrm>
            <a:off x="3218687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-12-test-input-6-15"/>
          <p:cNvSpPr/>
          <p:nvPr/>
        </p:nvSpPr>
        <p:spPr>
          <a:xfrm>
            <a:off x="3406139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-12-test-input-6-16"/>
          <p:cNvSpPr/>
          <p:nvPr/>
        </p:nvSpPr>
        <p:spPr>
          <a:xfrm>
            <a:off x="3593591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-12-test-input-6-17"/>
          <p:cNvSpPr/>
          <p:nvPr/>
        </p:nvSpPr>
        <p:spPr>
          <a:xfrm>
            <a:off x="378104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-12-test-input-6-18"/>
          <p:cNvSpPr/>
          <p:nvPr/>
        </p:nvSpPr>
        <p:spPr>
          <a:xfrm>
            <a:off x="396849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-12-test-input-6-19"/>
          <p:cNvSpPr/>
          <p:nvPr/>
        </p:nvSpPr>
        <p:spPr>
          <a:xfrm>
            <a:off x="4155948" y="311353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-12-test-input-7-0"/>
          <p:cNvSpPr/>
          <p:nvPr/>
        </p:nvSpPr>
        <p:spPr>
          <a:xfrm>
            <a:off x="594360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-12-test-input-7-1"/>
          <p:cNvSpPr/>
          <p:nvPr/>
        </p:nvSpPr>
        <p:spPr>
          <a:xfrm>
            <a:off x="781812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-12-test-input-7-2"/>
          <p:cNvSpPr/>
          <p:nvPr/>
        </p:nvSpPr>
        <p:spPr>
          <a:xfrm>
            <a:off x="96926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-12-test-input-7-3"/>
          <p:cNvSpPr/>
          <p:nvPr/>
        </p:nvSpPr>
        <p:spPr>
          <a:xfrm>
            <a:off x="1156716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-12-test-input-7-4"/>
          <p:cNvSpPr/>
          <p:nvPr/>
        </p:nvSpPr>
        <p:spPr>
          <a:xfrm>
            <a:off x="134416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rid-12-test-input-7-5"/>
          <p:cNvSpPr/>
          <p:nvPr/>
        </p:nvSpPr>
        <p:spPr>
          <a:xfrm>
            <a:off x="1531619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grid-12-test-input-7-6"/>
          <p:cNvSpPr/>
          <p:nvPr/>
        </p:nvSpPr>
        <p:spPr>
          <a:xfrm>
            <a:off x="1719072" y="3300983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id-12-test-input-7-7"/>
          <p:cNvSpPr/>
          <p:nvPr/>
        </p:nvSpPr>
        <p:spPr>
          <a:xfrm>
            <a:off x="190652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-12-test-input-7-8"/>
          <p:cNvSpPr/>
          <p:nvPr/>
        </p:nvSpPr>
        <p:spPr>
          <a:xfrm>
            <a:off x="2093976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-12-test-input-7-9"/>
          <p:cNvSpPr/>
          <p:nvPr/>
        </p:nvSpPr>
        <p:spPr>
          <a:xfrm>
            <a:off x="228142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-12-test-input-7-10"/>
          <p:cNvSpPr/>
          <p:nvPr/>
        </p:nvSpPr>
        <p:spPr>
          <a:xfrm>
            <a:off x="2468879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-12-test-input-7-11"/>
          <p:cNvSpPr/>
          <p:nvPr/>
        </p:nvSpPr>
        <p:spPr>
          <a:xfrm>
            <a:off x="2656332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-12-test-input-7-12"/>
          <p:cNvSpPr/>
          <p:nvPr/>
        </p:nvSpPr>
        <p:spPr>
          <a:xfrm>
            <a:off x="284378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-12-test-input-7-13"/>
          <p:cNvSpPr/>
          <p:nvPr/>
        </p:nvSpPr>
        <p:spPr>
          <a:xfrm>
            <a:off x="3031236" y="3300983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-12-test-input-7-14"/>
          <p:cNvSpPr/>
          <p:nvPr/>
        </p:nvSpPr>
        <p:spPr>
          <a:xfrm>
            <a:off x="3218687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-12-test-input-7-15"/>
          <p:cNvSpPr/>
          <p:nvPr/>
        </p:nvSpPr>
        <p:spPr>
          <a:xfrm>
            <a:off x="3406139" y="3300983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-12-test-input-7-16"/>
          <p:cNvSpPr/>
          <p:nvPr/>
        </p:nvSpPr>
        <p:spPr>
          <a:xfrm>
            <a:off x="3593591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-12-test-input-7-17"/>
          <p:cNvSpPr/>
          <p:nvPr/>
        </p:nvSpPr>
        <p:spPr>
          <a:xfrm>
            <a:off x="378104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-12-test-input-7-18"/>
          <p:cNvSpPr/>
          <p:nvPr/>
        </p:nvSpPr>
        <p:spPr>
          <a:xfrm>
            <a:off x="3968496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-12-test-input-7-19"/>
          <p:cNvSpPr/>
          <p:nvPr/>
        </p:nvSpPr>
        <p:spPr>
          <a:xfrm>
            <a:off x="4155948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rid-12-test-input-8-0"/>
          <p:cNvSpPr/>
          <p:nvPr/>
        </p:nvSpPr>
        <p:spPr>
          <a:xfrm>
            <a:off x="5943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grid-12-test-input-8-1"/>
          <p:cNvSpPr/>
          <p:nvPr/>
        </p:nvSpPr>
        <p:spPr>
          <a:xfrm>
            <a:off x="78181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grid-12-test-input-8-2"/>
          <p:cNvSpPr/>
          <p:nvPr/>
        </p:nvSpPr>
        <p:spPr>
          <a:xfrm>
            <a:off x="9692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-12-test-input-8-3"/>
          <p:cNvSpPr/>
          <p:nvPr/>
        </p:nvSpPr>
        <p:spPr>
          <a:xfrm>
            <a:off x="115671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-12-test-input-8-4"/>
          <p:cNvSpPr/>
          <p:nvPr/>
        </p:nvSpPr>
        <p:spPr>
          <a:xfrm>
            <a:off x="13441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-12-test-input-8-5"/>
          <p:cNvSpPr/>
          <p:nvPr/>
        </p:nvSpPr>
        <p:spPr>
          <a:xfrm>
            <a:off x="1531619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-12-test-input-8-6"/>
          <p:cNvSpPr/>
          <p:nvPr/>
        </p:nvSpPr>
        <p:spPr>
          <a:xfrm>
            <a:off x="171907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-12-test-input-8-7"/>
          <p:cNvSpPr/>
          <p:nvPr/>
        </p:nvSpPr>
        <p:spPr>
          <a:xfrm>
            <a:off x="19065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-12-test-input-8-8"/>
          <p:cNvSpPr/>
          <p:nvPr/>
        </p:nvSpPr>
        <p:spPr>
          <a:xfrm>
            <a:off x="209397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-12-test-input-8-9"/>
          <p:cNvSpPr/>
          <p:nvPr/>
        </p:nvSpPr>
        <p:spPr>
          <a:xfrm>
            <a:off x="228142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-12-test-input-8-10"/>
          <p:cNvSpPr/>
          <p:nvPr/>
        </p:nvSpPr>
        <p:spPr>
          <a:xfrm>
            <a:off x="2468879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-12-test-input-8-11"/>
          <p:cNvSpPr/>
          <p:nvPr/>
        </p:nvSpPr>
        <p:spPr>
          <a:xfrm>
            <a:off x="265633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-12-test-input-8-12"/>
          <p:cNvSpPr/>
          <p:nvPr/>
        </p:nvSpPr>
        <p:spPr>
          <a:xfrm>
            <a:off x="284378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-12-test-input-8-13"/>
          <p:cNvSpPr/>
          <p:nvPr/>
        </p:nvSpPr>
        <p:spPr>
          <a:xfrm>
            <a:off x="303123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-12-test-input-8-14"/>
          <p:cNvSpPr/>
          <p:nvPr/>
        </p:nvSpPr>
        <p:spPr>
          <a:xfrm>
            <a:off x="3218687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rid-12-test-input-8-15"/>
          <p:cNvSpPr/>
          <p:nvPr/>
        </p:nvSpPr>
        <p:spPr>
          <a:xfrm>
            <a:off x="3406139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grid-12-test-input-8-16"/>
          <p:cNvSpPr/>
          <p:nvPr/>
        </p:nvSpPr>
        <p:spPr>
          <a:xfrm>
            <a:off x="3593591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grid-12-test-input-8-17"/>
          <p:cNvSpPr/>
          <p:nvPr/>
        </p:nvSpPr>
        <p:spPr>
          <a:xfrm>
            <a:off x="378104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-12-test-input-8-18"/>
          <p:cNvSpPr/>
          <p:nvPr/>
        </p:nvSpPr>
        <p:spPr>
          <a:xfrm>
            <a:off x="396849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-12-test-input-8-19"/>
          <p:cNvSpPr/>
          <p:nvPr/>
        </p:nvSpPr>
        <p:spPr>
          <a:xfrm>
            <a:off x="415594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-12-test-input-9-0"/>
          <p:cNvSpPr/>
          <p:nvPr/>
        </p:nvSpPr>
        <p:spPr>
          <a:xfrm>
            <a:off x="59436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-12-test-input-9-1"/>
          <p:cNvSpPr/>
          <p:nvPr/>
        </p:nvSpPr>
        <p:spPr>
          <a:xfrm>
            <a:off x="781812" y="3675887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-12-test-input-9-2"/>
          <p:cNvSpPr/>
          <p:nvPr/>
        </p:nvSpPr>
        <p:spPr>
          <a:xfrm>
            <a:off x="96926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-12-test-input-9-3"/>
          <p:cNvSpPr/>
          <p:nvPr/>
        </p:nvSpPr>
        <p:spPr>
          <a:xfrm>
            <a:off x="1156716" y="3675887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-12-test-input-9-4"/>
          <p:cNvSpPr/>
          <p:nvPr/>
        </p:nvSpPr>
        <p:spPr>
          <a:xfrm>
            <a:off x="134416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-12-test-input-9-5"/>
          <p:cNvSpPr/>
          <p:nvPr/>
        </p:nvSpPr>
        <p:spPr>
          <a:xfrm>
            <a:off x="1531619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-12-test-input-9-6"/>
          <p:cNvSpPr/>
          <p:nvPr/>
        </p:nvSpPr>
        <p:spPr>
          <a:xfrm>
            <a:off x="1719072" y="3675887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-12-test-input-9-7"/>
          <p:cNvSpPr/>
          <p:nvPr/>
        </p:nvSpPr>
        <p:spPr>
          <a:xfrm>
            <a:off x="190652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-12-test-input-9-8"/>
          <p:cNvSpPr/>
          <p:nvPr/>
        </p:nvSpPr>
        <p:spPr>
          <a:xfrm>
            <a:off x="2093976" y="3675887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-12-test-input-9-9"/>
          <p:cNvSpPr/>
          <p:nvPr/>
        </p:nvSpPr>
        <p:spPr>
          <a:xfrm>
            <a:off x="228142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rid-12-test-input-9-10"/>
          <p:cNvSpPr/>
          <p:nvPr/>
        </p:nvSpPr>
        <p:spPr>
          <a:xfrm>
            <a:off x="2468879" y="3675887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rid-12-test-input-9-11"/>
          <p:cNvSpPr/>
          <p:nvPr/>
        </p:nvSpPr>
        <p:spPr>
          <a:xfrm>
            <a:off x="265633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grid-12-test-input-9-12"/>
          <p:cNvSpPr/>
          <p:nvPr/>
        </p:nvSpPr>
        <p:spPr>
          <a:xfrm>
            <a:off x="284378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-12-test-input-9-13"/>
          <p:cNvSpPr/>
          <p:nvPr/>
        </p:nvSpPr>
        <p:spPr>
          <a:xfrm>
            <a:off x="3031236" y="3675887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-12-test-input-9-14"/>
          <p:cNvSpPr/>
          <p:nvPr/>
        </p:nvSpPr>
        <p:spPr>
          <a:xfrm>
            <a:off x="3218687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-12-test-input-9-15"/>
          <p:cNvSpPr/>
          <p:nvPr/>
        </p:nvSpPr>
        <p:spPr>
          <a:xfrm>
            <a:off x="3406139" y="3675887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-12-test-input-9-16"/>
          <p:cNvSpPr/>
          <p:nvPr/>
        </p:nvSpPr>
        <p:spPr>
          <a:xfrm>
            <a:off x="3593591" y="367588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-12-test-input-9-17"/>
          <p:cNvSpPr/>
          <p:nvPr/>
        </p:nvSpPr>
        <p:spPr>
          <a:xfrm>
            <a:off x="378104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-12-test-input-9-18"/>
          <p:cNvSpPr/>
          <p:nvPr/>
        </p:nvSpPr>
        <p:spPr>
          <a:xfrm>
            <a:off x="3968496" y="367588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-12-test-input-9-19"/>
          <p:cNvSpPr/>
          <p:nvPr/>
        </p:nvSpPr>
        <p:spPr>
          <a:xfrm>
            <a:off x="4155948" y="367588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-12-test-output-0-0"/>
          <p:cNvSpPr/>
          <p:nvPr/>
        </p:nvSpPr>
        <p:spPr>
          <a:xfrm>
            <a:off x="4709160" y="1988819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-12-test-output-0-1"/>
          <p:cNvSpPr/>
          <p:nvPr/>
        </p:nvSpPr>
        <p:spPr>
          <a:xfrm>
            <a:off x="4896612" y="1988819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-12-test-output-0-2"/>
          <p:cNvSpPr/>
          <p:nvPr/>
        </p:nvSpPr>
        <p:spPr>
          <a:xfrm>
            <a:off x="5084064" y="1988819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-12-test-output-0-3"/>
          <p:cNvSpPr/>
          <p:nvPr/>
        </p:nvSpPr>
        <p:spPr>
          <a:xfrm>
            <a:off x="5271516" y="198881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-12-test-output-0-4"/>
          <p:cNvSpPr/>
          <p:nvPr/>
        </p:nvSpPr>
        <p:spPr>
          <a:xfrm>
            <a:off x="545896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rid-12-test-output-0-5"/>
          <p:cNvSpPr/>
          <p:nvPr/>
        </p:nvSpPr>
        <p:spPr>
          <a:xfrm>
            <a:off x="5646420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rid-12-test-output-0-6"/>
          <p:cNvSpPr/>
          <p:nvPr/>
        </p:nvSpPr>
        <p:spPr>
          <a:xfrm>
            <a:off x="583387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rid-12-test-output-0-7"/>
          <p:cNvSpPr/>
          <p:nvPr/>
        </p:nvSpPr>
        <p:spPr>
          <a:xfrm>
            <a:off x="602132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rid-12-test-output-0-8"/>
          <p:cNvSpPr/>
          <p:nvPr/>
        </p:nvSpPr>
        <p:spPr>
          <a:xfrm>
            <a:off x="620877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rid-12-test-output-0-9"/>
          <p:cNvSpPr/>
          <p:nvPr/>
        </p:nvSpPr>
        <p:spPr>
          <a:xfrm>
            <a:off x="639622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grid-12-test-output-0-10"/>
          <p:cNvSpPr/>
          <p:nvPr/>
        </p:nvSpPr>
        <p:spPr>
          <a:xfrm>
            <a:off x="6583680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rid-12-test-output-0-11"/>
          <p:cNvSpPr/>
          <p:nvPr/>
        </p:nvSpPr>
        <p:spPr>
          <a:xfrm>
            <a:off x="677113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rid-12-test-output-0-12"/>
          <p:cNvSpPr/>
          <p:nvPr/>
        </p:nvSpPr>
        <p:spPr>
          <a:xfrm>
            <a:off x="695858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rid-12-test-output-0-13"/>
          <p:cNvSpPr/>
          <p:nvPr/>
        </p:nvSpPr>
        <p:spPr>
          <a:xfrm>
            <a:off x="714603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grid-12-test-output-0-14"/>
          <p:cNvSpPr/>
          <p:nvPr/>
        </p:nvSpPr>
        <p:spPr>
          <a:xfrm>
            <a:off x="733348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rid-12-test-output-0-15"/>
          <p:cNvSpPr/>
          <p:nvPr/>
        </p:nvSpPr>
        <p:spPr>
          <a:xfrm>
            <a:off x="7520940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rid-12-test-output-0-16"/>
          <p:cNvSpPr/>
          <p:nvPr/>
        </p:nvSpPr>
        <p:spPr>
          <a:xfrm>
            <a:off x="7708392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id-12-test-output-0-17"/>
          <p:cNvSpPr/>
          <p:nvPr/>
        </p:nvSpPr>
        <p:spPr>
          <a:xfrm>
            <a:off x="7895844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id-12-test-output-0-18"/>
          <p:cNvSpPr/>
          <p:nvPr/>
        </p:nvSpPr>
        <p:spPr>
          <a:xfrm>
            <a:off x="8083296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rid-12-test-output-0-19"/>
          <p:cNvSpPr/>
          <p:nvPr/>
        </p:nvSpPr>
        <p:spPr>
          <a:xfrm>
            <a:off x="8270748" y="198881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grid-12-test-output-1-0"/>
          <p:cNvSpPr/>
          <p:nvPr/>
        </p:nvSpPr>
        <p:spPr>
          <a:xfrm>
            <a:off x="4709160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rid-12-test-output-1-1"/>
          <p:cNvSpPr/>
          <p:nvPr/>
        </p:nvSpPr>
        <p:spPr>
          <a:xfrm>
            <a:off x="489661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grid-12-test-output-1-2"/>
          <p:cNvSpPr/>
          <p:nvPr/>
        </p:nvSpPr>
        <p:spPr>
          <a:xfrm>
            <a:off x="5084064" y="2176272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rid-12-test-output-1-3"/>
          <p:cNvSpPr/>
          <p:nvPr/>
        </p:nvSpPr>
        <p:spPr>
          <a:xfrm>
            <a:off x="527151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rid-12-test-output-1-4"/>
          <p:cNvSpPr/>
          <p:nvPr/>
        </p:nvSpPr>
        <p:spPr>
          <a:xfrm>
            <a:off x="545896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rid-12-test-output-1-5"/>
          <p:cNvSpPr/>
          <p:nvPr/>
        </p:nvSpPr>
        <p:spPr>
          <a:xfrm>
            <a:off x="564642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grid-12-test-output-1-6"/>
          <p:cNvSpPr/>
          <p:nvPr/>
        </p:nvSpPr>
        <p:spPr>
          <a:xfrm>
            <a:off x="583387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rid-12-test-output-1-7"/>
          <p:cNvSpPr/>
          <p:nvPr/>
        </p:nvSpPr>
        <p:spPr>
          <a:xfrm>
            <a:off x="602132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grid-12-test-output-1-8"/>
          <p:cNvSpPr/>
          <p:nvPr/>
        </p:nvSpPr>
        <p:spPr>
          <a:xfrm>
            <a:off x="620877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grid-12-test-output-1-9"/>
          <p:cNvSpPr/>
          <p:nvPr/>
        </p:nvSpPr>
        <p:spPr>
          <a:xfrm>
            <a:off x="639622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grid-12-test-output-1-10"/>
          <p:cNvSpPr/>
          <p:nvPr/>
        </p:nvSpPr>
        <p:spPr>
          <a:xfrm>
            <a:off x="658368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rid-12-test-output-1-11"/>
          <p:cNvSpPr/>
          <p:nvPr/>
        </p:nvSpPr>
        <p:spPr>
          <a:xfrm>
            <a:off x="6771132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rid-12-test-output-1-12"/>
          <p:cNvSpPr/>
          <p:nvPr/>
        </p:nvSpPr>
        <p:spPr>
          <a:xfrm>
            <a:off x="695858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grid-12-test-output-1-13"/>
          <p:cNvSpPr/>
          <p:nvPr/>
        </p:nvSpPr>
        <p:spPr>
          <a:xfrm>
            <a:off x="714603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grid-12-test-output-1-14"/>
          <p:cNvSpPr/>
          <p:nvPr/>
        </p:nvSpPr>
        <p:spPr>
          <a:xfrm>
            <a:off x="733348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rid-12-test-output-1-15"/>
          <p:cNvSpPr/>
          <p:nvPr/>
        </p:nvSpPr>
        <p:spPr>
          <a:xfrm>
            <a:off x="7520940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grid-12-test-output-1-16"/>
          <p:cNvSpPr/>
          <p:nvPr/>
        </p:nvSpPr>
        <p:spPr>
          <a:xfrm>
            <a:off x="7708392" y="217627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id-12-test-output-1-17"/>
          <p:cNvSpPr/>
          <p:nvPr/>
        </p:nvSpPr>
        <p:spPr>
          <a:xfrm>
            <a:off x="7895844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rid-12-test-output-1-18"/>
          <p:cNvSpPr/>
          <p:nvPr/>
        </p:nvSpPr>
        <p:spPr>
          <a:xfrm>
            <a:off x="8083296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grid-12-test-output-1-19"/>
          <p:cNvSpPr/>
          <p:nvPr/>
        </p:nvSpPr>
        <p:spPr>
          <a:xfrm>
            <a:off x="8270748" y="217627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rid-12-test-output-2-0"/>
          <p:cNvSpPr/>
          <p:nvPr/>
        </p:nvSpPr>
        <p:spPr>
          <a:xfrm>
            <a:off x="470916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grid-12-test-output-2-1"/>
          <p:cNvSpPr/>
          <p:nvPr/>
        </p:nvSpPr>
        <p:spPr>
          <a:xfrm>
            <a:off x="489661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grid-12-test-output-2-2"/>
          <p:cNvSpPr/>
          <p:nvPr/>
        </p:nvSpPr>
        <p:spPr>
          <a:xfrm>
            <a:off x="5084064" y="2363724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grid-12-test-output-2-3"/>
          <p:cNvSpPr/>
          <p:nvPr/>
        </p:nvSpPr>
        <p:spPr>
          <a:xfrm>
            <a:off x="527151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grid-12-test-output-2-4"/>
          <p:cNvSpPr/>
          <p:nvPr/>
        </p:nvSpPr>
        <p:spPr>
          <a:xfrm>
            <a:off x="545896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grid-12-test-output-2-5"/>
          <p:cNvSpPr/>
          <p:nvPr/>
        </p:nvSpPr>
        <p:spPr>
          <a:xfrm>
            <a:off x="564642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grid-12-test-output-2-6"/>
          <p:cNvSpPr/>
          <p:nvPr/>
        </p:nvSpPr>
        <p:spPr>
          <a:xfrm>
            <a:off x="583387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grid-12-test-output-2-7"/>
          <p:cNvSpPr/>
          <p:nvPr/>
        </p:nvSpPr>
        <p:spPr>
          <a:xfrm>
            <a:off x="602132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rid-12-test-output-2-8"/>
          <p:cNvSpPr/>
          <p:nvPr/>
        </p:nvSpPr>
        <p:spPr>
          <a:xfrm>
            <a:off x="620877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grid-12-test-output-2-9"/>
          <p:cNvSpPr/>
          <p:nvPr/>
        </p:nvSpPr>
        <p:spPr>
          <a:xfrm>
            <a:off x="639622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grid-12-test-output-2-10"/>
          <p:cNvSpPr/>
          <p:nvPr/>
        </p:nvSpPr>
        <p:spPr>
          <a:xfrm>
            <a:off x="658368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grid-12-test-output-2-11"/>
          <p:cNvSpPr/>
          <p:nvPr/>
        </p:nvSpPr>
        <p:spPr>
          <a:xfrm>
            <a:off x="6771132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grid-12-test-output-2-12"/>
          <p:cNvSpPr/>
          <p:nvPr/>
        </p:nvSpPr>
        <p:spPr>
          <a:xfrm>
            <a:off x="695858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grid-12-test-output-2-13"/>
          <p:cNvSpPr/>
          <p:nvPr/>
        </p:nvSpPr>
        <p:spPr>
          <a:xfrm>
            <a:off x="714603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grid-12-test-output-2-14"/>
          <p:cNvSpPr/>
          <p:nvPr/>
        </p:nvSpPr>
        <p:spPr>
          <a:xfrm>
            <a:off x="733348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grid-12-test-output-2-15"/>
          <p:cNvSpPr/>
          <p:nvPr/>
        </p:nvSpPr>
        <p:spPr>
          <a:xfrm>
            <a:off x="7520940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rid-12-test-output-2-16"/>
          <p:cNvSpPr/>
          <p:nvPr/>
        </p:nvSpPr>
        <p:spPr>
          <a:xfrm>
            <a:off x="7708392" y="2363724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grid-12-test-output-2-17"/>
          <p:cNvSpPr/>
          <p:nvPr/>
        </p:nvSpPr>
        <p:spPr>
          <a:xfrm>
            <a:off x="7895844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grid-12-test-output-2-18"/>
          <p:cNvSpPr/>
          <p:nvPr/>
        </p:nvSpPr>
        <p:spPr>
          <a:xfrm>
            <a:off x="8083296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grid-12-test-output-2-19"/>
          <p:cNvSpPr/>
          <p:nvPr/>
        </p:nvSpPr>
        <p:spPr>
          <a:xfrm>
            <a:off x="8270748" y="2363724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grid-12-test-output-3-0"/>
          <p:cNvSpPr/>
          <p:nvPr/>
        </p:nvSpPr>
        <p:spPr>
          <a:xfrm>
            <a:off x="470916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grid-12-test-output-3-1"/>
          <p:cNvSpPr/>
          <p:nvPr/>
        </p:nvSpPr>
        <p:spPr>
          <a:xfrm>
            <a:off x="489661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grid-12-test-output-3-2"/>
          <p:cNvSpPr/>
          <p:nvPr/>
        </p:nvSpPr>
        <p:spPr>
          <a:xfrm>
            <a:off x="508406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grid-12-test-output-3-3"/>
          <p:cNvSpPr/>
          <p:nvPr/>
        </p:nvSpPr>
        <p:spPr>
          <a:xfrm>
            <a:off x="527151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rid-12-test-output-3-4"/>
          <p:cNvSpPr/>
          <p:nvPr/>
        </p:nvSpPr>
        <p:spPr>
          <a:xfrm>
            <a:off x="545896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grid-12-test-output-3-5"/>
          <p:cNvSpPr/>
          <p:nvPr/>
        </p:nvSpPr>
        <p:spPr>
          <a:xfrm>
            <a:off x="564642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grid-12-test-output-3-6"/>
          <p:cNvSpPr/>
          <p:nvPr/>
        </p:nvSpPr>
        <p:spPr>
          <a:xfrm>
            <a:off x="583387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grid-12-test-output-3-7"/>
          <p:cNvSpPr/>
          <p:nvPr/>
        </p:nvSpPr>
        <p:spPr>
          <a:xfrm>
            <a:off x="602132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grid-12-test-output-3-8"/>
          <p:cNvSpPr/>
          <p:nvPr/>
        </p:nvSpPr>
        <p:spPr>
          <a:xfrm>
            <a:off x="6208776" y="2551176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grid-12-test-output-3-9"/>
          <p:cNvSpPr/>
          <p:nvPr/>
        </p:nvSpPr>
        <p:spPr>
          <a:xfrm>
            <a:off x="639622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grid-12-test-output-3-10"/>
          <p:cNvSpPr/>
          <p:nvPr/>
        </p:nvSpPr>
        <p:spPr>
          <a:xfrm>
            <a:off x="658368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grid-12-test-output-3-11"/>
          <p:cNvSpPr/>
          <p:nvPr/>
        </p:nvSpPr>
        <p:spPr>
          <a:xfrm>
            <a:off x="6771132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rid-12-test-output-3-12"/>
          <p:cNvSpPr/>
          <p:nvPr/>
        </p:nvSpPr>
        <p:spPr>
          <a:xfrm>
            <a:off x="695858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grid-12-test-output-3-13"/>
          <p:cNvSpPr/>
          <p:nvPr/>
        </p:nvSpPr>
        <p:spPr>
          <a:xfrm>
            <a:off x="714603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grid-12-test-output-3-14"/>
          <p:cNvSpPr/>
          <p:nvPr/>
        </p:nvSpPr>
        <p:spPr>
          <a:xfrm>
            <a:off x="733348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grid-12-test-output-3-15"/>
          <p:cNvSpPr/>
          <p:nvPr/>
        </p:nvSpPr>
        <p:spPr>
          <a:xfrm>
            <a:off x="7520940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grid-12-test-output-3-16"/>
          <p:cNvSpPr/>
          <p:nvPr/>
        </p:nvSpPr>
        <p:spPr>
          <a:xfrm>
            <a:off x="7708392" y="2551176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grid-12-test-output-3-17"/>
          <p:cNvSpPr/>
          <p:nvPr/>
        </p:nvSpPr>
        <p:spPr>
          <a:xfrm>
            <a:off x="7895844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grid-12-test-output-3-18"/>
          <p:cNvSpPr/>
          <p:nvPr/>
        </p:nvSpPr>
        <p:spPr>
          <a:xfrm>
            <a:off x="8083296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grid-12-test-output-3-19"/>
          <p:cNvSpPr/>
          <p:nvPr/>
        </p:nvSpPr>
        <p:spPr>
          <a:xfrm>
            <a:off x="8270748" y="2551176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rid-12-test-output-4-0"/>
          <p:cNvSpPr/>
          <p:nvPr/>
        </p:nvSpPr>
        <p:spPr>
          <a:xfrm>
            <a:off x="470916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grid-12-test-output-4-1"/>
          <p:cNvSpPr/>
          <p:nvPr/>
        </p:nvSpPr>
        <p:spPr>
          <a:xfrm>
            <a:off x="4896612" y="2738627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grid-12-test-output-4-2"/>
          <p:cNvSpPr/>
          <p:nvPr/>
        </p:nvSpPr>
        <p:spPr>
          <a:xfrm>
            <a:off x="508406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grid-12-test-output-4-3"/>
          <p:cNvSpPr/>
          <p:nvPr/>
        </p:nvSpPr>
        <p:spPr>
          <a:xfrm>
            <a:off x="527151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grid-12-test-output-4-4"/>
          <p:cNvSpPr/>
          <p:nvPr/>
        </p:nvSpPr>
        <p:spPr>
          <a:xfrm>
            <a:off x="545896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grid-12-test-output-4-5"/>
          <p:cNvSpPr/>
          <p:nvPr/>
        </p:nvSpPr>
        <p:spPr>
          <a:xfrm>
            <a:off x="564642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grid-12-test-output-4-6"/>
          <p:cNvSpPr/>
          <p:nvPr/>
        </p:nvSpPr>
        <p:spPr>
          <a:xfrm>
            <a:off x="583387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grid-12-test-output-4-7"/>
          <p:cNvSpPr/>
          <p:nvPr/>
        </p:nvSpPr>
        <p:spPr>
          <a:xfrm>
            <a:off x="602132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rid-12-test-output-4-8"/>
          <p:cNvSpPr/>
          <p:nvPr/>
        </p:nvSpPr>
        <p:spPr>
          <a:xfrm>
            <a:off x="6208776" y="2738627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grid-12-test-output-4-9"/>
          <p:cNvSpPr/>
          <p:nvPr/>
        </p:nvSpPr>
        <p:spPr>
          <a:xfrm>
            <a:off x="639622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grid-12-test-output-4-10"/>
          <p:cNvSpPr/>
          <p:nvPr/>
        </p:nvSpPr>
        <p:spPr>
          <a:xfrm>
            <a:off x="658368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grid-12-test-output-4-11"/>
          <p:cNvSpPr/>
          <p:nvPr/>
        </p:nvSpPr>
        <p:spPr>
          <a:xfrm>
            <a:off x="6771132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grid-12-test-output-4-12"/>
          <p:cNvSpPr/>
          <p:nvPr/>
        </p:nvSpPr>
        <p:spPr>
          <a:xfrm>
            <a:off x="695858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grid-12-test-output-4-13"/>
          <p:cNvSpPr/>
          <p:nvPr/>
        </p:nvSpPr>
        <p:spPr>
          <a:xfrm>
            <a:off x="7146036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grid-12-test-output-4-14"/>
          <p:cNvSpPr/>
          <p:nvPr/>
        </p:nvSpPr>
        <p:spPr>
          <a:xfrm>
            <a:off x="733348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grid-12-test-output-4-15"/>
          <p:cNvSpPr/>
          <p:nvPr/>
        </p:nvSpPr>
        <p:spPr>
          <a:xfrm>
            <a:off x="7520940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rid-12-test-output-4-16"/>
          <p:cNvSpPr/>
          <p:nvPr/>
        </p:nvSpPr>
        <p:spPr>
          <a:xfrm>
            <a:off x="7708392" y="2738627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grid-12-test-output-4-17"/>
          <p:cNvSpPr/>
          <p:nvPr/>
        </p:nvSpPr>
        <p:spPr>
          <a:xfrm>
            <a:off x="7895844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grid-12-test-output-4-18"/>
          <p:cNvSpPr/>
          <p:nvPr/>
        </p:nvSpPr>
        <p:spPr>
          <a:xfrm>
            <a:off x="8083296" y="273862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grid-12-test-output-4-19"/>
          <p:cNvSpPr/>
          <p:nvPr/>
        </p:nvSpPr>
        <p:spPr>
          <a:xfrm>
            <a:off x="8270748" y="273862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grid-12-test-output-5-0"/>
          <p:cNvSpPr/>
          <p:nvPr/>
        </p:nvSpPr>
        <p:spPr>
          <a:xfrm>
            <a:off x="470916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grid-12-test-output-5-1"/>
          <p:cNvSpPr/>
          <p:nvPr/>
        </p:nvSpPr>
        <p:spPr>
          <a:xfrm>
            <a:off x="4896612" y="2926079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grid-12-test-output-5-2"/>
          <p:cNvSpPr/>
          <p:nvPr/>
        </p:nvSpPr>
        <p:spPr>
          <a:xfrm>
            <a:off x="508406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grid-12-test-output-5-3"/>
          <p:cNvSpPr/>
          <p:nvPr/>
        </p:nvSpPr>
        <p:spPr>
          <a:xfrm>
            <a:off x="5271516" y="2926079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rid-12-test-output-5-4"/>
          <p:cNvSpPr/>
          <p:nvPr/>
        </p:nvSpPr>
        <p:spPr>
          <a:xfrm>
            <a:off x="545896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grid-12-test-output-5-5"/>
          <p:cNvSpPr/>
          <p:nvPr/>
        </p:nvSpPr>
        <p:spPr>
          <a:xfrm>
            <a:off x="564642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grid-12-test-output-5-6"/>
          <p:cNvSpPr/>
          <p:nvPr/>
        </p:nvSpPr>
        <p:spPr>
          <a:xfrm>
            <a:off x="583387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grid-12-test-output-5-7"/>
          <p:cNvSpPr/>
          <p:nvPr/>
        </p:nvSpPr>
        <p:spPr>
          <a:xfrm>
            <a:off x="602132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grid-12-test-output-5-8"/>
          <p:cNvSpPr/>
          <p:nvPr/>
        </p:nvSpPr>
        <p:spPr>
          <a:xfrm>
            <a:off x="6208776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grid-12-test-output-5-9"/>
          <p:cNvSpPr/>
          <p:nvPr/>
        </p:nvSpPr>
        <p:spPr>
          <a:xfrm>
            <a:off x="639622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grid-12-test-output-5-10"/>
          <p:cNvSpPr/>
          <p:nvPr/>
        </p:nvSpPr>
        <p:spPr>
          <a:xfrm>
            <a:off x="658368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grid-12-test-output-5-11"/>
          <p:cNvSpPr/>
          <p:nvPr/>
        </p:nvSpPr>
        <p:spPr>
          <a:xfrm>
            <a:off x="6771132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rid-12-test-output-5-12"/>
          <p:cNvSpPr/>
          <p:nvPr/>
        </p:nvSpPr>
        <p:spPr>
          <a:xfrm>
            <a:off x="695858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grid-12-test-output-5-13"/>
          <p:cNvSpPr/>
          <p:nvPr/>
        </p:nvSpPr>
        <p:spPr>
          <a:xfrm>
            <a:off x="7146036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grid-12-test-output-5-14"/>
          <p:cNvSpPr/>
          <p:nvPr/>
        </p:nvSpPr>
        <p:spPr>
          <a:xfrm>
            <a:off x="733348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grid-12-test-output-5-15"/>
          <p:cNvSpPr/>
          <p:nvPr/>
        </p:nvSpPr>
        <p:spPr>
          <a:xfrm>
            <a:off x="7520940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rid-12-test-output-5-16"/>
          <p:cNvSpPr/>
          <p:nvPr/>
        </p:nvSpPr>
        <p:spPr>
          <a:xfrm>
            <a:off x="7708392" y="2926079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rid-12-test-output-5-17"/>
          <p:cNvSpPr/>
          <p:nvPr/>
        </p:nvSpPr>
        <p:spPr>
          <a:xfrm>
            <a:off x="7895844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grid-12-test-output-5-18"/>
          <p:cNvSpPr/>
          <p:nvPr/>
        </p:nvSpPr>
        <p:spPr>
          <a:xfrm>
            <a:off x="8083296" y="2926079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rid-12-test-output-5-19"/>
          <p:cNvSpPr/>
          <p:nvPr/>
        </p:nvSpPr>
        <p:spPr>
          <a:xfrm>
            <a:off x="8270748" y="2926079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rid-12-test-output-6-0"/>
          <p:cNvSpPr/>
          <p:nvPr/>
        </p:nvSpPr>
        <p:spPr>
          <a:xfrm>
            <a:off x="470916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grid-12-test-output-6-1"/>
          <p:cNvSpPr/>
          <p:nvPr/>
        </p:nvSpPr>
        <p:spPr>
          <a:xfrm>
            <a:off x="4896612" y="3113532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grid-12-test-output-6-2"/>
          <p:cNvSpPr/>
          <p:nvPr/>
        </p:nvSpPr>
        <p:spPr>
          <a:xfrm>
            <a:off x="508406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grid-12-test-output-6-3"/>
          <p:cNvSpPr/>
          <p:nvPr/>
        </p:nvSpPr>
        <p:spPr>
          <a:xfrm>
            <a:off x="5271516" y="3113532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grid-12-test-output-6-4"/>
          <p:cNvSpPr/>
          <p:nvPr/>
        </p:nvSpPr>
        <p:spPr>
          <a:xfrm>
            <a:off x="545896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grid-12-test-output-6-5"/>
          <p:cNvSpPr/>
          <p:nvPr/>
        </p:nvSpPr>
        <p:spPr>
          <a:xfrm>
            <a:off x="564642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grid-12-test-output-6-6"/>
          <p:cNvSpPr/>
          <p:nvPr/>
        </p:nvSpPr>
        <p:spPr>
          <a:xfrm>
            <a:off x="583387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grid-12-test-output-6-7"/>
          <p:cNvSpPr/>
          <p:nvPr/>
        </p:nvSpPr>
        <p:spPr>
          <a:xfrm>
            <a:off x="602132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grid-12-test-output-6-8"/>
          <p:cNvSpPr/>
          <p:nvPr/>
        </p:nvSpPr>
        <p:spPr>
          <a:xfrm>
            <a:off x="6208776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grid-12-test-output-6-9"/>
          <p:cNvSpPr/>
          <p:nvPr/>
        </p:nvSpPr>
        <p:spPr>
          <a:xfrm>
            <a:off x="639622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grid-12-test-output-6-10"/>
          <p:cNvSpPr/>
          <p:nvPr/>
        </p:nvSpPr>
        <p:spPr>
          <a:xfrm>
            <a:off x="6583680" y="3113532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grid-12-test-output-6-11"/>
          <p:cNvSpPr/>
          <p:nvPr/>
        </p:nvSpPr>
        <p:spPr>
          <a:xfrm>
            <a:off x="6771132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grid-12-test-output-6-12"/>
          <p:cNvSpPr/>
          <p:nvPr/>
        </p:nvSpPr>
        <p:spPr>
          <a:xfrm>
            <a:off x="695858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grid-12-test-output-6-13"/>
          <p:cNvSpPr/>
          <p:nvPr/>
        </p:nvSpPr>
        <p:spPr>
          <a:xfrm>
            <a:off x="7146036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grid-12-test-output-6-14"/>
          <p:cNvSpPr/>
          <p:nvPr/>
        </p:nvSpPr>
        <p:spPr>
          <a:xfrm>
            <a:off x="7333488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grid-12-test-output-6-15"/>
          <p:cNvSpPr/>
          <p:nvPr/>
        </p:nvSpPr>
        <p:spPr>
          <a:xfrm>
            <a:off x="7520940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grid-12-test-output-6-16"/>
          <p:cNvSpPr/>
          <p:nvPr/>
        </p:nvSpPr>
        <p:spPr>
          <a:xfrm>
            <a:off x="7708392" y="3113532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grid-12-test-output-6-17"/>
          <p:cNvSpPr/>
          <p:nvPr/>
        </p:nvSpPr>
        <p:spPr>
          <a:xfrm>
            <a:off x="7895844" y="3113532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grid-12-test-output-6-18"/>
          <p:cNvSpPr/>
          <p:nvPr/>
        </p:nvSpPr>
        <p:spPr>
          <a:xfrm>
            <a:off x="8083296" y="311353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grid-12-test-output-6-19"/>
          <p:cNvSpPr/>
          <p:nvPr/>
        </p:nvSpPr>
        <p:spPr>
          <a:xfrm>
            <a:off x="8270748" y="3113532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grid-12-test-output-7-0"/>
          <p:cNvSpPr/>
          <p:nvPr/>
        </p:nvSpPr>
        <p:spPr>
          <a:xfrm>
            <a:off x="4709160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grid-12-test-output-7-1"/>
          <p:cNvSpPr/>
          <p:nvPr/>
        </p:nvSpPr>
        <p:spPr>
          <a:xfrm>
            <a:off x="4896612" y="3300983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grid-12-test-output-7-2"/>
          <p:cNvSpPr/>
          <p:nvPr/>
        </p:nvSpPr>
        <p:spPr>
          <a:xfrm>
            <a:off x="508406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grid-12-test-output-7-3"/>
          <p:cNvSpPr/>
          <p:nvPr/>
        </p:nvSpPr>
        <p:spPr>
          <a:xfrm>
            <a:off x="5271516" y="3300983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grid-12-test-output-7-4"/>
          <p:cNvSpPr/>
          <p:nvPr/>
        </p:nvSpPr>
        <p:spPr>
          <a:xfrm>
            <a:off x="545896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grid-12-test-output-7-5"/>
          <p:cNvSpPr/>
          <p:nvPr/>
        </p:nvSpPr>
        <p:spPr>
          <a:xfrm>
            <a:off x="5646420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grid-12-test-output-7-6"/>
          <p:cNvSpPr/>
          <p:nvPr/>
        </p:nvSpPr>
        <p:spPr>
          <a:xfrm>
            <a:off x="5833872" y="3300983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grid-12-test-output-7-7"/>
          <p:cNvSpPr/>
          <p:nvPr/>
        </p:nvSpPr>
        <p:spPr>
          <a:xfrm>
            <a:off x="602132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grid-12-test-output-7-8"/>
          <p:cNvSpPr/>
          <p:nvPr/>
        </p:nvSpPr>
        <p:spPr>
          <a:xfrm>
            <a:off x="6208776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grid-12-test-output-7-9"/>
          <p:cNvSpPr/>
          <p:nvPr/>
        </p:nvSpPr>
        <p:spPr>
          <a:xfrm>
            <a:off x="639622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grid-12-test-output-7-10"/>
          <p:cNvSpPr/>
          <p:nvPr/>
        </p:nvSpPr>
        <p:spPr>
          <a:xfrm>
            <a:off x="6583680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grid-12-test-output-7-11"/>
          <p:cNvSpPr/>
          <p:nvPr/>
        </p:nvSpPr>
        <p:spPr>
          <a:xfrm>
            <a:off x="6771132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grid-12-test-output-7-12"/>
          <p:cNvSpPr/>
          <p:nvPr/>
        </p:nvSpPr>
        <p:spPr>
          <a:xfrm>
            <a:off x="695858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grid-12-test-output-7-13"/>
          <p:cNvSpPr/>
          <p:nvPr/>
        </p:nvSpPr>
        <p:spPr>
          <a:xfrm>
            <a:off x="7146036" y="3300983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grid-12-test-output-7-14"/>
          <p:cNvSpPr/>
          <p:nvPr/>
        </p:nvSpPr>
        <p:spPr>
          <a:xfrm>
            <a:off x="7333488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grid-12-test-output-7-15"/>
          <p:cNvSpPr/>
          <p:nvPr/>
        </p:nvSpPr>
        <p:spPr>
          <a:xfrm>
            <a:off x="7520940" y="3300983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grid-12-test-output-7-16"/>
          <p:cNvSpPr/>
          <p:nvPr/>
        </p:nvSpPr>
        <p:spPr>
          <a:xfrm>
            <a:off x="7708392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grid-12-test-output-7-17"/>
          <p:cNvSpPr/>
          <p:nvPr/>
        </p:nvSpPr>
        <p:spPr>
          <a:xfrm>
            <a:off x="7895844" y="3300983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grid-12-test-output-7-18"/>
          <p:cNvSpPr/>
          <p:nvPr/>
        </p:nvSpPr>
        <p:spPr>
          <a:xfrm>
            <a:off x="8083296" y="3300983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grid-12-test-output-7-19"/>
          <p:cNvSpPr/>
          <p:nvPr/>
        </p:nvSpPr>
        <p:spPr>
          <a:xfrm>
            <a:off x="8270748" y="3300983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grid-12-test-output-8-0"/>
          <p:cNvSpPr/>
          <p:nvPr/>
        </p:nvSpPr>
        <p:spPr>
          <a:xfrm>
            <a:off x="470916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grid-12-test-output-8-1"/>
          <p:cNvSpPr/>
          <p:nvPr/>
        </p:nvSpPr>
        <p:spPr>
          <a:xfrm>
            <a:off x="4896612" y="3488435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grid-12-test-output-8-2"/>
          <p:cNvSpPr/>
          <p:nvPr/>
        </p:nvSpPr>
        <p:spPr>
          <a:xfrm>
            <a:off x="508406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grid-12-test-output-8-3"/>
          <p:cNvSpPr/>
          <p:nvPr/>
        </p:nvSpPr>
        <p:spPr>
          <a:xfrm>
            <a:off x="5271516" y="3488435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grid-12-test-output-8-4"/>
          <p:cNvSpPr/>
          <p:nvPr/>
        </p:nvSpPr>
        <p:spPr>
          <a:xfrm>
            <a:off x="545896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grid-12-test-output-8-5"/>
          <p:cNvSpPr/>
          <p:nvPr/>
        </p:nvSpPr>
        <p:spPr>
          <a:xfrm>
            <a:off x="5646420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grid-12-test-output-8-6"/>
          <p:cNvSpPr/>
          <p:nvPr/>
        </p:nvSpPr>
        <p:spPr>
          <a:xfrm>
            <a:off x="5833872" y="3488435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grid-12-test-output-8-7"/>
          <p:cNvSpPr/>
          <p:nvPr/>
        </p:nvSpPr>
        <p:spPr>
          <a:xfrm>
            <a:off x="602132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grid-12-test-output-8-8"/>
          <p:cNvSpPr/>
          <p:nvPr/>
        </p:nvSpPr>
        <p:spPr>
          <a:xfrm>
            <a:off x="620877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grid-12-test-output-8-9"/>
          <p:cNvSpPr/>
          <p:nvPr/>
        </p:nvSpPr>
        <p:spPr>
          <a:xfrm>
            <a:off x="639622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grid-12-test-output-8-10"/>
          <p:cNvSpPr/>
          <p:nvPr/>
        </p:nvSpPr>
        <p:spPr>
          <a:xfrm>
            <a:off x="6583680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grid-12-test-output-8-11"/>
          <p:cNvSpPr/>
          <p:nvPr/>
        </p:nvSpPr>
        <p:spPr>
          <a:xfrm>
            <a:off x="6771132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grid-12-test-output-8-12"/>
          <p:cNvSpPr/>
          <p:nvPr/>
        </p:nvSpPr>
        <p:spPr>
          <a:xfrm>
            <a:off x="695858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grid-12-test-output-8-13"/>
          <p:cNvSpPr/>
          <p:nvPr/>
        </p:nvSpPr>
        <p:spPr>
          <a:xfrm>
            <a:off x="7146036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grid-12-test-output-8-14"/>
          <p:cNvSpPr/>
          <p:nvPr/>
        </p:nvSpPr>
        <p:spPr>
          <a:xfrm>
            <a:off x="7333488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grid-12-test-output-8-15"/>
          <p:cNvSpPr/>
          <p:nvPr/>
        </p:nvSpPr>
        <p:spPr>
          <a:xfrm>
            <a:off x="7520940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grid-12-test-output-8-16"/>
          <p:cNvSpPr/>
          <p:nvPr/>
        </p:nvSpPr>
        <p:spPr>
          <a:xfrm>
            <a:off x="7708392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grid-12-test-output-8-17"/>
          <p:cNvSpPr/>
          <p:nvPr/>
        </p:nvSpPr>
        <p:spPr>
          <a:xfrm>
            <a:off x="7895844" y="3488435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grid-12-test-output-8-18"/>
          <p:cNvSpPr/>
          <p:nvPr/>
        </p:nvSpPr>
        <p:spPr>
          <a:xfrm>
            <a:off x="8083296" y="3488435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grid-12-test-output-8-19"/>
          <p:cNvSpPr/>
          <p:nvPr/>
        </p:nvSpPr>
        <p:spPr>
          <a:xfrm>
            <a:off x="8270748" y="3488435"/>
            <a:ext cx="187452" cy="187452"/>
          </a:xfrm>
          <a:prstGeom prst="rect">
            <a:avLst/>
          </a:prstGeom>
          <a:solidFill>
            <a:srgbClr val="AAAAAA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grid-12-test-output-9-0"/>
          <p:cNvSpPr/>
          <p:nvPr/>
        </p:nvSpPr>
        <p:spPr>
          <a:xfrm>
            <a:off x="470916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grid-12-test-output-9-1"/>
          <p:cNvSpPr/>
          <p:nvPr/>
        </p:nvSpPr>
        <p:spPr>
          <a:xfrm>
            <a:off x="4896612" y="3675887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grid-12-test-output-9-2"/>
          <p:cNvSpPr/>
          <p:nvPr/>
        </p:nvSpPr>
        <p:spPr>
          <a:xfrm>
            <a:off x="508406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grid-12-test-output-9-3"/>
          <p:cNvSpPr/>
          <p:nvPr/>
        </p:nvSpPr>
        <p:spPr>
          <a:xfrm>
            <a:off x="5271516" y="3675887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grid-12-test-output-9-4"/>
          <p:cNvSpPr/>
          <p:nvPr/>
        </p:nvSpPr>
        <p:spPr>
          <a:xfrm>
            <a:off x="545896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grid-12-test-output-9-5"/>
          <p:cNvSpPr/>
          <p:nvPr/>
        </p:nvSpPr>
        <p:spPr>
          <a:xfrm>
            <a:off x="5646420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grid-12-test-output-9-6"/>
          <p:cNvSpPr/>
          <p:nvPr/>
        </p:nvSpPr>
        <p:spPr>
          <a:xfrm>
            <a:off x="5833872" y="3675887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grid-12-test-output-9-7"/>
          <p:cNvSpPr/>
          <p:nvPr/>
        </p:nvSpPr>
        <p:spPr>
          <a:xfrm>
            <a:off x="602132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grid-12-test-output-9-8"/>
          <p:cNvSpPr/>
          <p:nvPr/>
        </p:nvSpPr>
        <p:spPr>
          <a:xfrm>
            <a:off x="6208776" y="3675887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grid-12-test-output-9-9"/>
          <p:cNvSpPr/>
          <p:nvPr/>
        </p:nvSpPr>
        <p:spPr>
          <a:xfrm>
            <a:off x="639622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grid-12-test-output-9-10"/>
          <p:cNvSpPr/>
          <p:nvPr/>
        </p:nvSpPr>
        <p:spPr>
          <a:xfrm>
            <a:off x="6583680" y="3675887"/>
            <a:ext cx="187452" cy="187452"/>
          </a:xfrm>
          <a:prstGeom prst="rect">
            <a:avLst/>
          </a:prstGeom>
          <a:solidFill>
            <a:srgbClr val="2ECC4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grid-12-test-output-9-11"/>
          <p:cNvSpPr/>
          <p:nvPr/>
        </p:nvSpPr>
        <p:spPr>
          <a:xfrm>
            <a:off x="6771132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grid-12-test-output-9-12"/>
          <p:cNvSpPr/>
          <p:nvPr/>
        </p:nvSpPr>
        <p:spPr>
          <a:xfrm>
            <a:off x="695858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grid-12-test-output-9-13"/>
          <p:cNvSpPr/>
          <p:nvPr/>
        </p:nvSpPr>
        <p:spPr>
          <a:xfrm>
            <a:off x="7146036" y="3675887"/>
            <a:ext cx="187452" cy="187452"/>
          </a:xfrm>
          <a:prstGeom prst="rect">
            <a:avLst/>
          </a:prstGeom>
          <a:solidFill>
            <a:srgbClr val="FF4136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grid-12-test-output-9-14"/>
          <p:cNvSpPr/>
          <p:nvPr/>
        </p:nvSpPr>
        <p:spPr>
          <a:xfrm>
            <a:off x="7333488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grid-12-test-output-9-15"/>
          <p:cNvSpPr/>
          <p:nvPr/>
        </p:nvSpPr>
        <p:spPr>
          <a:xfrm>
            <a:off x="7520940" y="3675887"/>
            <a:ext cx="187452" cy="187452"/>
          </a:xfrm>
          <a:prstGeom prst="rect">
            <a:avLst/>
          </a:prstGeom>
          <a:solidFill>
            <a:srgbClr val="FFDC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grid-12-test-output-9-16"/>
          <p:cNvSpPr/>
          <p:nvPr/>
        </p:nvSpPr>
        <p:spPr>
          <a:xfrm>
            <a:off x="7708392" y="367588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grid-12-test-output-9-17"/>
          <p:cNvSpPr/>
          <p:nvPr/>
        </p:nvSpPr>
        <p:spPr>
          <a:xfrm>
            <a:off x="7895844" y="3675887"/>
            <a:ext cx="187452" cy="187452"/>
          </a:xfrm>
          <a:prstGeom prst="rect">
            <a:avLst/>
          </a:prstGeom>
          <a:solidFill>
            <a:srgbClr val="000000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grid-12-test-output-9-18"/>
          <p:cNvSpPr/>
          <p:nvPr/>
        </p:nvSpPr>
        <p:spPr>
          <a:xfrm>
            <a:off x="8083296" y="367588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grid-12-test-output-9-19"/>
          <p:cNvSpPr/>
          <p:nvPr/>
        </p:nvSpPr>
        <p:spPr>
          <a:xfrm>
            <a:off x="8270748" y="3675887"/>
            <a:ext cx="187452" cy="187452"/>
          </a:xfrm>
          <a:prstGeom prst="rect">
            <a:avLst/>
          </a:prstGeom>
          <a:solidFill>
            <a:srgbClr val="0074D9"/>
          </a:solidFill>
          <a:ln w="31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594360" y="4251960"/>
            <a:ext cx="7955279" cy="3383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端の色付きセルを手掛かりに、条件に合う高さの棒の内部を同じ色にする。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 / Public Evaluation. ID: 97d7923e. 改訂f3283f7。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https://github.com/arcprize/ARC-AGI-2/blob/f3283f7/data/evaluation/97d7923e.json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公開データと採点の詳細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公開データと採点の詳細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学習集合と公開評価集合のレコード数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公開データと採点の詳細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6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46805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1207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1207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提示例の入出力ペア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1207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テスト入力と正解のペア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両集合の公開JSONを全件集計。格子は各ペアに入力と出力の2枚ある。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ARC-AGI-2: 公開学習1,000課題・公開評価120課題のJSONを全件集計。2026-10-16。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https://github.com/arcprize/ARC-AGI-2/tree/f3283f7/data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学習集合の提示例数の分布（前半）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公開データと採点の詳細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70048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1課題の提示例数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Abstraction and Reasoning Corpus for Artificial General Intelligence v2.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学習集合の提示例数の分布（後半）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公開データと採点の詳細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70048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1課題の提示例数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Abstraction and Reasoning Corpus for Artificial General Intelligence v2.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実例の正解と候補を完全一致で比較する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公開データと採点の詳細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1873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gold = task["test"][0]["output"]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wrong = [row[:] for row in gold]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wrong[0][0] = (wrong[0][0] + 1) % 10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candidates = [wrong, gold]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correct = any(pred == gold for pred in candidates)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# correct: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831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正解を複製して1セル変えた候補と、正解の候補を比較する採点例。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ARCScorer.score_task / score_submission. 公式採点実装。改訂9e2828f。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https://github.com/arcprize/arc-agi-benchmarking/blob/9e2828f/src/arc_agi_benchmarking/scoring/scoring.py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公式実装は課題ごとの得点と費用を集計する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score_taskは各テスト入力の候補を正解と比較し、一つでも完全一致すれば1点とする。課題の得点は、その平均。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score_submissionは各課題の得点を合計し、採点した課題数で割る。併せて費用、トークン数、処理時間を集計する。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公開の評価コードには複数モデルのアダプターがあり、同じ形式で出力と実行条件を保存できる。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公開データと採点の詳細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Foundation. ARCScorer.score_task / score_submission. 公式採点実装。改訂9e2828f。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https://github.com/arcprize/arc-agi-benchmarking/blob/9e2828f/src/arc_agi_benchmarking/scoring/scoring.py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人のテストを使って評価集合の難度を調整する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参加者は90分のセッションに参加し、課題を解くごとに追加の報酬を得た。各候補の解けた割合を難度の指標とした。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評価の3集合は人の平均正解率が1ポイント以内でそろうよう構成した。新作は優先して非公開集合へ割り当てた。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最終採用課題の人によるテスト入力の正解率は66%。論文の人による実験で得られた基準値である。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公開データと採点の詳細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著者と参考文献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CholletのARCをARC Prize Foundationが発展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第一著者のFrançois Cholletは、2019年のOn the Measure of IntelligenceでARCと評価の考え方を提案した。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ARC-AGI-2の共著者はMike Knoop、Gregory Kamradt、Bryan Landers、Henry Pinkard。論文は課題設計、人による実験、評価集合を説明する。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初公開は2025年3月。技術報告の初稿は2025年5月で、本資料では2026年1月の第2版を参照する。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Chollet et al. (2025; 2026改訂). ARC-AGI-2: A New Challenge for Frontier AI Reasoning Systems. arXiv:2505.11831v2.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ARC-AGI-2: A New Challenge for Frontier AI Reasoning Systems"/>
          <p:cNvSpPr txBox="1"/>
          <p:nvPr/>
        </p:nvSpPr>
        <p:spPr>
          <a:xfrm>
            <a:off x="548640" y="1463040"/>
            <a:ext cx="8046720" cy="16209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ARC-AGI-2: A New Challenge for Frontier AI Reasoning Systems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François Chollet, Mike Knoop, Gregory Kamradt, Bryan Landers, Henry Pinkard / 2025初稿・2026改訂 / arXiv:2505.11831v2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課題の作成と選別、人による難度調整、複数の規則を組み合わせる設計、初期モデル評価を説明する。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https://arxiv.org/abs/2505.11831v2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On the Measure of Intelligence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On the Measure of Intelligence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François Chollet / 2019 / arXiv:1911.01547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技能の水準と、新しい課題へ適応する効率を区別し、ARCの形式と基礎となる知識を提案した。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https://arxiv.org/abs/1911.01547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Abstraction and Reasoning Corpus for Artificial General Intelligence v2 (ARC-AGI-2)"/>
          <p:cNvSpPr txBox="1"/>
          <p:nvPr/>
        </p:nvSpPr>
        <p:spPr>
          <a:xfrm>
            <a:off x="548640" y="1463040"/>
            <a:ext cx="8046720" cy="14471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Abstraction and Reasoning Corpus for Artificial General Intelligence v2 (ARC-AGI-2)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 / GitHub / 2026-10-16参照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公開の学習・評価課題、JSONの形式、利用条件、変更履歴を配布する。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Testing systems with ARC-AGI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Testing systems with ARC-AGI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 / GitHub / 2026-10-16参照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モデルへの出題、出力の保存、完全一致による採点、費用・トークン数の集計を行う公式実装。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https://github.com/arcprize/arc-agi-benchmarking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ARC-AGI Toolkit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 Toolkit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ARC Prize Foundation / GitHub / 2026-10-16参照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ARC-AGI-3の対話的な環境を作り、行動・観測・ゲームの進行を扱うPython APIを提供する。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https://github.com/arcprize/ARC-AGI</a:t>
            </a:r>
          </a:p>
        </p:txBody>
      </p:sp>
      <p:sp>
        <p:nvSpPr>
          <p:cNvPr id="5" name="文献 2: Gemini 3.1 Pro"/>
          <p:cNvSpPr txBox="1"/>
          <p:nvPr/>
        </p:nvSpPr>
        <p:spPr>
          <a:xfrm>
            <a:off x="548640" y="3399536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2026 / Model performance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ARC-AGI-2を含むモデル比較と、ARC Prize Verifiedの評価結果を掲載する。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https://deepmind.google/models/gemini/pro/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ARC-AGI-2 — datasets in 10 minutes</dc:title>
  <dc:subject>色付き格子の抽象推論、作成方法、公開評価と採点、ARC-AGI-3との違い</dc:subject>
  <dc:creator>sasakiy84</dc:creator>
  <cp:keywords>ARC-AGI-2,ARC,abstract reasoning,dataset</cp:keywords>
</cp:coreProperties>
</file>