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9" r:id="rId79"/>
    <p:sldId id="330" r:id="rId80"/>
    <p:sldId id="328" r:id="rId7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8" Type="http://schemas.openxmlformats.org/officeDocument/2006/relationships/slide" Target="slides/slide71.xml"/><Relationship Id="rId79" Type="http://schemas.openxmlformats.org/officeDocument/2006/relationships/slide" Target="slides/slide69.xml"/><Relationship Id="rId80" Type="http://schemas.openxmlformats.org/officeDocument/2006/relationships/slide" Target="slides/slide7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6組</c:v>
                </c:pt>
                <c:pt idx="1">
                  <c:v>5組</c:v>
                </c:pt>
                <c:pt idx="2">
                  <c:v>4組</c:v>
                </c:pt>
                <c:pt idx="3">
                  <c:v>3組</c:v>
                </c:pt>
                <c:pt idx="4">
                  <c:v>2組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18</c:v>
                </c:pt>
                <c:pt idx="3">
                  <c:v>61</c:v>
                </c:pt>
                <c:pt idx="4">
                  <c:v>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401〜900セル</c:v>
                </c:pt>
                <c:pt idx="1">
                  <c:v>226〜400セル</c:v>
                </c:pt>
                <c:pt idx="2">
                  <c:v>101〜225セル</c:v>
                </c:pt>
                <c:pt idx="3">
                  <c:v>1〜100セル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</c:v>
                </c:pt>
                <c:pt idx="1">
                  <c:v>39</c:v>
                </c:pt>
                <c:pt idx="2">
                  <c:v>37</c:v>
                </c:pt>
                <c:pt idx="3">
                  <c:v>18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papers/2505.1183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arcprize/ARC-AGI-2/tree/f3283f7/data/evaluatio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arcprize/ARC-AGI-2/tree/f3283f7/data/evaluati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changelog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Relationship Id="rId3" Type="http://schemas.openxmlformats.org/officeDocument/2006/relationships/hyperlink" Target="https://arxiv.org/abs/1911.01547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Relationship Id="rId3" Type="http://schemas.openxmlformats.org/officeDocument/2006/relationships/hyperlink" Target="https://github.com/arcprize/arc-agi-benchmarking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00910"/>
            <a:ext cx="8229600" cy="86868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18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少数の格子の例から規則を見つけ、出力をつくる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抽象推論を評価するデータセット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ARC-AGI-2の論文紹介ページ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ARC-AGI-2: 論文紹介</a:t>
            </a:r>
          </a:p>
        </p:txBody>
      </p:sp>
      <p:pic>
        <p:nvPicPr>
          <p:cNvPr id="4" name="Picture 3" descr="hf-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ARC-AGI-2: A New Challenge for Frontier AI Reasoning Systems. Hugging Face Papers掲載ページ。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https://huggingface.co/papers/2505.11831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格子の変換規則と実例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課題の作成方法と構成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系列の発展と入手方法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少数の入出力例から、新しい出力をつくる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ARC-AGI-2は、色付きの格子に表された物体・数・形・位置関係を使う推論課題の集合である。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各課題でいくつかの入力と出力の例を見て、共通する変換規則を見つける。テスト入力には、その規則を適用して出力をつくる。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出力では、格子の縦横の大きさと、全セルの色を決める。格子は最大30×30、色は0〜9の10種類。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実例は公開評価120課題から選ぶ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本編では、凡例による色の置換、図形の拡大と配置、穴の数による色分けの3課題を紹介する。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実例は公開評価集合の13課題。各課題の提示例1組と、テスト入力1個・その正解を示す。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Appendixでは、条件に応じた移動、経路の復元、周期の延長など、異なる規則の10課題を追加する。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1課題のJSONに提示例とテストをまとめる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内容と役割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規則を推定するための入力・出力の提示例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input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解くべき新しい入力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output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採点に使う正解の出力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公開JSONには正解も含む。出題時は提示例とテスト入力を渡す。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0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0-test-input-0-0"/>
          <p:cNvSpPr/>
          <p:nvPr/>
        </p:nvSpPr>
        <p:spPr>
          <a:xfrm>
            <a:off x="12801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est-input-0-1"/>
          <p:cNvSpPr/>
          <p:nvPr/>
        </p:nvSpPr>
        <p:spPr>
          <a:xfrm>
            <a:off x="146303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est-input-0-2"/>
          <p:cNvSpPr/>
          <p:nvPr/>
        </p:nvSpPr>
        <p:spPr>
          <a:xfrm>
            <a:off x="164591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est-input-0-3"/>
          <p:cNvSpPr/>
          <p:nvPr/>
        </p:nvSpPr>
        <p:spPr>
          <a:xfrm>
            <a:off x="18288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est-input-0-4"/>
          <p:cNvSpPr/>
          <p:nvPr/>
        </p:nvSpPr>
        <p:spPr>
          <a:xfrm>
            <a:off x="20116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est-input-0-5"/>
          <p:cNvSpPr/>
          <p:nvPr/>
        </p:nvSpPr>
        <p:spPr>
          <a:xfrm>
            <a:off x="21945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est-input-0-6"/>
          <p:cNvSpPr/>
          <p:nvPr/>
        </p:nvSpPr>
        <p:spPr>
          <a:xfrm>
            <a:off x="23774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est-input-0-7"/>
          <p:cNvSpPr/>
          <p:nvPr/>
        </p:nvSpPr>
        <p:spPr>
          <a:xfrm>
            <a:off x="25603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est-input-0-8"/>
          <p:cNvSpPr/>
          <p:nvPr/>
        </p:nvSpPr>
        <p:spPr>
          <a:xfrm>
            <a:off x="27432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est-input-0-9"/>
          <p:cNvSpPr/>
          <p:nvPr/>
        </p:nvSpPr>
        <p:spPr>
          <a:xfrm>
            <a:off x="29260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est-input-0-10"/>
          <p:cNvSpPr/>
          <p:nvPr/>
        </p:nvSpPr>
        <p:spPr>
          <a:xfrm>
            <a:off x="31089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est-input-0-11"/>
          <p:cNvSpPr/>
          <p:nvPr/>
        </p:nvSpPr>
        <p:spPr>
          <a:xfrm>
            <a:off x="32918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est-input-0-12"/>
          <p:cNvSpPr/>
          <p:nvPr/>
        </p:nvSpPr>
        <p:spPr>
          <a:xfrm>
            <a:off x="34747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est-input-1-0"/>
          <p:cNvSpPr/>
          <p:nvPr/>
        </p:nvSpPr>
        <p:spPr>
          <a:xfrm>
            <a:off x="12801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est-input-1-1"/>
          <p:cNvSpPr/>
          <p:nvPr/>
        </p:nvSpPr>
        <p:spPr>
          <a:xfrm>
            <a:off x="1463039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est-input-1-2"/>
          <p:cNvSpPr/>
          <p:nvPr/>
        </p:nvSpPr>
        <p:spPr>
          <a:xfrm>
            <a:off x="1645919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est-input-1-3"/>
          <p:cNvSpPr/>
          <p:nvPr/>
        </p:nvSpPr>
        <p:spPr>
          <a:xfrm>
            <a:off x="182880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est-input-1-4"/>
          <p:cNvSpPr/>
          <p:nvPr/>
        </p:nvSpPr>
        <p:spPr>
          <a:xfrm>
            <a:off x="20116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est-input-1-5"/>
          <p:cNvSpPr/>
          <p:nvPr/>
        </p:nvSpPr>
        <p:spPr>
          <a:xfrm>
            <a:off x="21945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est-input-1-6"/>
          <p:cNvSpPr/>
          <p:nvPr/>
        </p:nvSpPr>
        <p:spPr>
          <a:xfrm>
            <a:off x="23774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est-input-1-7"/>
          <p:cNvSpPr/>
          <p:nvPr/>
        </p:nvSpPr>
        <p:spPr>
          <a:xfrm>
            <a:off x="25603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est-input-1-8"/>
          <p:cNvSpPr/>
          <p:nvPr/>
        </p:nvSpPr>
        <p:spPr>
          <a:xfrm>
            <a:off x="27432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est-input-1-9"/>
          <p:cNvSpPr/>
          <p:nvPr/>
        </p:nvSpPr>
        <p:spPr>
          <a:xfrm>
            <a:off x="29260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est-input-1-10"/>
          <p:cNvSpPr/>
          <p:nvPr/>
        </p:nvSpPr>
        <p:spPr>
          <a:xfrm>
            <a:off x="3108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est-input-1-11"/>
          <p:cNvSpPr/>
          <p:nvPr/>
        </p:nvSpPr>
        <p:spPr>
          <a:xfrm>
            <a:off x="32918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est-input-1-12"/>
          <p:cNvSpPr/>
          <p:nvPr/>
        </p:nvSpPr>
        <p:spPr>
          <a:xfrm>
            <a:off x="34747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est-input-2-0"/>
          <p:cNvSpPr/>
          <p:nvPr/>
        </p:nvSpPr>
        <p:spPr>
          <a:xfrm>
            <a:off x="12801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est-input-2-1"/>
          <p:cNvSpPr/>
          <p:nvPr/>
        </p:nvSpPr>
        <p:spPr>
          <a:xfrm>
            <a:off x="146303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est-input-2-2"/>
          <p:cNvSpPr/>
          <p:nvPr/>
        </p:nvSpPr>
        <p:spPr>
          <a:xfrm>
            <a:off x="164591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est-input-2-3"/>
          <p:cNvSpPr/>
          <p:nvPr/>
        </p:nvSpPr>
        <p:spPr>
          <a:xfrm>
            <a:off x="182880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est-input-2-4"/>
          <p:cNvSpPr/>
          <p:nvPr/>
        </p:nvSpPr>
        <p:spPr>
          <a:xfrm>
            <a:off x="20116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est-input-2-5"/>
          <p:cNvSpPr/>
          <p:nvPr/>
        </p:nvSpPr>
        <p:spPr>
          <a:xfrm>
            <a:off x="21945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est-input-2-6"/>
          <p:cNvSpPr/>
          <p:nvPr/>
        </p:nvSpPr>
        <p:spPr>
          <a:xfrm>
            <a:off x="23774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est-input-2-7"/>
          <p:cNvSpPr/>
          <p:nvPr/>
        </p:nvSpPr>
        <p:spPr>
          <a:xfrm>
            <a:off x="25603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est-input-2-8"/>
          <p:cNvSpPr/>
          <p:nvPr/>
        </p:nvSpPr>
        <p:spPr>
          <a:xfrm>
            <a:off x="27432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est-input-2-9"/>
          <p:cNvSpPr/>
          <p:nvPr/>
        </p:nvSpPr>
        <p:spPr>
          <a:xfrm>
            <a:off x="29260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est-input-2-10"/>
          <p:cNvSpPr/>
          <p:nvPr/>
        </p:nvSpPr>
        <p:spPr>
          <a:xfrm>
            <a:off x="3108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est-input-2-11"/>
          <p:cNvSpPr/>
          <p:nvPr/>
        </p:nvSpPr>
        <p:spPr>
          <a:xfrm>
            <a:off x="32918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est-input-2-12"/>
          <p:cNvSpPr/>
          <p:nvPr/>
        </p:nvSpPr>
        <p:spPr>
          <a:xfrm>
            <a:off x="34747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est-input-3-0"/>
          <p:cNvSpPr/>
          <p:nvPr/>
        </p:nvSpPr>
        <p:spPr>
          <a:xfrm>
            <a:off x="12801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est-input-3-1"/>
          <p:cNvSpPr/>
          <p:nvPr/>
        </p:nvSpPr>
        <p:spPr>
          <a:xfrm>
            <a:off x="1463039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est-input-3-2"/>
          <p:cNvSpPr/>
          <p:nvPr/>
        </p:nvSpPr>
        <p:spPr>
          <a:xfrm>
            <a:off x="1645919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est-input-3-3"/>
          <p:cNvSpPr/>
          <p:nvPr/>
        </p:nvSpPr>
        <p:spPr>
          <a:xfrm>
            <a:off x="18288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est-input-3-4"/>
          <p:cNvSpPr/>
          <p:nvPr/>
        </p:nvSpPr>
        <p:spPr>
          <a:xfrm>
            <a:off x="20116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est-input-3-5"/>
          <p:cNvSpPr/>
          <p:nvPr/>
        </p:nvSpPr>
        <p:spPr>
          <a:xfrm>
            <a:off x="21945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est-input-3-6"/>
          <p:cNvSpPr/>
          <p:nvPr/>
        </p:nvSpPr>
        <p:spPr>
          <a:xfrm>
            <a:off x="23774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est-input-3-7"/>
          <p:cNvSpPr/>
          <p:nvPr/>
        </p:nvSpPr>
        <p:spPr>
          <a:xfrm>
            <a:off x="25603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est-input-3-8"/>
          <p:cNvSpPr/>
          <p:nvPr/>
        </p:nvSpPr>
        <p:spPr>
          <a:xfrm>
            <a:off x="27432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est-input-3-9"/>
          <p:cNvSpPr/>
          <p:nvPr/>
        </p:nvSpPr>
        <p:spPr>
          <a:xfrm>
            <a:off x="29260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est-input-3-10"/>
          <p:cNvSpPr/>
          <p:nvPr/>
        </p:nvSpPr>
        <p:spPr>
          <a:xfrm>
            <a:off x="31089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est-input-3-11"/>
          <p:cNvSpPr/>
          <p:nvPr/>
        </p:nvSpPr>
        <p:spPr>
          <a:xfrm>
            <a:off x="32918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est-input-3-12"/>
          <p:cNvSpPr/>
          <p:nvPr/>
        </p:nvSpPr>
        <p:spPr>
          <a:xfrm>
            <a:off x="34747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est-input-4-0"/>
          <p:cNvSpPr/>
          <p:nvPr/>
        </p:nvSpPr>
        <p:spPr>
          <a:xfrm>
            <a:off x="12801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est-input-4-1"/>
          <p:cNvSpPr/>
          <p:nvPr/>
        </p:nvSpPr>
        <p:spPr>
          <a:xfrm>
            <a:off x="146303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est-input-4-2"/>
          <p:cNvSpPr/>
          <p:nvPr/>
        </p:nvSpPr>
        <p:spPr>
          <a:xfrm>
            <a:off x="164591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est-input-4-3"/>
          <p:cNvSpPr/>
          <p:nvPr/>
        </p:nvSpPr>
        <p:spPr>
          <a:xfrm>
            <a:off x="18288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est-input-4-4"/>
          <p:cNvSpPr/>
          <p:nvPr/>
        </p:nvSpPr>
        <p:spPr>
          <a:xfrm>
            <a:off x="20116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est-input-4-5"/>
          <p:cNvSpPr/>
          <p:nvPr/>
        </p:nvSpPr>
        <p:spPr>
          <a:xfrm>
            <a:off x="21945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est-input-4-6"/>
          <p:cNvSpPr/>
          <p:nvPr/>
        </p:nvSpPr>
        <p:spPr>
          <a:xfrm>
            <a:off x="23774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est-input-4-7"/>
          <p:cNvSpPr/>
          <p:nvPr/>
        </p:nvSpPr>
        <p:spPr>
          <a:xfrm>
            <a:off x="25603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est-input-4-8"/>
          <p:cNvSpPr/>
          <p:nvPr/>
        </p:nvSpPr>
        <p:spPr>
          <a:xfrm>
            <a:off x="27432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est-input-4-9"/>
          <p:cNvSpPr/>
          <p:nvPr/>
        </p:nvSpPr>
        <p:spPr>
          <a:xfrm>
            <a:off x="29260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est-input-4-10"/>
          <p:cNvSpPr/>
          <p:nvPr/>
        </p:nvSpPr>
        <p:spPr>
          <a:xfrm>
            <a:off x="3108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est-input-4-11"/>
          <p:cNvSpPr/>
          <p:nvPr/>
        </p:nvSpPr>
        <p:spPr>
          <a:xfrm>
            <a:off x="3291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est-input-4-12"/>
          <p:cNvSpPr/>
          <p:nvPr/>
        </p:nvSpPr>
        <p:spPr>
          <a:xfrm>
            <a:off x="3474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est-input-5-0"/>
          <p:cNvSpPr/>
          <p:nvPr/>
        </p:nvSpPr>
        <p:spPr>
          <a:xfrm>
            <a:off x="12801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est-input-5-1"/>
          <p:cNvSpPr/>
          <p:nvPr/>
        </p:nvSpPr>
        <p:spPr>
          <a:xfrm>
            <a:off x="146303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est-input-5-2"/>
          <p:cNvSpPr/>
          <p:nvPr/>
        </p:nvSpPr>
        <p:spPr>
          <a:xfrm>
            <a:off x="164591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est-input-5-3"/>
          <p:cNvSpPr/>
          <p:nvPr/>
        </p:nvSpPr>
        <p:spPr>
          <a:xfrm>
            <a:off x="18288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est-input-5-4"/>
          <p:cNvSpPr/>
          <p:nvPr/>
        </p:nvSpPr>
        <p:spPr>
          <a:xfrm>
            <a:off x="20116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est-input-5-5"/>
          <p:cNvSpPr/>
          <p:nvPr/>
        </p:nvSpPr>
        <p:spPr>
          <a:xfrm>
            <a:off x="21945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est-input-5-6"/>
          <p:cNvSpPr/>
          <p:nvPr/>
        </p:nvSpPr>
        <p:spPr>
          <a:xfrm>
            <a:off x="23774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est-input-5-7"/>
          <p:cNvSpPr/>
          <p:nvPr/>
        </p:nvSpPr>
        <p:spPr>
          <a:xfrm>
            <a:off x="25603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est-input-5-8"/>
          <p:cNvSpPr/>
          <p:nvPr/>
        </p:nvSpPr>
        <p:spPr>
          <a:xfrm>
            <a:off x="27432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est-input-5-9"/>
          <p:cNvSpPr/>
          <p:nvPr/>
        </p:nvSpPr>
        <p:spPr>
          <a:xfrm>
            <a:off x="29260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est-input-5-10"/>
          <p:cNvSpPr/>
          <p:nvPr/>
        </p:nvSpPr>
        <p:spPr>
          <a:xfrm>
            <a:off x="31089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est-input-5-11"/>
          <p:cNvSpPr/>
          <p:nvPr/>
        </p:nvSpPr>
        <p:spPr>
          <a:xfrm>
            <a:off x="3291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est-input-5-12"/>
          <p:cNvSpPr/>
          <p:nvPr/>
        </p:nvSpPr>
        <p:spPr>
          <a:xfrm>
            <a:off x="3474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est-input-6-0"/>
          <p:cNvSpPr/>
          <p:nvPr/>
        </p:nvSpPr>
        <p:spPr>
          <a:xfrm>
            <a:off x="12801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est-input-6-1"/>
          <p:cNvSpPr/>
          <p:nvPr/>
        </p:nvSpPr>
        <p:spPr>
          <a:xfrm>
            <a:off x="1463039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est-input-6-2"/>
          <p:cNvSpPr/>
          <p:nvPr/>
        </p:nvSpPr>
        <p:spPr>
          <a:xfrm>
            <a:off x="1645919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est-input-6-3"/>
          <p:cNvSpPr/>
          <p:nvPr/>
        </p:nvSpPr>
        <p:spPr>
          <a:xfrm>
            <a:off x="18288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est-input-6-4"/>
          <p:cNvSpPr/>
          <p:nvPr/>
        </p:nvSpPr>
        <p:spPr>
          <a:xfrm>
            <a:off x="20116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est-input-6-5"/>
          <p:cNvSpPr/>
          <p:nvPr/>
        </p:nvSpPr>
        <p:spPr>
          <a:xfrm>
            <a:off x="21945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est-input-6-6"/>
          <p:cNvSpPr/>
          <p:nvPr/>
        </p:nvSpPr>
        <p:spPr>
          <a:xfrm>
            <a:off x="23774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est-input-6-7"/>
          <p:cNvSpPr/>
          <p:nvPr/>
        </p:nvSpPr>
        <p:spPr>
          <a:xfrm>
            <a:off x="25603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est-input-6-8"/>
          <p:cNvSpPr/>
          <p:nvPr/>
        </p:nvSpPr>
        <p:spPr>
          <a:xfrm>
            <a:off x="27432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est-input-6-9"/>
          <p:cNvSpPr/>
          <p:nvPr/>
        </p:nvSpPr>
        <p:spPr>
          <a:xfrm>
            <a:off x="29260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est-input-6-10"/>
          <p:cNvSpPr/>
          <p:nvPr/>
        </p:nvSpPr>
        <p:spPr>
          <a:xfrm>
            <a:off x="3108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est-input-6-11"/>
          <p:cNvSpPr/>
          <p:nvPr/>
        </p:nvSpPr>
        <p:spPr>
          <a:xfrm>
            <a:off x="32918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est-input-6-12"/>
          <p:cNvSpPr/>
          <p:nvPr/>
        </p:nvSpPr>
        <p:spPr>
          <a:xfrm>
            <a:off x="34747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est-input-7-0"/>
          <p:cNvSpPr/>
          <p:nvPr/>
        </p:nvSpPr>
        <p:spPr>
          <a:xfrm>
            <a:off x="12801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est-input-7-1"/>
          <p:cNvSpPr/>
          <p:nvPr/>
        </p:nvSpPr>
        <p:spPr>
          <a:xfrm>
            <a:off x="1463039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est-input-7-2"/>
          <p:cNvSpPr/>
          <p:nvPr/>
        </p:nvSpPr>
        <p:spPr>
          <a:xfrm>
            <a:off x="1645919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est-input-7-3"/>
          <p:cNvSpPr/>
          <p:nvPr/>
        </p:nvSpPr>
        <p:spPr>
          <a:xfrm>
            <a:off x="18288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est-input-7-4"/>
          <p:cNvSpPr/>
          <p:nvPr/>
        </p:nvSpPr>
        <p:spPr>
          <a:xfrm>
            <a:off x="20116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est-input-7-5"/>
          <p:cNvSpPr/>
          <p:nvPr/>
        </p:nvSpPr>
        <p:spPr>
          <a:xfrm>
            <a:off x="21945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est-input-7-6"/>
          <p:cNvSpPr/>
          <p:nvPr/>
        </p:nvSpPr>
        <p:spPr>
          <a:xfrm>
            <a:off x="23774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est-input-7-7"/>
          <p:cNvSpPr/>
          <p:nvPr/>
        </p:nvSpPr>
        <p:spPr>
          <a:xfrm>
            <a:off x="25603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est-input-7-8"/>
          <p:cNvSpPr/>
          <p:nvPr/>
        </p:nvSpPr>
        <p:spPr>
          <a:xfrm>
            <a:off x="27432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est-input-7-9"/>
          <p:cNvSpPr/>
          <p:nvPr/>
        </p:nvSpPr>
        <p:spPr>
          <a:xfrm>
            <a:off x="29260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est-input-7-10"/>
          <p:cNvSpPr/>
          <p:nvPr/>
        </p:nvSpPr>
        <p:spPr>
          <a:xfrm>
            <a:off x="3108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est-input-7-11"/>
          <p:cNvSpPr/>
          <p:nvPr/>
        </p:nvSpPr>
        <p:spPr>
          <a:xfrm>
            <a:off x="32918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est-input-7-12"/>
          <p:cNvSpPr/>
          <p:nvPr/>
        </p:nvSpPr>
        <p:spPr>
          <a:xfrm>
            <a:off x="34747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est-input-8-0"/>
          <p:cNvSpPr/>
          <p:nvPr/>
        </p:nvSpPr>
        <p:spPr>
          <a:xfrm>
            <a:off x="12801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est-input-8-1"/>
          <p:cNvSpPr/>
          <p:nvPr/>
        </p:nvSpPr>
        <p:spPr>
          <a:xfrm>
            <a:off x="1463039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est-input-8-2"/>
          <p:cNvSpPr/>
          <p:nvPr/>
        </p:nvSpPr>
        <p:spPr>
          <a:xfrm>
            <a:off x="1645919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est-input-8-3"/>
          <p:cNvSpPr/>
          <p:nvPr/>
        </p:nvSpPr>
        <p:spPr>
          <a:xfrm>
            <a:off x="18288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est-input-8-4"/>
          <p:cNvSpPr/>
          <p:nvPr/>
        </p:nvSpPr>
        <p:spPr>
          <a:xfrm>
            <a:off x="20116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est-input-8-5"/>
          <p:cNvSpPr/>
          <p:nvPr/>
        </p:nvSpPr>
        <p:spPr>
          <a:xfrm>
            <a:off x="21945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est-input-8-6"/>
          <p:cNvSpPr/>
          <p:nvPr/>
        </p:nvSpPr>
        <p:spPr>
          <a:xfrm>
            <a:off x="23774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est-input-8-7"/>
          <p:cNvSpPr/>
          <p:nvPr/>
        </p:nvSpPr>
        <p:spPr>
          <a:xfrm>
            <a:off x="25603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est-input-8-8"/>
          <p:cNvSpPr/>
          <p:nvPr/>
        </p:nvSpPr>
        <p:spPr>
          <a:xfrm>
            <a:off x="27432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est-input-8-9"/>
          <p:cNvSpPr/>
          <p:nvPr/>
        </p:nvSpPr>
        <p:spPr>
          <a:xfrm>
            <a:off x="29260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est-input-8-10"/>
          <p:cNvSpPr/>
          <p:nvPr/>
        </p:nvSpPr>
        <p:spPr>
          <a:xfrm>
            <a:off x="31089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est-input-8-11"/>
          <p:cNvSpPr/>
          <p:nvPr/>
        </p:nvSpPr>
        <p:spPr>
          <a:xfrm>
            <a:off x="32918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est-input-8-12"/>
          <p:cNvSpPr/>
          <p:nvPr/>
        </p:nvSpPr>
        <p:spPr>
          <a:xfrm>
            <a:off x="34747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est-input-9-0"/>
          <p:cNvSpPr/>
          <p:nvPr/>
        </p:nvSpPr>
        <p:spPr>
          <a:xfrm>
            <a:off x="12801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est-input-9-1"/>
          <p:cNvSpPr/>
          <p:nvPr/>
        </p:nvSpPr>
        <p:spPr>
          <a:xfrm>
            <a:off x="146303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est-input-9-2"/>
          <p:cNvSpPr/>
          <p:nvPr/>
        </p:nvSpPr>
        <p:spPr>
          <a:xfrm>
            <a:off x="164591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est-input-9-3"/>
          <p:cNvSpPr/>
          <p:nvPr/>
        </p:nvSpPr>
        <p:spPr>
          <a:xfrm>
            <a:off x="18288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est-input-9-4"/>
          <p:cNvSpPr/>
          <p:nvPr/>
        </p:nvSpPr>
        <p:spPr>
          <a:xfrm>
            <a:off x="20116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est-input-9-5"/>
          <p:cNvSpPr/>
          <p:nvPr/>
        </p:nvSpPr>
        <p:spPr>
          <a:xfrm>
            <a:off x="21945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est-input-9-6"/>
          <p:cNvSpPr/>
          <p:nvPr/>
        </p:nvSpPr>
        <p:spPr>
          <a:xfrm>
            <a:off x="23774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est-input-9-7"/>
          <p:cNvSpPr/>
          <p:nvPr/>
        </p:nvSpPr>
        <p:spPr>
          <a:xfrm>
            <a:off x="25603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est-input-9-8"/>
          <p:cNvSpPr/>
          <p:nvPr/>
        </p:nvSpPr>
        <p:spPr>
          <a:xfrm>
            <a:off x="27432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est-input-9-9"/>
          <p:cNvSpPr/>
          <p:nvPr/>
        </p:nvSpPr>
        <p:spPr>
          <a:xfrm>
            <a:off x="29260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est-input-9-10"/>
          <p:cNvSpPr/>
          <p:nvPr/>
        </p:nvSpPr>
        <p:spPr>
          <a:xfrm>
            <a:off x="3108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est-input-9-11"/>
          <p:cNvSpPr/>
          <p:nvPr/>
        </p:nvSpPr>
        <p:spPr>
          <a:xfrm>
            <a:off x="3291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est-input-9-12"/>
          <p:cNvSpPr/>
          <p:nvPr/>
        </p:nvSpPr>
        <p:spPr>
          <a:xfrm>
            <a:off x="3474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est-input-10-0"/>
          <p:cNvSpPr/>
          <p:nvPr/>
        </p:nvSpPr>
        <p:spPr>
          <a:xfrm>
            <a:off x="12801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est-input-10-1"/>
          <p:cNvSpPr/>
          <p:nvPr/>
        </p:nvSpPr>
        <p:spPr>
          <a:xfrm>
            <a:off x="146303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est-input-10-2"/>
          <p:cNvSpPr/>
          <p:nvPr/>
        </p:nvSpPr>
        <p:spPr>
          <a:xfrm>
            <a:off x="164591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est-input-10-3"/>
          <p:cNvSpPr/>
          <p:nvPr/>
        </p:nvSpPr>
        <p:spPr>
          <a:xfrm>
            <a:off x="18288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est-input-10-4"/>
          <p:cNvSpPr/>
          <p:nvPr/>
        </p:nvSpPr>
        <p:spPr>
          <a:xfrm>
            <a:off x="20116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est-input-10-5"/>
          <p:cNvSpPr/>
          <p:nvPr/>
        </p:nvSpPr>
        <p:spPr>
          <a:xfrm>
            <a:off x="21945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est-input-10-6"/>
          <p:cNvSpPr/>
          <p:nvPr/>
        </p:nvSpPr>
        <p:spPr>
          <a:xfrm>
            <a:off x="23774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est-input-10-7"/>
          <p:cNvSpPr/>
          <p:nvPr/>
        </p:nvSpPr>
        <p:spPr>
          <a:xfrm>
            <a:off x="25603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est-input-10-8"/>
          <p:cNvSpPr/>
          <p:nvPr/>
        </p:nvSpPr>
        <p:spPr>
          <a:xfrm>
            <a:off x="27432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est-input-10-9"/>
          <p:cNvSpPr/>
          <p:nvPr/>
        </p:nvSpPr>
        <p:spPr>
          <a:xfrm>
            <a:off x="29260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est-input-10-10"/>
          <p:cNvSpPr/>
          <p:nvPr/>
        </p:nvSpPr>
        <p:spPr>
          <a:xfrm>
            <a:off x="31089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est-input-10-11"/>
          <p:cNvSpPr/>
          <p:nvPr/>
        </p:nvSpPr>
        <p:spPr>
          <a:xfrm>
            <a:off x="3291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est-input-10-12"/>
          <p:cNvSpPr/>
          <p:nvPr/>
        </p:nvSpPr>
        <p:spPr>
          <a:xfrm>
            <a:off x="3474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est-input-11-0"/>
          <p:cNvSpPr/>
          <p:nvPr/>
        </p:nvSpPr>
        <p:spPr>
          <a:xfrm>
            <a:off x="12801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est-input-11-1"/>
          <p:cNvSpPr/>
          <p:nvPr/>
        </p:nvSpPr>
        <p:spPr>
          <a:xfrm>
            <a:off x="1463039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est-input-11-2"/>
          <p:cNvSpPr/>
          <p:nvPr/>
        </p:nvSpPr>
        <p:spPr>
          <a:xfrm>
            <a:off x="1645919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est-input-11-3"/>
          <p:cNvSpPr/>
          <p:nvPr/>
        </p:nvSpPr>
        <p:spPr>
          <a:xfrm>
            <a:off x="18288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est-input-11-4"/>
          <p:cNvSpPr/>
          <p:nvPr/>
        </p:nvSpPr>
        <p:spPr>
          <a:xfrm>
            <a:off x="20116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est-input-11-5"/>
          <p:cNvSpPr/>
          <p:nvPr/>
        </p:nvSpPr>
        <p:spPr>
          <a:xfrm>
            <a:off x="21945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est-input-11-6"/>
          <p:cNvSpPr/>
          <p:nvPr/>
        </p:nvSpPr>
        <p:spPr>
          <a:xfrm>
            <a:off x="23774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est-input-11-7"/>
          <p:cNvSpPr/>
          <p:nvPr/>
        </p:nvSpPr>
        <p:spPr>
          <a:xfrm>
            <a:off x="25603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est-input-11-8"/>
          <p:cNvSpPr/>
          <p:nvPr/>
        </p:nvSpPr>
        <p:spPr>
          <a:xfrm>
            <a:off x="27432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est-input-11-9"/>
          <p:cNvSpPr/>
          <p:nvPr/>
        </p:nvSpPr>
        <p:spPr>
          <a:xfrm>
            <a:off x="29260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est-input-11-10"/>
          <p:cNvSpPr/>
          <p:nvPr/>
        </p:nvSpPr>
        <p:spPr>
          <a:xfrm>
            <a:off x="31089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est-input-11-11"/>
          <p:cNvSpPr/>
          <p:nvPr/>
        </p:nvSpPr>
        <p:spPr>
          <a:xfrm>
            <a:off x="32918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est-input-11-12"/>
          <p:cNvSpPr/>
          <p:nvPr/>
        </p:nvSpPr>
        <p:spPr>
          <a:xfrm>
            <a:off x="34747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est-input-12-0"/>
          <p:cNvSpPr/>
          <p:nvPr/>
        </p:nvSpPr>
        <p:spPr>
          <a:xfrm>
            <a:off x="12801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est-input-12-1"/>
          <p:cNvSpPr/>
          <p:nvPr/>
        </p:nvSpPr>
        <p:spPr>
          <a:xfrm>
            <a:off x="1463039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est-input-12-2"/>
          <p:cNvSpPr/>
          <p:nvPr/>
        </p:nvSpPr>
        <p:spPr>
          <a:xfrm>
            <a:off x="1645919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est-input-12-3"/>
          <p:cNvSpPr/>
          <p:nvPr/>
        </p:nvSpPr>
        <p:spPr>
          <a:xfrm>
            <a:off x="18288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est-input-12-4"/>
          <p:cNvSpPr/>
          <p:nvPr/>
        </p:nvSpPr>
        <p:spPr>
          <a:xfrm>
            <a:off x="20116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est-input-12-5"/>
          <p:cNvSpPr/>
          <p:nvPr/>
        </p:nvSpPr>
        <p:spPr>
          <a:xfrm>
            <a:off x="21945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est-input-12-6"/>
          <p:cNvSpPr/>
          <p:nvPr/>
        </p:nvSpPr>
        <p:spPr>
          <a:xfrm>
            <a:off x="23774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est-input-12-7"/>
          <p:cNvSpPr/>
          <p:nvPr/>
        </p:nvSpPr>
        <p:spPr>
          <a:xfrm>
            <a:off x="25603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est-input-12-8"/>
          <p:cNvSpPr/>
          <p:nvPr/>
        </p:nvSpPr>
        <p:spPr>
          <a:xfrm>
            <a:off x="27432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est-input-12-9"/>
          <p:cNvSpPr/>
          <p:nvPr/>
        </p:nvSpPr>
        <p:spPr>
          <a:xfrm>
            <a:off x="29260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est-input-12-10"/>
          <p:cNvSpPr/>
          <p:nvPr/>
        </p:nvSpPr>
        <p:spPr>
          <a:xfrm>
            <a:off x="31089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est-input-12-11"/>
          <p:cNvSpPr/>
          <p:nvPr/>
        </p:nvSpPr>
        <p:spPr>
          <a:xfrm>
            <a:off x="32918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est-input-12-12"/>
          <p:cNvSpPr/>
          <p:nvPr/>
        </p:nvSpPr>
        <p:spPr>
          <a:xfrm>
            <a:off x="34747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est-output-0-0"/>
          <p:cNvSpPr/>
          <p:nvPr/>
        </p:nvSpPr>
        <p:spPr>
          <a:xfrm>
            <a:off x="53949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est-output-0-1"/>
          <p:cNvSpPr/>
          <p:nvPr/>
        </p:nvSpPr>
        <p:spPr>
          <a:xfrm>
            <a:off x="557784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est-output-0-2"/>
          <p:cNvSpPr/>
          <p:nvPr/>
        </p:nvSpPr>
        <p:spPr>
          <a:xfrm>
            <a:off x="576072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est-output-0-3"/>
          <p:cNvSpPr/>
          <p:nvPr/>
        </p:nvSpPr>
        <p:spPr>
          <a:xfrm>
            <a:off x="59436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est-output-0-4"/>
          <p:cNvSpPr/>
          <p:nvPr/>
        </p:nvSpPr>
        <p:spPr>
          <a:xfrm>
            <a:off x="61264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est-output-0-5"/>
          <p:cNvSpPr/>
          <p:nvPr/>
        </p:nvSpPr>
        <p:spPr>
          <a:xfrm>
            <a:off x="63093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est-output-0-6"/>
          <p:cNvSpPr/>
          <p:nvPr/>
        </p:nvSpPr>
        <p:spPr>
          <a:xfrm>
            <a:off x="64922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est-output-0-7"/>
          <p:cNvSpPr/>
          <p:nvPr/>
        </p:nvSpPr>
        <p:spPr>
          <a:xfrm>
            <a:off x="66751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est-output-0-8"/>
          <p:cNvSpPr/>
          <p:nvPr/>
        </p:nvSpPr>
        <p:spPr>
          <a:xfrm>
            <a:off x="68580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est-output-0-9"/>
          <p:cNvSpPr/>
          <p:nvPr/>
        </p:nvSpPr>
        <p:spPr>
          <a:xfrm>
            <a:off x="70408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est-output-0-10"/>
          <p:cNvSpPr/>
          <p:nvPr/>
        </p:nvSpPr>
        <p:spPr>
          <a:xfrm>
            <a:off x="72237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est-output-0-11"/>
          <p:cNvSpPr/>
          <p:nvPr/>
        </p:nvSpPr>
        <p:spPr>
          <a:xfrm>
            <a:off x="74066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est-output-0-12"/>
          <p:cNvSpPr/>
          <p:nvPr/>
        </p:nvSpPr>
        <p:spPr>
          <a:xfrm>
            <a:off x="75895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est-output-1-0"/>
          <p:cNvSpPr/>
          <p:nvPr/>
        </p:nvSpPr>
        <p:spPr>
          <a:xfrm>
            <a:off x="5394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est-output-1-1"/>
          <p:cNvSpPr/>
          <p:nvPr/>
        </p:nvSpPr>
        <p:spPr>
          <a:xfrm>
            <a:off x="557784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est-output-1-2"/>
          <p:cNvSpPr/>
          <p:nvPr/>
        </p:nvSpPr>
        <p:spPr>
          <a:xfrm>
            <a:off x="576072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est-output-1-3"/>
          <p:cNvSpPr/>
          <p:nvPr/>
        </p:nvSpPr>
        <p:spPr>
          <a:xfrm>
            <a:off x="594360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est-output-1-4"/>
          <p:cNvSpPr/>
          <p:nvPr/>
        </p:nvSpPr>
        <p:spPr>
          <a:xfrm>
            <a:off x="612648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est-output-1-5"/>
          <p:cNvSpPr/>
          <p:nvPr/>
        </p:nvSpPr>
        <p:spPr>
          <a:xfrm>
            <a:off x="63093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est-output-1-6"/>
          <p:cNvSpPr/>
          <p:nvPr/>
        </p:nvSpPr>
        <p:spPr>
          <a:xfrm>
            <a:off x="64922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est-output-1-7"/>
          <p:cNvSpPr/>
          <p:nvPr/>
        </p:nvSpPr>
        <p:spPr>
          <a:xfrm>
            <a:off x="66751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est-output-1-8"/>
          <p:cNvSpPr/>
          <p:nvPr/>
        </p:nvSpPr>
        <p:spPr>
          <a:xfrm>
            <a:off x="68580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est-output-1-9"/>
          <p:cNvSpPr/>
          <p:nvPr/>
        </p:nvSpPr>
        <p:spPr>
          <a:xfrm>
            <a:off x="704088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est-output-1-10"/>
          <p:cNvSpPr/>
          <p:nvPr/>
        </p:nvSpPr>
        <p:spPr>
          <a:xfrm>
            <a:off x="722376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est-output-1-11"/>
          <p:cNvSpPr/>
          <p:nvPr/>
        </p:nvSpPr>
        <p:spPr>
          <a:xfrm>
            <a:off x="74066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est-output-1-12"/>
          <p:cNvSpPr/>
          <p:nvPr/>
        </p:nvSpPr>
        <p:spPr>
          <a:xfrm>
            <a:off x="75895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est-output-2-0"/>
          <p:cNvSpPr/>
          <p:nvPr/>
        </p:nvSpPr>
        <p:spPr>
          <a:xfrm>
            <a:off x="5394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est-output-2-1"/>
          <p:cNvSpPr/>
          <p:nvPr/>
        </p:nvSpPr>
        <p:spPr>
          <a:xfrm>
            <a:off x="557784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est-output-2-2"/>
          <p:cNvSpPr/>
          <p:nvPr/>
        </p:nvSpPr>
        <p:spPr>
          <a:xfrm>
            <a:off x="576072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est-output-2-3"/>
          <p:cNvSpPr/>
          <p:nvPr/>
        </p:nvSpPr>
        <p:spPr>
          <a:xfrm>
            <a:off x="594360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est-output-2-4"/>
          <p:cNvSpPr/>
          <p:nvPr/>
        </p:nvSpPr>
        <p:spPr>
          <a:xfrm>
            <a:off x="612648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est-output-2-5"/>
          <p:cNvSpPr/>
          <p:nvPr/>
        </p:nvSpPr>
        <p:spPr>
          <a:xfrm>
            <a:off x="63093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est-output-2-6"/>
          <p:cNvSpPr/>
          <p:nvPr/>
        </p:nvSpPr>
        <p:spPr>
          <a:xfrm>
            <a:off x="64922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est-output-2-7"/>
          <p:cNvSpPr/>
          <p:nvPr/>
        </p:nvSpPr>
        <p:spPr>
          <a:xfrm>
            <a:off x="66751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est-output-2-8"/>
          <p:cNvSpPr/>
          <p:nvPr/>
        </p:nvSpPr>
        <p:spPr>
          <a:xfrm>
            <a:off x="68580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est-output-2-9"/>
          <p:cNvSpPr/>
          <p:nvPr/>
        </p:nvSpPr>
        <p:spPr>
          <a:xfrm>
            <a:off x="704088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est-output-2-10"/>
          <p:cNvSpPr/>
          <p:nvPr/>
        </p:nvSpPr>
        <p:spPr>
          <a:xfrm>
            <a:off x="722376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est-output-2-11"/>
          <p:cNvSpPr/>
          <p:nvPr/>
        </p:nvSpPr>
        <p:spPr>
          <a:xfrm>
            <a:off x="74066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est-output-2-12"/>
          <p:cNvSpPr/>
          <p:nvPr/>
        </p:nvSpPr>
        <p:spPr>
          <a:xfrm>
            <a:off x="75895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est-output-3-0"/>
          <p:cNvSpPr/>
          <p:nvPr/>
        </p:nvSpPr>
        <p:spPr>
          <a:xfrm>
            <a:off x="53949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est-output-3-1"/>
          <p:cNvSpPr/>
          <p:nvPr/>
        </p:nvSpPr>
        <p:spPr>
          <a:xfrm>
            <a:off x="55778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est-output-3-2"/>
          <p:cNvSpPr/>
          <p:nvPr/>
        </p:nvSpPr>
        <p:spPr>
          <a:xfrm>
            <a:off x="576072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est-output-3-3"/>
          <p:cNvSpPr/>
          <p:nvPr/>
        </p:nvSpPr>
        <p:spPr>
          <a:xfrm>
            <a:off x="59436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est-output-3-4"/>
          <p:cNvSpPr/>
          <p:nvPr/>
        </p:nvSpPr>
        <p:spPr>
          <a:xfrm>
            <a:off x="61264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est-output-3-5"/>
          <p:cNvSpPr/>
          <p:nvPr/>
        </p:nvSpPr>
        <p:spPr>
          <a:xfrm>
            <a:off x="63093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est-output-3-6"/>
          <p:cNvSpPr/>
          <p:nvPr/>
        </p:nvSpPr>
        <p:spPr>
          <a:xfrm>
            <a:off x="64922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est-output-3-7"/>
          <p:cNvSpPr/>
          <p:nvPr/>
        </p:nvSpPr>
        <p:spPr>
          <a:xfrm>
            <a:off x="66751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est-output-3-8"/>
          <p:cNvSpPr/>
          <p:nvPr/>
        </p:nvSpPr>
        <p:spPr>
          <a:xfrm>
            <a:off x="68580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est-output-3-9"/>
          <p:cNvSpPr/>
          <p:nvPr/>
        </p:nvSpPr>
        <p:spPr>
          <a:xfrm>
            <a:off x="70408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est-output-3-10"/>
          <p:cNvSpPr/>
          <p:nvPr/>
        </p:nvSpPr>
        <p:spPr>
          <a:xfrm>
            <a:off x="72237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est-output-3-11"/>
          <p:cNvSpPr/>
          <p:nvPr/>
        </p:nvSpPr>
        <p:spPr>
          <a:xfrm>
            <a:off x="74066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est-output-3-12"/>
          <p:cNvSpPr/>
          <p:nvPr/>
        </p:nvSpPr>
        <p:spPr>
          <a:xfrm>
            <a:off x="75895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est-output-4-0"/>
          <p:cNvSpPr/>
          <p:nvPr/>
        </p:nvSpPr>
        <p:spPr>
          <a:xfrm>
            <a:off x="5394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est-output-4-1"/>
          <p:cNvSpPr/>
          <p:nvPr/>
        </p:nvSpPr>
        <p:spPr>
          <a:xfrm>
            <a:off x="5577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est-output-4-2"/>
          <p:cNvSpPr/>
          <p:nvPr/>
        </p:nvSpPr>
        <p:spPr>
          <a:xfrm>
            <a:off x="5760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est-output-4-3"/>
          <p:cNvSpPr/>
          <p:nvPr/>
        </p:nvSpPr>
        <p:spPr>
          <a:xfrm>
            <a:off x="59436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est-output-4-4"/>
          <p:cNvSpPr/>
          <p:nvPr/>
        </p:nvSpPr>
        <p:spPr>
          <a:xfrm>
            <a:off x="61264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est-output-4-5"/>
          <p:cNvSpPr/>
          <p:nvPr/>
        </p:nvSpPr>
        <p:spPr>
          <a:xfrm>
            <a:off x="63093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est-output-4-6"/>
          <p:cNvSpPr/>
          <p:nvPr/>
        </p:nvSpPr>
        <p:spPr>
          <a:xfrm>
            <a:off x="64922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est-output-4-7"/>
          <p:cNvSpPr/>
          <p:nvPr/>
        </p:nvSpPr>
        <p:spPr>
          <a:xfrm>
            <a:off x="66751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est-output-4-8"/>
          <p:cNvSpPr/>
          <p:nvPr/>
        </p:nvSpPr>
        <p:spPr>
          <a:xfrm>
            <a:off x="68580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est-output-4-9"/>
          <p:cNvSpPr/>
          <p:nvPr/>
        </p:nvSpPr>
        <p:spPr>
          <a:xfrm>
            <a:off x="70408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est-output-4-10"/>
          <p:cNvSpPr/>
          <p:nvPr/>
        </p:nvSpPr>
        <p:spPr>
          <a:xfrm>
            <a:off x="72237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est-output-4-11"/>
          <p:cNvSpPr/>
          <p:nvPr/>
        </p:nvSpPr>
        <p:spPr>
          <a:xfrm>
            <a:off x="74066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est-output-4-12"/>
          <p:cNvSpPr/>
          <p:nvPr/>
        </p:nvSpPr>
        <p:spPr>
          <a:xfrm>
            <a:off x="75895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est-output-5-0"/>
          <p:cNvSpPr/>
          <p:nvPr/>
        </p:nvSpPr>
        <p:spPr>
          <a:xfrm>
            <a:off x="53949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est-output-5-1"/>
          <p:cNvSpPr/>
          <p:nvPr/>
        </p:nvSpPr>
        <p:spPr>
          <a:xfrm>
            <a:off x="5577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est-output-5-2"/>
          <p:cNvSpPr/>
          <p:nvPr/>
        </p:nvSpPr>
        <p:spPr>
          <a:xfrm>
            <a:off x="5760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est-output-5-3"/>
          <p:cNvSpPr/>
          <p:nvPr/>
        </p:nvSpPr>
        <p:spPr>
          <a:xfrm>
            <a:off x="59436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est-output-5-4"/>
          <p:cNvSpPr/>
          <p:nvPr/>
        </p:nvSpPr>
        <p:spPr>
          <a:xfrm>
            <a:off x="61264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est-output-5-5"/>
          <p:cNvSpPr/>
          <p:nvPr/>
        </p:nvSpPr>
        <p:spPr>
          <a:xfrm>
            <a:off x="63093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est-output-5-6"/>
          <p:cNvSpPr/>
          <p:nvPr/>
        </p:nvSpPr>
        <p:spPr>
          <a:xfrm>
            <a:off x="64922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est-output-5-7"/>
          <p:cNvSpPr/>
          <p:nvPr/>
        </p:nvSpPr>
        <p:spPr>
          <a:xfrm>
            <a:off x="66751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est-output-5-8"/>
          <p:cNvSpPr/>
          <p:nvPr/>
        </p:nvSpPr>
        <p:spPr>
          <a:xfrm>
            <a:off x="68580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est-output-5-9"/>
          <p:cNvSpPr/>
          <p:nvPr/>
        </p:nvSpPr>
        <p:spPr>
          <a:xfrm>
            <a:off x="70408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est-output-5-10"/>
          <p:cNvSpPr/>
          <p:nvPr/>
        </p:nvSpPr>
        <p:spPr>
          <a:xfrm>
            <a:off x="72237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est-output-5-11"/>
          <p:cNvSpPr/>
          <p:nvPr/>
        </p:nvSpPr>
        <p:spPr>
          <a:xfrm>
            <a:off x="74066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est-output-5-12"/>
          <p:cNvSpPr/>
          <p:nvPr/>
        </p:nvSpPr>
        <p:spPr>
          <a:xfrm>
            <a:off x="75895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est-output-6-0"/>
          <p:cNvSpPr/>
          <p:nvPr/>
        </p:nvSpPr>
        <p:spPr>
          <a:xfrm>
            <a:off x="5394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est-output-6-1"/>
          <p:cNvSpPr/>
          <p:nvPr/>
        </p:nvSpPr>
        <p:spPr>
          <a:xfrm>
            <a:off x="55778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est-output-6-2"/>
          <p:cNvSpPr/>
          <p:nvPr/>
        </p:nvSpPr>
        <p:spPr>
          <a:xfrm>
            <a:off x="5760720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est-output-6-3"/>
          <p:cNvSpPr/>
          <p:nvPr/>
        </p:nvSpPr>
        <p:spPr>
          <a:xfrm>
            <a:off x="59436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est-output-6-4"/>
          <p:cNvSpPr/>
          <p:nvPr/>
        </p:nvSpPr>
        <p:spPr>
          <a:xfrm>
            <a:off x="61264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est-output-6-5"/>
          <p:cNvSpPr/>
          <p:nvPr/>
        </p:nvSpPr>
        <p:spPr>
          <a:xfrm>
            <a:off x="63093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est-output-6-6"/>
          <p:cNvSpPr/>
          <p:nvPr/>
        </p:nvSpPr>
        <p:spPr>
          <a:xfrm>
            <a:off x="64922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est-output-6-7"/>
          <p:cNvSpPr/>
          <p:nvPr/>
        </p:nvSpPr>
        <p:spPr>
          <a:xfrm>
            <a:off x="66751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est-output-6-8"/>
          <p:cNvSpPr/>
          <p:nvPr/>
        </p:nvSpPr>
        <p:spPr>
          <a:xfrm>
            <a:off x="68580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est-output-6-9"/>
          <p:cNvSpPr/>
          <p:nvPr/>
        </p:nvSpPr>
        <p:spPr>
          <a:xfrm>
            <a:off x="70408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est-output-6-10"/>
          <p:cNvSpPr/>
          <p:nvPr/>
        </p:nvSpPr>
        <p:spPr>
          <a:xfrm>
            <a:off x="72237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est-output-6-11"/>
          <p:cNvSpPr/>
          <p:nvPr/>
        </p:nvSpPr>
        <p:spPr>
          <a:xfrm>
            <a:off x="74066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est-output-6-12"/>
          <p:cNvSpPr/>
          <p:nvPr/>
        </p:nvSpPr>
        <p:spPr>
          <a:xfrm>
            <a:off x="75895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est-output-7-0"/>
          <p:cNvSpPr/>
          <p:nvPr/>
        </p:nvSpPr>
        <p:spPr>
          <a:xfrm>
            <a:off x="5394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est-output-7-1"/>
          <p:cNvSpPr/>
          <p:nvPr/>
        </p:nvSpPr>
        <p:spPr>
          <a:xfrm>
            <a:off x="557784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est-output-7-2"/>
          <p:cNvSpPr/>
          <p:nvPr/>
        </p:nvSpPr>
        <p:spPr>
          <a:xfrm>
            <a:off x="5760720" y="30175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est-output-7-3"/>
          <p:cNvSpPr/>
          <p:nvPr/>
        </p:nvSpPr>
        <p:spPr>
          <a:xfrm>
            <a:off x="59436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est-output-7-4"/>
          <p:cNvSpPr/>
          <p:nvPr/>
        </p:nvSpPr>
        <p:spPr>
          <a:xfrm>
            <a:off x="61264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est-output-7-5"/>
          <p:cNvSpPr/>
          <p:nvPr/>
        </p:nvSpPr>
        <p:spPr>
          <a:xfrm>
            <a:off x="63093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est-output-7-6"/>
          <p:cNvSpPr/>
          <p:nvPr/>
        </p:nvSpPr>
        <p:spPr>
          <a:xfrm>
            <a:off x="64922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est-output-7-7"/>
          <p:cNvSpPr/>
          <p:nvPr/>
        </p:nvSpPr>
        <p:spPr>
          <a:xfrm>
            <a:off x="66751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est-output-7-8"/>
          <p:cNvSpPr/>
          <p:nvPr/>
        </p:nvSpPr>
        <p:spPr>
          <a:xfrm>
            <a:off x="68580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est-output-7-9"/>
          <p:cNvSpPr/>
          <p:nvPr/>
        </p:nvSpPr>
        <p:spPr>
          <a:xfrm>
            <a:off x="70408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est-output-7-10"/>
          <p:cNvSpPr/>
          <p:nvPr/>
        </p:nvSpPr>
        <p:spPr>
          <a:xfrm>
            <a:off x="72237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est-output-7-11"/>
          <p:cNvSpPr/>
          <p:nvPr/>
        </p:nvSpPr>
        <p:spPr>
          <a:xfrm>
            <a:off x="74066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est-output-7-12"/>
          <p:cNvSpPr/>
          <p:nvPr/>
        </p:nvSpPr>
        <p:spPr>
          <a:xfrm>
            <a:off x="75895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est-output-8-0"/>
          <p:cNvSpPr/>
          <p:nvPr/>
        </p:nvSpPr>
        <p:spPr>
          <a:xfrm>
            <a:off x="53949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est-output-8-1"/>
          <p:cNvSpPr/>
          <p:nvPr/>
        </p:nvSpPr>
        <p:spPr>
          <a:xfrm>
            <a:off x="55778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est-output-8-2"/>
          <p:cNvSpPr/>
          <p:nvPr/>
        </p:nvSpPr>
        <p:spPr>
          <a:xfrm>
            <a:off x="5760720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est-output-8-3"/>
          <p:cNvSpPr/>
          <p:nvPr/>
        </p:nvSpPr>
        <p:spPr>
          <a:xfrm>
            <a:off x="59436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est-output-8-4"/>
          <p:cNvSpPr/>
          <p:nvPr/>
        </p:nvSpPr>
        <p:spPr>
          <a:xfrm>
            <a:off x="61264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est-output-8-5"/>
          <p:cNvSpPr/>
          <p:nvPr/>
        </p:nvSpPr>
        <p:spPr>
          <a:xfrm>
            <a:off x="63093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est-output-8-6"/>
          <p:cNvSpPr/>
          <p:nvPr/>
        </p:nvSpPr>
        <p:spPr>
          <a:xfrm>
            <a:off x="64922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est-output-8-7"/>
          <p:cNvSpPr/>
          <p:nvPr/>
        </p:nvSpPr>
        <p:spPr>
          <a:xfrm>
            <a:off x="66751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est-output-8-8"/>
          <p:cNvSpPr/>
          <p:nvPr/>
        </p:nvSpPr>
        <p:spPr>
          <a:xfrm>
            <a:off x="68580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est-output-8-9"/>
          <p:cNvSpPr/>
          <p:nvPr/>
        </p:nvSpPr>
        <p:spPr>
          <a:xfrm>
            <a:off x="70408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est-output-8-10"/>
          <p:cNvSpPr/>
          <p:nvPr/>
        </p:nvSpPr>
        <p:spPr>
          <a:xfrm>
            <a:off x="72237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est-output-8-11"/>
          <p:cNvSpPr/>
          <p:nvPr/>
        </p:nvSpPr>
        <p:spPr>
          <a:xfrm>
            <a:off x="74066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est-output-8-12"/>
          <p:cNvSpPr/>
          <p:nvPr/>
        </p:nvSpPr>
        <p:spPr>
          <a:xfrm>
            <a:off x="75895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est-output-9-0"/>
          <p:cNvSpPr/>
          <p:nvPr/>
        </p:nvSpPr>
        <p:spPr>
          <a:xfrm>
            <a:off x="5394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est-output-9-1"/>
          <p:cNvSpPr/>
          <p:nvPr/>
        </p:nvSpPr>
        <p:spPr>
          <a:xfrm>
            <a:off x="5577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0-test-output-9-2"/>
          <p:cNvSpPr/>
          <p:nvPr/>
        </p:nvSpPr>
        <p:spPr>
          <a:xfrm>
            <a:off x="5760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0-test-output-9-3"/>
          <p:cNvSpPr/>
          <p:nvPr/>
        </p:nvSpPr>
        <p:spPr>
          <a:xfrm>
            <a:off x="59436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0-test-output-9-4"/>
          <p:cNvSpPr/>
          <p:nvPr/>
        </p:nvSpPr>
        <p:spPr>
          <a:xfrm>
            <a:off x="61264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0-test-output-9-5"/>
          <p:cNvSpPr/>
          <p:nvPr/>
        </p:nvSpPr>
        <p:spPr>
          <a:xfrm>
            <a:off x="63093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0-test-output-9-6"/>
          <p:cNvSpPr/>
          <p:nvPr/>
        </p:nvSpPr>
        <p:spPr>
          <a:xfrm>
            <a:off x="64922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0-test-output-9-7"/>
          <p:cNvSpPr/>
          <p:nvPr/>
        </p:nvSpPr>
        <p:spPr>
          <a:xfrm>
            <a:off x="66751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0-test-output-9-8"/>
          <p:cNvSpPr/>
          <p:nvPr/>
        </p:nvSpPr>
        <p:spPr>
          <a:xfrm>
            <a:off x="68580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0-test-output-9-9"/>
          <p:cNvSpPr/>
          <p:nvPr/>
        </p:nvSpPr>
        <p:spPr>
          <a:xfrm>
            <a:off x="70408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0-test-output-9-10"/>
          <p:cNvSpPr/>
          <p:nvPr/>
        </p:nvSpPr>
        <p:spPr>
          <a:xfrm>
            <a:off x="72237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0-test-output-9-11"/>
          <p:cNvSpPr/>
          <p:nvPr/>
        </p:nvSpPr>
        <p:spPr>
          <a:xfrm>
            <a:off x="74066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0-test-output-9-12"/>
          <p:cNvSpPr/>
          <p:nvPr/>
        </p:nvSpPr>
        <p:spPr>
          <a:xfrm>
            <a:off x="75895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0-test-output-10-0"/>
          <p:cNvSpPr/>
          <p:nvPr/>
        </p:nvSpPr>
        <p:spPr>
          <a:xfrm>
            <a:off x="53949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0-test-output-10-1"/>
          <p:cNvSpPr/>
          <p:nvPr/>
        </p:nvSpPr>
        <p:spPr>
          <a:xfrm>
            <a:off x="5577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0-test-output-10-2"/>
          <p:cNvSpPr/>
          <p:nvPr/>
        </p:nvSpPr>
        <p:spPr>
          <a:xfrm>
            <a:off x="5760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0-test-output-10-3"/>
          <p:cNvSpPr/>
          <p:nvPr/>
        </p:nvSpPr>
        <p:spPr>
          <a:xfrm>
            <a:off x="59436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0-test-output-10-4"/>
          <p:cNvSpPr/>
          <p:nvPr/>
        </p:nvSpPr>
        <p:spPr>
          <a:xfrm>
            <a:off x="61264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0-test-output-10-5"/>
          <p:cNvSpPr/>
          <p:nvPr/>
        </p:nvSpPr>
        <p:spPr>
          <a:xfrm>
            <a:off x="63093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0-test-output-10-6"/>
          <p:cNvSpPr/>
          <p:nvPr/>
        </p:nvSpPr>
        <p:spPr>
          <a:xfrm>
            <a:off x="64922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0-test-output-10-7"/>
          <p:cNvSpPr/>
          <p:nvPr/>
        </p:nvSpPr>
        <p:spPr>
          <a:xfrm>
            <a:off x="66751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0-test-output-10-8"/>
          <p:cNvSpPr/>
          <p:nvPr/>
        </p:nvSpPr>
        <p:spPr>
          <a:xfrm>
            <a:off x="68580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0-test-output-10-9"/>
          <p:cNvSpPr/>
          <p:nvPr/>
        </p:nvSpPr>
        <p:spPr>
          <a:xfrm>
            <a:off x="70408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0-test-output-10-10"/>
          <p:cNvSpPr/>
          <p:nvPr/>
        </p:nvSpPr>
        <p:spPr>
          <a:xfrm>
            <a:off x="72237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0-test-output-10-11"/>
          <p:cNvSpPr/>
          <p:nvPr/>
        </p:nvSpPr>
        <p:spPr>
          <a:xfrm>
            <a:off x="74066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0-test-output-10-12"/>
          <p:cNvSpPr/>
          <p:nvPr/>
        </p:nvSpPr>
        <p:spPr>
          <a:xfrm>
            <a:off x="75895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0-test-output-11-0"/>
          <p:cNvSpPr/>
          <p:nvPr/>
        </p:nvSpPr>
        <p:spPr>
          <a:xfrm>
            <a:off x="53949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0-test-output-11-1"/>
          <p:cNvSpPr/>
          <p:nvPr/>
        </p:nvSpPr>
        <p:spPr>
          <a:xfrm>
            <a:off x="5577840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0-test-output-11-2"/>
          <p:cNvSpPr/>
          <p:nvPr/>
        </p:nvSpPr>
        <p:spPr>
          <a:xfrm>
            <a:off x="5760720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0-test-output-11-3"/>
          <p:cNvSpPr/>
          <p:nvPr/>
        </p:nvSpPr>
        <p:spPr>
          <a:xfrm>
            <a:off x="59436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0-test-output-11-4"/>
          <p:cNvSpPr/>
          <p:nvPr/>
        </p:nvSpPr>
        <p:spPr>
          <a:xfrm>
            <a:off x="61264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0-test-output-11-5"/>
          <p:cNvSpPr/>
          <p:nvPr/>
        </p:nvSpPr>
        <p:spPr>
          <a:xfrm>
            <a:off x="63093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0-test-output-11-6"/>
          <p:cNvSpPr/>
          <p:nvPr/>
        </p:nvSpPr>
        <p:spPr>
          <a:xfrm>
            <a:off x="64922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0-test-output-11-7"/>
          <p:cNvSpPr/>
          <p:nvPr/>
        </p:nvSpPr>
        <p:spPr>
          <a:xfrm>
            <a:off x="66751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0-test-output-11-8"/>
          <p:cNvSpPr/>
          <p:nvPr/>
        </p:nvSpPr>
        <p:spPr>
          <a:xfrm>
            <a:off x="68580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0-test-output-11-9"/>
          <p:cNvSpPr/>
          <p:nvPr/>
        </p:nvSpPr>
        <p:spPr>
          <a:xfrm>
            <a:off x="70408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0-test-output-11-10"/>
          <p:cNvSpPr/>
          <p:nvPr/>
        </p:nvSpPr>
        <p:spPr>
          <a:xfrm>
            <a:off x="722376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0-test-output-11-11"/>
          <p:cNvSpPr/>
          <p:nvPr/>
        </p:nvSpPr>
        <p:spPr>
          <a:xfrm>
            <a:off x="74066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0-test-output-11-12"/>
          <p:cNvSpPr/>
          <p:nvPr/>
        </p:nvSpPr>
        <p:spPr>
          <a:xfrm>
            <a:off x="75895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0-test-output-12-0"/>
          <p:cNvSpPr/>
          <p:nvPr/>
        </p:nvSpPr>
        <p:spPr>
          <a:xfrm>
            <a:off x="53949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0-test-output-12-1"/>
          <p:cNvSpPr/>
          <p:nvPr/>
        </p:nvSpPr>
        <p:spPr>
          <a:xfrm>
            <a:off x="5577840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0-test-output-12-2"/>
          <p:cNvSpPr/>
          <p:nvPr/>
        </p:nvSpPr>
        <p:spPr>
          <a:xfrm>
            <a:off x="5760720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0-test-output-12-3"/>
          <p:cNvSpPr/>
          <p:nvPr/>
        </p:nvSpPr>
        <p:spPr>
          <a:xfrm>
            <a:off x="59436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0-test-output-12-4"/>
          <p:cNvSpPr/>
          <p:nvPr/>
        </p:nvSpPr>
        <p:spPr>
          <a:xfrm>
            <a:off x="61264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0-test-output-12-5"/>
          <p:cNvSpPr/>
          <p:nvPr/>
        </p:nvSpPr>
        <p:spPr>
          <a:xfrm>
            <a:off x="63093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0-test-output-12-6"/>
          <p:cNvSpPr/>
          <p:nvPr/>
        </p:nvSpPr>
        <p:spPr>
          <a:xfrm>
            <a:off x="64922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0-test-output-12-7"/>
          <p:cNvSpPr/>
          <p:nvPr/>
        </p:nvSpPr>
        <p:spPr>
          <a:xfrm>
            <a:off x="66751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0-test-output-12-8"/>
          <p:cNvSpPr/>
          <p:nvPr/>
        </p:nvSpPr>
        <p:spPr>
          <a:xfrm>
            <a:off x="68580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0-test-output-12-9"/>
          <p:cNvSpPr/>
          <p:nvPr/>
        </p:nvSpPr>
        <p:spPr>
          <a:xfrm>
            <a:off x="70408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0-test-output-12-10"/>
          <p:cNvSpPr/>
          <p:nvPr/>
        </p:nvSpPr>
        <p:spPr>
          <a:xfrm>
            <a:off x="72237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0-test-output-12-11"/>
          <p:cNvSpPr/>
          <p:nvPr/>
        </p:nvSpPr>
        <p:spPr>
          <a:xfrm>
            <a:off x="74066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0-test-output-12-12"/>
          <p:cNvSpPr/>
          <p:nvPr/>
        </p:nvSpPr>
        <p:spPr>
          <a:xfrm>
            <a:off x="75895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小さな凡例の色の対応を読み、各物体の内側を対応する色で埋める。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-train-input-0-0"/>
          <p:cNvSpPr/>
          <p:nvPr/>
        </p:nvSpPr>
        <p:spPr>
          <a:xfrm>
            <a:off x="157733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rain-input-0-1"/>
          <p:cNvSpPr/>
          <p:nvPr/>
        </p:nvSpPr>
        <p:spPr>
          <a:xfrm>
            <a:off x="1696211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rain-input-0-2"/>
          <p:cNvSpPr/>
          <p:nvPr/>
        </p:nvSpPr>
        <p:spPr>
          <a:xfrm>
            <a:off x="1815083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rain-input-0-3"/>
          <p:cNvSpPr/>
          <p:nvPr/>
        </p:nvSpPr>
        <p:spPr>
          <a:xfrm>
            <a:off x="1933955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rain-input-0-4"/>
          <p:cNvSpPr/>
          <p:nvPr/>
        </p:nvSpPr>
        <p:spPr>
          <a:xfrm>
            <a:off x="2052827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rain-input-0-5"/>
          <p:cNvSpPr/>
          <p:nvPr/>
        </p:nvSpPr>
        <p:spPr>
          <a:xfrm>
            <a:off x="217169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rain-input-0-6"/>
          <p:cNvSpPr/>
          <p:nvPr/>
        </p:nvSpPr>
        <p:spPr>
          <a:xfrm>
            <a:off x="229057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rain-input-0-7"/>
          <p:cNvSpPr/>
          <p:nvPr/>
        </p:nvSpPr>
        <p:spPr>
          <a:xfrm>
            <a:off x="2409444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rain-input-0-8"/>
          <p:cNvSpPr/>
          <p:nvPr/>
        </p:nvSpPr>
        <p:spPr>
          <a:xfrm>
            <a:off x="2528315" y="173736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rain-input-0-9"/>
          <p:cNvSpPr/>
          <p:nvPr/>
        </p:nvSpPr>
        <p:spPr>
          <a:xfrm>
            <a:off x="2647187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rain-input-0-10"/>
          <p:cNvSpPr/>
          <p:nvPr/>
        </p:nvSpPr>
        <p:spPr>
          <a:xfrm>
            <a:off x="2766059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rain-input-0-11"/>
          <p:cNvSpPr/>
          <p:nvPr/>
        </p:nvSpPr>
        <p:spPr>
          <a:xfrm>
            <a:off x="288493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rain-input-0-12"/>
          <p:cNvSpPr/>
          <p:nvPr/>
        </p:nvSpPr>
        <p:spPr>
          <a:xfrm>
            <a:off x="3003803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rain-input-0-13"/>
          <p:cNvSpPr/>
          <p:nvPr/>
        </p:nvSpPr>
        <p:spPr>
          <a:xfrm>
            <a:off x="3122675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rain-input-0-14"/>
          <p:cNvSpPr/>
          <p:nvPr/>
        </p:nvSpPr>
        <p:spPr>
          <a:xfrm>
            <a:off x="3241548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rain-input-1-0"/>
          <p:cNvSpPr/>
          <p:nvPr/>
        </p:nvSpPr>
        <p:spPr>
          <a:xfrm>
            <a:off x="157733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rain-input-1-1"/>
          <p:cNvSpPr/>
          <p:nvPr/>
        </p:nvSpPr>
        <p:spPr>
          <a:xfrm>
            <a:off x="1696211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rain-input-1-2"/>
          <p:cNvSpPr/>
          <p:nvPr/>
        </p:nvSpPr>
        <p:spPr>
          <a:xfrm>
            <a:off x="181508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rain-input-1-3"/>
          <p:cNvSpPr/>
          <p:nvPr/>
        </p:nvSpPr>
        <p:spPr>
          <a:xfrm>
            <a:off x="1933955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rain-input-1-4"/>
          <p:cNvSpPr/>
          <p:nvPr/>
        </p:nvSpPr>
        <p:spPr>
          <a:xfrm>
            <a:off x="205282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rain-input-1-5"/>
          <p:cNvSpPr/>
          <p:nvPr/>
        </p:nvSpPr>
        <p:spPr>
          <a:xfrm>
            <a:off x="217169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rain-input-1-6"/>
          <p:cNvSpPr/>
          <p:nvPr/>
        </p:nvSpPr>
        <p:spPr>
          <a:xfrm>
            <a:off x="229057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rain-input-1-7"/>
          <p:cNvSpPr/>
          <p:nvPr/>
        </p:nvSpPr>
        <p:spPr>
          <a:xfrm>
            <a:off x="2409444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rain-input-1-8"/>
          <p:cNvSpPr/>
          <p:nvPr/>
        </p:nvSpPr>
        <p:spPr>
          <a:xfrm>
            <a:off x="252831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rain-input-1-9"/>
          <p:cNvSpPr/>
          <p:nvPr/>
        </p:nvSpPr>
        <p:spPr>
          <a:xfrm>
            <a:off x="264718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rain-input-1-10"/>
          <p:cNvSpPr/>
          <p:nvPr/>
        </p:nvSpPr>
        <p:spPr>
          <a:xfrm>
            <a:off x="2766059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rain-input-1-11"/>
          <p:cNvSpPr/>
          <p:nvPr/>
        </p:nvSpPr>
        <p:spPr>
          <a:xfrm>
            <a:off x="288493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rain-input-1-12"/>
          <p:cNvSpPr/>
          <p:nvPr/>
        </p:nvSpPr>
        <p:spPr>
          <a:xfrm>
            <a:off x="300380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rain-input-1-13"/>
          <p:cNvSpPr/>
          <p:nvPr/>
        </p:nvSpPr>
        <p:spPr>
          <a:xfrm>
            <a:off x="312267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rain-input-1-14"/>
          <p:cNvSpPr/>
          <p:nvPr/>
        </p:nvSpPr>
        <p:spPr>
          <a:xfrm>
            <a:off x="3241548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rain-input-2-0"/>
          <p:cNvSpPr/>
          <p:nvPr/>
        </p:nvSpPr>
        <p:spPr>
          <a:xfrm>
            <a:off x="157733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rain-input-2-1"/>
          <p:cNvSpPr/>
          <p:nvPr/>
        </p:nvSpPr>
        <p:spPr>
          <a:xfrm>
            <a:off x="1696211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rain-input-2-2"/>
          <p:cNvSpPr/>
          <p:nvPr/>
        </p:nvSpPr>
        <p:spPr>
          <a:xfrm>
            <a:off x="1815083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rain-input-2-3"/>
          <p:cNvSpPr/>
          <p:nvPr/>
        </p:nvSpPr>
        <p:spPr>
          <a:xfrm>
            <a:off x="1933955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rain-input-2-4"/>
          <p:cNvSpPr/>
          <p:nvPr/>
        </p:nvSpPr>
        <p:spPr>
          <a:xfrm>
            <a:off x="2052827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rain-input-2-5"/>
          <p:cNvSpPr/>
          <p:nvPr/>
        </p:nvSpPr>
        <p:spPr>
          <a:xfrm>
            <a:off x="217169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rain-input-2-6"/>
          <p:cNvSpPr/>
          <p:nvPr/>
        </p:nvSpPr>
        <p:spPr>
          <a:xfrm>
            <a:off x="229057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rain-input-2-7"/>
          <p:cNvSpPr/>
          <p:nvPr/>
        </p:nvSpPr>
        <p:spPr>
          <a:xfrm>
            <a:off x="2409444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rain-input-2-8"/>
          <p:cNvSpPr/>
          <p:nvPr/>
        </p:nvSpPr>
        <p:spPr>
          <a:xfrm>
            <a:off x="252831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rain-input-2-9"/>
          <p:cNvSpPr/>
          <p:nvPr/>
        </p:nvSpPr>
        <p:spPr>
          <a:xfrm>
            <a:off x="2647187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rain-input-2-10"/>
          <p:cNvSpPr/>
          <p:nvPr/>
        </p:nvSpPr>
        <p:spPr>
          <a:xfrm>
            <a:off x="2766059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rain-input-2-11"/>
          <p:cNvSpPr/>
          <p:nvPr/>
        </p:nvSpPr>
        <p:spPr>
          <a:xfrm>
            <a:off x="288493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rain-input-2-12"/>
          <p:cNvSpPr/>
          <p:nvPr/>
        </p:nvSpPr>
        <p:spPr>
          <a:xfrm>
            <a:off x="3003803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rain-input-2-13"/>
          <p:cNvSpPr/>
          <p:nvPr/>
        </p:nvSpPr>
        <p:spPr>
          <a:xfrm>
            <a:off x="312267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rain-input-2-14"/>
          <p:cNvSpPr/>
          <p:nvPr/>
        </p:nvSpPr>
        <p:spPr>
          <a:xfrm>
            <a:off x="3241548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rain-input-3-0"/>
          <p:cNvSpPr/>
          <p:nvPr/>
        </p:nvSpPr>
        <p:spPr>
          <a:xfrm>
            <a:off x="157733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rain-input-3-1"/>
          <p:cNvSpPr/>
          <p:nvPr/>
        </p:nvSpPr>
        <p:spPr>
          <a:xfrm>
            <a:off x="1696211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rain-input-3-2"/>
          <p:cNvSpPr/>
          <p:nvPr/>
        </p:nvSpPr>
        <p:spPr>
          <a:xfrm>
            <a:off x="1815083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rain-input-3-3"/>
          <p:cNvSpPr/>
          <p:nvPr/>
        </p:nvSpPr>
        <p:spPr>
          <a:xfrm>
            <a:off x="1933955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rain-input-3-4"/>
          <p:cNvSpPr/>
          <p:nvPr/>
        </p:nvSpPr>
        <p:spPr>
          <a:xfrm>
            <a:off x="2052827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rain-input-3-5"/>
          <p:cNvSpPr/>
          <p:nvPr/>
        </p:nvSpPr>
        <p:spPr>
          <a:xfrm>
            <a:off x="217169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rain-input-3-6"/>
          <p:cNvSpPr/>
          <p:nvPr/>
        </p:nvSpPr>
        <p:spPr>
          <a:xfrm>
            <a:off x="229057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rain-input-3-7"/>
          <p:cNvSpPr/>
          <p:nvPr/>
        </p:nvSpPr>
        <p:spPr>
          <a:xfrm>
            <a:off x="2409444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rain-input-3-8"/>
          <p:cNvSpPr/>
          <p:nvPr/>
        </p:nvSpPr>
        <p:spPr>
          <a:xfrm>
            <a:off x="2528315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rain-input-3-9"/>
          <p:cNvSpPr/>
          <p:nvPr/>
        </p:nvSpPr>
        <p:spPr>
          <a:xfrm>
            <a:off x="2647187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rain-input-3-10"/>
          <p:cNvSpPr/>
          <p:nvPr/>
        </p:nvSpPr>
        <p:spPr>
          <a:xfrm>
            <a:off x="2766059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rain-input-3-11"/>
          <p:cNvSpPr/>
          <p:nvPr/>
        </p:nvSpPr>
        <p:spPr>
          <a:xfrm>
            <a:off x="288493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rain-input-3-12"/>
          <p:cNvSpPr/>
          <p:nvPr/>
        </p:nvSpPr>
        <p:spPr>
          <a:xfrm>
            <a:off x="3003803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rain-input-3-13"/>
          <p:cNvSpPr/>
          <p:nvPr/>
        </p:nvSpPr>
        <p:spPr>
          <a:xfrm>
            <a:off x="3122675" y="209397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rain-input-3-14"/>
          <p:cNvSpPr/>
          <p:nvPr/>
        </p:nvSpPr>
        <p:spPr>
          <a:xfrm>
            <a:off x="3241548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rain-input-4-0"/>
          <p:cNvSpPr/>
          <p:nvPr/>
        </p:nvSpPr>
        <p:spPr>
          <a:xfrm>
            <a:off x="157733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rain-input-4-1"/>
          <p:cNvSpPr/>
          <p:nvPr/>
        </p:nvSpPr>
        <p:spPr>
          <a:xfrm>
            <a:off x="1696211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rain-input-4-2"/>
          <p:cNvSpPr/>
          <p:nvPr/>
        </p:nvSpPr>
        <p:spPr>
          <a:xfrm>
            <a:off x="181508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rain-input-4-3"/>
          <p:cNvSpPr/>
          <p:nvPr/>
        </p:nvSpPr>
        <p:spPr>
          <a:xfrm>
            <a:off x="193395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rain-input-4-4"/>
          <p:cNvSpPr/>
          <p:nvPr/>
        </p:nvSpPr>
        <p:spPr>
          <a:xfrm>
            <a:off x="2052827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rain-input-4-5"/>
          <p:cNvSpPr/>
          <p:nvPr/>
        </p:nvSpPr>
        <p:spPr>
          <a:xfrm>
            <a:off x="217169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rain-input-4-6"/>
          <p:cNvSpPr/>
          <p:nvPr/>
        </p:nvSpPr>
        <p:spPr>
          <a:xfrm>
            <a:off x="229057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rain-input-4-7"/>
          <p:cNvSpPr/>
          <p:nvPr/>
        </p:nvSpPr>
        <p:spPr>
          <a:xfrm>
            <a:off x="2409444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rain-input-4-8"/>
          <p:cNvSpPr/>
          <p:nvPr/>
        </p:nvSpPr>
        <p:spPr>
          <a:xfrm>
            <a:off x="252831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rain-input-4-9"/>
          <p:cNvSpPr/>
          <p:nvPr/>
        </p:nvSpPr>
        <p:spPr>
          <a:xfrm>
            <a:off x="2647187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rain-input-4-10"/>
          <p:cNvSpPr/>
          <p:nvPr/>
        </p:nvSpPr>
        <p:spPr>
          <a:xfrm>
            <a:off x="2766059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rain-input-4-11"/>
          <p:cNvSpPr/>
          <p:nvPr/>
        </p:nvSpPr>
        <p:spPr>
          <a:xfrm>
            <a:off x="288493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rain-input-4-12"/>
          <p:cNvSpPr/>
          <p:nvPr/>
        </p:nvSpPr>
        <p:spPr>
          <a:xfrm>
            <a:off x="300380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rain-input-4-13"/>
          <p:cNvSpPr/>
          <p:nvPr/>
        </p:nvSpPr>
        <p:spPr>
          <a:xfrm>
            <a:off x="312267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rain-input-4-14"/>
          <p:cNvSpPr/>
          <p:nvPr/>
        </p:nvSpPr>
        <p:spPr>
          <a:xfrm>
            <a:off x="3241548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rain-input-5-0"/>
          <p:cNvSpPr/>
          <p:nvPr/>
        </p:nvSpPr>
        <p:spPr>
          <a:xfrm>
            <a:off x="157733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rain-input-5-1"/>
          <p:cNvSpPr/>
          <p:nvPr/>
        </p:nvSpPr>
        <p:spPr>
          <a:xfrm>
            <a:off x="1696211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rain-input-5-2"/>
          <p:cNvSpPr/>
          <p:nvPr/>
        </p:nvSpPr>
        <p:spPr>
          <a:xfrm>
            <a:off x="1815083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rain-input-5-3"/>
          <p:cNvSpPr/>
          <p:nvPr/>
        </p:nvSpPr>
        <p:spPr>
          <a:xfrm>
            <a:off x="1933955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rain-input-5-4"/>
          <p:cNvSpPr/>
          <p:nvPr/>
        </p:nvSpPr>
        <p:spPr>
          <a:xfrm>
            <a:off x="2052827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rain-input-5-5"/>
          <p:cNvSpPr/>
          <p:nvPr/>
        </p:nvSpPr>
        <p:spPr>
          <a:xfrm>
            <a:off x="217169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rain-input-5-6"/>
          <p:cNvSpPr/>
          <p:nvPr/>
        </p:nvSpPr>
        <p:spPr>
          <a:xfrm>
            <a:off x="229057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rain-input-5-7"/>
          <p:cNvSpPr/>
          <p:nvPr/>
        </p:nvSpPr>
        <p:spPr>
          <a:xfrm>
            <a:off x="2409444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rain-input-5-8"/>
          <p:cNvSpPr/>
          <p:nvPr/>
        </p:nvSpPr>
        <p:spPr>
          <a:xfrm>
            <a:off x="2528315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rain-input-5-9"/>
          <p:cNvSpPr/>
          <p:nvPr/>
        </p:nvSpPr>
        <p:spPr>
          <a:xfrm>
            <a:off x="2647187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rain-input-5-10"/>
          <p:cNvSpPr/>
          <p:nvPr/>
        </p:nvSpPr>
        <p:spPr>
          <a:xfrm>
            <a:off x="2766059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rain-input-5-11"/>
          <p:cNvSpPr/>
          <p:nvPr/>
        </p:nvSpPr>
        <p:spPr>
          <a:xfrm>
            <a:off x="288493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rain-input-5-12"/>
          <p:cNvSpPr/>
          <p:nvPr/>
        </p:nvSpPr>
        <p:spPr>
          <a:xfrm>
            <a:off x="3003803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rain-input-5-13"/>
          <p:cNvSpPr/>
          <p:nvPr/>
        </p:nvSpPr>
        <p:spPr>
          <a:xfrm>
            <a:off x="3122675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rain-input-5-14"/>
          <p:cNvSpPr/>
          <p:nvPr/>
        </p:nvSpPr>
        <p:spPr>
          <a:xfrm>
            <a:off x="3241548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rain-input-6-0"/>
          <p:cNvSpPr/>
          <p:nvPr/>
        </p:nvSpPr>
        <p:spPr>
          <a:xfrm>
            <a:off x="157733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rain-input-6-1"/>
          <p:cNvSpPr/>
          <p:nvPr/>
        </p:nvSpPr>
        <p:spPr>
          <a:xfrm>
            <a:off x="1696211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rain-input-6-2"/>
          <p:cNvSpPr/>
          <p:nvPr/>
        </p:nvSpPr>
        <p:spPr>
          <a:xfrm>
            <a:off x="181508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rain-input-6-3"/>
          <p:cNvSpPr/>
          <p:nvPr/>
        </p:nvSpPr>
        <p:spPr>
          <a:xfrm>
            <a:off x="193395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rain-input-6-4"/>
          <p:cNvSpPr/>
          <p:nvPr/>
        </p:nvSpPr>
        <p:spPr>
          <a:xfrm>
            <a:off x="2052827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rain-input-6-5"/>
          <p:cNvSpPr/>
          <p:nvPr/>
        </p:nvSpPr>
        <p:spPr>
          <a:xfrm>
            <a:off x="217169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rain-input-6-6"/>
          <p:cNvSpPr/>
          <p:nvPr/>
        </p:nvSpPr>
        <p:spPr>
          <a:xfrm>
            <a:off x="229057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rain-input-6-7"/>
          <p:cNvSpPr/>
          <p:nvPr/>
        </p:nvSpPr>
        <p:spPr>
          <a:xfrm>
            <a:off x="2409444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rain-input-6-8"/>
          <p:cNvSpPr/>
          <p:nvPr/>
        </p:nvSpPr>
        <p:spPr>
          <a:xfrm>
            <a:off x="2528315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rain-input-6-9"/>
          <p:cNvSpPr/>
          <p:nvPr/>
        </p:nvSpPr>
        <p:spPr>
          <a:xfrm>
            <a:off x="2647187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rain-input-6-10"/>
          <p:cNvSpPr/>
          <p:nvPr/>
        </p:nvSpPr>
        <p:spPr>
          <a:xfrm>
            <a:off x="2766059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rain-input-6-11"/>
          <p:cNvSpPr/>
          <p:nvPr/>
        </p:nvSpPr>
        <p:spPr>
          <a:xfrm>
            <a:off x="288493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rain-input-6-12"/>
          <p:cNvSpPr/>
          <p:nvPr/>
        </p:nvSpPr>
        <p:spPr>
          <a:xfrm>
            <a:off x="300380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rain-input-6-13"/>
          <p:cNvSpPr/>
          <p:nvPr/>
        </p:nvSpPr>
        <p:spPr>
          <a:xfrm>
            <a:off x="312267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rain-input-6-14"/>
          <p:cNvSpPr/>
          <p:nvPr/>
        </p:nvSpPr>
        <p:spPr>
          <a:xfrm>
            <a:off x="3241548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rain-input-7-0"/>
          <p:cNvSpPr/>
          <p:nvPr/>
        </p:nvSpPr>
        <p:spPr>
          <a:xfrm>
            <a:off x="157733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rain-input-7-1"/>
          <p:cNvSpPr/>
          <p:nvPr/>
        </p:nvSpPr>
        <p:spPr>
          <a:xfrm>
            <a:off x="1696211" y="256946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rain-input-7-2"/>
          <p:cNvSpPr/>
          <p:nvPr/>
        </p:nvSpPr>
        <p:spPr>
          <a:xfrm>
            <a:off x="181508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rain-input-7-3"/>
          <p:cNvSpPr/>
          <p:nvPr/>
        </p:nvSpPr>
        <p:spPr>
          <a:xfrm>
            <a:off x="193395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rain-input-7-4"/>
          <p:cNvSpPr/>
          <p:nvPr/>
        </p:nvSpPr>
        <p:spPr>
          <a:xfrm>
            <a:off x="205282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rain-input-7-5"/>
          <p:cNvSpPr/>
          <p:nvPr/>
        </p:nvSpPr>
        <p:spPr>
          <a:xfrm>
            <a:off x="217169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rain-input-7-6"/>
          <p:cNvSpPr/>
          <p:nvPr/>
        </p:nvSpPr>
        <p:spPr>
          <a:xfrm>
            <a:off x="229057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rain-input-7-7"/>
          <p:cNvSpPr/>
          <p:nvPr/>
        </p:nvSpPr>
        <p:spPr>
          <a:xfrm>
            <a:off x="2409444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rain-input-7-8"/>
          <p:cNvSpPr/>
          <p:nvPr/>
        </p:nvSpPr>
        <p:spPr>
          <a:xfrm>
            <a:off x="252831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rain-input-7-9"/>
          <p:cNvSpPr/>
          <p:nvPr/>
        </p:nvSpPr>
        <p:spPr>
          <a:xfrm>
            <a:off x="264718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rain-input-7-10"/>
          <p:cNvSpPr/>
          <p:nvPr/>
        </p:nvSpPr>
        <p:spPr>
          <a:xfrm>
            <a:off x="276605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rain-input-7-11"/>
          <p:cNvSpPr/>
          <p:nvPr/>
        </p:nvSpPr>
        <p:spPr>
          <a:xfrm>
            <a:off x="288493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rain-input-7-12"/>
          <p:cNvSpPr/>
          <p:nvPr/>
        </p:nvSpPr>
        <p:spPr>
          <a:xfrm>
            <a:off x="300380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rain-input-7-13"/>
          <p:cNvSpPr/>
          <p:nvPr/>
        </p:nvSpPr>
        <p:spPr>
          <a:xfrm>
            <a:off x="312267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rain-input-7-14"/>
          <p:cNvSpPr/>
          <p:nvPr/>
        </p:nvSpPr>
        <p:spPr>
          <a:xfrm>
            <a:off x="3241548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rain-input-8-0"/>
          <p:cNvSpPr/>
          <p:nvPr/>
        </p:nvSpPr>
        <p:spPr>
          <a:xfrm>
            <a:off x="157733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rain-input-8-1"/>
          <p:cNvSpPr/>
          <p:nvPr/>
        </p:nvSpPr>
        <p:spPr>
          <a:xfrm>
            <a:off x="1696211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rain-input-8-2"/>
          <p:cNvSpPr/>
          <p:nvPr/>
        </p:nvSpPr>
        <p:spPr>
          <a:xfrm>
            <a:off x="181508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rain-input-8-3"/>
          <p:cNvSpPr/>
          <p:nvPr/>
        </p:nvSpPr>
        <p:spPr>
          <a:xfrm>
            <a:off x="193395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rain-input-8-4"/>
          <p:cNvSpPr/>
          <p:nvPr/>
        </p:nvSpPr>
        <p:spPr>
          <a:xfrm>
            <a:off x="205282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rain-input-8-5"/>
          <p:cNvSpPr/>
          <p:nvPr/>
        </p:nvSpPr>
        <p:spPr>
          <a:xfrm>
            <a:off x="217169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rain-input-8-6"/>
          <p:cNvSpPr/>
          <p:nvPr/>
        </p:nvSpPr>
        <p:spPr>
          <a:xfrm>
            <a:off x="229057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rain-input-8-7"/>
          <p:cNvSpPr/>
          <p:nvPr/>
        </p:nvSpPr>
        <p:spPr>
          <a:xfrm>
            <a:off x="2409444" y="268833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rain-input-8-8"/>
          <p:cNvSpPr/>
          <p:nvPr/>
        </p:nvSpPr>
        <p:spPr>
          <a:xfrm>
            <a:off x="252831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rain-input-8-9"/>
          <p:cNvSpPr/>
          <p:nvPr/>
        </p:nvSpPr>
        <p:spPr>
          <a:xfrm>
            <a:off x="264718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rain-input-8-10"/>
          <p:cNvSpPr/>
          <p:nvPr/>
        </p:nvSpPr>
        <p:spPr>
          <a:xfrm>
            <a:off x="276605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rain-input-8-11"/>
          <p:cNvSpPr/>
          <p:nvPr/>
        </p:nvSpPr>
        <p:spPr>
          <a:xfrm>
            <a:off x="288493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rain-input-8-12"/>
          <p:cNvSpPr/>
          <p:nvPr/>
        </p:nvSpPr>
        <p:spPr>
          <a:xfrm>
            <a:off x="300380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rain-input-8-13"/>
          <p:cNvSpPr/>
          <p:nvPr/>
        </p:nvSpPr>
        <p:spPr>
          <a:xfrm>
            <a:off x="312267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rain-input-8-14"/>
          <p:cNvSpPr/>
          <p:nvPr/>
        </p:nvSpPr>
        <p:spPr>
          <a:xfrm>
            <a:off x="3241548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rain-input-9-0"/>
          <p:cNvSpPr/>
          <p:nvPr/>
        </p:nvSpPr>
        <p:spPr>
          <a:xfrm>
            <a:off x="157733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rain-input-9-1"/>
          <p:cNvSpPr/>
          <p:nvPr/>
        </p:nvSpPr>
        <p:spPr>
          <a:xfrm>
            <a:off x="1696211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rain-input-9-2"/>
          <p:cNvSpPr/>
          <p:nvPr/>
        </p:nvSpPr>
        <p:spPr>
          <a:xfrm>
            <a:off x="181508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rain-input-9-3"/>
          <p:cNvSpPr/>
          <p:nvPr/>
        </p:nvSpPr>
        <p:spPr>
          <a:xfrm>
            <a:off x="193395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rain-input-9-4"/>
          <p:cNvSpPr/>
          <p:nvPr/>
        </p:nvSpPr>
        <p:spPr>
          <a:xfrm>
            <a:off x="205282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rain-input-9-5"/>
          <p:cNvSpPr/>
          <p:nvPr/>
        </p:nvSpPr>
        <p:spPr>
          <a:xfrm>
            <a:off x="217169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rain-input-9-6"/>
          <p:cNvSpPr/>
          <p:nvPr/>
        </p:nvSpPr>
        <p:spPr>
          <a:xfrm>
            <a:off x="229057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rain-input-9-7"/>
          <p:cNvSpPr/>
          <p:nvPr/>
        </p:nvSpPr>
        <p:spPr>
          <a:xfrm>
            <a:off x="2409444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rain-input-9-8"/>
          <p:cNvSpPr/>
          <p:nvPr/>
        </p:nvSpPr>
        <p:spPr>
          <a:xfrm>
            <a:off x="252831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rain-input-9-9"/>
          <p:cNvSpPr/>
          <p:nvPr/>
        </p:nvSpPr>
        <p:spPr>
          <a:xfrm>
            <a:off x="264718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rain-input-9-10"/>
          <p:cNvSpPr/>
          <p:nvPr/>
        </p:nvSpPr>
        <p:spPr>
          <a:xfrm>
            <a:off x="276605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rain-input-9-11"/>
          <p:cNvSpPr/>
          <p:nvPr/>
        </p:nvSpPr>
        <p:spPr>
          <a:xfrm>
            <a:off x="288493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rain-input-9-12"/>
          <p:cNvSpPr/>
          <p:nvPr/>
        </p:nvSpPr>
        <p:spPr>
          <a:xfrm>
            <a:off x="300380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rain-input-9-13"/>
          <p:cNvSpPr/>
          <p:nvPr/>
        </p:nvSpPr>
        <p:spPr>
          <a:xfrm>
            <a:off x="312267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rain-input-9-14"/>
          <p:cNvSpPr/>
          <p:nvPr/>
        </p:nvSpPr>
        <p:spPr>
          <a:xfrm>
            <a:off x="3241548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rain-input-10-0"/>
          <p:cNvSpPr/>
          <p:nvPr/>
        </p:nvSpPr>
        <p:spPr>
          <a:xfrm>
            <a:off x="157733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rain-input-10-1"/>
          <p:cNvSpPr/>
          <p:nvPr/>
        </p:nvSpPr>
        <p:spPr>
          <a:xfrm>
            <a:off x="1696211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rain-input-10-2"/>
          <p:cNvSpPr/>
          <p:nvPr/>
        </p:nvSpPr>
        <p:spPr>
          <a:xfrm>
            <a:off x="1815083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rain-input-10-3"/>
          <p:cNvSpPr/>
          <p:nvPr/>
        </p:nvSpPr>
        <p:spPr>
          <a:xfrm>
            <a:off x="1933955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rain-input-10-4"/>
          <p:cNvSpPr/>
          <p:nvPr/>
        </p:nvSpPr>
        <p:spPr>
          <a:xfrm>
            <a:off x="205282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rain-input-10-5"/>
          <p:cNvSpPr/>
          <p:nvPr/>
        </p:nvSpPr>
        <p:spPr>
          <a:xfrm>
            <a:off x="217169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rain-input-10-6"/>
          <p:cNvSpPr/>
          <p:nvPr/>
        </p:nvSpPr>
        <p:spPr>
          <a:xfrm>
            <a:off x="229057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rain-input-10-7"/>
          <p:cNvSpPr/>
          <p:nvPr/>
        </p:nvSpPr>
        <p:spPr>
          <a:xfrm>
            <a:off x="2409444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rain-input-10-8"/>
          <p:cNvSpPr/>
          <p:nvPr/>
        </p:nvSpPr>
        <p:spPr>
          <a:xfrm>
            <a:off x="252831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rain-input-10-9"/>
          <p:cNvSpPr/>
          <p:nvPr/>
        </p:nvSpPr>
        <p:spPr>
          <a:xfrm>
            <a:off x="264718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rain-input-10-10"/>
          <p:cNvSpPr/>
          <p:nvPr/>
        </p:nvSpPr>
        <p:spPr>
          <a:xfrm>
            <a:off x="276605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rain-input-10-11"/>
          <p:cNvSpPr/>
          <p:nvPr/>
        </p:nvSpPr>
        <p:spPr>
          <a:xfrm>
            <a:off x="288493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rain-input-10-12"/>
          <p:cNvSpPr/>
          <p:nvPr/>
        </p:nvSpPr>
        <p:spPr>
          <a:xfrm>
            <a:off x="3003803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rain-input-10-13"/>
          <p:cNvSpPr/>
          <p:nvPr/>
        </p:nvSpPr>
        <p:spPr>
          <a:xfrm>
            <a:off x="312267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rain-input-10-14"/>
          <p:cNvSpPr/>
          <p:nvPr/>
        </p:nvSpPr>
        <p:spPr>
          <a:xfrm>
            <a:off x="3241548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rain-input-11-0"/>
          <p:cNvSpPr/>
          <p:nvPr/>
        </p:nvSpPr>
        <p:spPr>
          <a:xfrm>
            <a:off x="157733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rain-input-11-1"/>
          <p:cNvSpPr/>
          <p:nvPr/>
        </p:nvSpPr>
        <p:spPr>
          <a:xfrm>
            <a:off x="1696211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rain-input-11-2"/>
          <p:cNvSpPr/>
          <p:nvPr/>
        </p:nvSpPr>
        <p:spPr>
          <a:xfrm>
            <a:off x="1815083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rain-input-11-3"/>
          <p:cNvSpPr/>
          <p:nvPr/>
        </p:nvSpPr>
        <p:spPr>
          <a:xfrm>
            <a:off x="1933955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rain-input-11-4"/>
          <p:cNvSpPr/>
          <p:nvPr/>
        </p:nvSpPr>
        <p:spPr>
          <a:xfrm>
            <a:off x="2052827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rain-input-11-5"/>
          <p:cNvSpPr/>
          <p:nvPr/>
        </p:nvSpPr>
        <p:spPr>
          <a:xfrm>
            <a:off x="217169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rain-input-11-6"/>
          <p:cNvSpPr/>
          <p:nvPr/>
        </p:nvSpPr>
        <p:spPr>
          <a:xfrm>
            <a:off x="2290572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rain-input-11-7"/>
          <p:cNvSpPr/>
          <p:nvPr/>
        </p:nvSpPr>
        <p:spPr>
          <a:xfrm>
            <a:off x="2409444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rain-input-11-8"/>
          <p:cNvSpPr/>
          <p:nvPr/>
        </p:nvSpPr>
        <p:spPr>
          <a:xfrm>
            <a:off x="252831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rain-input-11-9"/>
          <p:cNvSpPr/>
          <p:nvPr/>
        </p:nvSpPr>
        <p:spPr>
          <a:xfrm>
            <a:off x="2647187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rain-input-11-10"/>
          <p:cNvSpPr/>
          <p:nvPr/>
        </p:nvSpPr>
        <p:spPr>
          <a:xfrm>
            <a:off x="2766059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rain-input-11-11"/>
          <p:cNvSpPr/>
          <p:nvPr/>
        </p:nvSpPr>
        <p:spPr>
          <a:xfrm>
            <a:off x="2884932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rain-input-11-12"/>
          <p:cNvSpPr/>
          <p:nvPr/>
        </p:nvSpPr>
        <p:spPr>
          <a:xfrm>
            <a:off x="3003803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rain-input-11-13"/>
          <p:cNvSpPr/>
          <p:nvPr/>
        </p:nvSpPr>
        <p:spPr>
          <a:xfrm>
            <a:off x="312267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rain-input-11-14"/>
          <p:cNvSpPr/>
          <p:nvPr/>
        </p:nvSpPr>
        <p:spPr>
          <a:xfrm>
            <a:off x="3241548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rain-input-12-0"/>
          <p:cNvSpPr/>
          <p:nvPr/>
        </p:nvSpPr>
        <p:spPr>
          <a:xfrm>
            <a:off x="1577339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rain-input-12-1"/>
          <p:cNvSpPr/>
          <p:nvPr/>
        </p:nvSpPr>
        <p:spPr>
          <a:xfrm>
            <a:off x="1696211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rain-input-12-2"/>
          <p:cNvSpPr/>
          <p:nvPr/>
        </p:nvSpPr>
        <p:spPr>
          <a:xfrm>
            <a:off x="1815083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rain-input-12-3"/>
          <p:cNvSpPr/>
          <p:nvPr/>
        </p:nvSpPr>
        <p:spPr>
          <a:xfrm>
            <a:off x="193395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rain-input-12-4"/>
          <p:cNvSpPr/>
          <p:nvPr/>
        </p:nvSpPr>
        <p:spPr>
          <a:xfrm>
            <a:off x="2052827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rain-input-12-5"/>
          <p:cNvSpPr/>
          <p:nvPr/>
        </p:nvSpPr>
        <p:spPr>
          <a:xfrm>
            <a:off x="2171699" y="316382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rain-input-12-6"/>
          <p:cNvSpPr/>
          <p:nvPr/>
        </p:nvSpPr>
        <p:spPr>
          <a:xfrm>
            <a:off x="2290572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rain-input-12-7"/>
          <p:cNvSpPr/>
          <p:nvPr/>
        </p:nvSpPr>
        <p:spPr>
          <a:xfrm>
            <a:off x="2409444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rain-input-12-8"/>
          <p:cNvSpPr/>
          <p:nvPr/>
        </p:nvSpPr>
        <p:spPr>
          <a:xfrm>
            <a:off x="252831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rain-input-12-9"/>
          <p:cNvSpPr/>
          <p:nvPr/>
        </p:nvSpPr>
        <p:spPr>
          <a:xfrm>
            <a:off x="2647187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rain-input-12-10"/>
          <p:cNvSpPr/>
          <p:nvPr/>
        </p:nvSpPr>
        <p:spPr>
          <a:xfrm>
            <a:off x="2766059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rain-input-12-11"/>
          <p:cNvSpPr/>
          <p:nvPr/>
        </p:nvSpPr>
        <p:spPr>
          <a:xfrm>
            <a:off x="2884932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rain-input-12-12"/>
          <p:cNvSpPr/>
          <p:nvPr/>
        </p:nvSpPr>
        <p:spPr>
          <a:xfrm>
            <a:off x="3003803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rain-input-12-13"/>
          <p:cNvSpPr/>
          <p:nvPr/>
        </p:nvSpPr>
        <p:spPr>
          <a:xfrm>
            <a:off x="312267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rain-input-12-14"/>
          <p:cNvSpPr/>
          <p:nvPr/>
        </p:nvSpPr>
        <p:spPr>
          <a:xfrm>
            <a:off x="3241548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rain-input-13-0"/>
          <p:cNvSpPr/>
          <p:nvPr/>
        </p:nvSpPr>
        <p:spPr>
          <a:xfrm>
            <a:off x="157733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rain-input-13-1"/>
          <p:cNvSpPr/>
          <p:nvPr/>
        </p:nvSpPr>
        <p:spPr>
          <a:xfrm>
            <a:off x="1696211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rain-input-13-2"/>
          <p:cNvSpPr/>
          <p:nvPr/>
        </p:nvSpPr>
        <p:spPr>
          <a:xfrm>
            <a:off x="181508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rain-input-13-3"/>
          <p:cNvSpPr/>
          <p:nvPr/>
        </p:nvSpPr>
        <p:spPr>
          <a:xfrm>
            <a:off x="193395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rain-input-13-4"/>
          <p:cNvSpPr/>
          <p:nvPr/>
        </p:nvSpPr>
        <p:spPr>
          <a:xfrm>
            <a:off x="2052827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rain-input-13-5"/>
          <p:cNvSpPr/>
          <p:nvPr/>
        </p:nvSpPr>
        <p:spPr>
          <a:xfrm>
            <a:off x="217169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rain-input-13-6"/>
          <p:cNvSpPr/>
          <p:nvPr/>
        </p:nvSpPr>
        <p:spPr>
          <a:xfrm>
            <a:off x="229057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rain-input-13-7"/>
          <p:cNvSpPr/>
          <p:nvPr/>
        </p:nvSpPr>
        <p:spPr>
          <a:xfrm>
            <a:off x="2409444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rain-input-13-8"/>
          <p:cNvSpPr/>
          <p:nvPr/>
        </p:nvSpPr>
        <p:spPr>
          <a:xfrm>
            <a:off x="252831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rain-input-13-9"/>
          <p:cNvSpPr/>
          <p:nvPr/>
        </p:nvSpPr>
        <p:spPr>
          <a:xfrm>
            <a:off x="2647187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rain-input-13-10"/>
          <p:cNvSpPr/>
          <p:nvPr/>
        </p:nvSpPr>
        <p:spPr>
          <a:xfrm>
            <a:off x="2766059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rain-input-13-11"/>
          <p:cNvSpPr/>
          <p:nvPr/>
        </p:nvSpPr>
        <p:spPr>
          <a:xfrm>
            <a:off x="288493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rain-input-13-12"/>
          <p:cNvSpPr/>
          <p:nvPr/>
        </p:nvSpPr>
        <p:spPr>
          <a:xfrm>
            <a:off x="300380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rain-input-13-13"/>
          <p:cNvSpPr/>
          <p:nvPr/>
        </p:nvSpPr>
        <p:spPr>
          <a:xfrm>
            <a:off x="312267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rain-input-13-14"/>
          <p:cNvSpPr/>
          <p:nvPr/>
        </p:nvSpPr>
        <p:spPr>
          <a:xfrm>
            <a:off x="3241548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rain-input-14-0"/>
          <p:cNvSpPr/>
          <p:nvPr/>
        </p:nvSpPr>
        <p:spPr>
          <a:xfrm>
            <a:off x="157733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rain-input-14-1"/>
          <p:cNvSpPr/>
          <p:nvPr/>
        </p:nvSpPr>
        <p:spPr>
          <a:xfrm>
            <a:off x="1696211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rain-input-14-2"/>
          <p:cNvSpPr/>
          <p:nvPr/>
        </p:nvSpPr>
        <p:spPr>
          <a:xfrm>
            <a:off x="181508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rain-input-14-3"/>
          <p:cNvSpPr/>
          <p:nvPr/>
        </p:nvSpPr>
        <p:spPr>
          <a:xfrm>
            <a:off x="193395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rain-input-14-4"/>
          <p:cNvSpPr/>
          <p:nvPr/>
        </p:nvSpPr>
        <p:spPr>
          <a:xfrm>
            <a:off x="2052827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rain-input-14-5"/>
          <p:cNvSpPr/>
          <p:nvPr/>
        </p:nvSpPr>
        <p:spPr>
          <a:xfrm>
            <a:off x="217169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rain-input-14-6"/>
          <p:cNvSpPr/>
          <p:nvPr/>
        </p:nvSpPr>
        <p:spPr>
          <a:xfrm>
            <a:off x="229057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rain-input-14-7"/>
          <p:cNvSpPr/>
          <p:nvPr/>
        </p:nvSpPr>
        <p:spPr>
          <a:xfrm>
            <a:off x="2409444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rain-input-14-8"/>
          <p:cNvSpPr/>
          <p:nvPr/>
        </p:nvSpPr>
        <p:spPr>
          <a:xfrm>
            <a:off x="252831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rain-input-14-9"/>
          <p:cNvSpPr/>
          <p:nvPr/>
        </p:nvSpPr>
        <p:spPr>
          <a:xfrm>
            <a:off x="2647187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rain-input-14-10"/>
          <p:cNvSpPr/>
          <p:nvPr/>
        </p:nvSpPr>
        <p:spPr>
          <a:xfrm>
            <a:off x="2766059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rain-input-14-11"/>
          <p:cNvSpPr/>
          <p:nvPr/>
        </p:nvSpPr>
        <p:spPr>
          <a:xfrm>
            <a:off x="288493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rain-input-14-12"/>
          <p:cNvSpPr/>
          <p:nvPr/>
        </p:nvSpPr>
        <p:spPr>
          <a:xfrm>
            <a:off x="300380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rain-input-14-13"/>
          <p:cNvSpPr/>
          <p:nvPr/>
        </p:nvSpPr>
        <p:spPr>
          <a:xfrm>
            <a:off x="312267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rain-input-14-14"/>
          <p:cNvSpPr/>
          <p:nvPr/>
        </p:nvSpPr>
        <p:spPr>
          <a:xfrm>
            <a:off x="3241548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rain-input-15-0"/>
          <p:cNvSpPr/>
          <p:nvPr/>
        </p:nvSpPr>
        <p:spPr>
          <a:xfrm>
            <a:off x="157733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rain-input-15-1"/>
          <p:cNvSpPr/>
          <p:nvPr/>
        </p:nvSpPr>
        <p:spPr>
          <a:xfrm>
            <a:off x="1696211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rain-input-15-2"/>
          <p:cNvSpPr/>
          <p:nvPr/>
        </p:nvSpPr>
        <p:spPr>
          <a:xfrm>
            <a:off x="1815083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rain-input-15-3"/>
          <p:cNvSpPr/>
          <p:nvPr/>
        </p:nvSpPr>
        <p:spPr>
          <a:xfrm>
            <a:off x="193395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rain-input-15-4"/>
          <p:cNvSpPr/>
          <p:nvPr/>
        </p:nvSpPr>
        <p:spPr>
          <a:xfrm>
            <a:off x="2052827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rain-input-15-5"/>
          <p:cNvSpPr/>
          <p:nvPr/>
        </p:nvSpPr>
        <p:spPr>
          <a:xfrm>
            <a:off x="217169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rain-input-15-6"/>
          <p:cNvSpPr/>
          <p:nvPr/>
        </p:nvSpPr>
        <p:spPr>
          <a:xfrm>
            <a:off x="229057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rain-input-15-7"/>
          <p:cNvSpPr/>
          <p:nvPr/>
        </p:nvSpPr>
        <p:spPr>
          <a:xfrm>
            <a:off x="2409444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rain-input-15-8"/>
          <p:cNvSpPr/>
          <p:nvPr/>
        </p:nvSpPr>
        <p:spPr>
          <a:xfrm>
            <a:off x="252831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rain-input-15-9"/>
          <p:cNvSpPr/>
          <p:nvPr/>
        </p:nvSpPr>
        <p:spPr>
          <a:xfrm>
            <a:off x="2647187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rain-input-15-10"/>
          <p:cNvSpPr/>
          <p:nvPr/>
        </p:nvSpPr>
        <p:spPr>
          <a:xfrm>
            <a:off x="2766059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rain-input-15-11"/>
          <p:cNvSpPr/>
          <p:nvPr/>
        </p:nvSpPr>
        <p:spPr>
          <a:xfrm>
            <a:off x="288493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rain-input-15-12"/>
          <p:cNvSpPr/>
          <p:nvPr/>
        </p:nvSpPr>
        <p:spPr>
          <a:xfrm>
            <a:off x="3003803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rain-input-15-13"/>
          <p:cNvSpPr/>
          <p:nvPr/>
        </p:nvSpPr>
        <p:spPr>
          <a:xfrm>
            <a:off x="312267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rain-input-15-14"/>
          <p:cNvSpPr/>
          <p:nvPr/>
        </p:nvSpPr>
        <p:spPr>
          <a:xfrm>
            <a:off x="3241548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rain-input-16-0"/>
          <p:cNvSpPr/>
          <p:nvPr/>
        </p:nvSpPr>
        <p:spPr>
          <a:xfrm>
            <a:off x="157733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rain-input-16-1"/>
          <p:cNvSpPr/>
          <p:nvPr/>
        </p:nvSpPr>
        <p:spPr>
          <a:xfrm>
            <a:off x="1696211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rain-input-16-2"/>
          <p:cNvSpPr/>
          <p:nvPr/>
        </p:nvSpPr>
        <p:spPr>
          <a:xfrm>
            <a:off x="181508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rain-input-16-3"/>
          <p:cNvSpPr/>
          <p:nvPr/>
        </p:nvSpPr>
        <p:spPr>
          <a:xfrm>
            <a:off x="193395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rain-input-16-4"/>
          <p:cNvSpPr/>
          <p:nvPr/>
        </p:nvSpPr>
        <p:spPr>
          <a:xfrm>
            <a:off x="2052827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rain-input-16-5"/>
          <p:cNvSpPr/>
          <p:nvPr/>
        </p:nvSpPr>
        <p:spPr>
          <a:xfrm>
            <a:off x="217169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rain-input-16-6"/>
          <p:cNvSpPr/>
          <p:nvPr/>
        </p:nvSpPr>
        <p:spPr>
          <a:xfrm>
            <a:off x="229057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rain-input-16-7"/>
          <p:cNvSpPr/>
          <p:nvPr/>
        </p:nvSpPr>
        <p:spPr>
          <a:xfrm>
            <a:off x="2409444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rain-input-16-8"/>
          <p:cNvSpPr/>
          <p:nvPr/>
        </p:nvSpPr>
        <p:spPr>
          <a:xfrm>
            <a:off x="252831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rain-input-16-9"/>
          <p:cNvSpPr/>
          <p:nvPr/>
        </p:nvSpPr>
        <p:spPr>
          <a:xfrm>
            <a:off x="2647187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rain-input-16-10"/>
          <p:cNvSpPr/>
          <p:nvPr/>
        </p:nvSpPr>
        <p:spPr>
          <a:xfrm>
            <a:off x="2766059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rain-input-16-11"/>
          <p:cNvSpPr/>
          <p:nvPr/>
        </p:nvSpPr>
        <p:spPr>
          <a:xfrm>
            <a:off x="288493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rain-input-16-12"/>
          <p:cNvSpPr/>
          <p:nvPr/>
        </p:nvSpPr>
        <p:spPr>
          <a:xfrm>
            <a:off x="300380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rain-input-16-13"/>
          <p:cNvSpPr/>
          <p:nvPr/>
        </p:nvSpPr>
        <p:spPr>
          <a:xfrm>
            <a:off x="312267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rain-input-16-14"/>
          <p:cNvSpPr/>
          <p:nvPr/>
        </p:nvSpPr>
        <p:spPr>
          <a:xfrm>
            <a:off x="3241548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rain-input-17-0"/>
          <p:cNvSpPr/>
          <p:nvPr/>
        </p:nvSpPr>
        <p:spPr>
          <a:xfrm>
            <a:off x="157733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rain-input-17-1"/>
          <p:cNvSpPr/>
          <p:nvPr/>
        </p:nvSpPr>
        <p:spPr>
          <a:xfrm>
            <a:off x="1696211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rain-input-17-2"/>
          <p:cNvSpPr/>
          <p:nvPr/>
        </p:nvSpPr>
        <p:spPr>
          <a:xfrm>
            <a:off x="181508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rain-input-17-3"/>
          <p:cNvSpPr/>
          <p:nvPr/>
        </p:nvSpPr>
        <p:spPr>
          <a:xfrm>
            <a:off x="193395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rain-input-17-4"/>
          <p:cNvSpPr/>
          <p:nvPr/>
        </p:nvSpPr>
        <p:spPr>
          <a:xfrm>
            <a:off x="205282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rain-input-17-5"/>
          <p:cNvSpPr/>
          <p:nvPr/>
        </p:nvSpPr>
        <p:spPr>
          <a:xfrm>
            <a:off x="217169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rain-input-17-6"/>
          <p:cNvSpPr/>
          <p:nvPr/>
        </p:nvSpPr>
        <p:spPr>
          <a:xfrm>
            <a:off x="2290572" y="3758183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rain-input-17-7"/>
          <p:cNvSpPr/>
          <p:nvPr/>
        </p:nvSpPr>
        <p:spPr>
          <a:xfrm>
            <a:off x="2409444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rain-input-17-8"/>
          <p:cNvSpPr/>
          <p:nvPr/>
        </p:nvSpPr>
        <p:spPr>
          <a:xfrm>
            <a:off x="252831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rain-input-17-9"/>
          <p:cNvSpPr/>
          <p:nvPr/>
        </p:nvSpPr>
        <p:spPr>
          <a:xfrm>
            <a:off x="264718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rain-input-17-10"/>
          <p:cNvSpPr/>
          <p:nvPr/>
        </p:nvSpPr>
        <p:spPr>
          <a:xfrm>
            <a:off x="276605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rain-input-17-11"/>
          <p:cNvSpPr/>
          <p:nvPr/>
        </p:nvSpPr>
        <p:spPr>
          <a:xfrm>
            <a:off x="2884932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rain-input-17-12"/>
          <p:cNvSpPr/>
          <p:nvPr/>
        </p:nvSpPr>
        <p:spPr>
          <a:xfrm>
            <a:off x="300380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rain-input-17-13"/>
          <p:cNvSpPr/>
          <p:nvPr/>
        </p:nvSpPr>
        <p:spPr>
          <a:xfrm>
            <a:off x="312267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rain-input-17-14"/>
          <p:cNvSpPr/>
          <p:nvPr/>
        </p:nvSpPr>
        <p:spPr>
          <a:xfrm>
            <a:off x="3241548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rain-input-18-0"/>
          <p:cNvSpPr/>
          <p:nvPr/>
        </p:nvSpPr>
        <p:spPr>
          <a:xfrm>
            <a:off x="157733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rain-input-18-1"/>
          <p:cNvSpPr/>
          <p:nvPr/>
        </p:nvSpPr>
        <p:spPr>
          <a:xfrm>
            <a:off x="1696211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rain-input-18-2"/>
          <p:cNvSpPr/>
          <p:nvPr/>
        </p:nvSpPr>
        <p:spPr>
          <a:xfrm>
            <a:off x="181508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rain-input-18-3"/>
          <p:cNvSpPr/>
          <p:nvPr/>
        </p:nvSpPr>
        <p:spPr>
          <a:xfrm>
            <a:off x="193395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rain-input-18-4"/>
          <p:cNvSpPr/>
          <p:nvPr/>
        </p:nvSpPr>
        <p:spPr>
          <a:xfrm>
            <a:off x="205282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rain-input-18-5"/>
          <p:cNvSpPr/>
          <p:nvPr/>
        </p:nvSpPr>
        <p:spPr>
          <a:xfrm>
            <a:off x="217169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rain-input-18-6"/>
          <p:cNvSpPr/>
          <p:nvPr/>
        </p:nvSpPr>
        <p:spPr>
          <a:xfrm>
            <a:off x="229057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rain-input-18-7"/>
          <p:cNvSpPr/>
          <p:nvPr/>
        </p:nvSpPr>
        <p:spPr>
          <a:xfrm>
            <a:off x="2409444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rain-input-18-8"/>
          <p:cNvSpPr/>
          <p:nvPr/>
        </p:nvSpPr>
        <p:spPr>
          <a:xfrm>
            <a:off x="252831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rain-input-18-9"/>
          <p:cNvSpPr/>
          <p:nvPr/>
        </p:nvSpPr>
        <p:spPr>
          <a:xfrm>
            <a:off x="264718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rain-input-18-10"/>
          <p:cNvSpPr/>
          <p:nvPr/>
        </p:nvSpPr>
        <p:spPr>
          <a:xfrm>
            <a:off x="276605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rain-input-18-11"/>
          <p:cNvSpPr/>
          <p:nvPr/>
        </p:nvSpPr>
        <p:spPr>
          <a:xfrm>
            <a:off x="288493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rain-input-18-12"/>
          <p:cNvSpPr/>
          <p:nvPr/>
        </p:nvSpPr>
        <p:spPr>
          <a:xfrm>
            <a:off x="300380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rain-input-18-13"/>
          <p:cNvSpPr/>
          <p:nvPr/>
        </p:nvSpPr>
        <p:spPr>
          <a:xfrm>
            <a:off x="312267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rain-input-18-14"/>
          <p:cNvSpPr/>
          <p:nvPr/>
        </p:nvSpPr>
        <p:spPr>
          <a:xfrm>
            <a:off x="3241548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rain-input-19-0"/>
          <p:cNvSpPr/>
          <p:nvPr/>
        </p:nvSpPr>
        <p:spPr>
          <a:xfrm>
            <a:off x="157733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rain-input-19-1"/>
          <p:cNvSpPr/>
          <p:nvPr/>
        </p:nvSpPr>
        <p:spPr>
          <a:xfrm>
            <a:off x="1696211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rain-input-19-2"/>
          <p:cNvSpPr/>
          <p:nvPr/>
        </p:nvSpPr>
        <p:spPr>
          <a:xfrm>
            <a:off x="1815083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rain-input-19-3"/>
          <p:cNvSpPr/>
          <p:nvPr/>
        </p:nvSpPr>
        <p:spPr>
          <a:xfrm>
            <a:off x="193395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rain-input-19-4"/>
          <p:cNvSpPr/>
          <p:nvPr/>
        </p:nvSpPr>
        <p:spPr>
          <a:xfrm>
            <a:off x="205282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rain-input-19-5"/>
          <p:cNvSpPr/>
          <p:nvPr/>
        </p:nvSpPr>
        <p:spPr>
          <a:xfrm>
            <a:off x="217169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rain-input-19-6"/>
          <p:cNvSpPr/>
          <p:nvPr/>
        </p:nvSpPr>
        <p:spPr>
          <a:xfrm>
            <a:off x="229057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rain-input-19-7"/>
          <p:cNvSpPr/>
          <p:nvPr/>
        </p:nvSpPr>
        <p:spPr>
          <a:xfrm>
            <a:off x="2409444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rain-input-19-8"/>
          <p:cNvSpPr/>
          <p:nvPr/>
        </p:nvSpPr>
        <p:spPr>
          <a:xfrm>
            <a:off x="252831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rain-input-19-9"/>
          <p:cNvSpPr/>
          <p:nvPr/>
        </p:nvSpPr>
        <p:spPr>
          <a:xfrm>
            <a:off x="264718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rain-input-19-10"/>
          <p:cNvSpPr/>
          <p:nvPr/>
        </p:nvSpPr>
        <p:spPr>
          <a:xfrm>
            <a:off x="276605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rain-input-19-11"/>
          <p:cNvSpPr/>
          <p:nvPr/>
        </p:nvSpPr>
        <p:spPr>
          <a:xfrm>
            <a:off x="288493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rain-input-19-12"/>
          <p:cNvSpPr/>
          <p:nvPr/>
        </p:nvSpPr>
        <p:spPr>
          <a:xfrm>
            <a:off x="3003803" y="3995928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rain-input-19-13"/>
          <p:cNvSpPr/>
          <p:nvPr/>
        </p:nvSpPr>
        <p:spPr>
          <a:xfrm>
            <a:off x="312267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rain-input-19-14"/>
          <p:cNvSpPr/>
          <p:nvPr/>
        </p:nvSpPr>
        <p:spPr>
          <a:xfrm>
            <a:off x="3241548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提示例は全2組、テスト入力は全1個。ここでは各1番目を表示。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1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1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1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1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1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1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1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1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1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1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1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1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1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1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1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1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1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1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1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1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1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1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1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1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1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1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1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1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1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1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1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1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1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1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1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1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1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1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1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1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1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1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1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1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1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1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1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1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1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1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1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1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1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1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1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1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1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1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1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1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1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1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1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1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1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1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1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1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1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1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1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1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1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1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1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1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1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1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1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1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1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1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1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1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1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1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1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1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1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1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1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1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1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1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1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1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1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1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1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1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1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1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1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1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1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1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1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1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1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1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1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1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1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1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1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1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1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1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1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1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1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1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1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1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1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1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1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1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1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1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1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1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1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1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1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1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1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1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1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1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1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1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1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1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1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1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1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1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1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1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1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1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1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1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1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1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1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1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1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1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1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1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1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1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1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1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1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1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1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1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1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1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1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1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1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1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1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1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1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1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1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1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1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1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1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1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1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1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1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1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1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1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1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1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1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1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1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1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1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1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1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1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1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1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1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1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1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1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1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1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1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1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1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1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1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1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1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1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1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1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1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1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1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1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1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1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1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1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1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1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1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1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1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1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1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1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1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1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1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1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1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1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1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1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1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1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1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1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1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1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1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1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1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1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1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1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1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1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1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1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1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1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1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1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1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1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1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1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1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1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1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1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1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1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1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1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1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1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1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1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1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1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1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1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1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1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1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1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1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1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1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1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1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1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1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1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1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1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1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1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1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1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1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1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1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1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1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1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1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1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1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1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1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1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1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1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1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1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1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1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1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1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1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1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1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1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1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1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1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1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1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1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1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1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1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1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1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1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1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1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1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1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1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1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1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1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1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1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1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1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1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1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1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1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1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1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1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1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1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1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1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1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1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1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1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1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1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1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1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1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1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1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1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1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1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1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1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1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1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1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1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1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1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1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1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1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1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1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1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1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1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1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1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1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1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1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1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1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1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1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1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1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1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1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1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1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1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1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1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1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1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1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1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1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1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1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1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1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1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1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1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1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1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1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1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1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1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1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1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1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1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1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1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1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1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1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1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1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1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1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1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1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1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1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1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1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1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1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1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1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1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1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1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1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1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1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1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1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1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1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1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1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1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1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1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1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1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1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1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1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1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1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1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1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1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1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1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1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1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1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1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1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1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1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1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1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1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1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1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1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1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1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1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1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1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1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1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1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1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1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1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1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1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1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1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1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1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1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1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1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1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1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1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1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1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1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1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1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1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1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1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1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1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1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1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1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1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1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1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1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1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1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1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1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1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1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1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1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1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1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1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1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1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1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1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1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1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1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1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1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1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1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1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1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1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1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1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1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1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1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1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1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1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1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1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1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1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1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1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1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1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1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1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1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1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1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1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1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1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1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1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1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1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1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1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1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1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1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1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1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1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1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1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1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1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1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1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1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1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1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1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1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1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1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1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1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1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1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1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1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1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1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1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1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1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1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1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1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1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1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1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1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1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1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1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1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1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1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1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1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1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1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1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1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1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1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1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1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1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1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1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1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1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1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1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1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1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1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1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1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1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1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1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1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1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1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1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1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1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1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1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1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1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1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1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1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1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1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1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1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1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1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1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1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1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1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1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1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1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1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1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1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1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1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1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1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1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1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1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1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1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1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1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1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1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1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1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1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1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1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1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1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1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1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1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1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1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1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1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1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1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1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1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1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1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1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1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1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1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1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1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1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1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1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1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1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1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1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1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1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1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1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1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1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1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1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1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1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1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1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1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1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1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1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1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1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1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1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1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1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1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1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1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1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1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1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1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1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1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1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1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1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1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1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1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1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1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1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1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1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1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1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1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1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1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1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1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1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1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1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1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1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1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1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1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1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1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1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1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1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1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1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1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1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1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1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1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1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1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1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1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1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1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1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1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1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1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1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1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1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1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1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1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1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1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1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1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1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1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1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1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1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1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1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1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1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1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1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1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1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1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1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1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1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1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1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1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1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1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1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1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1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1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1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1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1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1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1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1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1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1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1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1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1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1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1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1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1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1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1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1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1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1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1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1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1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1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1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1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1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1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1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1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1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1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1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1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1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1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1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1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1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1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1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1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1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1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1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1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1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1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1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1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1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1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1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1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1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1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1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1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1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1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1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1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1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1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1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1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1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1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1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1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1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1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1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1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1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1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1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1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1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1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1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1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1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1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1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1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1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1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1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1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1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1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1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1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1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1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1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1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1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1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1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1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1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1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1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1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1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1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1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1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1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1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1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1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1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1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1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1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1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1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1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1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1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1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1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1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1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1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1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1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1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1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1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1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1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1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1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1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1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1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1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1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1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1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1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1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1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1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1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1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1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1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1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1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1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1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1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1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1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1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1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1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1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1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1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1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1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1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1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1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1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1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1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1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1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1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1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1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1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1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1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1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1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1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1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1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1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1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1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1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1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1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1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1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1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1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1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1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1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1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1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1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1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1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1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1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1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1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1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1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1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1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1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1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1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1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1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1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1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1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1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1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1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1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1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1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1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1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1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1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1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1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1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1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1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1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1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1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1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1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1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1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1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1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1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1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1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1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1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1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1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1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1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1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1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1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1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1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1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1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1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1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1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1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1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1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1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1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1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1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1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1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1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1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1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1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1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1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1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1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1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1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1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1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1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1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1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1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1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1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1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1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1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1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1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1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1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1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1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1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1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1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1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1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1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1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1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1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1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1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1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1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1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1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1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1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1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1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1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1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1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1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1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1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1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1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1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1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1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1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1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1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1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1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1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1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1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1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1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1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1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1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1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1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1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1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1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1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1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1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1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1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1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1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1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1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1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1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1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1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1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1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1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1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1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1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1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1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1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1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1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1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1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1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1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1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1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1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1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1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1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1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1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1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1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1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1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1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1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1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1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1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1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1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1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1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1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1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1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1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1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1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1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1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1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1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1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1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1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1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1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1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1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1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1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1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1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1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1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1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1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1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1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1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1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1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1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1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1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1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1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1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1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1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1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1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1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1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1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1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1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1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1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1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1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1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1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1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1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1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1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1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1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1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1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1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1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1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1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1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1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1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1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1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1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1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1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1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1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1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1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1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1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1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1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1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1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1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1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1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1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1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1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1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1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1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1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1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1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1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1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1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1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1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1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1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1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1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1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1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1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1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1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1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1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1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1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1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1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1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1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1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1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枠内を切り取り、同じ形の穴に合う倍率で図形を拡大して配置する。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2-train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rain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rain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rain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rain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rain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rain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rain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rain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rain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rain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rain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rain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rain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rain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rain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rain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rain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rain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rain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rain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rain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rain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rain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rain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rain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rain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rain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rain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rain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rain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rain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rain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rain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rain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rain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rain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rain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rain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rain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rain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rain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rain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rain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rain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rain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rain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rain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rain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rain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rain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rain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rain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rain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rain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rain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rain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rain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rain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rain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rain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rain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rain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rain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rain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rain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rain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rain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rain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rain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rain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rain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rain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rain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rain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rain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rain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rain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rain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rain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rain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rain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rain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rain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rain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rain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rain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rain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rain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rain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rain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rain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rain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rain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rain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rain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rain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rain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rain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rain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rain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rain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rain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rain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rain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rain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rain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rain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rain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rain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rain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rain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rain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rain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rain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rain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rain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rain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rain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rain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rain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rain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rain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rain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rain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rain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rain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rain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rain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rain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rain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rain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rain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rain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rain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rain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rain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rain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rain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rain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rain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rain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rain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rain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rain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rain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rain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rain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rain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rain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rain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rain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rain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rain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rain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rain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rain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rain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rain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rain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rain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rain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rain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rain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rain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rain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rain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rain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rain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rain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rain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rain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rain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rain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rain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rain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rain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rain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rain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rain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rain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rain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rain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rain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rain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rain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rain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rain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rain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rain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rain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rain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rain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rain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rain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rain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rain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rain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rain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rain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rain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rain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rain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rain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rain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rain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rain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rain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rain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rain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rain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rain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rain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rain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rain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rain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rain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rain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rain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rain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rain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rain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rain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rain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rain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rain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rain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rain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rain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rain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rain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rain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rain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rain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rain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rain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rain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rain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rain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rain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rain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rain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rain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rain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rain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rain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rain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rain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rain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rain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rain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rain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rain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rain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rain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rain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rain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rain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rain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rain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rain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rain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rain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rain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rain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rain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rain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rain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rain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rain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rain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rain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rain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rain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rain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rain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rain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rain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rain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rain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rain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rain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rain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rain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rain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rain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rain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rain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rain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rain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rain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rain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rain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rain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rain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rain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rain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rain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rain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rain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rain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rain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rain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rain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rain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rain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rain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rain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rain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rain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rain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rain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rain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rain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rain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rain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rain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rain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rain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rain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rain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rain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rain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rain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rain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rain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rain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rain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rain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rain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rain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rain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rain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rain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rain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rain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rain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rain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rain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rain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rain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rain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rain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rain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rain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rain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rain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rain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rain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rain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rain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rain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rain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rain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rain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rain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rain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rain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rain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rain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rain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rain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rain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rain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rain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rain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rain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rain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rain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rain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rain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rain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rain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rain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rain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rain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rain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rain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rain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rain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rain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rain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rain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rain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rain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rain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rain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rain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rain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rain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rain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rain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rain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rain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rain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rain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rain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rain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rain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rain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rain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rain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rain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rain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rain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rain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rain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rain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rain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rain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rain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rain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rain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rain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rain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rain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rain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rain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rain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rain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rain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rain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rain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rain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rain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rain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rain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rain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rain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rain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rain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rain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rain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rain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rain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rain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rain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rain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rain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rain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rain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rain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rain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rain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rain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rain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rain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rain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rain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rain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rain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rain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rain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rain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rain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rain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rain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rain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rain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rain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rain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rain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rain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rain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rain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rain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rain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rain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rain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rain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rain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rain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rain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rain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rain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rain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rain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rain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rain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rain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rain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rain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rain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rain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rain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rain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rain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rain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rain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rain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rain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rain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rain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rain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rain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rain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rain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rain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rain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rain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rain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rain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rain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rain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rain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rain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rain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rain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rain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rain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rain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rain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rain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rain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rain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rain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rain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rain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rain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rain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rain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rain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rain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rain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rain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rain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rain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rain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rain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rain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rain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rain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rain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rain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rain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rain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rain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rain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rain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rain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rain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rain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rain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rain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rain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rain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rain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rain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rain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rain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rain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rain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rain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rain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rain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rain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rain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rain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rain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rain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rain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rain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rain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rain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rain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rain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rain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rain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rain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rain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rain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rain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rain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rain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rain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rain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rain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rain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rain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rain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rain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rain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rain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rain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rain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rain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rain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rain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rain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rain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rain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rain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rain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rain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rain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rain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rain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rain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rain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rain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rain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rain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rain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rain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rain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rain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rain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rain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rain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rain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rain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rain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rain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rain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rain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rain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rain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rain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rain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rain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rain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rain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rain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rain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rain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rain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rain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rain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rain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rain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rain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rain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rain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rain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rain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rain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rain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rain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rain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rain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rain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rain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rain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rain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rain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rain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rain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rain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rain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rain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rain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rain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rain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rain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rain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rain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rain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rain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rain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rain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rain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rain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rain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rain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rain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rain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rain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rain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rain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rain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rain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rain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rain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rain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rain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rain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rain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rain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rain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rain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rain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rain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rain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rain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rain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rain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rain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rain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rain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rain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rain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rain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rain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rain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rain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rain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rain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rain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rain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rain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rain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rain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rain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rain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rain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rain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rain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rain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rain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rain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rain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rain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rain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rain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rain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rain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rain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rain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rain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rain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rain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rain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rain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rain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rain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rain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rain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rain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rain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rain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rain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rain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rain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rain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rain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rain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rain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rain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rain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rain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rain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rain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rain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rain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rain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rain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rain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rain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rain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rain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rain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rain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rain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rain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rain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rain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rain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rain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rain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rain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rain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rain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rain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rain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rain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rain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rain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rain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rain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rain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rain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rain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rain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rain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rain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rain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rain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rain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rain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rain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rain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rain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rain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rain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rain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rain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rain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rain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rain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rain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rain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rain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rain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rain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rain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rain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rain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rain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rain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rain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rain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rain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rain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rain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rain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rain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rain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rain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rain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rain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rain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rain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rain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rain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rain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rain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rain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rain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rain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rain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rain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rain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rain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rain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rain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rain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rain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rain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rain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rain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rain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rain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rain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rain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rain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rain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rain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rain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rain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rain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rain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rain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rain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rain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rain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rain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rain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rain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rain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rain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rain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rain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rain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rain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rain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rain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rain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rain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rain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rain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rain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rain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rain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rain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rain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rain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rain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rain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rain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rain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rain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rain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rain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rain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rain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rain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rain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rain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rain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rain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rain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rain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rain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rain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rain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rain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rain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rain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rain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rain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rain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rain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rain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rain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rain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rain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rain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rain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rain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rain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rain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rain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rain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rain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rain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rain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rain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rain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rain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rain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rain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rain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rain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rain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rain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rain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rain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rain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rain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rain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rain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rain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rain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rain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rain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rain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rain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rain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rain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rain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rain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rain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rain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rain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rain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rain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rain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rain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rain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rain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rain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rain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rain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rain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rain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rain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rain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rain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rain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rain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rain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rain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rain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rain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rain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rain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rain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rain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rain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rain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rain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rain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rain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rain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rain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rain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rain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rain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rain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rain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rain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rain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rain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rain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rain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rain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rain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rain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rain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rain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rain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rain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rain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rain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rain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rain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rain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rain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rain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rain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rain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rain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rain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rain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rain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rain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rain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rain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rain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rain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rain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rain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rain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rain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rain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rain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rain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rain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rain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rain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rain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rain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rain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rain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rain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rain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rain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rain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rain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rain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rain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rain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rain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rain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rain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rain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rain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rain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rain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rain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rain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rain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rain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rain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rain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rain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rain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rain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rain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rain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rain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rain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rain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rain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rain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rain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rain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rain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rain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rain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rain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rain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rain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rain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rain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rain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rain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rain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rain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rain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rain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rain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rain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rain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rain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rain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rain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rain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rain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rain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rain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rain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rain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rain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rain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rain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rain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rain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rain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rain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rain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rain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rain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rain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rain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rain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rain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rain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rain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rain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rain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rain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rain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rain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rain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rain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rain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rain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rain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rain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rain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rain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rain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rain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rain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rain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rain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rain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rain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rain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rain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rain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rain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rain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rain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rain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rain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rain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rain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rain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rain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rain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rain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rain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rain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rain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rain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rain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rain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rain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rain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rain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rain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rain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rain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rain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rain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rain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rain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rain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rain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rain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rain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rain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rain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rain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rain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rain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rain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rain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rain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rain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rain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rain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rain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rain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rain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rain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rain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rain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rain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rain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rain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rain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rain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rain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rain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rain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rain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rain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rain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rain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rain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rain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rain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rain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rain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rain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rain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rain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rain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rain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rain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rain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rain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rain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rain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rain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rain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rain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rain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rain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rain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rain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rain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rain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rain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rain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rain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rain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rain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rain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rain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rain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rain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rain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rain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rain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rain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rain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rain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rain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rain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rain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rain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rain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rain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rain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rain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rain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rain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rain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rain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rain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rain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rain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rain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rain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rain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rain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rain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rain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rain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rain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rain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rain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rain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rain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rain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rain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rain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rain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rain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rain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rain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rain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rain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rain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rain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rain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rain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rain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rain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rain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rain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rain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rain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rain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rain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rain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rain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rain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rain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rain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rain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rain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rain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rain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rain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rain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rain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rain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rain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rain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rain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rain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rain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rain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rain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rain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rain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rain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rain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rain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rain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rain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rain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rain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rain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rain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rain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rain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rain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rain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rain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rain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rain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rain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rain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rain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rain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rain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rain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rain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rain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rain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rain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rain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rain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rain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rain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rain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rain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rain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rain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rain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rain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rain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rain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rain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rain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rain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rain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rain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rain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rain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rain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rain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rain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rain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rain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rain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rain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rain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rain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rain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rain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rain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rain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rain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rain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rain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rain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rain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rain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rain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rain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rain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rain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rain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rain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rain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rain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rain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rain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rain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rain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rain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rain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rain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rain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rain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rain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rain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rain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rain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rain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rain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rain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rain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rain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rain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rain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rain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rain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rain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rain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rain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rain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rain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rain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rain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rain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rain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rain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rain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rain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rain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rain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rain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rain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rain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rain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rain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rain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rain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rain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rain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rain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rain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rain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rain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rain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rain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rain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rain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rain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rain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rain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rain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rain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rain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rain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rain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rain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rain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rain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rain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rain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rain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rain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rain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rain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rain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rain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rain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rain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rain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rain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rain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rain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rain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rain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rain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rain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rain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rain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rain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rain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rain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rain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rain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rain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rain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rain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rain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rain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rain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rain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rain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rain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rain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rain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rain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rain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rain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rain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rain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rain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rain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rain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rain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rain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rain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rain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rain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rain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rain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rain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rain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rain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rain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rain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rain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rain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rain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rain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rain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rain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rain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rain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rain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rain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rain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rain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rain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rain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rain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rain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rain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rain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rain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rain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rain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rain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rain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rain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rain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rain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rain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rain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rain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rain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rain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rain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rain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rain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rain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rain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rain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rain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rain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rain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rain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rain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rain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rain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rain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rain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rain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rain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rain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rain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rain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rain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rain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rain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rain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rain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rain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rain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rain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rain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rain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rain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rain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rain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rain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rain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rain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rain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rain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rain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rain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rain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rain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rain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rain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rain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rain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rain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rain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rain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rain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rain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rain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rain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rain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rain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rain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rain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rain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rain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rain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rain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rain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rain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rain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rain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rain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rain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rain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rain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rain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rain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rain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rain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rain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rain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rain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rain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rain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rain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rain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rain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rain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rain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rain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rain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rain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rain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rain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rain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rain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rain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rain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rain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rain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rain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rain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rain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rain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rain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rain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rain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rain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rain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rain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rain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rain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rain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rain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rain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rain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rain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rain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rain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rain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rain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rain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rain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rain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rain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rain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rain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rain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rain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rain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rain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rain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rain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rain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rain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rain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rain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rain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rain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rain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rain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rain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rain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rain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rain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rain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rain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rain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rain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rain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rain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rain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rain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rain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rain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rain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rain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rain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rain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rain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rain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rain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rain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rain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rain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rain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rain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rain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rain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rain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rain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rain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rain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rain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rain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rain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rain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rain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rain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rain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rain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rain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rain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rain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rain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rain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rain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rain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rain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rain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rain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rain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rain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rain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rain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rain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rain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rain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rain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rain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rain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rain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rain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rain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rain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rain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rain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rain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rain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rain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rain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rain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rain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rain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rain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rain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rain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rain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rain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rain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rain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rain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rain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rain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rain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rain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rain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rain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rain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rain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rain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rain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rain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rain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rain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rain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rain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rain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rain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rain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rain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rain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rain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rain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rain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rain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rain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rain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rain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rain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rain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rain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rain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rain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rain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rain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rain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rain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rain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rain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rain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rain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rain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rain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rain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rain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rain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rain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rain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rain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rain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rain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rain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rain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rain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rain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rain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rain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rain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rain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rain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rain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rain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rain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rain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rain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rain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rain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rain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rain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rain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rain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rain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rain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rain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rain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rain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rain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rain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rain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rain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rain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2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凡例と穴の数を対応させ、各物体を対応する色で塗る。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格子全体が一致した出力を正解とする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各テスト入力に対して、出力候補を2つ提出できる。一方が正解と完全に一致すれば、そのテスト入力を正解とする。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比較するのは格子の縦横と全セルの値である。色の意味や変換の説明文を提出する形式ではなく、出力の格子そのものを採点する。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公式評価実装は、テスト入力ごとの正誤を課題内で平均し、その課題ごとの得点をさらに平均する。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採点例：1セルの違いも不一致になる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正解の格子</a:t>
            </a:r>
          </a:p>
        </p:txBody>
      </p:sp>
      <p:sp>
        <p:nvSpPr>
          <p:cNvPr id="5" name="grid-grading-0-0-0"/>
          <p:cNvSpPr/>
          <p:nvPr/>
        </p:nvSpPr>
        <p:spPr>
          <a:xfrm>
            <a:off x="66294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rid-grading-0-0-1"/>
          <p:cNvSpPr/>
          <p:nvPr/>
        </p:nvSpPr>
        <p:spPr>
          <a:xfrm>
            <a:off x="83526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grading-0-0-2"/>
          <p:cNvSpPr/>
          <p:nvPr/>
        </p:nvSpPr>
        <p:spPr>
          <a:xfrm>
            <a:off x="100759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grading-0-0-3"/>
          <p:cNvSpPr/>
          <p:nvPr/>
        </p:nvSpPr>
        <p:spPr>
          <a:xfrm>
            <a:off x="117992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grading-0-0-4"/>
          <p:cNvSpPr/>
          <p:nvPr/>
        </p:nvSpPr>
        <p:spPr>
          <a:xfrm>
            <a:off x="135225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grading-0-0-5"/>
          <p:cNvSpPr/>
          <p:nvPr/>
        </p:nvSpPr>
        <p:spPr>
          <a:xfrm>
            <a:off x="152458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grading-0-0-6"/>
          <p:cNvSpPr/>
          <p:nvPr/>
        </p:nvSpPr>
        <p:spPr>
          <a:xfrm>
            <a:off x="169691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grading-0-0-7"/>
          <p:cNvSpPr/>
          <p:nvPr/>
        </p:nvSpPr>
        <p:spPr>
          <a:xfrm>
            <a:off x="186924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grading-0-0-8"/>
          <p:cNvSpPr/>
          <p:nvPr/>
        </p:nvSpPr>
        <p:spPr>
          <a:xfrm>
            <a:off x="204157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grading-0-0-9"/>
          <p:cNvSpPr/>
          <p:nvPr/>
        </p:nvSpPr>
        <p:spPr>
          <a:xfrm>
            <a:off x="221390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grading-0-0-10"/>
          <p:cNvSpPr/>
          <p:nvPr/>
        </p:nvSpPr>
        <p:spPr>
          <a:xfrm>
            <a:off x="238623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grading-0-0-11"/>
          <p:cNvSpPr/>
          <p:nvPr/>
        </p:nvSpPr>
        <p:spPr>
          <a:xfrm>
            <a:off x="255856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grading-0-0-12"/>
          <p:cNvSpPr/>
          <p:nvPr/>
        </p:nvSpPr>
        <p:spPr>
          <a:xfrm>
            <a:off x="273089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grading-0-1-0"/>
          <p:cNvSpPr/>
          <p:nvPr/>
        </p:nvSpPr>
        <p:spPr>
          <a:xfrm>
            <a:off x="66294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grading-0-1-1"/>
          <p:cNvSpPr/>
          <p:nvPr/>
        </p:nvSpPr>
        <p:spPr>
          <a:xfrm>
            <a:off x="83526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grading-0-1-2"/>
          <p:cNvSpPr/>
          <p:nvPr/>
        </p:nvSpPr>
        <p:spPr>
          <a:xfrm>
            <a:off x="100759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grading-0-1-3"/>
          <p:cNvSpPr/>
          <p:nvPr/>
        </p:nvSpPr>
        <p:spPr>
          <a:xfrm>
            <a:off x="117992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grading-0-1-4"/>
          <p:cNvSpPr/>
          <p:nvPr/>
        </p:nvSpPr>
        <p:spPr>
          <a:xfrm>
            <a:off x="135225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grading-0-1-5"/>
          <p:cNvSpPr/>
          <p:nvPr/>
        </p:nvSpPr>
        <p:spPr>
          <a:xfrm>
            <a:off x="152458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grading-0-1-6"/>
          <p:cNvSpPr/>
          <p:nvPr/>
        </p:nvSpPr>
        <p:spPr>
          <a:xfrm>
            <a:off x="169691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grading-0-1-7"/>
          <p:cNvSpPr/>
          <p:nvPr/>
        </p:nvSpPr>
        <p:spPr>
          <a:xfrm>
            <a:off x="186924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grading-0-1-8"/>
          <p:cNvSpPr/>
          <p:nvPr/>
        </p:nvSpPr>
        <p:spPr>
          <a:xfrm>
            <a:off x="204157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grading-0-1-9"/>
          <p:cNvSpPr/>
          <p:nvPr/>
        </p:nvSpPr>
        <p:spPr>
          <a:xfrm>
            <a:off x="221390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grading-0-1-10"/>
          <p:cNvSpPr/>
          <p:nvPr/>
        </p:nvSpPr>
        <p:spPr>
          <a:xfrm>
            <a:off x="238623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grading-0-1-11"/>
          <p:cNvSpPr/>
          <p:nvPr/>
        </p:nvSpPr>
        <p:spPr>
          <a:xfrm>
            <a:off x="255856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grading-0-1-12"/>
          <p:cNvSpPr/>
          <p:nvPr/>
        </p:nvSpPr>
        <p:spPr>
          <a:xfrm>
            <a:off x="273089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grading-0-2-0"/>
          <p:cNvSpPr/>
          <p:nvPr/>
        </p:nvSpPr>
        <p:spPr>
          <a:xfrm>
            <a:off x="66294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grading-0-2-1"/>
          <p:cNvSpPr/>
          <p:nvPr/>
        </p:nvSpPr>
        <p:spPr>
          <a:xfrm>
            <a:off x="83526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grading-0-2-2"/>
          <p:cNvSpPr/>
          <p:nvPr/>
        </p:nvSpPr>
        <p:spPr>
          <a:xfrm>
            <a:off x="100759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grading-0-2-3"/>
          <p:cNvSpPr/>
          <p:nvPr/>
        </p:nvSpPr>
        <p:spPr>
          <a:xfrm>
            <a:off x="117992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grading-0-2-4"/>
          <p:cNvSpPr/>
          <p:nvPr/>
        </p:nvSpPr>
        <p:spPr>
          <a:xfrm>
            <a:off x="135225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grading-0-2-5"/>
          <p:cNvSpPr/>
          <p:nvPr/>
        </p:nvSpPr>
        <p:spPr>
          <a:xfrm>
            <a:off x="152458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grading-0-2-6"/>
          <p:cNvSpPr/>
          <p:nvPr/>
        </p:nvSpPr>
        <p:spPr>
          <a:xfrm>
            <a:off x="169691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grading-0-2-7"/>
          <p:cNvSpPr/>
          <p:nvPr/>
        </p:nvSpPr>
        <p:spPr>
          <a:xfrm>
            <a:off x="186924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grading-0-2-8"/>
          <p:cNvSpPr/>
          <p:nvPr/>
        </p:nvSpPr>
        <p:spPr>
          <a:xfrm>
            <a:off x="204157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grading-0-2-9"/>
          <p:cNvSpPr/>
          <p:nvPr/>
        </p:nvSpPr>
        <p:spPr>
          <a:xfrm>
            <a:off x="221390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grading-0-2-10"/>
          <p:cNvSpPr/>
          <p:nvPr/>
        </p:nvSpPr>
        <p:spPr>
          <a:xfrm>
            <a:off x="238623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grading-0-2-11"/>
          <p:cNvSpPr/>
          <p:nvPr/>
        </p:nvSpPr>
        <p:spPr>
          <a:xfrm>
            <a:off x="255856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grading-0-2-12"/>
          <p:cNvSpPr/>
          <p:nvPr/>
        </p:nvSpPr>
        <p:spPr>
          <a:xfrm>
            <a:off x="273089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grading-0-3-0"/>
          <p:cNvSpPr/>
          <p:nvPr/>
        </p:nvSpPr>
        <p:spPr>
          <a:xfrm>
            <a:off x="66294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grading-0-3-1"/>
          <p:cNvSpPr/>
          <p:nvPr/>
        </p:nvSpPr>
        <p:spPr>
          <a:xfrm>
            <a:off x="83526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grading-0-3-2"/>
          <p:cNvSpPr/>
          <p:nvPr/>
        </p:nvSpPr>
        <p:spPr>
          <a:xfrm>
            <a:off x="100759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grading-0-3-3"/>
          <p:cNvSpPr/>
          <p:nvPr/>
        </p:nvSpPr>
        <p:spPr>
          <a:xfrm>
            <a:off x="117992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grading-0-3-4"/>
          <p:cNvSpPr/>
          <p:nvPr/>
        </p:nvSpPr>
        <p:spPr>
          <a:xfrm>
            <a:off x="135225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grading-0-3-5"/>
          <p:cNvSpPr/>
          <p:nvPr/>
        </p:nvSpPr>
        <p:spPr>
          <a:xfrm>
            <a:off x="152458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grading-0-3-6"/>
          <p:cNvSpPr/>
          <p:nvPr/>
        </p:nvSpPr>
        <p:spPr>
          <a:xfrm>
            <a:off x="169691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grading-0-3-7"/>
          <p:cNvSpPr/>
          <p:nvPr/>
        </p:nvSpPr>
        <p:spPr>
          <a:xfrm>
            <a:off x="186924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grading-0-3-8"/>
          <p:cNvSpPr/>
          <p:nvPr/>
        </p:nvSpPr>
        <p:spPr>
          <a:xfrm>
            <a:off x="204157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grading-0-3-9"/>
          <p:cNvSpPr/>
          <p:nvPr/>
        </p:nvSpPr>
        <p:spPr>
          <a:xfrm>
            <a:off x="221390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grading-0-3-10"/>
          <p:cNvSpPr/>
          <p:nvPr/>
        </p:nvSpPr>
        <p:spPr>
          <a:xfrm>
            <a:off x="238623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grading-0-3-11"/>
          <p:cNvSpPr/>
          <p:nvPr/>
        </p:nvSpPr>
        <p:spPr>
          <a:xfrm>
            <a:off x="255856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grading-0-3-12"/>
          <p:cNvSpPr/>
          <p:nvPr/>
        </p:nvSpPr>
        <p:spPr>
          <a:xfrm>
            <a:off x="273089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grading-0-4-0"/>
          <p:cNvSpPr/>
          <p:nvPr/>
        </p:nvSpPr>
        <p:spPr>
          <a:xfrm>
            <a:off x="66294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grading-0-4-1"/>
          <p:cNvSpPr/>
          <p:nvPr/>
        </p:nvSpPr>
        <p:spPr>
          <a:xfrm>
            <a:off x="83526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grading-0-4-2"/>
          <p:cNvSpPr/>
          <p:nvPr/>
        </p:nvSpPr>
        <p:spPr>
          <a:xfrm>
            <a:off x="100759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grading-0-4-3"/>
          <p:cNvSpPr/>
          <p:nvPr/>
        </p:nvSpPr>
        <p:spPr>
          <a:xfrm>
            <a:off x="117992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grading-0-4-4"/>
          <p:cNvSpPr/>
          <p:nvPr/>
        </p:nvSpPr>
        <p:spPr>
          <a:xfrm>
            <a:off x="135225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grading-0-4-5"/>
          <p:cNvSpPr/>
          <p:nvPr/>
        </p:nvSpPr>
        <p:spPr>
          <a:xfrm>
            <a:off x="152458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grading-0-4-6"/>
          <p:cNvSpPr/>
          <p:nvPr/>
        </p:nvSpPr>
        <p:spPr>
          <a:xfrm>
            <a:off x="169691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grading-0-4-7"/>
          <p:cNvSpPr/>
          <p:nvPr/>
        </p:nvSpPr>
        <p:spPr>
          <a:xfrm>
            <a:off x="186924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grading-0-4-8"/>
          <p:cNvSpPr/>
          <p:nvPr/>
        </p:nvSpPr>
        <p:spPr>
          <a:xfrm>
            <a:off x="204157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grading-0-4-9"/>
          <p:cNvSpPr/>
          <p:nvPr/>
        </p:nvSpPr>
        <p:spPr>
          <a:xfrm>
            <a:off x="221390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grading-0-4-10"/>
          <p:cNvSpPr/>
          <p:nvPr/>
        </p:nvSpPr>
        <p:spPr>
          <a:xfrm>
            <a:off x="238623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grading-0-4-11"/>
          <p:cNvSpPr/>
          <p:nvPr/>
        </p:nvSpPr>
        <p:spPr>
          <a:xfrm>
            <a:off x="255856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grading-0-4-12"/>
          <p:cNvSpPr/>
          <p:nvPr/>
        </p:nvSpPr>
        <p:spPr>
          <a:xfrm>
            <a:off x="273089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grading-0-5-0"/>
          <p:cNvSpPr/>
          <p:nvPr/>
        </p:nvSpPr>
        <p:spPr>
          <a:xfrm>
            <a:off x="66294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grading-0-5-1"/>
          <p:cNvSpPr/>
          <p:nvPr/>
        </p:nvSpPr>
        <p:spPr>
          <a:xfrm>
            <a:off x="83526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grading-0-5-2"/>
          <p:cNvSpPr/>
          <p:nvPr/>
        </p:nvSpPr>
        <p:spPr>
          <a:xfrm>
            <a:off x="100759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grading-0-5-3"/>
          <p:cNvSpPr/>
          <p:nvPr/>
        </p:nvSpPr>
        <p:spPr>
          <a:xfrm>
            <a:off x="117992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grading-0-5-4"/>
          <p:cNvSpPr/>
          <p:nvPr/>
        </p:nvSpPr>
        <p:spPr>
          <a:xfrm>
            <a:off x="135225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grading-0-5-5"/>
          <p:cNvSpPr/>
          <p:nvPr/>
        </p:nvSpPr>
        <p:spPr>
          <a:xfrm>
            <a:off x="152458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grading-0-5-6"/>
          <p:cNvSpPr/>
          <p:nvPr/>
        </p:nvSpPr>
        <p:spPr>
          <a:xfrm>
            <a:off x="169691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grading-0-5-7"/>
          <p:cNvSpPr/>
          <p:nvPr/>
        </p:nvSpPr>
        <p:spPr>
          <a:xfrm>
            <a:off x="186924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grading-0-5-8"/>
          <p:cNvSpPr/>
          <p:nvPr/>
        </p:nvSpPr>
        <p:spPr>
          <a:xfrm>
            <a:off x="204157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grading-0-5-9"/>
          <p:cNvSpPr/>
          <p:nvPr/>
        </p:nvSpPr>
        <p:spPr>
          <a:xfrm>
            <a:off x="221390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grading-0-5-10"/>
          <p:cNvSpPr/>
          <p:nvPr/>
        </p:nvSpPr>
        <p:spPr>
          <a:xfrm>
            <a:off x="238623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grading-0-5-11"/>
          <p:cNvSpPr/>
          <p:nvPr/>
        </p:nvSpPr>
        <p:spPr>
          <a:xfrm>
            <a:off x="255856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grading-0-5-12"/>
          <p:cNvSpPr/>
          <p:nvPr/>
        </p:nvSpPr>
        <p:spPr>
          <a:xfrm>
            <a:off x="273089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grading-0-6-0"/>
          <p:cNvSpPr/>
          <p:nvPr/>
        </p:nvSpPr>
        <p:spPr>
          <a:xfrm>
            <a:off x="66294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grading-0-6-1"/>
          <p:cNvSpPr/>
          <p:nvPr/>
        </p:nvSpPr>
        <p:spPr>
          <a:xfrm>
            <a:off x="83526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grading-0-6-2"/>
          <p:cNvSpPr/>
          <p:nvPr/>
        </p:nvSpPr>
        <p:spPr>
          <a:xfrm>
            <a:off x="100759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grading-0-6-3"/>
          <p:cNvSpPr/>
          <p:nvPr/>
        </p:nvSpPr>
        <p:spPr>
          <a:xfrm>
            <a:off x="117992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grading-0-6-4"/>
          <p:cNvSpPr/>
          <p:nvPr/>
        </p:nvSpPr>
        <p:spPr>
          <a:xfrm>
            <a:off x="135225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grading-0-6-5"/>
          <p:cNvSpPr/>
          <p:nvPr/>
        </p:nvSpPr>
        <p:spPr>
          <a:xfrm>
            <a:off x="152458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grading-0-6-6"/>
          <p:cNvSpPr/>
          <p:nvPr/>
        </p:nvSpPr>
        <p:spPr>
          <a:xfrm>
            <a:off x="169691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grading-0-6-7"/>
          <p:cNvSpPr/>
          <p:nvPr/>
        </p:nvSpPr>
        <p:spPr>
          <a:xfrm>
            <a:off x="186924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grading-0-6-8"/>
          <p:cNvSpPr/>
          <p:nvPr/>
        </p:nvSpPr>
        <p:spPr>
          <a:xfrm>
            <a:off x="204157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grading-0-6-9"/>
          <p:cNvSpPr/>
          <p:nvPr/>
        </p:nvSpPr>
        <p:spPr>
          <a:xfrm>
            <a:off x="221390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grading-0-6-10"/>
          <p:cNvSpPr/>
          <p:nvPr/>
        </p:nvSpPr>
        <p:spPr>
          <a:xfrm>
            <a:off x="238623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grading-0-6-11"/>
          <p:cNvSpPr/>
          <p:nvPr/>
        </p:nvSpPr>
        <p:spPr>
          <a:xfrm>
            <a:off x="255856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grading-0-6-12"/>
          <p:cNvSpPr/>
          <p:nvPr/>
        </p:nvSpPr>
        <p:spPr>
          <a:xfrm>
            <a:off x="273089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grading-0-7-0"/>
          <p:cNvSpPr/>
          <p:nvPr/>
        </p:nvSpPr>
        <p:spPr>
          <a:xfrm>
            <a:off x="66294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grading-0-7-1"/>
          <p:cNvSpPr/>
          <p:nvPr/>
        </p:nvSpPr>
        <p:spPr>
          <a:xfrm>
            <a:off x="83526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grading-0-7-2"/>
          <p:cNvSpPr/>
          <p:nvPr/>
        </p:nvSpPr>
        <p:spPr>
          <a:xfrm>
            <a:off x="100759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grading-0-7-3"/>
          <p:cNvSpPr/>
          <p:nvPr/>
        </p:nvSpPr>
        <p:spPr>
          <a:xfrm>
            <a:off x="117992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grading-0-7-4"/>
          <p:cNvSpPr/>
          <p:nvPr/>
        </p:nvSpPr>
        <p:spPr>
          <a:xfrm>
            <a:off x="135225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grading-0-7-5"/>
          <p:cNvSpPr/>
          <p:nvPr/>
        </p:nvSpPr>
        <p:spPr>
          <a:xfrm>
            <a:off x="152458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grading-0-7-6"/>
          <p:cNvSpPr/>
          <p:nvPr/>
        </p:nvSpPr>
        <p:spPr>
          <a:xfrm>
            <a:off x="169691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grading-0-7-7"/>
          <p:cNvSpPr/>
          <p:nvPr/>
        </p:nvSpPr>
        <p:spPr>
          <a:xfrm>
            <a:off x="186924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grading-0-7-8"/>
          <p:cNvSpPr/>
          <p:nvPr/>
        </p:nvSpPr>
        <p:spPr>
          <a:xfrm>
            <a:off x="204157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grading-0-7-9"/>
          <p:cNvSpPr/>
          <p:nvPr/>
        </p:nvSpPr>
        <p:spPr>
          <a:xfrm>
            <a:off x="221390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grading-0-7-10"/>
          <p:cNvSpPr/>
          <p:nvPr/>
        </p:nvSpPr>
        <p:spPr>
          <a:xfrm>
            <a:off x="238623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grading-0-7-11"/>
          <p:cNvSpPr/>
          <p:nvPr/>
        </p:nvSpPr>
        <p:spPr>
          <a:xfrm>
            <a:off x="255856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grading-0-7-12"/>
          <p:cNvSpPr/>
          <p:nvPr/>
        </p:nvSpPr>
        <p:spPr>
          <a:xfrm>
            <a:off x="273089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grading-0-8-0"/>
          <p:cNvSpPr/>
          <p:nvPr/>
        </p:nvSpPr>
        <p:spPr>
          <a:xfrm>
            <a:off x="66294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grading-0-8-1"/>
          <p:cNvSpPr/>
          <p:nvPr/>
        </p:nvSpPr>
        <p:spPr>
          <a:xfrm>
            <a:off x="83526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grading-0-8-2"/>
          <p:cNvSpPr/>
          <p:nvPr/>
        </p:nvSpPr>
        <p:spPr>
          <a:xfrm>
            <a:off x="100759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grading-0-8-3"/>
          <p:cNvSpPr/>
          <p:nvPr/>
        </p:nvSpPr>
        <p:spPr>
          <a:xfrm>
            <a:off x="117992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grading-0-8-4"/>
          <p:cNvSpPr/>
          <p:nvPr/>
        </p:nvSpPr>
        <p:spPr>
          <a:xfrm>
            <a:off x="135225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grading-0-8-5"/>
          <p:cNvSpPr/>
          <p:nvPr/>
        </p:nvSpPr>
        <p:spPr>
          <a:xfrm>
            <a:off x="152458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grading-0-8-6"/>
          <p:cNvSpPr/>
          <p:nvPr/>
        </p:nvSpPr>
        <p:spPr>
          <a:xfrm>
            <a:off x="169691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grading-0-8-7"/>
          <p:cNvSpPr/>
          <p:nvPr/>
        </p:nvSpPr>
        <p:spPr>
          <a:xfrm>
            <a:off x="186924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grading-0-8-8"/>
          <p:cNvSpPr/>
          <p:nvPr/>
        </p:nvSpPr>
        <p:spPr>
          <a:xfrm>
            <a:off x="204157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grading-0-8-9"/>
          <p:cNvSpPr/>
          <p:nvPr/>
        </p:nvSpPr>
        <p:spPr>
          <a:xfrm>
            <a:off x="221390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grading-0-8-10"/>
          <p:cNvSpPr/>
          <p:nvPr/>
        </p:nvSpPr>
        <p:spPr>
          <a:xfrm>
            <a:off x="238623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grading-0-8-11"/>
          <p:cNvSpPr/>
          <p:nvPr/>
        </p:nvSpPr>
        <p:spPr>
          <a:xfrm>
            <a:off x="255856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grading-0-8-12"/>
          <p:cNvSpPr/>
          <p:nvPr/>
        </p:nvSpPr>
        <p:spPr>
          <a:xfrm>
            <a:off x="273089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grading-0-9-0"/>
          <p:cNvSpPr/>
          <p:nvPr/>
        </p:nvSpPr>
        <p:spPr>
          <a:xfrm>
            <a:off x="66294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grading-0-9-1"/>
          <p:cNvSpPr/>
          <p:nvPr/>
        </p:nvSpPr>
        <p:spPr>
          <a:xfrm>
            <a:off x="83526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grading-0-9-2"/>
          <p:cNvSpPr/>
          <p:nvPr/>
        </p:nvSpPr>
        <p:spPr>
          <a:xfrm>
            <a:off x="100759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grading-0-9-3"/>
          <p:cNvSpPr/>
          <p:nvPr/>
        </p:nvSpPr>
        <p:spPr>
          <a:xfrm>
            <a:off x="117992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grading-0-9-4"/>
          <p:cNvSpPr/>
          <p:nvPr/>
        </p:nvSpPr>
        <p:spPr>
          <a:xfrm>
            <a:off x="135225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grading-0-9-5"/>
          <p:cNvSpPr/>
          <p:nvPr/>
        </p:nvSpPr>
        <p:spPr>
          <a:xfrm>
            <a:off x="152458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grading-0-9-6"/>
          <p:cNvSpPr/>
          <p:nvPr/>
        </p:nvSpPr>
        <p:spPr>
          <a:xfrm>
            <a:off x="169691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grading-0-9-7"/>
          <p:cNvSpPr/>
          <p:nvPr/>
        </p:nvSpPr>
        <p:spPr>
          <a:xfrm>
            <a:off x="186924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grading-0-9-8"/>
          <p:cNvSpPr/>
          <p:nvPr/>
        </p:nvSpPr>
        <p:spPr>
          <a:xfrm>
            <a:off x="204157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grading-0-9-9"/>
          <p:cNvSpPr/>
          <p:nvPr/>
        </p:nvSpPr>
        <p:spPr>
          <a:xfrm>
            <a:off x="221390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grading-0-9-10"/>
          <p:cNvSpPr/>
          <p:nvPr/>
        </p:nvSpPr>
        <p:spPr>
          <a:xfrm>
            <a:off x="238623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grading-0-9-11"/>
          <p:cNvSpPr/>
          <p:nvPr/>
        </p:nvSpPr>
        <p:spPr>
          <a:xfrm>
            <a:off x="255856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grading-0-9-12"/>
          <p:cNvSpPr/>
          <p:nvPr/>
        </p:nvSpPr>
        <p:spPr>
          <a:xfrm>
            <a:off x="273089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grading-0-10-0"/>
          <p:cNvSpPr/>
          <p:nvPr/>
        </p:nvSpPr>
        <p:spPr>
          <a:xfrm>
            <a:off x="66294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grading-0-10-1"/>
          <p:cNvSpPr/>
          <p:nvPr/>
        </p:nvSpPr>
        <p:spPr>
          <a:xfrm>
            <a:off x="83526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grading-0-10-2"/>
          <p:cNvSpPr/>
          <p:nvPr/>
        </p:nvSpPr>
        <p:spPr>
          <a:xfrm>
            <a:off x="100759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grading-0-10-3"/>
          <p:cNvSpPr/>
          <p:nvPr/>
        </p:nvSpPr>
        <p:spPr>
          <a:xfrm>
            <a:off x="117992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grading-0-10-4"/>
          <p:cNvSpPr/>
          <p:nvPr/>
        </p:nvSpPr>
        <p:spPr>
          <a:xfrm>
            <a:off x="135225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grading-0-10-5"/>
          <p:cNvSpPr/>
          <p:nvPr/>
        </p:nvSpPr>
        <p:spPr>
          <a:xfrm>
            <a:off x="152458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grading-0-10-6"/>
          <p:cNvSpPr/>
          <p:nvPr/>
        </p:nvSpPr>
        <p:spPr>
          <a:xfrm>
            <a:off x="169691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grading-0-10-7"/>
          <p:cNvSpPr/>
          <p:nvPr/>
        </p:nvSpPr>
        <p:spPr>
          <a:xfrm>
            <a:off x="186924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grading-0-10-8"/>
          <p:cNvSpPr/>
          <p:nvPr/>
        </p:nvSpPr>
        <p:spPr>
          <a:xfrm>
            <a:off x="204157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grading-0-10-9"/>
          <p:cNvSpPr/>
          <p:nvPr/>
        </p:nvSpPr>
        <p:spPr>
          <a:xfrm>
            <a:off x="221390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grading-0-10-10"/>
          <p:cNvSpPr/>
          <p:nvPr/>
        </p:nvSpPr>
        <p:spPr>
          <a:xfrm>
            <a:off x="238623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grading-0-10-11"/>
          <p:cNvSpPr/>
          <p:nvPr/>
        </p:nvSpPr>
        <p:spPr>
          <a:xfrm>
            <a:off x="255856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grading-0-10-12"/>
          <p:cNvSpPr/>
          <p:nvPr/>
        </p:nvSpPr>
        <p:spPr>
          <a:xfrm>
            <a:off x="273089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grading-0-11-0"/>
          <p:cNvSpPr/>
          <p:nvPr/>
        </p:nvSpPr>
        <p:spPr>
          <a:xfrm>
            <a:off x="66294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grading-0-11-1"/>
          <p:cNvSpPr/>
          <p:nvPr/>
        </p:nvSpPr>
        <p:spPr>
          <a:xfrm>
            <a:off x="83526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grading-0-11-2"/>
          <p:cNvSpPr/>
          <p:nvPr/>
        </p:nvSpPr>
        <p:spPr>
          <a:xfrm>
            <a:off x="100759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grading-0-11-3"/>
          <p:cNvSpPr/>
          <p:nvPr/>
        </p:nvSpPr>
        <p:spPr>
          <a:xfrm>
            <a:off x="117992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grading-0-11-4"/>
          <p:cNvSpPr/>
          <p:nvPr/>
        </p:nvSpPr>
        <p:spPr>
          <a:xfrm>
            <a:off x="135225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grading-0-11-5"/>
          <p:cNvSpPr/>
          <p:nvPr/>
        </p:nvSpPr>
        <p:spPr>
          <a:xfrm>
            <a:off x="152458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grading-0-11-6"/>
          <p:cNvSpPr/>
          <p:nvPr/>
        </p:nvSpPr>
        <p:spPr>
          <a:xfrm>
            <a:off x="169691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grading-0-11-7"/>
          <p:cNvSpPr/>
          <p:nvPr/>
        </p:nvSpPr>
        <p:spPr>
          <a:xfrm>
            <a:off x="186924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grading-0-11-8"/>
          <p:cNvSpPr/>
          <p:nvPr/>
        </p:nvSpPr>
        <p:spPr>
          <a:xfrm>
            <a:off x="204157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grading-0-11-9"/>
          <p:cNvSpPr/>
          <p:nvPr/>
        </p:nvSpPr>
        <p:spPr>
          <a:xfrm>
            <a:off x="221390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grading-0-11-10"/>
          <p:cNvSpPr/>
          <p:nvPr/>
        </p:nvSpPr>
        <p:spPr>
          <a:xfrm>
            <a:off x="238623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grading-0-11-11"/>
          <p:cNvSpPr/>
          <p:nvPr/>
        </p:nvSpPr>
        <p:spPr>
          <a:xfrm>
            <a:off x="255856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grading-0-11-12"/>
          <p:cNvSpPr/>
          <p:nvPr/>
        </p:nvSpPr>
        <p:spPr>
          <a:xfrm>
            <a:off x="273089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grading-0-12-0"/>
          <p:cNvSpPr/>
          <p:nvPr/>
        </p:nvSpPr>
        <p:spPr>
          <a:xfrm>
            <a:off x="66294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grading-0-12-1"/>
          <p:cNvSpPr/>
          <p:nvPr/>
        </p:nvSpPr>
        <p:spPr>
          <a:xfrm>
            <a:off x="83526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grading-0-12-2"/>
          <p:cNvSpPr/>
          <p:nvPr/>
        </p:nvSpPr>
        <p:spPr>
          <a:xfrm>
            <a:off x="100759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grading-0-12-3"/>
          <p:cNvSpPr/>
          <p:nvPr/>
        </p:nvSpPr>
        <p:spPr>
          <a:xfrm>
            <a:off x="117992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grading-0-12-4"/>
          <p:cNvSpPr/>
          <p:nvPr/>
        </p:nvSpPr>
        <p:spPr>
          <a:xfrm>
            <a:off x="135225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grading-0-12-5"/>
          <p:cNvSpPr/>
          <p:nvPr/>
        </p:nvSpPr>
        <p:spPr>
          <a:xfrm>
            <a:off x="152458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grading-0-12-6"/>
          <p:cNvSpPr/>
          <p:nvPr/>
        </p:nvSpPr>
        <p:spPr>
          <a:xfrm>
            <a:off x="169691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grading-0-12-7"/>
          <p:cNvSpPr/>
          <p:nvPr/>
        </p:nvSpPr>
        <p:spPr>
          <a:xfrm>
            <a:off x="186924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grading-0-12-8"/>
          <p:cNvSpPr/>
          <p:nvPr/>
        </p:nvSpPr>
        <p:spPr>
          <a:xfrm>
            <a:off x="204157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grading-0-12-9"/>
          <p:cNvSpPr/>
          <p:nvPr/>
        </p:nvSpPr>
        <p:spPr>
          <a:xfrm>
            <a:off x="221390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grading-0-12-10"/>
          <p:cNvSpPr/>
          <p:nvPr/>
        </p:nvSpPr>
        <p:spPr>
          <a:xfrm>
            <a:off x="238623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grading-0-12-11"/>
          <p:cNvSpPr/>
          <p:nvPr/>
        </p:nvSpPr>
        <p:spPr>
          <a:xfrm>
            <a:off x="255856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grading-0-12-12"/>
          <p:cNvSpPr/>
          <p:nvPr/>
        </p:nvSpPr>
        <p:spPr>
          <a:xfrm>
            <a:off x="273089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83279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提出候補A：不一致</a:t>
            </a:r>
          </a:p>
        </p:txBody>
      </p:sp>
      <p:sp>
        <p:nvSpPr>
          <p:cNvPr id="175" name="grid-grading-1-0-0"/>
          <p:cNvSpPr/>
          <p:nvPr/>
        </p:nvSpPr>
        <p:spPr>
          <a:xfrm>
            <a:off x="345185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grading-1-0-1"/>
          <p:cNvSpPr/>
          <p:nvPr/>
        </p:nvSpPr>
        <p:spPr>
          <a:xfrm>
            <a:off x="362418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grading-1-0-2"/>
          <p:cNvSpPr/>
          <p:nvPr/>
        </p:nvSpPr>
        <p:spPr>
          <a:xfrm>
            <a:off x="379651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grading-1-0-3"/>
          <p:cNvSpPr/>
          <p:nvPr/>
        </p:nvSpPr>
        <p:spPr>
          <a:xfrm>
            <a:off x="396884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grading-1-0-4"/>
          <p:cNvSpPr/>
          <p:nvPr/>
        </p:nvSpPr>
        <p:spPr>
          <a:xfrm>
            <a:off x="414117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grading-1-0-5"/>
          <p:cNvSpPr/>
          <p:nvPr/>
        </p:nvSpPr>
        <p:spPr>
          <a:xfrm>
            <a:off x="431350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grading-1-0-6"/>
          <p:cNvSpPr/>
          <p:nvPr/>
        </p:nvSpPr>
        <p:spPr>
          <a:xfrm>
            <a:off x="448583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grading-1-0-7"/>
          <p:cNvSpPr/>
          <p:nvPr/>
        </p:nvSpPr>
        <p:spPr>
          <a:xfrm>
            <a:off x="465816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grading-1-0-8"/>
          <p:cNvSpPr/>
          <p:nvPr/>
        </p:nvSpPr>
        <p:spPr>
          <a:xfrm>
            <a:off x="483049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grading-1-0-9"/>
          <p:cNvSpPr/>
          <p:nvPr/>
        </p:nvSpPr>
        <p:spPr>
          <a:xfrm>
            <a:off x="500282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grading-1-0-10"/>
          <p:cNvSpPr/>
          <p:nvPr/>
        </p:nvSpPr>
        <p:spPr>
          <a:xfrm>
            <a:off x="517515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grading-1-0-11"/>
          <p:cNvSpPr/>
          <p:nvPr/>
        </p:nvSpPr>
        <p:spPr>
          <a:xfrm>
            <a:off x="534748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grading-1-0-12"/>
          <p:cNvSpPr/>
          <p:nvPr/>
        </p:nvSpPr>
        <p:spPr>
          <a:xfrm>
            <a:off x="551981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grading-1-1-0"/>
          <p:cNvSpPr/>
          <p:nvPr/>
        </p:nvSpPr>
        <p:spPr>
          <a:xfrm>
            <a:off x="3451859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grading-1-1-1"/>
          <p:cNvSpPr/>
          <p:nvPr/>
        </p:nvSpPr>
        <p:spPr>
          <a:xfrm>
            <a:off x="362418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grading-1-1-2"/>
          <p:cNvSpPr/>
          <p:nvPr/>
        </p:nvSpPr>
        <p:spPr>
          <a:xfrm>
            <a:off x="379651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grading-1-1-3"/>
          <p:cNvSpPr/>
          <p:nvPr/>
        </p:nvSpPr>
        <p:spPr>
          <a:xfrm>
            <a:off x="396884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grading-1-1-4"/>
          <p:cNvSpPr/>
          <p:nvPr/>
        </p:nvSpPr>
        <p:spPr>
          <a:xfrm>
            <a:off x="414117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grading-1-1-5"/>
          <p:cNvSpPr/>
          <p:nvPr/>
        </p:nvSpPr>
        <p:spPr>
          <a:xfrm>
            <a:off x="431350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grading-1-1-6"/>
          <p:cNvSpPr/>
          <p:nvPr/>
        </p:nvSpPr>
        <p:spPr>
          <a:xfrm>
            <a:off x="448583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grading-1-1-7"/>
          <p:cNvSpPr/>
          <p:nvPr/>
        </p:nvSpPr>
        <p:spPr>
          <a:xfrm>
            <a:off x="465816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grading-1-1-8"/>
          <p:cNvSpPr/>
          <p:nvPr/>
        </p:nvSpPr>
        <p:spPr>
          <a:xfrm>
            <a:off x="483049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grading-1-1-9"/>
          <p:cNvSpPr/>
          <p:nvPr/>
        </p:nvSpPr>
        <p:spPr>
          <a:xfrm>
            <a:off x="500282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grading-1-1-10"/>
          <p:cNvSpPr/>
          <p:nvPr/>
        </p:nvSpPr>
        <p:spPr>
          <a:xfrm>
            <a:off x="517515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grading-1-1-11"/>
          <p:cNvSpPr/>
          <p:nvPr/>
        </p:nvSpPr>
        <p:spPr>
          <a:xfrm>
            <a:off x="534748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grading-1-1-12"/>
          <p:cNvSpPr/>
          <p:nvPr/>
        </p:nvSpPr>
        <p:spPr>
          <a:xfrm>
            <a:off x="551981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grading-1-2-0"/>
          <p:cNvSpPr/>
          <p:nvPr/>
        </p:nvSpPr>
        <p:spPr>
          <a:xfrm>
            <a:off x="3451859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grading-1-2-1"/>
          <p:cNvSpPr/>
          <p:nvPr/>
        </p:nvSpPr>
        <p:spPr>
          <a:xfrm>
            <a:off x="362418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grading-1-2-2"/>
          <p:cNvSpPr/>
          <p:nvPr/>
        </p:nvSpPr>
        <p:spPr>
          <a:xfrm>
            <a:off x="379651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grading-1-2-3"/>
          <p:cNvSpPr/>
          <p:nvPr/>
        </p:nvSpPr>
        <p:spPr>
          <a:xfrm>
            <a:off x="396884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grading-1-2-4"/>
          <p:cNvSpPr/>
          <p:nvPr/>
        </p:nvSpPr>
        <p:spPr>
          <a:xfrm>
            <a:off x="414117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grading-1-2-5"/>
          <p:cNvSpPr/>
          <p:nvPr/>
        </p:nvSpPr>
        <p:spPr>
          <a:xfrm>
            <a:off x="431350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grading-1-2-6"/>
          <p:cNvSpPr/>
          <p:nvPr/>
        </p:nvSpPr>
        <p:spPr>
          <a:xfrm>
            <a:off x="448583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grading-1-2-7"/>
          <p:cNvSpPr/>
          <p:nvPr/>
        </p:nvSpPr>
        <p:spPr>
          <a:xfrm>
            <a:off x="465816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grading-1-2-8"/>
          <p:cNvSpPr/>
          <p:nvPr/>
        </p:nvSpPr>
        <p:spPr>
          <a:xfrm>
            <a:off x="483049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grading-1-2-9"/>
          <p:cNvSpPr/>
          <p:nvPr/>
        </p:nvSpPr>
        <p:spPr>
          <a:xfrm>
            <a:off x="500282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grading-1-2-10"/>
          <p:cNvSpPr/>
          <p:nvPr/>
        </p:nvSpPr>
        <p:spPr>
          <a:xfrm>
            <a:off x="517515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grading-1-2-11"/>
          <p:cNvSpPr/>
          <p:nvPr/>
        </p:nvSpPr>
        <p:spPr>
          <a:xfrm>
            <a:off x="534748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grading-1-2-12"/>
          <p:cNvSpPr/>
          <p:nvPr/>
        </p:nvSpPr>
        <p:spPr>
          <a:xfrm>
            <a:off x="551981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grading-1-3-0"/>
          <p:cNvSpPr/>
          <p:nvPr/>
        </p:nvSpPr>
        <p:spPr>
          <a:xfrm>
            <a:off x="345185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grading-1-3-1"/>
          <p:cNvSpPr/>
          <p:nvPr/>
        </p:nvSpPr>
        <p:spPr>
          <a:xfrm>
            <a:off x="362418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grading-1-3-2"/>
          <p:cNvSpPr/>
          <p:nvPr/>
        </p:nvSpPr>
        <p:spPr>
          <a:xfrm>
            <a:off x="379651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grading-1-3-3"/>
          <p:cNvSpPr/>
          <p:nvPr/>
        </p:nvSpPr>
        <p:spPr>
          <a:xfrm>
            <a:off x="396884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grading-1-3-4"/>
          <p:cNvSpPr/>
          <p:nvPr/>
        </p:nvSpPr>
        <p:spPr>
          <a:xfrm>
            <a:off x="414117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grading-1-3-5"/>
          <p:cNvSpPr/>
          <p:nvPr/>
        </p:nvSpPr>
        <p:spPr>
          <a:xfrm>
            <a:off x="431350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grading-1-3-6"/>
          <p:cNvSpPr/>
          <p:nvPr/>
        </p:nvSpPr>
        <p:spPr>
          <a:xfrm>
            <a:off x="448583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grading-1-3-7"/>
          <p:cNvSpPr/>
          <p:nvPr/>
        </p:nvSpPr>
        <p:spPr>
          <a:xfrm>
            <a:off x="465816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grading-1-3-8"/>
          <p:cNvSpPr/>
          <p:nvPr/>
        </p:nvSpPr>
        <p:spPr>
          <a:xfrm>
            <a:off x="483049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grading-1-3-9"/>
          <p:cNvSpPr/>
          <p:nvPr/>
        </p:nvSpPr>
        <p:spPr>
          <a:xfrm>
            <a:off x="500282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grading-1-3-10"/>
          <p:cNvSpPr/>
          <p:nvPr/>
        </p:nvSpPr>
        <p:spPr>
          <a:xfrm>
            <a:off x="517515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grading-1-3-11"/>
          <p:cNvSpPr/>
          <p:nvPr/>
        </p:nvSpPr>
        <p:spPr>
          <a:xfrm>
            <a:off x="534748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grading-1-3-12"/>
          <p:cNvSpPr/>
          <p:nvPr/>
        </p:nvSpPr>
        <p:spPr>
          <a:xfrm>
            <a:off x="551981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grading-1-4-0"/>
          <p:cNvSpPr/>
          <p:nvPr/>
        </p:nvSpPr>
        <p:spPr>
          <a:xfrm>
            <a:off x="345185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grading-1-4-1"/>
          <p:cNvSpPr/>
          <p:nvPr/>
        </p:nvSpPr>
        <p:spPr>
          <a:xfrm>
            <a:off x="362418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grading-1-4-2"/>
          <p:cNvSpPr/>
          <p:nvPr/>
        </p:nvSpPr>
        <p:spPr>
          <a:xfrm>
            <a:off x="379651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grading-1-4-3"/>
          <p:cNvSpPr/>
          <p:nvPr/>
        </p:nvSpPr>
        <p:spPr>
          <a:xfrm>
            <a:off x="396884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grading-1-4-4"/>
          <p:cNvSpPr/>
          <p:nvPr/>
        </p:nvSpPr>
        <p:spPr>
          <a:xfrm>
            <a:off x="414117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grading-1-4-5"/>
          <p:cNvSpPr/>
          <p:nvPr/>
        </p:nvSpPr>
        <p:spPr>
          <a:xfrm>
            <a:off x="431350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grading-1-4-6"/>
          <p:cNvSpPr/>
          <p:nvPr/>
        </p:nvSpPr>
        <p:spPr>
          <a:xfrm>
            <a:off x="448583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grading-1-4-7"/>
          <p:cNvSpPr/>
          <p:nvPr/>
        </p:nvSpPr>
        <p:spPr>
          <a:xfrm>
            <a:off x="465816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grading-1-4-8"/>
          <p:cNvSpPr/>
          <p:nvPr/>
        </p:nvSpPr>
        <p:spPr>
          <a:xfrm>
            <a:off x="483049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grading-1-4-9"/>
          <p:cNvSpPr/>
          <p:nvPr/>
        </p:nvSpPr>
        <p:spPr>
          <a:xfrm>
            <a:off x="500282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grading-1-4-10"/>
          <p:cNvSpPr/>
          <p:nvPr/>
        </p:nvSpPr>
        <p:spPr>
          <a:xfrm>
            <a:off x="517515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grading-1-4-11"/>
          <p:cNvSpPr/>
          <p:nvPr/>
        </p:nvSpPr>
        <p:spPr>
          <a:xfrm>
            <a:off x="534748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grading-1-4-12"/>
          <p:cNvSpPr/>
          <p:nvPr/>
        </p:nvSpPr>
        <p:spPr>
          <a:xfrm>
            <a:off x="551981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grading-1-5-0"/>
          <p:cNvSpPr/>
          <p:nvPr/>
        </p:nvSpPr>
        <p:spPr>
          <a:xfrm>
            <a:off x="345185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grading-1-5-1"/>
          <p:cNvSpPr/>
          <p:nvPr/>
        </p:nvSpPr>
        <p:spPr>
          <a:xfrm>
            <a:off x="362418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grading-1-5-2"/>
          <p:cNvSpPr/>
          <p:nvPr/>
        </p:nvSpPr>
        <p:spPr>
          <a:xfrm>
            <a:off x="379651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grading-1-5-3"/>
          <p:cNvSpPr/>
          <p:nvPr/>
        </p:nvSpPr>
        <p:spPr>
          <a:xfrm>
            <a:off x="396884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grading-1-5-4"/>
          <p:cNvSpPr/>
          <p:nvPr/>
        </p:nvSpPr>
        <p:spPr>
          <a:xfrm>
            <a:off x="414117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grading-1-5-5"/>
          <p:cNvSpPr/>
          <p:nvPr/>
        </p:nvSpPr>
        <p:spPr>
          <a:xfrm>
            <a:off x="431350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grading-1-5-6"/>
          <p:cNvSpPr/>
          <p:nvPr/>
        </p:nvSpPr>
        <p:spPr>
          <a:xfrm>
            <a:off x="448583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grading-1-5-7"/>
          <p:cNvSpPr/>
          <p:nvPr/>
        </p:nvSpPr>
        <p:spPr>
          <a:xfrm>
            <a:off x="465816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grading-1-5-8"/>
          <p:cNvSpPr/>
          <p:nvPr/>
        </p:nvSpPr>
        <p:spPr>
          <a:xfrm>
            <a:off x="483049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grading-1-5-9"/>
          <p:cNvSpPr/>
          <p:nvPr/>
        </p:nvSpPr>
        <p:spPr>
          <a:xfrm>
            <a:off x="500282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grading-1-5-10"/>
          <p:cNvSpPr/>
          <p:nvPr/>
        </p:nvSpPr>
        <p:spPr>
          <a:xfrm>
            <a:off x="517515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grading-1-5-11"/>
          <p:cNvSpPr/>
          <p:nvPr/>
        </p:nvSpPr>
        <p:spPr>
          <a:xfrm>
            <a:off x="534748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grading-1-5-12"/>
          <p:cNvSpPr/>
          <p:nvPr/>
        </p:nvSpPr>
        <p:spPr>
          <a:xfrm>
            <a:off x="551981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grading-1-6-0"/>
          <p:cNvSpPr/>
          <p:nvPr/>
        </p:nvSpPr>
        <p:spPr>
          <a:xfrm>
            <a:off x="345185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grading-1-6-1"/>
          <p:cNvSpPr/>
          <p:nvPr/>
        </p:nvSpPr>
        <p:spPr>
          <a:xfrm>
            <a:off x="362418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grading-1-6-2"/>
          <p:cNvSpPr/>
          <p:nvPr/>
        </p:nvSpPr>
        <p:spPr>
          <a:xfrm>
            <a:off x="379651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grading-1-6-3"/>
          <p:cNvSpPr/>
          <p:nvPr/>
        </p:nvSpPr>
        <p:spPr>
          <a:xfrm>
            <a:off x="396884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grading-1-6-4"/>
          <p:cNvSpPr/>
          <p:nvPr/>
        </p:nvSpPr>
        <p:spPr>
          <a:xfrm>
            <a:off x="414117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grading-1-6-5"/>
          <p:cNvSpPr/>
          <p:nvPr/>
        </p:nvSpPr>
        <p:spPr>
          <a:xfrm>
            <a:off x="431350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grading-1-6-6"/>
          <p:cNvSpPr/>
          <p:nvPr/>
        </p:nvSpPr>
        <p:spPr>
          <a:xfrm>
            <a:off x="448583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grading-1-6-7"/>
          <p:cNvSpPr/>
          <p:nvPr/>
        </p:nvSpPr>
        <p:spPr>
          <a:xfrm>
            <a:off x="465816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grading-1-6-8"/>
          <p:cNvSpPr/>
          <p:nvPr/>
        </p:nvSpPr>
        <p:spPr>
          <a:xfrm>
            <a:off x="483049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grading-1-6-9"/>
          <p:cNvSpPr/>
          <p:nvPr/>
        </p:nvSpPr>
        <p:spPr>
          <a:xfrm>
            <a:off x="500282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grading-1-6-10"/>
          <p:cNvSpPr/>
          <p:nvPr/>
        </p:nvSpPr>
        <p:spPr>
          <a:xfrm>
            <a:off x="517515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grading-1-6-11"/>
          <p:cNvSpPr/>
          <p:nvPr/>
        </p:nvSpPr>
        <p:spPr>
          <a:xfrm>
            <a:off x="534748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grading-1-6-12"/>
          <p:cNvSpPr/>
          <p:nvPr/>
        </p:nvSpPr>
        <p:spPr>
          <a:xfrm>
            <a:off x="551981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grading-1-7-0"/>
          <p:cNvSpPr/>
          <p:nvPr/>
        </p:nvSpPr>
        <p:spPr>
          <a:xfrm>
            <a:off x="3451859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grading-1-7-1"/>
          <p:cNvSpPr/>
          <p:nvPr/>
        </p:nvSpPr>
        <p:spPr>
          <a:xfrm>
            <a:off x="362418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grading-1-7-2"/>
          <p:cNvSpPr/>
          <p:nvPr/>
        </p:nvSpPr>
        <p:spPr>
          <a:xfrm>
            <a:off x="379651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grading-1-7-3"/>
          <p:cNvSpPr/>
          <p:nvPr/>
        </p:nvSpPr>
        <p:spPr>
          <a:xfrm>
            <a:off x="396884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grading-1-7-4"/>
          <p:cNvSpPr/>
          <p:nvPr/>
        </p:nvSpPr>
        <p:spPr>
          <a:xfrm>
            <a:off x="414117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grading-1-7-5"/>
          <p:cNvSpPr/>
          <p:nvPr/>
        </p:nvSpPr>
        <p:spPr>
          <a:xfrm>
            <a:off x="431350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grading-1-7-6"/>
          <p:cNvSpPr/>
          <p:nvPr/>
        </p:nvSpPr>
        <p:spPr>
          <a:xfrm>
            <a:off x="448583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grading-1-7-7"/>
          <p:cNvSpPr/>
          <p:nvPr/>
        </p:nvSpPr>
        <p:spPr>
          <a:xfrm>
            <a:off x="465816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grading-1-7-8"/>
          <p:cNvSpPr/>
          <p:nvPr/>
        </p:nvSpPr>
        <p:spPr>
          <a:xfrm>
            <a:off x="483049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grading-1-7-9"/>
          <p:cNvSpPr/>
          <p:nvPr/>
        </p:nvSpPr>
        <p:spPr>
          <a:xfrm>
            <a:off x="500282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grading-1-7-10"/>
          <p:cNvSpPr/>
          <p:nvPr/>
        </p:nvSpPr>
        <p:spPr>
          <a:xfrm>
            <a:off x="517515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grading-1-7-11"/>
          <p:cNvSpPr/>
          <p:nvPr/>
        </p:nvSpPr>
        <p:spPr>
          <a:xfrm>
            <a:off x="534748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grading-1-7-12"/>
          <p:cNvSpPr/>
          <p:nvPr/>
        </p:nvSpPr>
        <p:spPr>
          <a:xfrm>
            <a:off x="551981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grading-1-8-0"/>
          <p:cNvSpPr/>
          <p:nvPr/>
        </p:nvSpPr>
        <p:spPr>
          <a:xfrm>
            <a:off x="345185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grading-1-8-1"/>
          <p:cNvSpPr/>
          <p:nvPr/>
        </p:nvSpPr>
        <p:spPr>
          <a:xfrm>
            <a:off x="362418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grading-1-8-2"/>
          <p:cNvSpPr/>
          <p:nvPr/>
        </p:nvSpPr>
        <p:spPr>
          <a:xfrm>
            <a:off x="379651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grading-1-8-3"/>
          <p:cNvSpPr/>
          <p:nvPr/>
        </p:nvSpPr>
        <p:spPr>
          <a:xfrm>
            <a:off x="396884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grading-1-8-4"/>
          <p:cNvSpPr/>
          <p:nvPr/>
        </p:nvSpPr>
        <p:spPr>
          <a:xfrm>
            <a:off x="414117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grading-1-8-5"/>
          <p:cNvSpPr/>
          <p:nvPr/>
        </p:nvSpPr>
        <p:spPr>
          <a:xfrm>
            <a:off x="431350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grading-1-8-6"/>
          <p:cNvSpPr/>
          <p:nvPr/>
        </p:nvSpPr>
        <p:spPr>
          <a:xfrm>
            <a:off x="448583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grading-1-8-7"/>
          <p:cNvSpPr/>
          <p:nvPr/>
        </p:nvSpPr>
        <p:spPr>
          <a:xfrm>
            <a:off x="465816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grading-1-8-8"/>
          <p:cNvSpPr/>
          <p:nvPr/>
        </p:nvSpPr>
        <p:spPr>
          <a:xfrm>
            <a:off x="483049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grading-1-8-9"/>
          <p:cNvSpPr/>
          <p:nvPr/>
        </p:nvSpPr>
        <p:spPr>
          <a:xfrm>
            <a:off x="500282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grading-1-8-10"/>
          <p:cNvSpPr/>
          <p:nvPr/>
        </p:nvSpPr>
        <p:spPr>
          <a:xfrm>
            <a:off x="517515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grading-1-8-11"/>
          <p:cNvSpPr/>
          <p:nvPr/>
        </p:nvSpPr>
        <p:spPr>
          <a:xfrm>
            <a:off x="534748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grading-1-8-12"/>
          <p:cNvSpPr/>
          <p:nvPr/>
        </p:nvSpPr>
        <p:spPr>
          <a:xfrm>
            <a:off x="551981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grading-1-9-0"/>
          <p:cNvSpPr/>
          <p:nvPr/>
        </p:nvSpPr>
        <p:spPr>
          <a:xfrm>
            <a:off x="345185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grading-1-9-1"/>
          <p:cNvSpPr/>
          <p:nvPr/>
        </p:nvSpPr>
        <p:spPr>
          <a:xfrm>
            <a:off x="362418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grading-1-9-2"/>
          <p:cNvSpPr/>
          <p:nvPr/>
        </p:nvSpPr>
        <p:spPr>
          <a:xfrm>
            <a:off x="379651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grading-1-9-3"/>
          <p:cNvSpPr/>
          <p:nvPr/>
        </p:nvSpPr>
        <p:spPr>
          <a:xfrm>
            <a:off x="396884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grading-1-9-4"/>
          <p:cNvSpPr/>
          <p:nvPr/>
        </p:nvSpPr>
        <p:spPr>
          <a:xfrm>
            <a:off x="414117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grading-1-9-5"/>
          <p:cNvSpPr/>
          <p:nvPr/>
        </p:nvSpPr>
        <p:spPr>
          <a:xfrm>
            <a:off x="431350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grading-1-9-6"/>
          <p:cNvSpPr/>
          <p:nvPr/>
        </p:nvSpPr>
        <p:spPr>
          <a:xfrm>
            <a:off x="448583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grading-1-9-7"/>
          <p:cNvSpPr/>
          <p:nvPr/>
        </p:nvSpPr>
        <p:spPr>
          <a:xfrm>
            <a:off x="465816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grading-1-9-8"/>
          <p:cNvSpPr/>
          <p:nvPr/>
        </p:nvSpPr>
        <p:spPr>
          <a:xfrm>
            <a:off x="483049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grading-1-9-9"/>
          <p:cNvSpPr/>
          <p:nvPr/>
        </p:nvSpPr>
        <p:spPr>
          <a:xfrm>
            <a:off x="500282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grading-1-9-10"/>
          <p:cNvSpPr/>
          <p:nvPr/>
        </p:nvSpPr>
        <p:spPr>
          <a:xfrm>
            <a:off x="517515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grading-1-9-11"/>
          <p:cNvSpPr/>
          <p:nvPr/>
        </p:nvSpPr>
        <p:spPr>
          <a:xfrm>
            <a:off x="534748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grading-1-9-12"/>
          <p:cNvSpPr/>
          <p:nvPr/>
        </p:nvSpPr>
        <p:spPr>
          <a:xfrm>
            <a:off x="551981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grading-1-10-0"/>
          <p:cNvSpPr/>
          <p:nvPr/>
        </p:nvSpPr>
        <p:spPr>
          <a:xfrm>
            <a:off x="345185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grading-1-10-1"/>
          <p:cNvSpPr/>
          <p:nvPr/>
        </p:nvSpPr>
        <p:spPr>
          <a:xfrm>
            <a:off x="362418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grading-1-10-2"/>
          <p:cNvSpPr/>
          <p:nvPr/>
        </p:nvSpPr>
        <p:spPr>
          <a:xfrm>
            <a:off x="379651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grading-1-10-3"/>
          <p:cNvSpPr/>
          <p:nvPr/>
        </p:nvSpPr>
        <p:spPr>
          <a:xfrm>
            <a:off x="396884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grading-1-10-4"/>
          <p:cNvSpPr/>
          <p:nvPr/>
        </p:nvSpPr>
        <p:spPr>
          <a:xfrm>
            <a:off x="414117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grading-1-10-5"/>
          <p:cNvSpPr/>
          <p:nvPr/>
        </p:nvSpPr>
        <p:spPr>
          <a:xfrm>
            <a:off x="431350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grading-1-10-6"/>
          <p:cNvSpPr/>
          <p:nvPr/>
        </p:nvSpPr>
        <p:spPr>
          <a:xfrm>
            <a:off x="448583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grading-1-10-7"/>
          <p:cNvSpPr/>
          <p:nvPr/>
        </p:nvSpPr>
        <p:spPr>
          <a:xfrm>
            <a:off x="465816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grading-1-10-8"/>
          <p:cNvSpPr/>
          <p:nvPr/>
        </p:nvSpPr>
        <p:spPr>
          <a:xfrm>
            <a:off x="483049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grading-1-10-9"/>
          <p:cNvSpPr/>
          <p:nvPr/>
        </p:nvSpPr>
        <p:spPr>
          <a:xfrm>
            <a:off x="500282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grading-1-10-10"/>
          <p:cNvSpPr/>
          <p:nvPr/>
        </p:nvSpPr>
        <p:spPr>
          <a:xfrm>
            <a:off x="517515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grading-1-10-11"/>
          <p:cNvSpPr/>
          <p:nvPr/>
        </p:nvSpPr>
        <p:spPr>
          <a:xfrm>
            <a:off x="534748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grading-1-10-12"/>
          <p:cNvSpPr/>
          <p:nvPr/>
        </p:nvSpPr>
        <p:spPr>
          <a:xfrm>
            <a:off x="551981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grading-1-11-0"/>
          <p:cNvSpPr/>
          <p:nvPr/>
        </p:nvSpPr>
        <p:spPr>
          <a:xfrm>
            <a:off x="3451859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grading-1-11-1"/>
          <p:cNvSpPr/>
          <p:nvPr/>
        </p:nvSpPr>
        <p:spPr>
          <a:xfrm>
            <a:off x="362418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grading-1-11-2"/>
          <p:cNvSpPr/>
          <p:nvPr/>
        </p:nvSpPr>
        <p:spPr>
          <a:xfrm>
            <a:off x="379651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grading-1-11-3"/>
          <p:cNvSpPr/>
          <p:nvPr/>
        </p:nvSpPr>
        <p:spPr>
          <a:xfrm>
            <a:off x="396884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grading-1-11-4"/>
          <p:cNvSpPr/>
          <p:nvPr/>
        </p:nvSpPr>
        <p:spPr>
          <a:xfrm>
            <a:off x="414117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grading-1-11-5"/>
          <p:cNvSpPr/>
          <p:nvPr/>
        </p:nvSpPr>
        <p:spPr>
          <a:xfrm>
            <a:off x="431350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grading-1-11-6"/>
          <p:cNvSpPr/>
          <p:nvPr/>
        </p:nvSpPr>
        <p:spPr>
          <a:xfrm>
            <a:off x="448583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grading-1-11-7"/>
          <p:cNvSpPr/>
          <p:nvPr/>
        </p:nvSpPr>
        <p:spPr>
          <a:xfrm>
            <a:off x="465816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grading-1-11-8"/>
          <p:cNvSpPr/>
          <p:nvPr/>
        </p:nvSpPr>
        <p:spPr>
          <a:xfrm>
            <a:off x="483049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grading-1-11-9"/>
          <p:cNvSpPr/>
          <p:nvPr/>
        </p:nvSpPr>
        <p:spPr>
          <a:xfrm>
            <a:off x="500282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grading-1-11-10"/>
          <p:cNvSpPr/>
          <p:nvPr/>
        </p:nvSpPr>
        <p:spPr>
          <a:xfrm>
            <a:off x="517515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grading-1-11-11"/>
          <p:cNvSpPr/>
          <p:nvPr/>
        </p:nvSpPr>
        <p:spPr>
          <a:xfrm>
            <a:off x="534748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grading-1-11-12"/>
          <p:cNvSpPr/>
          <p:nvPr/>
        </p:nvSpPr>
        <p:spPr>
          <a:xfrm>
            <a:off x="551981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grading-1-12-0"/>
          <p:cNvSpPr/>
          <p:nvPr/>
        </p:nvSpPr>
        <p:spPr>
          <a:xfrm>
            <a:off x="3451859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grading-1-12-1"/>
          <p:cNvSpPr/>
          <p:nvPr/>
        </p:nvSpPr>
        <p:spPr>
          <a:xfrm>
            <a:off x="362418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grading-1-12-2"/>
          <p:cNvSpPr/>
          <p:nvPr/>
        </p:nvSpPr>
        <p:spPr>
          <a:xfrm>
            <a:off x="379651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grading-1-12-3"/>
          <p:cNvSpPr/>
          <p:nvPr/>
        </p:nvSpPr>
        <p:spPr>
          <a:xfrm>
            <a:off x="396884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grading-1-12-4"/>
          <p:cNvSpPr/>
          <p:nvPr/>
        </p:nvSpPr>
        <p:spPr>
          <a:xfrm>
            <a:off x="414117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grading-1-12-5"/>
          <p:cNvSpPr/>
          <p:nvPr/>
        </p:nvSpPr>
        <p:spPr>
          <a:xfrm>
            <a:off x="431350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grading-1-12-6"/>
          <p:cNvSpPr/>
          <p:nvPr/>
        </p:nvSpPr>
        <p:spPr>
          <a:xfrm>
            <a:off x="448583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grading-1-12-7"/>
          <p:cNvSpPr/>
          <p:nvPr/>
        </p:nvSpPr>
        <p:spPr>
          <a:xfrm>
            <a:off x="465816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grading-1-12-8"/>
          <p:cNvSpPr/>
          <p:nvPr/>
        </p:nvSpPr>
        <p:spPr>
          <a:xfrm>
            <a:off x="483049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grading-1-12-9"/>
          <p:cNvSpPr/>
          <p:nvPr/>
        </p:nvSpPr>
        <p:spPr>
          <a:xfrm>
            <a:off x="500282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grading-1-12-10"/>
          <p:cNvSpPr/>
          <p:nvPr/>
        </p:nvSpPr>
        <p:spPr>
          <a:xfrm>
            <a:off x="517515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grading-1-12-11"/>
          <p:cNvSpPr/>
          <p:nvPr/>
        </p:nvSpPr>
        <p:spPr>
          <a:xfrm>
            <a:off x="534748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grading-1-12-12"/>
          <p:cNvSpPr/>
          <p:nvPr/>
        </p:nvSpPr>
        <p:spPr>
          <a:xfrm>
            <a:off x="551981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17220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提出候補B：一致</a:t>
            </a:r>
          </a:p>
        </p:txBody>
      </p:sp>
      <p:sp>
        <p:nvSpPr>
          <p:cNvPr id="345" name="grid-grading-2-0-0"/>
          <p:cNvSpPr/>
          <p:nvPr/>
        </p:nvSpPr>
        <p:spPr>
          <a:xfrm>
            <a:off x="624078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grading-2-0-1"/>
          <p:cNvSpPr/>
          <p:nvPr/>
        </p:nvSpPr>
        <p:spPr>
          <a:xfrm>
            <a:off x="641310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grading-2-0-2"/>
          <p:cNvSpPr/>
          <p:nvPr/>
        </p:nvSpPr>
        <p:spPr>
          <a:xfrm>
            <a:off x="658543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grading-2-0-3"/>
          <p:cNvSpPr/>
          <p:nvPr/>
        </p:nvSpPr>
        <p:spPr>
          <a:xfrm>
            <a:off x="675776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grading-2-0-4"/>
          <p:cNvSpPr/>
          <p:nvPr/>
        </p:nvSpPr>
        <p:spPr>
          <a:xfrm>
            <a:off x="693009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grading-2-0-5"/>
          <p:cNvSpPr/>
          <p:nvPr/>
        </p:nvSpPr>
        <p:spPr>
          <a:xfrm>
            <a:off x="710242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grading-2-0-6"/>
          <p:cNvSpPr/>
          <p:nvPr/>
        </p:nvSpPr>
        <p:spPr>
          <a:xfrm>
            <a:off x="727475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grading-2-0-7"/>
          <p:cNvSpPr/>
          <p:nvPr/>
        </p:nvSpPr>
        <p:spPr>
          <a:xfrm>
            <a:off x="744708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grading-2-0-8"/>
          <p:cNvSpPr/>
          <p:nvPr/>
        </p:nvSpPr>
        <p:spPr>
          <a:xfrm>
            <a:off x="761941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grading-2-0-9"/>
          <p:cNvSpPr/>
          <p:nvPr/>
        </p:nvSpPr>
        <p:spPr>
          <a:xfrm>
            <a:off x="779174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grading-2-0-10"/>
          <p:cNvSpPr/>
          <p:nvPr/>
        </p:nvSpPr>
        <p:spPr>
          <a:xfrm>
            <a:off x="796407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grading-2-0-11"/>
          <p:cNvSpPr/>
          <p:nvPr/>
        </p:nvSpPr>
        <p:spPr>
          <a:xfrm>
            <a:off x="813640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grading-2-0-12"/>
          <p:cNvSpPr/>
          <p:nvPr/>
        </p:nvSpPr>
        <p:spPr>
          <a:xfrm>
            <a:off x="830873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grading-2-1-0"/>
          <p:cNvSpPr/>
          <p:nvPr/>
        </p:nvSpPr>
        <p:spPr>
          <a:xfrm>
            <a:off x="624078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grading-2-1-1"/>
          <p:cNvSpPr/>
          <p:nvPr/>
        </p:nvSpPr>
        <p:spPr>
          <a:xfrm>
            <a:off x="641310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grading-2-1-2"/>
          <p:cNvSpPr/>
          <p:nvPr/>
        </p:nvSpPr>
        <p:spPr>
          <a:xfrm>
            <a:off x="658543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grading-2-1-3"/>
          <p:cNvSpPr/>
          <p:nvPr/>
        </p:nvSpPr>
        <p:spPr>
          <a:xfrm>
            <a:off x="675776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grading-2-1-4"/>
          <p:cNvSpPr/>
          <p:nvPr/>
        </p:nvSpPr>
        <p:spPr>
          <a:xfrm>
            <a:off x="693009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grading-2-1-5"/>
          <p:cNvSpPr/>
          <p:nvPr/>
        </p:nvSpPr>
        <p:spPr>
          <a:xfrm>
            <a:off x="710242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grading-2-1-6"/>
          <p:cNvSpPr/>
          <p:nvPr/>
        </p:nvSpPr>
        <p:spPr>
          <a:xfrm>
            <a:off x="727475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grading-2-1-7"/>
          <p:cNvSpPr/>
          <p:nvPr/>
        </p:nvSpPr>
        <p:spPr>
          <a:xfrm>
            <a:off x="744708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grading-2-1-8"/>
          <p:cNvSpPr/>
          <p:nvPr/>
        </p:nvSpPr>
        <p:spPr>
          <a:xfrm>
            <a:off x="761941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grading-2-1-9"/>
          <p:cNvSpPr/>
          <p:nvPr/>
        </p:nvSpPr>
        <p:spPr>
          <a:xfrm>
            <a:off x="779174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grading-2-1-10"/>
          <p:cNvSpPr/>
          <p:nvPr/>
        </p:nvSpPr>
        <p:spPr>
          <a:xfrm>
            <a:off x="796407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grading-2-1-11"/>
          <p:cNvSpPr/>
          <p:nvPr/>
        </p:nvSpPr>
        <p:spPr>
          <a:xfrm>
            <a:off x="813640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grading-2-1-12"/>
          <p:cNvSpPr/>
          <p:nvPr/>
        </p:nvSpPr>
        <p:spPr>
          <a:xfrm>
            <a:off x="830873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grading-2-2-0"/>
          <p:cNvSpPr/>
          <p:nvPr/>
        </p:nvSpPr>
        <p:spPr>
          <a:xfrm>
            <a:off x="624078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grading-2-2-1"/>
          <p:cNvSpPr/>
          <p:nvPr/>
        </p:nvSpPr>
        <p:spPr>
          <a:xfrm>
            <a:off x="641310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grading-2-2-2"/>
          <p:cNvSpPr/>
          <p:nvPr/>
        </p:nvSpPr>
        <p:spPr>
          <a:xfrm>
            <a:off x="658543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grading-2-2-3"/>
          <p:cNvSpPr/>
          <p:nvPr/>
        </p:nvSpPr>
        <p:spPr>
          <a:xfrm>
            <a:off x="675776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grading-2-2-4"/>
          <p:cNvSpPr/>
          <p:nvPr/>
        </p:nvSpPr>
        <p:spPr>
          <a:xfrm>
            <a:off x="693009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grading-2-2-5"/>
          <p:cNvSpPr/>
          <p:nvPr/>
        </p:nvSpPr>
        <p:spPr>
          <a:xfrm>
            <a:off x="710242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grading-2-2-6"/>
          <p:cNvSpPr/>
          <p:nvPr/>
        </p:nvSpPr>
        <p:spPr>
          <a:xfrm>
            <a:off x="727475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grading-2-2-7"/>
          <p:cNvSpPr/>
          <p:nvPr/>
        </p:nvSpPr>
        <p:spPr>
          <a:xfrm>
            <a:off x="744708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grading-2-2-8"/>
          <p:cNvSpPr/>
          <p:nvPr/>
        </p:nvSpPr>
        <p:spPr>
          <a:xfrm>
            <a:off x="761941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grading-2-2-9"/>
          <p:cNvSpPr/>
          <p:nvPr/>
        </p:nvSpPr>
        <p:spPr>
          <a:xfrm>
            <a:off x="779174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grading-2-2-10"/>
          <p:cNvSpPr/>
          <p:nvPr/>
        </p:nvSpPr>
        <p:spPr>
          <a:xfrm>
            <a:off x="796407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grading-2-2-11"/>
          <p:cNvSpPr/>
          <p:nvPr/>
        </p:nvSpPr>
        <p:spPr>
          <a:xfrm>
            <a:off x="813640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grading-2-2-12"/>
          <p:cNvSpPr/>
          <p:nvPr/>
        </p:nvSpPr>
        <p:spPr>
          <a:xfrm>
            <a:off x="830873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grading-2-3-0"/>
          <p:cNvSpPr/>
          <p:nvPr/>
        </p:nvSpPr>
        <p:spPr>
          <a:xfrm>
            <a:off x="624078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grading-2-3-1"/>
          <p:cNvSpPr/>
          <p:nvPr/>
        </p:nvSpPr>
        <p:spPr>
          <a:xfrm>
            <a:off x="641310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grading-2-3-2"/>
          <p:cNvSpPr/>
          <p:nvPr/>
        </p:nvSpPr>
        <p:spPr>
          <a:xfrm>
            <a:off x="658543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grading-2-3-3"/>
          <p:cNvSpPr/>
          <p:nvPr/>
        </p:nvSpPr>
        <p:spPr>
          <a:xfrm>
            <a:off x="675776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grading-2-3-4"/>
          <p:cNvSpPr/>
          <p:nvPr/>
        </p:nvSpPr>
        <p:spPr>
          <a:xfrm>
            <a:off x="693009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grading-2-3-5"/>
          <p:cNvSpPr/>
          <p:nvPr/>
        </p:nvSpPr>
        <p:spPr>
          <a:xfrm>
            <a:off x="710242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grading-2-3-6"/>
          <p:cNvSpPr/>
          <p:nvPr/>
        </p:nvSpPr>
        <p:spPr>
          <a:xfrm>
            <a:off x="727475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grading-2-3-7"/>
          <p:cNvSpPr/>
          <p:nvPr/>
        </p:nvSpPr>
        <p:spPr>
          <a:xfrm>
            <a:off x="744708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grading-2-3-8"/>
          <p:cNvSpPr/>
          <p:nvPr/>
        </p:nvSpPr>
        <p:spPr>
          <a:xfrm>
            <a:off x="761941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grading-2-3-9"/>
          <p:cNvSpPr/>
          <p:nvPr/>
        </p:nvSpPr>
        <p:spPr>
          <a:xfrm>
            <a:off x="779174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grading-2-3-10"/>
          <p:cNvSpPr/>
          <p:nvPr/>
        </p:nvSpPr>
        <p:spPr>
          <a:xfrm>
            <a:off x="796407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grading-2-3-11"/>
          <p:cNvSpPr/>
          <p:nvPr/>
        </p:nvSpPr>
        <p:spPr>
          <a:xfrm>
            <a:off x="813640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grading-2-3-12"/>
          <p:cNvSpPr/>
          <p:nvPr/>
        </p:nvSpPr>
        <p:spPr>
          <a:xfrm>
            <a:off x="830873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grading-2-4-0"/>
          <p:cNvSpPr/>
          <p:nvPr/>
        </p:nvSpPr>
        <p:spPr>
          <a:xfrm>
            <a:off x="624078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grading-2-4-1"/>
          <p:cNvSpPr/>
          <p:nvPr/>
        </p:nvSpPr>
        <p:spPr>
          <a:xfrm>
            <a:off x="641310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grading-2-4-2"/>
          <p:cNvSpPr/>
          <p:nvPr/>
        </p:nvSpPr>
        <p:spPr>
          <a:xfrm>
            <a:off x="658543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grading-2-4-3"/>
          <p:cNvSpPr/>
          <p:nvPr/>
        </p:nvSpPr>
        <p:spPr>
          <a:xfrm>
            <a:off x="675776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grading-2-4-4"/>
          <p:cNvSpPr/>
          <p:nvPr/>
        </p:nvSpPr>
        <p:spPr>
          <a:xfrm>
            <a:off x="693009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grading-2-4-5"/>
          <p:cNvSpPr/>
          <p:nvPr/>
        </p:nvSpPr>
        <p:spPr>
          <a:xfrm>
            <a:off x="710242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grading-2-4-6"/>
          <p:cNvSpPr/>
          <p:nvPr/>
        </p:nvSpPr>
        <p:spPr>
          <a:xfrm>
            <a:off x="727475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grading-2-4-7"/>
          <p:cNvSpPr/>
          <p:nvPr/>
        </p:nvSpPr>
        <p:spPr>
          <a:xfrm>
            <a:off x="744708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grading-2-4-8"/>
          <p:cNvSpPr/>
          <p:nvPr/>
        </p:nvSpPr>
        <p:spPr>
          <a:xfrm>
            <a:off x="761941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grading-2-4-9"/>
          <p:cNvSpPr/>
          <p:nvPr/>
        </p:nvSpPr>
        <p:spPr>
          <a:xfrm>
            <a:off x="779174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grading-2-4-10"/>
          <p:cNvSpPr/>
          <p:nvPr/>
        </p:nvSpPr>
        <p:spPr>
          <a:xfrm>
            <a:off x="796407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grading-2-4-11"/>
          <p:cNvSpPr/>
          <p:nvPr/>
        </p:nvSpPr>
        <p:spPr>
          <a:xfrm>
            <a:off x="813640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grading-2-4-12"/>
          <p:cNvSpPr/>
          <p:nvPr/>
        </p:nvSpPr>
        <p:spPr>
          <a:xfrm>
            <a:off x="830873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grading-2-5-0"/>
          <p:cNvSpPr/>
          <p:nvPr/>
        </p:nvSpPr>
        <p:spPr>
          <a:xfrm>
            <a:off x="624078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grading-2-5-1"/>
          <p:cNvSpPr/>
          <p:nvPr/>
        </p:nvSpPr>
        <p:spPr>
          <a:xfrm>
            <a:off x="641310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grading-2-5-2"/>
          <p:cNvSpPr/>
          <p:nvPr/>
        </p:nvSpPr>
        <p:spPr>
          <a:xfrm>
            <a:off x="658543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grading-2-5-3"/>
          <p:cNvSpPr/>
          <p:nvPr/>
        </p:nvSpPr>
        <p:spPr>
          <a:xfrm>
            <a:off x="675776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grading-2-5-4"/>
          <p:cNvSpPr/>
          <p:nvPr/>
        </p:nvSpPr>
        <p:spPr>
          <a:xfrm>
            <a:off x="693009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grading-2-5-5"/>
          <p:cNvSpPr/>
          <p:nvPr/>
        </p:nvSpPr>
        <p:spPr>
          <a:xfrm>
            <a:off x="710242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grading-2-5-6"/>
          <p:cNvSpPr/>
          <p:nvPr/>
        </p:nvSpPr>
        <p:spPr>
          <a:xfrm>
            <a:off x="727475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grading-2-5-7"/>
          <p:cNvSpPr/>
          <p:nvPr/>
        </p:nvSpPr>
        <p:spPr>
          <a:xfrm>
            <a:off x="744708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grading-2-5-8"/>
          <p:cNvSpPr/>
          <p:nvPr/>
        </p:nvSpPr>
        <p:spPr>
          <a:xfrm>
            <a:off x="761941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grading-2-5-9"/>
          <p:cNvSpPr/>
          <p:nvPr/>
        </p:nvSpPr>
        <p:spPr>
          <a:xfrm>
            <a:off x="779174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grading-2-5-10"/>
          <p:cNvSpPr/>
          <p:nvPr/>
        </p:nvSpPr>
        <p:spPr>
          <a:xfrm>
            <a:off x="796407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grading-2-5-11"/>
          <p:cNvSpPr/>
          <p:nvPr/>
        </p:nvSpPr>
        <p:spPr>
          <a:xfrm>
            <a:off x="813640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grading-2-5-12"/>
          <p:cNvSpPr/>
          <p:nvPr/>
        </p:nvSpPr>
        <p:spPr>
          <a:xfrm>
            <a:off x="830873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grading-2-6-0"/>
          <p:cNvSpPr/>
          <p:nvPr/>
        </p:nvSpPr>
        <p:spPr>
          <a:xfrm>
            <a:off x="624078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grading-2-6-1"/>
          <p:cNvSpPr/>
          <p:nvPr/>
        </p:nvSpPr>
        <p:spPr>
          <a:xfrm>
            <a:off x="641310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grading-2-6-2"/>
          <p:cNvSpPr/>
          <p:nvPr/>
        </p:nvSpPr>
        <p:spPr>
          <a:xfrm>
            <a:off x="658543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grading-2-6-3"/>
          <p:cNvSpPr/>
          <p:nvPr/>
        </p:nvSpPr>
        <p:spPr>
          <a:xfrm>
            <a:off x="675776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grading-2-6-4"/>
          <p:cNvSpPr/>
          <p:nvPr/>
        </p:nvSpPr>
        <p:spPr>
          <a:xfrm>
            <a:off x="693009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grading-2-6-5"/>
          <p:cNvSpPr/>
          <p:nvPr/>
        </p:nvSpPr>
        <p:spPr>
          <a:xfrm>
            <a:off x="710242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grading-2-6-6"/>
          <p:cNvSpPr/>
          <p:nvPr/>
        </p:nvSpPr>
        <p:spPr>
          <a:xfrm>
            <a:off x="727475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grading-2-6-7"/>
          <p:cNvSpPr/>
          <p:nvPr/>
        </p:nvSpPr>
        <p:spPr>
          <a:xfrm>
            <a:off x="744708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grading-2-6-8"/>
          <p:cNvSpPr/>
          <p:nvPr/>
        </p:nvSpPr>
        <p:spPr>
          <a:xfrm>
            <a:off x="761941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grading-2-6-9"/>
          <p:cNvSpPr/>
          <p:nvPr/>
        </p:nvSpPr>
        <p:spPr>
          <a:xfrm>
            <a:off x="779174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grading-2-6-10"/>
          <p:cNvSpPr/>
          <p:nvPr/>
        </p:nvSpPr>
        <p:spPr>
          <a:xfrm>
            <a:off x="796407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grading-2-6-11"/>
          <p:cNvSpPr/>
          <p:nvPr/>
        </p:nvSpPr>
        <p:spPr>
          <a:xfrm>
            <a:off x="813640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grading-2-6-12"/>
          <p:cNvSpPr/>
          <p:nvPr/>
        </p:nvSpPr>
        <p:spPr>
          <a:xfrm>
            <a:off x="830873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grading-2-7-0"/>
          <p:cNvSpPr/>
          <p:nvPr/>
        </p:nvSpPr>
        <p:spPr>
          <a:xfrm>
            <a:off x="624078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grading-2-7-1"/>
          <p:cNvSpPr/>
          <p:nvPr/>
        </p:nvSpPr>
        <p:spPr>
          <a:xfrm>
            <a:off x="641310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grading-2-7-2"/>
          <p:cNvSpPr/>
          <p:nvPr/>
        </p:nvSpPr>
        <p:spPr>
          <a:xfrm>
            <a:off x="658543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grading-2-7-3"/>
          <p:cNvSpPr/>
          <p:nvPr/>
        </p:nvSpPr>
        <p:spPr>
          <a:xfrm>
            <a:off x="675776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grading-2-7-4"/>
          <p:cNvSpPr/>
          <p:nvPr/>
        </p:nvSpPr>
        <p:spPr>
          <a:xfrm>
            <a:off x="693009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grading-2-7-5"/>
          <p:cNvSpPr/>
          <p:nvPr/>
        </p:nvSpPr>
        <p:spPr>
          <a:xfrm>
            <a:off x="710242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grading-2-7-6"/>
          <p:cNvSpPr/>
          <p:nvPr/>
        </p:nvSpPr>
        <p:spPr>
          <a:xfrm>
            <a:off x="727475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grading-2-7-7"/>
          <p:cNvSpPr/>
          <p:nvPr/>
        </p:nvSpPr>
        <p:spPr>
          <a:xfrm>
            <a:off x="744708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grading-2-7-8"/>
          <p:cNvSpPr/>
          <p:nvPr/>
        </p:nvSpPr>
        <p:spPr>
          <a:xfrm>
            <a:off x="761941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grading-2-7-9"/>
          <p:cNvSpPr/>
          <p:nvPr/>
        </p:nvSpPr>
        <p:spPr>
          <a:xfrm>
            <a:off x="779174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grading-2-7-10"/>
          <p:cNvSpPr/>
          <p:nvPr/>
        </p:nvSpPr>
        <p:spPr>
          <a:xfrm>
            <a:off x="796407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grading-2-7-11"/>
          <p:cNvSpPr/>
          <p:nvPr/>
        </p:nvSpPr>
        <p:spPr>
          <a:xfrm>
            <a:off x="813640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grading-2-7-12"/>
          <p:cNvSpPr/>
          <p:nvPr/>
        </p:nvSpPr>
        <p:spPr>
          <a:xfrm>
            <a:off x="830873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grading-2-8-0"/>
          <p:cNvSpPr/>
          <p:nvPr/>
        </p:nvSpPr>
        <p:spPr>
          <a:xfrm>
            <a:off x="624078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grading-2-8-1"/>
          <p:cNvSpPr/>
          <p:nvPr/>
        </p:nvSpPr>
        <p:spPr>
          <a:xfrm>
            <a:off x="641310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grading-2-8-2"/>
          <p:cNvSpPr/>
          <p:nvPr/>
        </p:nvSpPr>
        <p:spPr>
          <a:xfrm>
            <a:off x="658543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grading-2-8-3"/>
          <p:cNvSpPr/>
          <p:nvPr/>
        </p:nvSpPr>
        <p:spPr>
          <a:xfrm>
            <a:off x="675776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grading-2-8-4"/>
          <p:cNvSpPr/>
          <p:nvPr/>
        </p:nvSpPr>
        <p:spPr>
          <a:xfrm>
            <a:off x="693009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grading-2-8-5"/>
          <p:cNvSpPr/>
          <p:nvPr/>
        </p:nvSpPr>
        <p:spPr>
          <a:xfrm>
            <a:off x="710242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grading-2-8-6"/>
          <p:cNvSpPr/>
          <p:nvPr/>
        </p:nvSpPr>
        <p:spPr>
          <a:xfrm>
            <a:off x="727475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grading-2-8-7"/>
          <p:cNvSpPr/>
          <p:nvPr/>
        </p:nvSpPr>
        <p:spPr>
          <a:xfrm>
            <a:off x="744708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grading-2-8-8"/>
          <p:cNvSpPr/>
          <p:nvPr/>
        </p:nvSpPr>
        <p:spPr>
          <a:xfrm>
            <a:off x="761941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grading-2-8-9"/>
          <p:cNvSpPr/>
          <p:nvPr/>
        </p:nvSpPr>
        <p:spPr>
          <a:xfrm>
            <a:off x="779174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grading-2-8-10"/>
          <p:cNvSpPr/>
          <p:nvPr/>
        </p:nvSpPr>
        <p:spPr>
          <a:xfrm>
            <a:off x="796407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grading-2-8-11"/>
          <p:cNvSpPr/>
          <p:nvPr/>
        </p:nvSpPr>
        <p:spPr>
          <a:xfrm>
            <a:off x="813640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grading-2-8-12"/>
          <p:cNvSpPr/>
          <p:nvPr/>
        </p:nvSpPr>
        <p:spPr>
          <a:xfrm>
            <a:off x="830873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grading-2-9-0"/>
          <p:cNvSpPr/>
          <p:nvPr/>
        </p:nvSpPr>
        <p:spPr>
          <a:xfrm>
            <a:off x="624078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grading-2-9-1"/>
          <p:cNvSpPr/>
          <p:nvPr/>
        </p:nvSpPr>
        <p:spPr>
          <a:xfrm>
            <a:off x="641310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grading-2-9-2"/>
          <p:cNvSpPr/>
          <p:nvPr/>
        </p:nvSpPr>
        <p:spPr>
          <a:xfrm>
            <a:off x="658543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grading-2-9-3"/>
          <p:cNvSpPr/>
          <p:nvPr/>
        </p:nvSpPr>
        <p:spPr>
          <a:xfrm>
            <a:off x="675776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grading-2-9-4"/>
          <p:cNvSpPr/>
          <p:nvPr/>
        </p:nvSpPr>
        <p:spPr>
          <a:xfrm>
            <a:off x="693009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grading-2-9-5"/>
          <p:cNvSpPr/>
          <p:nvPr/>
        </p:nvSpPr>
        <p:spPr>
          <a:xfrm>
            <a:off x="710242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grading-2-9-6"/>
          <p:cNvSpPr/>
          <p:nvPr/>
        </p:nvSpPr>
        <p:spPr>
          <a:xfrm>
            <a:off x="727475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grading-2-9-7"/>
          <p:cNvSpPr/>
          <p:nvPr/>
        </p:nvSpPr>
        <p:spPr>
          <a:xfrm>
            <a:off x="744708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grading-2-9-8"/>
          <p:cNvSpPr/>
          <p:nvPr/>
        </p:nvSpPr>
        <p:spPr>
          <a:xfrm>
            <a:off x="761941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grading-2-9-9"/>
          <p:cNvSpPr/>
          <p:nvPr/>
        </p:nvSpPr>
        <p:spPr>
          <a:xfrm>
            <a:off x="779174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grading-2-9-10"/>
          <p:cNvSpPr/>
          <p:nvPr/>
        </p:nvSpPr>
        <p:spPr>
          <a:xfrm>
            <a:off x="796407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grading-2-9-11"/>
          <p:cNvSpPr/>
          <p:nvPr/>
        </p:nvSpPr>
        <p:spPr>
          <a:xfrm>
            <a:off x="813640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grading-2-9-12"/>
          <p:cNvSpPr/>
          <p:nvPr/>
        </p:nvSpPr>
        <p:spPr>
          <a:xfrm>
            <a:off x="830873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grading-2-10-0"/>
          <p:cNvSpPr/>
          <p:nvPr/>
        </p:nvSpPr>
        <p:spPr>
          <a:xfrm>
            <a:off x="624078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grading-2-10-1"/>
          <p:cNvSpPr/>
          <p:nvPr/>
        </p:nvSpPr>
        <p:spPr>
          <a:xfrm>
            <a:off x="641310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grading-2-10-2"/>
          <p:cNvSpPr/>
          <p:nvPr/>
        </p:nvSpPr>
        <p:spPr>
          <a:xfrm>
            <a:off x="658543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grading-2-10-3"/>
          <p:cNvSpPr/>
          <p:nvPr/>
        </p:nvSpPr>
        <p:spPr>
          <a:xfrm>
            <a:off x="675776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grading-2-10-4"/>
          <p:cNvSpPr/>
          <p:nvPr/>
        </p:nvSpPr>
        <p:spPr>
          <a:xfrm>
            <a:off x="693009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grading-2-10-5"/>
          <p:cNvSpPr/>
          <p:nvPr/>
        </p:nvSpPr>
        <p:spPr>
          <a:xfrm>
            <a:off x="710242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grading-2-10-6"/>
          <p:cNvSpPr/>
          <p:nvPr/>
        </p:nvSpPr>
        <p:spPr>
          <a:xfrm>
            <a:off x="727475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grading-2-10-7"/>
          <p:cNvSpPr/>
          <p:nvPr/>
        </p:nvSpPr>
        <p:spPr>
          <a:xfrm>
            <a:off x="744708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grading-2-10-8"/>
          <p:cNvSpPr/>
          <p:nvPr/>
        </p:nvSpPr>
        <p:spPr>
          <a:xfrm>
            <a:off x="761941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grading-2-10-9"/>
          <p:cNvSpPr/>
          <p:nvPr/>
        </p:nvSpPr>
        <p:spPr>
          <a:xfrm>
            <a:off x="779174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grading-2-10-10"/>
          <p:cNvSpPr/>
          <p:nvPr/>
        </p:nvSpPr>
        <p:spPr>
          <a:xfrm>
            <a:off x="796407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grading-2-10-11"/>
          <p:cNvSpPr/>
          <p:nvPr/>
        </p:nvSpPr>
        <p:spPr>
          <a:xfrm>
            <a:off x="813640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grading-2-10-12"/>
          <p:cNvSpPr/>
          <p:nvPr/>
        </p:nvSpPr>
        <p:spPr>
          <a:xfrm>
            <a:off x="830873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grading-2-11-0"/>
          <p:cNvSpPr/>
          <p:nvPr/>
        </p:nvSpPr>
        <p:spPr>
          <a:xfrm>
            <a:off x="624078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grading-2-11-1"/>
          <p:cNvSpPr/>
          <p:nvPr/>
        </p:nvSpPr>
        <p:spPr>
          <a:xfrm>
            <a:off x="641310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grading-2-11-2"/>
          <p:cNvSpPr/>
          <p:nvPr/>
        </p:nvSpPr>
        <p:spPr>
          <a:xfrm>
            <a:off x="658543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grading-2-11-3"/>
          <p:cNvSpPr/>
          <p:nvPr/>
        </p:nvSpPr>
        <p:spPr>
          <a:xfrm>
            <a:off x="675776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grading-2-11-4"/>
          <p:cNvSpPr/>
          <p:nvPr/>
        </p:nvSpPr>
        <p:spPr>
          <a:xfrm>
            <a:off x="693009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grading-2-11-5"/>
          <p:cNvSpPr/>
          <p:nvPr/>
        </p:nvSpPr>
        <p:spPr>
          <a:xfrm>
            <a:off x="710242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grading-2-11-6"/>
          <p:cNvSpPr/>
          <p:nvPr/>
        </p:nvSpPr>
        <p:spPr>
          <a:xfrm>
            <a:off x="727475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grading-2-11-7"/>
          <p:cNvSpPr/>
          <p:nvPr/>
        </p:nvSpPr>
        <p:spPr>
          <a:xfrm>
            <a:off x="744708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grading-2-11-8"/>
          <p:cNvSpPr/>
          <p:nvPr/>
        </p:nvSpPr>
        <p:spPr>
          <a:xfrm>
            <a:off x="761941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grading-2-11-9"/>
          <p:cNvSpPr/>
          <p:nvPr/>
        </p:nvSpPr>
        <p:spPr>
          <a:xfrm>
            <a:off x="779174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grading-2-11-10"/>
          <p:cNvSpPr/>
          <p:nvPr/>
        </p:nvSpPr>
        <p:spPr>
          <a:xfrm>
            <a:off x="796407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grading-2-11-11"/>
          <p:cNvSpPr/>
          <p:nvPr/>
        </p:nvSpPr>
        <p:spPr>
          <a:xfrm>
            <a:off x="813640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grading-2-11-12"/>
          <p:cNvSpPr/>
          <p:nvPr/>
        </p:nvSpPr>
        <p:spPr>
          <a:xfrm>
            <a:off x="830873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grading-2-12-0"/>
          <p:cNvSpPr/>
          <p:nvPr/>
        </p:nvSpPr>
        <p:spPr>
          <a:xfrm>
            <a:off x="624078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grading-2-12-1"/>
          <p:cNvSpPr/>
          <p:nvPr/>
        </p:nvSpPr>
        <p:spPr>
          <a:xfrm>
            <a:off x="641310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grading-2-12-2"/>
          <p:cNvSpPr/>
          <p:nvPr/>
        </p:nvSpPr>
        <p:spPr>
          <a:xfrm>
            <a:off x="658543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grading-2-12-3"/>
          <p:cNvSpPr/>
          <p:nvPr/>
        </p:nvSpPr>
        <p:spPr>
          <a:xfrm>
            <a:off x="675776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grading-2-12-4"/>
          <p:cNvSpPr/>
          <p:nvPr/>
        </p:nvSpPr>
        <p:spPr>
          <a:xfrm>
            <a:off x="693009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grading-2-12-5"/>
          <p:cNvSpPr/>
          <p:nvPr/>
        </p:nvSpPr>
        <p:spPr>
          <a:xfrm>
            <a:off x="710242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grading-2-12-6"/>
          <p:cNvSpPr/>
          <p:nvPr/>
        </p:nvSpPr>
        <p:spPr>
          <a:xfrm>
            <a:off x="727475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grading-2-12-7"/>
          <p:cNvSpPr/>
          <p:nvPr/>
        </p:nvSpPr>
        <p:spPr>
          <a:xfrm>
            <a:off x="744708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grading-2-12-8"/>
          <p:cNvSpPr/>
          <p:nvPr/>
        </p:nvSpPr>
        <p:spPr>
          <a:xfrm>
            <a:off x="761941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grading-2-12-9"/>
          <p:cNvSpPr/>
          <p:nvPr/>
        </p:nvSpPr>
        <p:spPr>
          <a:xfrm>
            <a:off x="779174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grading-2-12-10"/>
          <p:cNvSpPr/>
          <p:nvPr/>
        </p:nvSpPr>
        <p:spPr>
          <a:xfrm>
            <a:off x="796407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grading-2-12-11"/>
          <p:cNvSpPr/>
          <p:nvPr/>
        </p:nvSpPr>
        <p:spPr>
          <a:xfrm>
            <a:off x="813640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grading-2-12-12"/>
          <p:cNvSpPr/>
          <p:nvPr/>
        </p:nvSpPr>
        <p:spPr>
          <a:xfrm>
            <a:off x="830873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候補Bが一致するので、このテスト入力は正解。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 採点例は公開評価dbff022cのテスト入力1を使用。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採点例：課題内で平均し、課題間で平均する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42976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テスト入力ごとの正誤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課題の得点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全体の得点 = (0.5 + 1.0) ÷ 2 = 0.75 → 75%。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登場時はARC-AGI-1から得点が下がった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1965960"/>
                <a:gridCol w="1965960"/>
              </a:tblGrid>
              <a:tr h="44052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o4-mini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3.7 / 8K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ARChitects / 2024年大会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CholletらのSemi-Private評価。2025-05-14時点。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Mediumと8Kは推論設定、8Kは思考用トークンの予算。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DeepMindの公式表、ARC Prize Verified欄。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ARC-AGI-2 / ARC Prize Verified.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複数の規則や、条件による使い分けを問う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設計の特徴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課題で行うこと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複数の規則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切り取り、拡大、配置を組み合わせる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前の配置に合わせて次の物体を置く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条件に応じた適用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枠の色に応じて移動先を変える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その場で定まる記号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凡例から穴の数と色の対応を読む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ARC-AGI-1の到達水準に合わせて更新した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ARCはCholletが2019年に提案した。対象は、少ない経験から新しい課題に適応する能力である。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ARC-AGI-2は2021年末から開発を始めた。単純なプログラム探索で解ける問題を減らし、複数の概念を組み合わせる課題を増やした。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入力と出力の格子という形式を保ち、人による解きやすさを測定して評価集合を構成した。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407人が候補課題を解く実験を行った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候補はARC Prize Foundationのスタッフ・協力者による新作と、以前の版で未使用だった課題から集めた。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2024年11月〜2025年5月に3回のテストを行った。参加者は会議室のPCで、使い方の説明後、ランダムに割り当てられた課題を解いた。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407人・515回の参加セッションで、採用前の候補も含む1,848種類のテスト入力を試した。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人による解答と重複の確認で課題を選んだ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最初の2回以内に少なくとも一つのテスト入力を解いた人が、独立に2人以上いる課題を次の選考へ進めた。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同じプログラムで解けそうな課題を比較画面で探し、複数人のレビューで重複を整理した。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評価集合は全課題を少なくとも2人が解けることを確認。さらに内部レビューを加え、格子の不整合も修正した。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公開・非公開を合わせて1,360課題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097280"/>
                <a:gridCol w="3383280"/>
              </a:tblGrid>
              <a:tr h="39940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Training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学習・基本概念の提示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公開の評価・研究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Semi-Private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外部APIモデルの検証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大会で解法を独立実行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評価3集合は、人の平均正解率の差を1ポイント以内にそろえた。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公開評価では、提示例3組の課題が61件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課題内のtrain配列の長さを集計。横軸は課題数、全120課題。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公開評価のテスト入力は合計167個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該当する課題数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75 × 1 + 43 × 2 + 2 × 3 = 167個。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各課題のtest配列の長さを集計した。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出力は大きな格子まで含む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公開評価167個の正解出力。横軸は出力格子の個数。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出力の縦横の大きさも推定する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56692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テスト入力と正解出力の縦横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公開評価167個について、入力と出力の行数・列数を比較。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ARC-AGI-1と2は格子の変換形式を共有する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系列・初公開年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686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 / 2019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学習400、評価400課題。格子の変換形式を導入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11430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 / 2025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学習1,000、評価120課題。規則の組合せと人による難度調整を強化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ARC-AGI-3は環境を操作する課題へ進んだ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ARC-AGI-3では、エージェントが画面を観察し、行動を選び、変化した画面から環境の規則と目標を探る。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公式Toolkitでは、環境を作り、利用できる行動を調べ、行動を送ると新しい観測が返る。ゲームの進行と達成状況を記録する。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ARC-AGI-2の入出力例から格子を完成させる評価から、操作と観測を繰り返す対話的な評価へ対象が広がった。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(2026参照). ARC-AGI Toolkit: ARC-AGI-3 interactive environments.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公開後に提示例や正解の不整合を修正した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47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変更内容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ARC-AGI-2の1,360課題を公開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公開評価のセル誤差や曖昧さを修正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d8e07eb2の提示例1組を更新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本資料の実例と集計は、公開リポジトリの改訂f3283f7に対応する。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 Dataset v2 Changelog. 2025年3〜4月の公開・修正。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https://github.com/arcprize/ARC-AGI-2/blob/f3283f7/changelog.md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JSONを読み、提示例とテスト入力を取り出す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1431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 = Path("data/evaluation/dbff022c.json")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json.loads(p.read_text())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example = task["train"][0]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test_input = task["test"][0]["input"]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5305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配布リポジトリのdata/evaluation内に、課題ごとのJSONがある。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公開データと評価コードを入手できる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公式GitHubに学習1,000課題と公開評価120課題を置き、Apache License 2.0で配布する。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arc-agi-benchmarkingでは、複数のモデルへの出題、出力候補の保存、採点、費用の集計を行える。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評価結果には、データ改訂、評価集合、候補数、モデルと推論設定を対応させる。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Testing systems with ARC-AGI. 公式評価コード。2026-10-16参照。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少ない例から、規則を組み合わせて適用する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ARC-AGI-2は、格子の入出力例から規則を見つけ、出力の大きさと全セルの色を作る推論課題である。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複数の規則、段階的な処理、条件による適用、その場で決まる記号の意味を扱う。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人による解答と難度の調整を経た公開・非公開の評価集合を持ち、現行モデルの公式評価にも使われている。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規則の異なる追加例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3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3-test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est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est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est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est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est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est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est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est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est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est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est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est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est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est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est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est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est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est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est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est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est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est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est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est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est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est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est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est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est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est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est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est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est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est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est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est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est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est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est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est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est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est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est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est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est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est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est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est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est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est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est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est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est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est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est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est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est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est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est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est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est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est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est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est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est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est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est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est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est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est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est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est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est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est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est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est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est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est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est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est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est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est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est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est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est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est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est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est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est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est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est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est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est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est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est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est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est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est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est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est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est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est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est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est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est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est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est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est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est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est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est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est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est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est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est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est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est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est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est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est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est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est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est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est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est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est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est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est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est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est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est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est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est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est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est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est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est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est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est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est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est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est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est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est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est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est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est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est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est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est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est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est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est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est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est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est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est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est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est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est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est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est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est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est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est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est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est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est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est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est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est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est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est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est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est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est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est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est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est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est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est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est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est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est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est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est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est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est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est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est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est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est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est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est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est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est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est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est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est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est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est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est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est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est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est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est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est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est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est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est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est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est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est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est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est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est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est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est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est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est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est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est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est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est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est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est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est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est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est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est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est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est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est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est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est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est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est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est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est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est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est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est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est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est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est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est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est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est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est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est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est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est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est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est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est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est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est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est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est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est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est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est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est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est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est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est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est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est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est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est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est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est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est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est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est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est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est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est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est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est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est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est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est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est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est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est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est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est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est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est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est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est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est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est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est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est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est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est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est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est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est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est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est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est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est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est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est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est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est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est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est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est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est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est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est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est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est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est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est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est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est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est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est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est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est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est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est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est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est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est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est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est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est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est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est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est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est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est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est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est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est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est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est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est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est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est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est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est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est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est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est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est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est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est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est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est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est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est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est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est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est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est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est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est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est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est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est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est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est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est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est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est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est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est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est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est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est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est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est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est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est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est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est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est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est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est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est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est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est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est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est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est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est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est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est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est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est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est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est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est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est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est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est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est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est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est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est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est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est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est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est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est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est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est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est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est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est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est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est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est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est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est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est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est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est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est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est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est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est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est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est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est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est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est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est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est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est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est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est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est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est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est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est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est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est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est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est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est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est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est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est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est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est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est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est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est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est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est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est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est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est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est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est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est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est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est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est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est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est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est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est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est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est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est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est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est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est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est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est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est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est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est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est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est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est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est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est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est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est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est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est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est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est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est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est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est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est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est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est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est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est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est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est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est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est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est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est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est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est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est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est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est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est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est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est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est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est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est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est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est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est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est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est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est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est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est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est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est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est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est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est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est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est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est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est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est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est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est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est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est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est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est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est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est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est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est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est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est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est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est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est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est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est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est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est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est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est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est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est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est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est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est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est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est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est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est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est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est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est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est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est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est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est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est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est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est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est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est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est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est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est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est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est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est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est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est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est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est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est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est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est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est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est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est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est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est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est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est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est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est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est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est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est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est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est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est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est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est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est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est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est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est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est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est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est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est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est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est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est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est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est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est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est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est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est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est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est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est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est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est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est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est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est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est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est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est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est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est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est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est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est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est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est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est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est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est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est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est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est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est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est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est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est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est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est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est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est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est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est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est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est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est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est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est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est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est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est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est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est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est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est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est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est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est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est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est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est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est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est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est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est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est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est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est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est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est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est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est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est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est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est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est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est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est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est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est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est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est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est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est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est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est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est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est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est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est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est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est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est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est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est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est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est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est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est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est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est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est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est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est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est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est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est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est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est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est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est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est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est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est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est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est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est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est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est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est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est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est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est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est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est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est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est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est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est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est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est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est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est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est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est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est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est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est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est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est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est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est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est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est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est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est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est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est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est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est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est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est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est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est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est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est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est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est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est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est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est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est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est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est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est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est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est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est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est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est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est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est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est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est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est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est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est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est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est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est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est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est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est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est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est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est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est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est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est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est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est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est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est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est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est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est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est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est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est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est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est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est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est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est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est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est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est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est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est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est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est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est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est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est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est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est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est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est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est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est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est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est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est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est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est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est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est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est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est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est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est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est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est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est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est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est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est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est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est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est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est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est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est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est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est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est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est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est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est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est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est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est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est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est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est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est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est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est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est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est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est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est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est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est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est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est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est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est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est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est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est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est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est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est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est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est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est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est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est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est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est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est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est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est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est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est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est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est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est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est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est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est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est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est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est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est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est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est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est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est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est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est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est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est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est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est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est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est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est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est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est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est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est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est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est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est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est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est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est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est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est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est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est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est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est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est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est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est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est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est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est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est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est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est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est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est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est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est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est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est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est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est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est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est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est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est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est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est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est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est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est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外枠の色を条件に、物体を左側と右側へ分けて並べる。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4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4-test-input-0-0"/>
          <p:cNvSpPr/>
          <p:nvPr/>
        </p:nvSpPr>
        <p:spPr>
          <a:xfrm>
            <a:off x="1280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est-input-0-1"/>
          <p:cNvSpPr/>
          <p:nvPr/>
        </p:nvSpPr>
        <p:spPr>
          <a:xfrm>
            <a:off x="1371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est-input-0-2"/>
          <p:cNvSpPr/>
          <p:nvPr/>
        </p:nvSpPr>
        <p:spPr>
          <a:xfrm>
            <a:off x="146303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est-input-0-3"/>
          <p:cNvSpPr/>
          <p:nvPr/>
        </p:nvSpPr>
        <p:spPr>
          <a:xfrm>
            <a:off x="1554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est-input-0-4"/>
          <p:cNvSpPr/>
          <p:nvPr/>
        </p:nvSpPr>
        <p:spPr>
          <a:xfrm>
            <a:off x="164591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est-input-0-5"/>
          <p:cNvSpPr/>
          <p:nvPr/>
        </p:nvSpPr>
        <p:spPr>
          <a:xfrm>
            <a:off x="1737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est-input-0-6"/>
          <p:cNvSpPr/>
          <p:nvPr/>
        </p:nvSpPr>
        <p:spPr>
          <a:xfrm>
            <a:off x="1828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est-input-0-7"/>
          <p:cNvSpPr/>
          <p:nvPr/>
        </p:nvSpPr>
        <p:spPr>
          <a:xfrm>
            <a:off x="1920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est-input-0-8"/>
          <p:cNvSpPr/>
          <p:nvPr/>
        </p:nvSpPr>
        <p:spPr>
          <a:xfrm>
            <a:off x="2011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est-input-0-9"/>
          <p:cNvSpPr/>
          <p:nvPr/>
        </p:nvSpPr>
        <p:spPr>
          <a:xfrm>
            <a:off x="2103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est-input-0-10"/>
          <p:cNvSpPr/>
          <p:nvPr/>
        </p:nvSpPr>
        <p:spPr>
          <a:xfrm>
            <a:off x="2194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est-input-0-11"/>
          <p:cNvSpPr/>
          <p:nvPr/>
        </p:nvSpPr>
        <p:spPr>
          <a:xfrm>
            <a:off x="2286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est-input-0-12"/>
          <p:cNvSpPr/>
          <p:nvPr/>
        </p:nvSpPr>
        <p:spPr>
          <a:xfrm>
            <a:off x="2377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est-input-0-13"/>
          <p:cNvSpPr/>
          <p:nvPr/>
        </p:nvSpPr>
        <p:spPr>
          <a:xfrm>
            <a:off x="2468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est-input-0-14"/>
          <p:cNvSpPr/>
          <p:nvPr/>
        </p:nvSpPr>
        <p:spPr>
          <a:xfrm>
            <a:off x="2560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est-input-0-15"/>
          <p:cNvSpPr/>
          <p:nvPr/>
        </p:nvSpPr>
        <p:spPr>
          <a:xfrm>
            <a:off x="2651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est-input-0-16"/>
          <p:cNvSpPr/>
          <p:nvPr/>
        </p:nvSpPr>
        <p:spPr>
          <a:xfrm>
            <a:off x="2743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est-input-0-17"/>
          <p:cNvSpPr/>
          <p:nvPr/>
        </p:nvSpPr>
        <p:spPr>
          <a:xfrm>
            <a:off x="2834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est-input-0-18"/>
          <p:cNvSpPr/>
          <p:nvPr/>
        </p:nvSpPr>
        <p:spPr>
          <a:xfrm>
            <a:off x="2926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est-input-0-19"/>
          <p:cNvSpPr/>
          <p:nvPr/>
        </p:nvSpPr>
        <p:spPr>
          <a:xfrm>
            <a:off x="3017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est-input-0-20"/>
          <p:cNvSpPr/>
          <p:nvPr/>
        </p:nvSpPr>
        <p:spPr>
          <a:xfrm>
            <a:off x="3108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est-input-0-21"/>
          <p:cNvSpPr/>
          <p:nvPr/>
        </p:nvSpPr>
        <p:spPr>
          <a:xfrm>
            <a:off x="3200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est-input-0-22"/>
          <p:cNvSpPr/>
          <p:nvPr/>
        </p:nvSpPr>
        <p:spPr>
          <a:xfrm>
            <a:off x="3291840" y="17373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est-input-0-23"/>
          <p:cNvSpPr/>
          <p:nvPr/>
        </p:nvSpPr>
        <p:spPr>
          <a:xfrm>
            <a:off x="3383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est-input-0-24"/>
          <p:cNvSpPr/>
          <p:nvPr/>
        </p:nvSpPr>
        <p:spPr>
          <a:xfrm>
            <a:off x="3474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est-input-0-25"/>
          <p:cNvSpPr/>
          <p:nvPr/>
        </p:nvSpPr>
        <p:spPr>
          <a:xfrm>
            <a:off x="3566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est-input-1-0"/>
          <p:cNvSpPr/>
          <p:nvPr/>
        </p:nvSpPr>
        <p:spPr>
          <a:xfrm>
            <a:off x="1280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est-input-1-1"/>
          <p:cNvSpPr/>
          <p:nvPr/>
        </p:nvSpPr>
        <p:spPr>
          <a:xfrm>
            <a:off x="1371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est-input-1-2"/>
          <p:cNvSpPr/>
          <p:nvPr/>
        </p:nvSpPr>
        <p:spPr>
          <a:xfrm>
            <a:off x="146303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est-input-1-3"/>
          <p:cNvSpPr/>
          <p:nvPr/>
        </p:nvSpPr>
        <p:spPr>
          <a:xfrm>
            <a:off x="1554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est-input-1-4"/>
          <p:cNvSpPr/>
          <p:nvPr/>
        </p:nvSpPr>
        <p:spPr>
          <a:xfrm>
            <a:off x="164591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est-input-1-5"/>
          <p:cNvSpPr/>
          <p:nvPr/>
        </p:nvSpPr>
        <p:spPr>
          <a:xfrm>
            <a:off x="1737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est-input-1-6"/>
          <p:cNvSpPr/>
          <p:nvPr/>
        </p:nvSpPr>
        <p:spPr>
          <a:xfrm>
            <a:off x="1828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est-input-1-7"/>
          <p:cNvSpPr/>
          <p:nvPr/>
        </p:nvSpPr>
        <p:spPr>
          <a:xfrm>
            <a:off x="1920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est-input-1-8"/>
          <p:cNvSpPr/>
          <p:nvPr/>
        </p:nvSpPr>
        <p:spPr>
          <a:xfrm>
            <a:off x="2011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est-input-1-9"/>
          <p:cNvSpPr/>
          <p:nvPr/>
        </p:nvSpPr>
        <p:spPr>
          <a:xfrm>
            <a:off x="2103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est-input-1-10"/>
          <p:cNvSpPr/>
          <p:nvPr/>
        </p:nvSpPr>
        <p:spPr>
          <a:xfrm>
            <a:off x="219456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est-input-1-11"/>
          <p:cNvSpPr/>
          <p:nvPr/>
        </p:nvSpPr>
        <p:spPr>
          <a:xfrm>
            <a:off x="2286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est-input-1-12"/>
          <p:cNvSpPr/>
          <p:nvPr/>
        </p:nvSpPr>
        <p:spPr>
          <a:xfrm>
            <a:off x="237744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est-input-1-13"/>
          <p:cNvSpPr/>
          <p:nvPr/>
        </p:nvSpPr>
        <p:spPr>
          <a:xfrm>
            <a:off x="2468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est-input-1-14"/>
          <p:cNvSpPr/>
          <p:nvPr/>
        </p:nvSpPr>
        <p:spPr>
          <a:xfrm>
            <a:off x="2560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est-input-1-15"/>
          <p:cNvSpPr/>
          <p:nvPr/>
        </p:nvSpPr>
        <p:spPr>
          <a:xfrm>
            <a:off x="2651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est-input-1-16"/>
          <p:cNvSpPr/>
          <p:nvPr/>
        </p:nvSpPr>
        <p:spPr>
          <a:xfrm>
            <a:off x="27432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est-input-1-17"/>
          <p:cNvSpPr/>
          <p:nvPr/>
        </p:nvSpPr>
        <p:spPr>
          <a:xfrm>
            <a:off x="28346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est-input-1-18"/>
          <p:cNvSpPr/>
          <p:nvPr/>
        </p:nvSpPr>
        <p:spPr>
          <a:xfrm>
            <a:off x="292608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est-input-1-19"/>
          <p:cNvSpPr/>
          <p:nvPr/>
        </p:nvSpPr>
        <p:spPr>
          <a:xfrm>
            <a:off x="301752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est-input-1-20"/>
          <p:cNvSpPr/>
          <p:nvPr/>
        </p:nvSpPr>
        <p:spPr>
          <a:xfrm>
            <a:off x="310896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est-input-1-21"/>
          <p:cNvSpPr/>
          <p:nvPr/>
        </p:nvSpPr>
        <p:spPr>
          <a:xfrm>
            <a:off x="32004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est-input-1-22"/>
          <p:cNvSpPr/>
          <p:nvPr/>
        </p:nvSpPr>
        <p:spPr>
          <a:xfrm>
            <a:off x="32918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est-input-1-23"/>
          <p:cNvSpPr/>
          <p:nvPr/>
        </p:nvSpPr>
        <p:spPr>
          <a:xfrm>
            <a:off x="338328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est-input-1-24"/>
          <p:cNvSpPr/>
          <p:nvPr/>
        </p:nvSpPr>
        <p:spPr>
          <a:xfrm>
            <a:off x="3474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est-input-1-25"/>
          <p:cNvSpPr/>
          <p:nvPr/>
        </p:nvSpPr>
        <p:spPr>
          <a:xfrm>
            <a:off x="3566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est-input-2-0"/>
          <p:cNvSpPr/>
          <p:nvPr/>
        </p:nvSpPr>
        <p:spPr>
          <a:xfrm>
            <a:off x="1280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est-input-2-1"/>
          <p:cNvSpPr/>
          <p:nvPr/>
        </p:nvSpPr>
        <p:spPr>
          <a:xfrm>
            <a:off x="1371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est-input-2-2"/>
          <p:cNvSpPr/>
          <p:nvPr/>
        </p:nvSpPr>
        <p:spPr>
          <a:xfrm>
            <a:off x="146303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est-input-2-3"/>
          <p:cNvSpPr/>
          <p:nvPr/>
        </p:nvSpPr>
        <p:spPr>
          <a:xfrm>
            <a:off x="1554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est-input-2-4"/>
          <p:cNvSpPr/>
          <p:nvPr/>
        </p:nvSpPr>
        <p:spPr>
          <a:xfrm>
            <a:off x="164591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est-input-2-5"/>
          <p:cNvSpPr/>
          <p:nvPr/>
        </p:nvSpPr>
        <p:spPr>
          <a:xfrm>
            <a:off x="1737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est-input-2-6"/>
          <p:cNvSpPr/>
          <p:nvPr/>
        </p:nvSpPr>
        <p:spPr>
          <a:xfrm>
            <a:off x="1828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est-input-2-7"/>
          <p:cNvSpPr/>
          <p:nvPr/>
        </p:nvSpPr>
        <p:spPr>
          <a:xfrm>
            <a:off x="1920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est-input-2-8"/>
          <p:cNvSpPr/>
          <p:nvPr/>
        </p:nvSpPr>
        <p:spPr>
          <a:xfrm>
            <a:off x="2011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est-input-2-9"/>
          <p:cNvSpPr/>
          <p:nvPr/>
        </p:nvSpPr>
        <p:spPr>
          <a:xfrm>
            <a:off x="2103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est-input-2-10"/>
          <p:cNvSpPr/>
          <p:nvPr/>
        </p:nvSpPr>
        <p:spPr>
          <a:xfrm>
            <a:off x="219456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est-input-2-11"/>
          <p:cNvSpPr/>
          <p:nvPr/>
        </p:nvSpPr>
        <p:spPr>
          <a:xfrm>
            <a:off x="2286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est-input-2-12"/>
          <p:cNvSpPr/>
          <p:nvPr/>
        </p:nvSpPr>
        <p:spPr>
          <a:xfrm>
            <a:off x="23774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est-input-2-13"/>
          <p:cNvSpPr/>
          <p:nvPr/>
        </p:nvSpPr>
        <p:spPr>
          <a:xfrm>
            <a:off x="2468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est-input-2-14"/>
          <p:cNvSpPr/>
          <p:nvPr/>
        </p:nvSpPr>
        <p:spPr>
          <a:xfrm>
            <a:off x="2560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est-input-2-15"/>
          <p:cNvSpPr/>
          <p:nvPr/>
        </p:nvSpPr>
        <p:spPr>
          <a:xfrm>
            <a:off x="2651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est-input-2-16"/>
          <p:cNvSpPr/>
          <p:nvPr/>
        </p:nvSpPr>
        <p:spPr>
          <a:xfrm>
            <a:off x="274320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est-input-2-17"/>
          <p:cNvSpPr/>
          <p:nvPr/>
        </p:nvSpPr>
        <p:spPr>
          <a:xfrm>
            <a:off x="2834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est-input-2-18"/>
          <p:cNvSpPr/>
          <p:nvPr/>
        </p:nvSpPr>
        <p:spPr>
          <a:xfrm>
            <a:off x="2926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est-input-2-19"/>
          <p:cNvSpPr/>
          <p:nvPr/>
        </p:nvSpPr>
        <p:spPr>
          <a:xfrm>
            <a:off x="3017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est-input-2-20"/>
          <p:cNvSpPr/>
          <p:nvPr/>
        </p:nvSpPr>
        <p:spPr>
          <a:xfrm>
            <a:off x="3108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est-input-2-21"/>
          <p:cNvSpPr/>
          <p:nvPr/>
        </p:nvSpPr>
        <p:spPr>
          <a:xfrm>
            <a:off x="3200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est-input-2-22"/>
          <p:cNvSpPr/>
          <p:nvPr/>
        </p:nvSpPr>
        <p:spPr>
          <a:xfrm>
            <a:off x="32918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est-input-2-23"/>
          <p:cNvSpPr/>
          <p:nvPr/>
        </p:nvSpPr>
        <p:spPr>
          <a:xfrm>
            <a:off x="3383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est-input-2-24"/>
          <p:cNvSpPr/>
          <p:nvPr/>
        </p:nvSpPr>
        <p:spPr>
          <a:xfrm>
            <a:off x="3474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est-input-2-25"/>
          <p:cNvSpPr/>
          <p:nvPr/>
        </p:nvSpPr>
        <p:spPr>
          <a:xfrm>
            <a:off x="3566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est-input-3-0"/>
          <p:cNvSpPr/>
          <p:nvPr/>
        </p:nvSpPr>
        <p:spPr>
          <a:xfrm>
            <a:off x="1280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est-input-3-1"/>
          <p:cNvSpPr/>
          <p:nvPr/>
        </p:nvSpPr>
        <p:spPr>
          <a:xfrm>
            <a:off x="1371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est-input-3-2"/>
          <p:cNvSpPr/>
          <p:nvPr/>
        </p:nvSpPr>
        <p:spPr>
          <a:xfrm>
            <a:off x="146303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est-input-3-3"/>
          <p:cNvSpPr/>
          <p:nvPr/>
        </p:nvSpPr>
        <p:spPr>
          <a:xfrm>
            <a:off x="1554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est-input-3-4"/>
          <p:cNvSpPr/>
          <p:nvPr/>
        </p:nvSpPr>
        <p:spPr>
          <a:xfrm>
            <a:off x="164591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est-input-3-5"/>
          <p:cNvSpPr/>
          <p:nvPr/>
        </p:nvSpPr>
        <p:spPr>
          <a:xfrm>
            <a:off x="1737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est-input-3-6"/>
          <p:cNvSpPr/>
          <p:nvPr/>
        </p:nvSpPr>
        <p:spPr>
          <a:xfrm>
            <a:off x="1828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est-input-3-7"/>
          <p:cNvSpPr/>
          <p:nvPr/>
        </p:nvSpPr>
        <p:spPr>
          <a:xfrm>
            <a:off x="1920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est-input-3-8"/>
          <p:cNvSpPr/>
          <p:nvPr/>
        </p:nvSpPr>
        <p:spPr>
          <a:xfrm>
            <a:off x="2011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est-input-3-9"/>
          <p:cNvSpPr/>
          <p:nvPr/>
        </p:nvSpPr>
        <p:spPr>
          <a:xfrm>
            <a:off x="2103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est-input-3-10"/>
          <p:cNvSpPr/>
          <p:nvPr/>
        </p:nvSpPr>
        <p:spPr>
          <a:xfrm>
            <a:off x="219456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est-input-3-11"/>
          <p:cNvSpPr/>
          <p:nvPr/>
        </p:nvSpPr>
        <p:spPr>
          <a:xfrm>
            <a:off x="228600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est-input-3-12"/>
          <p:cNvSpPr/>
          <p:nvPr/>
        </p:nvSpPr>
        <p:spPr>
          <a:xfrm>
            <a:off x="23774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est-input-3-13"/>
          <p:cNvSpPr/>
          <p:nvPr/>
        </p:nvSpPr>
        <p:spPr>
          <a:xfrm>
            <a:off x="2468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est-input-3-14"/>
          <p:cNvSpPr/>
          <p:nvPr/>
        </p:nvSpPr>
        <p:spPr>
          <a:xfrm>
            <a:off x="2560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est-input-3-15"/>
          <p:cNvSpPr/>
          <p:nvPr/>
        </p:nvSpPr>
        <p:spPr>
          <a:xfrm>
            <a:off x="2651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est-input-3-16"/>
          <p:cNvSpPr/>
          <p:nvPr/>
        </p:nvSpPr>
        <p:spPr>
          <a:xfrm>
            <a:off x="2743200" y="20116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est-input-3-17"/>
          <p:cNvSpPr/>
          <p:nvPr/>
        </p:nvSpPr>
        <p:spPr>
          <a:xfrm>
            <a:off x="2834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est-input-3-18"/>
          <p:cNvSpPr/>
          <p:nvPr/>
        </p:nvSpPr>
        <p:spPr>
          <a:xfrm>
            <a:off x="2926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est-input-3-19"/>
          <p:cNvSpPr/>
          <p:nvPr/>
        </p:nvSpPr>
        <p:spPr>
          <a:xfrm>
            <a:off x="3017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est-input-3-20"/>
          <p:cNvSpPr/>
          <p:nvPr/>
        </p:nvSpPr>
        <p:spPr>
          <a:xfrm>
            <a:off x="3108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est-input-3-21"/>
          <p:cNvSpPr/>
          <p:nvPr/>
        </p:nvSpPr>
        <p:spPr>
          <a:xfrm>
            <a:off x="3200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est-input-3-22"/>
          <p:cNvSpPr/>
          <p:nvPr/>
        </p:nvSpPr>
        <p:spPr>
          <a:xfrm>
            <a:off x="32918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est-input-3-23"/>
          <p:cNvSpPr/>
          <p:nvPr/>
        </p:nvSpPr>
        <p:spPr>
          <a:xfrm>
            <a:off x="3383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est-input-3-24"/>
          <p:cNvSpPr/>
          <p:nvPr/>
        </p:nvSpPr>
        <p:spPr>
          <a:xfrm>
            <a:off x="3474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est-input-3-25"/>
          <p:cNvSpPr/>
          <p:nvPr/>
        </p:nvSpPr>
        <p:spPr>
          <a:xfrm>
            <a:off x="3566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est-input-4-0"/>
          <p:cNvSpPr/>
          <p:nvPr/>
        </p:nvSpPr>
        <p:spPr>
          <a:xfrm>
            <a:off x="1280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est-input-4-1"/>
          <p:cNvSpPr/>
          <p:nvPr/>
        </p:nvSpPr>
        <p:spPr>
          <a:xfrm>
            <a:off x="1371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est-input-4-2"/>
          <p:cNvSpPr/>
          <p:nvPr/>
        </p:nvSpPr>
        <p:spPr>
          <a:xfrm>
            <a:off x="146303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est-input-4-3"/>
          <p:cNvSpPr/>
          <p:nvPr/>
        </p:nvSpPr>
        <p:spPr>
          <a:xfrm>
            <a:off x="1554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est-input-4-4"/>
          <p:cNvSpPr/>
          <p:nvPr/>
        </p:nvSpPr>
        <p:spPr>
          <a:xfrm>
            <a:off x="164591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est-input-4-5"/>
          <p:cNvSpPr/>
          <p:nvPr/>
        </p:nvSpPr>
        <p:spPr>
          <a:xfrm>
            <a:off x="1737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est-input-4-6"/>
          <p:cNvSpPr/>
          <p:nvPr/>
        </p:nvSpPr>
        <p:spPr>
          <a:xfrm>
            <a:off x="1828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est-input-4-7"/>
          <p:cNvSpPr/>
          <p:nvPr/>
        </p:nvSpPr>
        <p:spPr>
          <a:xfrm>
            <a:off x="1920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est-input-4-8"/>
          <p:cNvSpPr/>
          <p:nvPr/>
        </p:nvSpPr>
        <p:spPr>
          <a:xfrm>
            <a:off x="2011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est-input-4-9"/>
          <p:cNvSpPr/>
          <p:nvPr/>
        </p:nvSpPr>
        <p:spPr>
          <a:xfrm>
            <a:off x="2103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est-input-4-10"/>
          <p:cNvSpPr/>
          <p:nvPr/>
        </p:nvSpPr>
        <p:spPr>
          <a:xfrm>
            <a:off x="2194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est-input-4-11"/>
          <p:cNvSpPr/>
          <p:nvPr/>
        </p:nvSpPr>
        <p:spPr>
          <a:xfrm>
            <a:off x="2286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est-input-4-12"/>
          <p:cNvSpPr/>
          <p:nvPr/>
        </p:nvSpPr>
        <p:spPr>
          <a:xfrm>
            <a:off x="2377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est-input-4-13"/>
          <p:cNvSpPr/>
          <p:nvPr/>
        </p:nvSpPr>
        <p:spPr>
          <a:xfrm>
            <a:off x="2468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est-input-4-14"/>
          <p:cNvSpPr/>
          <p:nvPr/>
        </p:nvSpPr>
        <p:spPr>
          <a:xfrm>
            <a:off x="2560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est-input-4-15"/>
          <p:cNvSpPr/>
          <p:nvPr/>
        </p:nvSpPr>
        <p:spPr>
          <a:xfrm>
            <a:off x="2651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est-input-4-16"/>
          <p:cNvSpPr/>
          <p:nvPr/>
        </p:nvSpPr>
        <p:spPr>
          <a:xfrm>
            <a:off x="2743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est-input-4-17"/>
          <p:cNvSpPr/>
          <p:nvPr/>
        </p:nvSpPr>
        <p:spPr>
          <a:xfrm>
            <a:off x="2834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est-input-4-18"/>
          <p:cNvSpPr/>
          <p:nvPr/>
        </p:nvSpPr>
        <p:spPr>
          <a:xfrm>
            <a:off x="2926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est-input-4-19"/>
          <p:cNvSpPr/>
          <p:nvPr/>
        </p:nvSpPr>
        <p:spPr>
          <a:xfrm>
            <a:off x="3017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est-input-4-20"/>
          <p:cNvSpPr/>
          <p:nvPr/>
        </p:nvSpPr>
        <p:spPr>
          <a:xfrm>
            <a:off x="3108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est-input-4-21"/>
          <p:cNvSpPr/>
          <p:nvPr/>
        </p:nvSpPr>
        <p:spPr>
          <a:xfrm>
            <a:off x="3200400" y="21031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est-input-4-22"/>
          <p:cNvSpPr/>
          <p:nvPr/>
        </p:nvSpPr>
        <p:spPr>
          <a:xfrm>
            <a:off x="3291840" y="21031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est-input-4-23"/>
          <p:cNvSpPr/>
          <p:nvPr/>
        </p:nvSpPr>
        <p:spPr>
          <a:xfrm>
            <a:off x="3383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est-input-4-24"/>
          <p:cNvSpPr/>
          <p:nvPr/>
        </p:nvSpPr>
        <p:spPr>
          <a:xfrm>
            <a:off x="3474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est-input-4-25"/>
          <p:cNvSpPr/>
          <p:nvPr/>
        </p:nvSpPr>
        <p:spPr>
          <a:xfrm>
            <a:off x="3566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est-input-5-0"/>
          <p:cNvSpPr/>
          <p:nvPr/>
        </p:nvSpPr>
        <p:spPr>
          <a:xfrm>
            <a:off x="1280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est-input-5-1"/>
          <p:cNvSpPr/>
          <p:nvPr/>
        </p:nvSpPr>
        <p:spPr>
          <a:xfrm>
            <a:off x="1371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est-input-5-2"/>
          <p:cNvSpPr/>
          <p:nvPr/>
        </p:nvSpPr>
        <p:spPr>
          <a:xfrm>
            <a:off x="146303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est-input-5-3"/>
          <p:cNvSpPr/>
          <p:nvPr/>
        </p:nvSpPr>
        <p:spPr>
          <a:xfrm>
            <a:off x="1554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est-input-5-4"/>
          <p:cNvSpPr/>
          <p:nvPr/>
        </p:nvSpPr>
        <p:spPr>
          <a:xfrm>
            <a:off x="164591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est-input-5-5"/>
          <p:cNvSpPr/>
          <p:nvPr/>
        </p:nvSpPr>
        <p:spPr>
          <a:xfrm>
            <a:off x="1737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est-input-5-6"/>
          <p:cNvSpPr/>
          <p:nvPr/>
        </p:nvSpPr>
        <p:spPr>
          <a:xfrm>
            <a:off x="1828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est-input-5-7"/>
          <p:cNvSpPr/>
          <p:nvPr/>
        </p:nvSpPr>
        <p:spPr>
          <a:xfrm>
            <a:off x="1920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est-input-5-8"/>
          <p:cNvSpPr/>
          <p:nvPr/>
        </p:nvSpPr>
        <p:spPr>
          <a:xfrm>
            <a:off x="2011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est-input-5-9"/>
          <p:cNvSpPr/>
          <p:nvPr/>
        </p:nvSpPr>
        <p:spPr>
          <a:xfrm>
            <a:off x="2103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est-input-5-10"/>
          <p:cNvSpPr/>
          <p:nvPr/>
        </p:nvSpPr>
        <p:spPr>
          <a:xfrm>
            <a:off x="21945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est-input-5-11"/>
          <p:cNvSpPr/>
          <p:nvPr/>
        </p:nvSpPr>
        <p:spPr>
          <a:xfrm>
            <a:off x="22860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est-input-5-12"/>
          <p:cNvSpPr/>
          <p:nvPr/>
        </p:nvSpPr>
        <p:spPr>
          <a:xfrm>
            <a:off x="23774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est-input-5-13"/>
          <p:cNvSpPr/>
          <p:nvPr/>
        </p:nvSpPr>
        <p:spPr>
          <a:xfrm>
            <a:off x="24688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est-input-5-14"/>
          <p:cNvSpPr/>
          <p:nvPr/>
        </p:nvSpPr>
        <p:spPr>
          <a:xfrm>
            <a:off x="25603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est-input-5-15"/>
          <p:cNvSpPr/>
          <p:nvPr/>
        </p:nvSpPr>
        <p:spPr>
          <a:xfrm>
            <a:off x="2651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est-input-5-16"/>
          <p:cNvSpPr/>
          <p:nvPr/>
        </p:nvSpPr>
        <p:spPr>
          <a:xfrm>
            <a:off x="2743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est-input-5-17"/>
          <p:cNvSpPr/>
          <p:nvPr/>
        </p:nvSpPr>
        <p:spPr>
          <a:xfrm>
            <a:off x="2834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est-input-5-18"/>
          <p:cNvSpPr/>
          <p:nvPr/>
        </p:nvSpPr>
        <p:spPr>
          <a:xfrm>
            <a:off x="2926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est-input-5-19"/>
          <p:cNvSpPr/>
          <p:nvPr/>
        </p:nvSpPr>
        <p:spPr>
          <a:xfrm>
            <a:off x="3017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est-input-5-20"/>
          <p:cNvSpPr/>
          <p:nvPr/>
        </p:nvSpPr>
        <p:spPr>
          <a:xfrm>
            <a:off x="3108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est-input-5-21"/>
          <p:cNvSpPr/>
          <p:nvPr/>
        </p:nvSpPr>
        <p:spPr>
          <a:xfrm>
            <a:off x="3200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est-input-5-22"/>
          <p:cNvSpPr/>
          <p:nvPr/>
        </p:nvSpPr>
        <p:spPr>
          <a:xfrm>
            <a:off x="3291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est-input-5-23"/>
          <p:cNvSpPr/>
          <p:nvPr/>
        </p:nvSpPr>
        <p:spPr>
          <a:xfrm>
            <a:off x="3383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est-input-5-24"/>
          <p:cNvSpPr/>
          <p:nvPr/>
        </p:nvSpPr>
        <p:spPr>
          <a:xfrm>
            <a:off x="3474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est-input-5-25"/>
          <p:cNvSpPr/>
          <p:nvPr/>
        </p:nvSpPr>
        <p:spPr>
          <a:xfrm>
            <a:off x="3566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est-input-6-0"/>
          <p:cNvSpPr/>
          <p:nvPr/>
        </p:nvSpPr>
        <p:spPr>
          <a:xfrm>
            <a:off x="1280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est-input-6-1"/>
          <p:cNvSpPr/>
          <p:nvPr/>
        </p:nvSpPr>
        <p:spPr>
          <a:xfrm>
            <a:off x="1371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est-input-6-2"/>
          <p:cNvSpPr/>
          <p:nvPr/>
        </p:nvSpPr>
        <p:spPr>
          <a:xfrm>
            <a:off x="1463039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est-input-6-3"/>
          <p:cNvSpPr/>
          <p:nvPr/>
        </p:nvSpPr>
        <p:spPr>
          <a:xfrm>
            <a:off x="155448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est-input-6-4"/>
          <p:cNvSpPr/>
          <p:nvPr/>
        </p:nvSpPr>
        <p:spPr>
          <a:xfrm>
            <a:off x="1645919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est-input-6-5"/>
          <p:cNvSpPr/>
          <p:nvPr/>
        </p:nvSpPr>
        <p:spPr>
          <a:xfrm>
            <a:off x="17373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est-input-6-6"/>
          <p:cNvSpPr/>
          <p:nvPr/>
        </p:nvSpPr>
        <p:spPr>
          <a:xfrm>
            <a:off x="182880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est-input-6-7"/>
          <p:cNvSpPr/>
          <p:nvPr/>
        </p:nvSpPr>
        <p:spPr>
          <a:xfrm>
            <a:off x="192024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est-input-6-8"/>
          <p:cNvSpPr/>
          <p:nvPr/>
        </p:nvSpPr>
        <p:spPr>
          <a:xfrm>
            <a:off x="2011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est-input-6-9"/>
          <p:cNvSpPr/>
          <p:nvPr/>
        </p:nvSpPr>
        <p:spPr>
          <a:xfrm>
            <a:off x="2103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est-input-6-10"/>
          <p:cNvSpPr/>
          <p:nvPr/>
        </p:nvSpPr>
        <p:spPr>
          <a:xfrm>
            <a:off x="21945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est-input-6-11"/>
          <p:cNvSpPr/>
          <p:nvPr/>
        </p:nvSpPr>
        <p:spPr>
          <a:xfrm>
            <a:off x="2286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est-input-6-12"/>
          <p:cNvSpPr/>
          <p:nvPr/>
        </p:nvSpPr>
        <p:spPr>
          <a:xfrm>
            <a:off x="2377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est-input-6-13"/>
          <p:cNvSpPr/>
          <p:nvPr/>
        </p:nvSpPr>
        <p:spPr>
          <a:xfrm>
            <a:off x="2468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est-input-6-14"/>
          <p:cNvSpPr/>
          <p:nvPr/>
        </p:nvSpPr>
        <p:spPr>
          <a:xfrm>
            <a:off x="25603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est-input-6-15"/>
          <p:cNvSpPr/>
          <p:nvPr/>
        </p:nvSpPr>
        <p:spPr>
          <a:xfrm>
            <a:off x="2651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est-input-6-16"/>
          <p:cNvSpPr/>
          <p:nvPr/>
        </p:nvSpPr>
        <p:spPr>
          <a:xfrm>
            <a:off x="2743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est-input-6-17"/>
          <p:cNvSpPr/>
          <p:nvPr/>
        </p:nvSpPr>
        <p:spPr>
          <a:xfrm>
            <a:off x="2834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est-input-6-18"/>
          <p:cNvSpPr/>
          <p:nvPr/>
        </p:nvSpPr>
        <p:spPr>
          <a:xfrm>
            <a:off x="2926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est-input-6-19"/>
          <p:cNvSpPr/>
          <p:nvPr/>
        </p:nvSpPr>
        <p:spPr>
          <a:xfrm>
            <a:off x="3017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est-input-6-20"/>
          <p:cNvSpPr/>
          <p:nvPr/>
        </p:nvSpPr>
        <p:spPr>
          <a:xfrm>
            <a:off x="3108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est-input-6-21"/>
          <p:cNvSpPr/>
          <p:nvPr/>
        </p:nvSpPr>
        <p:spPr>
          <a:xfrm>
            <a:off x="3200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est-input-6-22"/>
          <p:cNvSpPr/>
          <p:nvPr/>
        </p:nvSpPr>
        <p:spPr>
          <a:xfrm>
            <a:off x="3291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est-input-6-23"/>
          <p:cNvSpPr/>
          <p:nvPr/>
        </p:nvSpPr>
        <p:spPr>
          <a:xfrm>
            <a:off x="3383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est-input-6-24"/>
          <p:cNvSpPr/>
          <p:nvPr/>
        </p:nvSpPr>
        <p:spPr>
          <a:xfrm>
            <a:off x="3474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est-input-6-25"/>
          <p:cNvSpPr/>
          <p:nvPr/>
        </p:nvSpPr>
        <p:spPr>
          <a:xfrm>
            <a:off x="3566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est-input-7-0"/>
          <p:cNvSpPr/>
          <p:nvPr/>
        </p:nvSpPr>
        <p:spPr>
          <a:xfrm>
            <a:off x="1280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est-input-7-1"/>
          <p:cNvSpPr/>
          <p:nvPr/>
        </p:nvSpPr>
        <p:spPr>
          <a:xfrm>
            <a:off x="1371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est-input-7-2"/>
          <p:cNvSpPr/>
          <p:nvPr/>
        </p:nvSpPr>
        <p:spPr>
          <a:xfrm>
            <a:off x="146303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est-input-7-3"/>
          <p:cNvSpPr/>
          <p:nvPr/>
        </p:nvSpPr>
        <p:spPr>
          <a:xfrm>
            <a:off x="155448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est-input-7-4"/>
          <p:cNvSpPr/>
          <p:nvPr/>
        </p:nvSpPr>
        <p:spPr>
          <a:xfrm>
            <a:off x="164591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est-input-7-5"/>
          <p:cNvSpPr/>
          <p:nvPr/>
        </p:nvSpPr>
        <p:spPr>
          <a:xfrm>
            <a:off x="1737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est-input-7-6"/>
          <p:cNvSpPr/>
          <p:nvPr/>
        </p:nvSpPr>
        <p:spPr>
          <a:xfrm>
            <a:off x="1828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est-input-7-7"/>
          <p:cNvSpPr/>
          <p:nvPr/>
        </p:nvSpPr>
        <p:spPr>
          <a:xfrm>
            <a:off x="192024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est-input-7-8"/>
          <p:cNvSpPr/>
          <p:nvPr/>
        </p:nvSpPr>
        <p:spPr>
          <a:xfrm>
            <a:off x="2011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est-input-7-9"/>
          <p:cNvSpPr/>
          <p:nvPr/>
        </p:nvSpPr>
        <p:spPr>
          <a:xfrm>
            <a:off x="2103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est-input-7-10"/>
          <p:cNvSpPr/>
          <p:nvPr/>
        </p:nvSpPr>
        <p:spPr>
          <a:xfrm>
            <a:off x="21945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est-input-7-11"/>
          <p:cNvSpPr/>
          <p:nvPr/>
        </p:nvSpPr>
        <p:spPr>
          <a:xfrm>
            <a:off x="2286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est-input-7-12"/>
          <p:cNvSpPr/>
          <p:nvPr/>
        </p:nvSpPr>
        <p:spPr>
          <a:xfrm>
            <a:off x="2377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est-input-7-13"/>
          <p:cNvSpPr/>
          <p:nvPr/>
        </p:nvSpPr>
        <p:spPr>
          <a:xfrm>
            <a:off x="2468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est-input-7-14"/>
          <p:cNvSpPr/>
          <p:nvPr/>
        </p:nvSpPr>
        <p:spPr>
          <a:xfrm>
            <a:off x="25603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est-input-7-15"/>
          <p:cNvSpPr/>
          <p:nvPr/>
        </p:nvSpPr>
        <p:spPr>
          <a:xfrm>
            <a:off x="2651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est-input-7-16"/>
          <p:cNvSpPr/>
          <p:nvPr/>
        </p:nvSpPr>
        <p:spPr>
          <a:xfrm>
            <a:off x="2743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est-input-7-17"/>
          <p:cNvSpPr/>
          <p:nvPr/>
        </p:nvSpPr>
        <p:spPr>
          <a:xfrm>
            <a:off x="2834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est-input-7-18"/>
          <p:cNvSpPr/>
          <p:nvPr/>
        </p:nvSpPr>
        <p:spPr>
          <a:xfrm>
            <a:off x="2926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est-input-7-19"/>
          <p:cNvSpPr/>
          <p:nvPr/>
        </p:nvSpPr>
        <p:spPr>
          <a:xfrm>
            <a:off x="3017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est-input-7-20"/>
          <p:cNvSpPr/>
          <p:nvPr/>
        </p:nvSpPr>
        <p:spPr>
          <a:xfrm>
            <a:off x="3108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est-input-7-21"/>
          <p:cNvSpPr/>
          <p:nvPr/>
        </p:nvSpPr>
        <p:spPr>
          <a:xfrm>
            <a:off x="3200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est-input-7-22"/>
          <p:cNvSpPr/>
          <p:nvPr/>
        </p:nvSpPr>
        <p:spPr>
          <a:xfrm>
            <a:off x="3291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est-input-7-23"/>
          <p:cNvSpPr/>
          <p:nvPr/>
        </p:nvSpPr>
        <p:spPr>
          <a:xfrm>
            <a:off x="3383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est-input-7-24"/>
          <p:cNvSpPr/>
          <p:nvPr/>
        </p:nvSpPr>
        <p:spPr>
          <a:xfrm>
            <a:off x="3474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est-input-7-25"/>
          <p:cNvSpPr/>
          <p:nvPr/>
        </p:nvSpPr>
        <p:spPr>
          <a:xfrm>
            <a:off x="3566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est-input-8-0"/>
          <p:cNvSpPr/>
          <p:nvPr/>
        </p:nvSpPr>
        <p:spPr>
          <a:xfrm>
            <a:off x="1280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est-input-8-1"/>
          <p:cNvSpPr/>
          <p:nvPr/>
        </p:nvSpPr>
        <p:spPr>
          <a:xfrm>
            <a:off x="1371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est-input-8-2"/>
          <p:cNvSpPr/>
          <p:nvPr/>
        </p:nvSpPr>
        <p:spPr>
          <a:xfrm>
            <a:off x="146303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est-input-8-3"/>
          <p:cNvSpPr/>
          <p:nvPr/>
        </p:nvSpPr>
        <p:spPr>
          <a:xfrm>
            <a:off x="155448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est-input-8-4"/>
          <p:cNvSpPr/>
          <p:nvPr/>
        </p:nvSpPr>
        <p:spPr>
          <a:xfrm>
            <a:off x="164591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est-input-8-5"/>
          <p:cNvSpPr/>
          <p:nvPr/>
        </p:nvSpPr>
        <p:spPr>
          <a:xfrm>
            <a:off x="17373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est-input-8-6"/>
          <p:cNvSpPr/>
          <p:nvPr/>
        </p:nvSpPr>
        <p:spPr>
          <a:xfrm>
            <a:off x="18288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est-input-8-7"/>
          <p:cNvSpPr/>
          <p:nvPr/>
        </p:nvSpPr>
        <p:spPr>
          <a:xfrm>
            <a:off x="19202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est-input-8-8"/>
          <p:cNvSpPr/>
          <p:nvPr/>
        </p:nvSpPr>
        <p:spPr>
          <a:xfrm>
            <a:off x="20116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est-input-8-9"/>
          <p:cNvSpPr/>
          <p:nvPr/>
        </p:nvSpPr>
        <p:spPr>
          <a:xfrm>
            <a:off x="21031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est-input-8-10"/>
          <p:cNvSpPr/>
          <p:nvPr/>
        </p:nvSpPr>
        <p:spPr>
          <a:xfrm>
            <a:off x="21945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est-input-8-11"/>
          <p:cNvSpPr/>
          <p:nvPr/>
        </p:nvSpPr>
        <p:spPr>
          <a:xfrm>
            <a:off x="22860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est-input-8-12"/>
          <p:cNvSpPr/>
          <p:nvPr/>
        </p:nvSpPr>
        <p:spPr>
          <a:xfrm>
            <a:off x="23774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est-input-8-13"/>
          <p:cNvSpPr/>
          <p:nvPr/>
        </p:nvSpPr>
        <p:spPr>
          <a:xfrm>
            <a:off x="24688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est-input-8-14"/>
          <p:cNvSpPr/>
          <p:nvPr/>
        </p:nvSpPr>
        <p:spPr>
          <a:xfrm>
            <a:off x="25603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est-input-8-15"/>
          <p:cNvSpPr/>
          <p:nvPr/>
        </p:nvSpPr>
        <p:spPr>
          <a:xfrm>
            <a:off x="2651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est-input-8-16"/>
          <p:cNvSpPr/>
          <p:nvPr/>
        </p:nvSpPr>
        <p:spPr>
          <a:xfrm>
            <a:off x="2743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est-input-8-17"/>
          <p:cNvSpPr/>
          <p:nvPr/>
        </p:nvSpPr>
        <p:spPr>
          <a:xfrm>
            <a:off x="2834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est-input-8-18"/>
          <p:cNvSpPr/>
          <p:nvPr/>
        </p:nvSpPr>
        <p:spPr>
          <a:xfrm>
            <a:off x="2926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est-input-8-19"/>
          <p:cNvSpPr/>
          <p:nvPr/>
        </p:nvSpPr>
        <p:spPr>
          <a:xfrm>
            <a:off x="3017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est-input-8-20"/>
          <p:cNvSpPr/>
          <p:nvPr/>
        </p:nvSpPr>
        <p:spPr>
          <a:xfrm>
            <a:off x="3108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est-input-8-21"/>
          <p:cNvSpPr/>
          <p:nvPr/>
        </p:nvSpPr>
        <p:spPr>
          <a:xfrm>
            <a:off x="3200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est-input-8-22"/>
          <p:cNvSpPr/>
          <p:nvPr/>
        </p:nvSpPr>
        <p:spPr>
          <a:xfrm>
            <a:off x="3291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est-input-8-23"/>
          <p:cNvSpPr/>
          <p:nvPr/>
        </p:nvSpPr>
        <p:spPr>
          <a:xfrm>
            <a:off x="3383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est-input-8-24"/>
          <p:cNvSpPr/>
          <p:nvPr/>
        </p:nvSpPr>
        <p:spPr>
          <a:xfrm>
            <a:off x="3474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est-input-8-25"/>
          <p:cNvSpPr/>
          <p:nvPr/>
        </p:nvSpPr>
        <p:spPr>
          <a:xfrm>
            <a:off x="3566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est-input-9-0"/>
          <p:cNvSpPr/>
          <p:nvPr/>
        </p:nvSpPr>
        <p:spPr>
          <a:xfrm>
            <a:off x="1280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est-input-9-1"/>
          <p:cNvSpPr/>
          <p:nvPr/>
        </p:nvSpPr>
        <p:spPr>
          <a:xfrm>
            <a:off x="1371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est-input-9-2"/>
          <p:cNvSpPr/>
          <p:nvPr/>
        </p:nvSpPr>
        <p:spPr>
          <a:xfrm>
            <a:off x="1463039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est-input-9-3"/>
          <p:cNvSpPr/>
          <p:nvPr/>
        </p:nvSpPr>
        <p:spPr>
          <a:xfrm>
            <a:off x="1554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est-input-9-4"/>
          <p:cNvSpPr/>
          <p:nvPr/>
        </p:nvSpPr>
        <p:spPr>
          <a:xfrm>
            <a:off x="1645919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est-input-9-5"/>
          <p:cNvSpPr/>
          <p:nvPr/>
        </p:nvSpPr>
        <p:spPr>
          <a:xfrm>
            <a:off x="173736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est-input-9-6"/>
          <p:cNvSpPr/>
          <p:nvPr/>
        </p:nvSpPr>
        <p:spPr>
          <a:xfrm>
            <a:off x="182880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est-input-9-7"/>
          <p:cNvSpPr/>
          <p:nvPr/>
        </p:nvSpPr>
        <p:spPr>
          <a:xfrm>
            <a:off x="192024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est-input-9-8"/>
          <p:cNvSpPr/>
          <p:nvPr/>
        </p:nvSpPr>
        <p:spPr>
          <a:xfrm>
            <a:off x="2011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est-input-9-9"/>
          <p:cNvSpPr/>
          <p:nvPr/>
        </p:nvSpPr>
        <p:spPr>
          <a:xfrm>
            <a:off x="2103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est-input-9-10"/>
          <p:cNvSpPr/>
          <p:nvPr/>
        </p:nvSpPr>
        <p:spPr>
          <a:xfrm>
            <a:off x="21945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est-input-9-11"/>
          <p:cNvSpPr/>
          <p:nvPr/>
        </p:nvSpPr>
        <p:spPr>
          <a:xfrm>
            <a:off x="2286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est-input-9-12"/>
          <p:cNvSpPr/>
          <p:nvPr/>
        </p:nvSpPr>
        <p:spPr>
          <a:xfrm>
            <a:off x="23774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est-input-9-13"/>
          <p:cNvSpPr/>
          <p:nvPr/>
        </p:nvSpPr>
        <p:spPr>
          <a:xfrm>
            <a:off x="2468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est-input-9-14"/>
          <p:cNvSpPr/>
          <p:nvPr/>
        </p:nvSpPr>
        <p:spPr>
          <a:xfrm>
            <a:off x="25603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est-input-9-15"/>
          <p:cNvSpPr/>
          <p:nvPr/>
        </p:nvSpPr>
        <p:spPr>
          <a:xfrm>
            <a:off x="2651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est-input-9-16"/>
          <p:cNvSpPr/>
          <p:nvPr/>
        </p:nvSpPr>
        <p:spPr>
          <a:xfrm>
            <a:off x="2743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est-input-9-17"/>
          <p:cNvSpPr/>
          <p:nvPr/>
        </p:nvSpPr>
        <p:spPr>
          <a:xfrm>
            <a:off x="2834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est-input-9-18"/>
          <p:cNvSpPr/>
          <p:nvPr/>
        </p:nvSpPr>
        <p:spPr>
          <a:xfrm>
            <a:off x="2926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est-input-9-19"/>
          <p:cNvSpPr/>
          <p:nvPr/>
        </p:nvSpPr>
        <p:spPr>
          <a:xfrm>
            <a:off x="30175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est-input-9-20"/>
          <p:cNvSpPr/>
          <p:nvPr/>
        </p:nvSpPr>
        <p:spPr>
          <a:xfrm>
            <a:off x="3108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est-input-9-21"/>
          <p:cNvSpPr/>
          <p:nvPr/>
        </p:nvSpPr>
        <p:spPr>
          <a:xfrm>
            <a:off x="3200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est-input-9-22"/>
          <p:cNvSpPr/>
          <p:nvPr/>
        </p:nvSpPr>
        <p:spPr>
          <a:xfrm>
            <a:off x="32918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est-input-9-23"/>
          <p:cNvSpPr/>
          <p:nvPr/>
        </p:nvSpPr>
        <p:spPr>
          <a:xfrm>
            <a:off x="3383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est-input-9-24"/>
          <p:cNvSpPr/>
          <p:nvPr/>
        </p:nvSpPr>
        <p:spPr>
          <a:xfrm>
            <a:off x="3474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est-input-9-25"/>
          <p:cNvSpPr/>
          <p:nvPr/>
        </p:nvSpPr>
        <p:spPr>
          <a:xfrm>
            <a:off x="3566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est-input-10-0"/>
          <p:cNvSpPr/>
          <p:nvPr/>
        </p:nvSpPr>
        <p:spPr>
          <a:xfrm>
            <a:off x="1280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est-input-10-1"/>
          <p:cNvSpPr/>
          <p:nvPr/>
        </p:nvSpPr>
        <p:spPr>
          <a:xfrm>
            <a:off x="1371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est-input-10-2"/>
          <p:cNvSpPr/>
          <p:nvPr/>
        </p:nvSpPr>
        <p:spPr>
          <a:xfrm>
            <a:off x="146303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est-input-10-3"/>
          <p:cNvSpPr/>
          <p:nvPr/>
        </p:nvSpPr>
        <p:spPr>
          <a:xfrm>
            <a:off x="1554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est-input-10-4"/>
          <p:cNvSpPr/>
          <p:nvPr/>
        </p:nvSpPr>
        <p:spPr>
          <a:xfrm>
            <a:off x="164591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est-input-10-5"/>
          <p:cNvSpPr/>
          <p:nvPr/>
        </p:nvSpPr>
        <p:spPr>
          <a:xfrm>
            <a:off x="173736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est-input-10-6"/>
          <p:cNvSpPr/>
          <p:nvPr/>
        </p:nvSpPr>
        <p:spPr>
          <a:xfrm>
            <a:off x="1828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est-input-10-7"/>
          <p:cNvSpPr/>
          <p:nvPr/>
        </p:nvSpPr>
        <p:spPr>
          <a:xfrm>
            <a:off x="192024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est-input-10-8"/>
          <p:cNvSpPr/>
          <p:nvPr/>
        </p:nvSpPr>
        <p:spPr>
          <a:xfrm>
            <a:off x="2011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est-input-10-9"/>
          <p:cNvSpPr/>
          <p:nvPr/>
        </p:nvSpPr>
        <p:spPr>
          <a:xfrm>
            <a:off x="21031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est-input-10-10"/>
          <p:cNvSpPr/>
          <p:nvPr/>
        </p:nvSpPr>
        <p:spPr>
          <a:xfrm>
            <a:off x="21945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est-input-10-11"/>
          <p:cNvSpPr/>
          <p:nvPr/>
        </p:nvSpPr>
        <p:spPr>
          <a:xfrm>
            <a:off x="2286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est-input-10-12"/>
          <p:cNvSpPr/>
          <p:nvPr/>
        </p:nvSpPr>
        <p:spPr>
          <a:xfrm>
            <a:off x="23774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est-input-10-13"/>
          <p:cNvSpPr/>
          <p:nvPr/>
        </p:nvSpPr>
        <p:spPr>
          <a:xfrm>
            <a:off x="2468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est-input-10-14"/>
          <p:cNvSpPr/>
          <p:nvPr/>
        </p:nvSpPr>
        <p:spPr>
          <a:xfrm>
            <a:off x="25603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est-input-10-15"/>
          <p:cNvSpPr/>
          <p:nvPr/>
        </p:nvSpPr>
        <p:spPr>
          <a:xfrm>
            <a:off x="2651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est-input-10-16"/>
          <p:cNvSpPr/>
          <p:nvPr/>
        </p:nvSpPr>
        <p:spPr>
          <a:xfrm>
            <a:off x="2743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est-input-10-17"/>
          <p:cNvSpPr/>
          <p:nvPr/>
        </p:nvSpPr>
        <p:spPr>
          <a:xfrm>
            <a:off x="2834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est-input-10-18"/>
          <p:cNvSpPr/>
          <p:nvPr/>
        </p:nvSpPr>
        <p:spPr>
          <a:xfrm>
            <a:off x="2926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est-input-10-19"/>
          <p:cNvSpPr/>
          <p:nvPr/>
        </p:nvSpPr>
        <p:spPr>
          <a:xfrm>
            <a:off x="301752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est-input-10-20"/>
          <p:cNvSpPr/>
          <p:nvPr/>
        </p:nvSpPr>
        <p:spPr>
          <a:xfrm>
            <a:off x="3108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est-input-10-21"/>
          <p:cNvSpPr/>
          <p:nvPr/>
        </p:nvSpPr>
        <p:spPr>
          <a:xfrm>
            <a:off x="3200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est-input-10-22"/>
          <p:cNvSpPr/>
          <p:nvPr/>
        </p:nvSpPr>
        <p:spPr>
          <a:xfrm>
            <a:off x="329184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est-input-10-23"/>
          <p:cNvSpPr/>
          <p:nvPr/>
        </p:nvSpPr>
        <p:spPr>
          <a:xfrm>
            <a:off x="3383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est-input-10-24"/>
          <p:cNvSpPr/>
          <p:nvPr/>
        </p:nvSpPr>
        <p:spPr>
          <a:xfrm>
            <a:off x="3474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est-input-10-25"/>
          <p:cNvSpPr/>
          <p:nvPr/>
        </p:nvSpPr>
        <p:spPr>
          <a:xfrm>
            <a:off x="3566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est-input-11-0"/>
          <p:cNvSpPr/>
          <p:nvPr/>
        </p:nvSpPr>
        <p:spPr>
          <a:xfrm>
            <a:off x="1280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est-input-11-1"/>
          <p:cNvSpPr/>
          <p:nvPr/>
        </p:nvSpPr>
        <p:spPr>
          <a:xfrm>
            <a:off x="1371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est-input-11-2"/>
          <p:cNvSpPr/>
          <p:nvPr/>
        </p:nvSpPr>
        <p:spPr>
          <a:xfrm>
            <a:off x="146303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est-input-11-3"/>
          <p:cNvSpPr/>
          <p:nvPr/>
        </p:nvSpPr>
        <p:spPr>
          <a:xfrm>
            <a:off x="1554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est-input-11-4"/>
          <p:cNvSpPr/>
          <p:nvPr/>
        </p:nvSpPr>
        <p:spPr>
          <a:xfrm>
            <a:off x="164591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est-input-11-5"/>
          <p:cNvSpPr/>
          <p:nvPr/>
        </p:nvSpPr>
        <p:spPr>
          <a:xfrm>
            <a:off x="17373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est-input-11-6"/>
          <p:cNvSpPr/>
          <p:nvPr/>
        </p:nvSpPr>
        <p:spPr>
          <a:xfrm>
            <a:off x="18288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est-input-11-7"/>
          <p:cNvSpPr/>
          <p:nvPr/>
        </p:nvSpPr>
        <p:spPr>
          <a:xfrm>
            <a:off x="19202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est-input-11-8"/>
          <p:cNvSpPr/>
          <p:nvPr/>
        </p:nvSpPr>
        <p:spPr>
          <a:xfrm>
            <a:off x="20116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est-input-11-9"/>
          <p:cNvSpPr/>
          <p:nvPr/>
        </p:nvSpPr>
        <p:spPr>
          <a:xfrm>
            <a:off x="21031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est-input-11-10"/>
          <p:cNvSpPr/>
          <p:nvPr/>
        </p:nvSpPr>
        <p:spPr>
          <a:xfrm>
            <a:off x="21945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est-input-11-11"/>
          <p:cNvSpPr/>
          <p:nvPr/>
        </p:nvSpPr>
        <p:spPr>
          <a:xfrm>
            <a:off x="22860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est-input-11-12"/>
          <p:cNvSpPr/>
          <p:nvPr/>
        </p:nvSpPr>
        <p:spPr>
          <a:xfrm>
            <a:off x="23774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est-input-11-13"/>
          <p:cNvSpPr/>
          <p:nvPr/>
        </p:nvSpPr>
        <p:spPr>
          <a:xfrm>
            <a:off x="24688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est-input-11-14"/>
          <p:cNvSpPr/>
          <p:nvPr/>
        </p:nvSpPr>
        <p:spPr>
          <a:xfrm>
            <a:off x="25603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est-input-11-15"/>
          <p:cNvSpPr/>
          <p:nvPr/>
        </p:nvSpPr>
        <p:spPr>
          <a:xfrm>
            <a:off x="2651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est-input-11-16"/>
          <p:cNvSpPr/>
          <p:nvPr/>
        </p:nvSpPr>
        <p:spPr>
          <a:xfrm>
            <a:off x="2743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est-input-11-17"/>
          <p:cNvSpPr/>
          <p:nvPr/>
        </p:nvSpPr>
        <p:spPr>
          <a:xfrm>
            <a:off x="2834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est-input-11-18"/>
          <p:cNvSpPr/>
          <p:nvPr/>
        </p:nvSpPr>
        <p:spPr>
          <a:xfrm>
            <a:off x="2926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est-input-11-19"/>
          <p:cNvSpPr/>
          <p:nvPr/>
        </p:nvSpPr>
        <p:spPr>
          <a:xfrm>
            <a:off x="301752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est-input-11-20"/>
          <p:cNvSpPr/>
          <p:nvPr/>
        </p:nvSpPr>
        <p:spPr>
          <a:xfrm>
            <a:off x="3108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est-input-11-21"/>
          <p:cNvSpPr/>
          <p:nvPr/>
        </p:nvSpPr>
        <p:spPr>
          <a:xfrm>
            <a:off x="3200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est-input-11-22"/>
          <p:cNvSpPr/>
          <p:nvPr/>
        </p:nvSpPr>
        <p:spPr>
          <a:xfrm>
            <a:off x="329184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est-input-11-23"/>
          <p:cNvSpPr/>
          <p:nvPr/>
        </p:nvSpPr>
        <p:spPr>
          <a:xfrm>
            <a:off x="3383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est-input-11-24"/>
          <p:cNvSpPr/>
          <p:nvPr/>
        </p:nvSpPr>
        <p:spPr>
          <a:xfrm>
            <a:off x="3474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est-input-11-25"/>
          <p:cNvSpPr/>
          <p:nvPr/>
        </p:nvSpPr>
        <p:spPr>
          <a:xfrm>
            <a:off x="3566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est-input-12-0"/>
          <p:cNvSpPr/>
          <p:nvPr/>
        </p:nvSpPr>
        <p:spPr>
          <a:xfrm>
            <a:off x="1280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est-input-12-1"/>
          <p:cNvSpPr/>
          <p:nvPr/>
        </p:nvSpPr>
        <p:spPr>
          <a:xfrm>
            <a:off x="1371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est-input-12-2"/>
          <p:cNvSpPr/>
          <p:nvPr/>
        </p:nvSpPr>
        <p:spPr>
          <a:xfrm>
            <a:off x="146303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est-input-12-3"/>
          <p:cNvSpPr/>
          <p:nvPr/>
        </p:nvSpPr>
        <p:spPr>
          <a:xfrm>
            <a:off x="1554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est-input-12-4"/>
          <p:cNvSpPr/>
          <p:nvPr/>
        </p:nvSpPr>
        <p:spPr>
          <a:xfrm>
            <a:off x="164591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est-input-12-5"/>
          <p:cNvSpPr/>
          <p:nvPr/>
        </p:nvSpPr>
        <p:spPr>
          <a:xfrm>
            <a:off x="17373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est-input-12-6"/>
          <p:cNvSpPr/>
          <p:nvPr/>
        </p:nvSpPr>
        <p:spPr>
          <a:xfrm>
            <a:off x="18288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est-input-12-7"/>
          <p:cNvSpPr/>
          <p:nvPr/>
        </p:nvSpPr>
        <p:spPr>
          <a:xfrm>
            <a:off x="19202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est-input-12-8"/>
          <p:cNvSpPr/>
          <p:nvPr/>
        </p:nvSpPr>
        <p:spPr>
          <a:xfrm>
            <a:off x="20116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est-input-12-9"/>
          <p:cNvSpPr/>
          <p:nvPr/>
        </p:nvSpPr>
        <p:spPr>
          <a:xfrm>
            <a:off x="21031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est-input-12-10"/>
          <p:cNvSpPr/>
          <p:nvPr/>
        </p:nvSpPr>
        <p:spPr>
          <a:xfrm>
            <a:off x="21945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est-input-12-11"/>
          <p:cNvSpPr/>
          <p:nvPr/>
        </p:nvSpPr>
        <p:spPr>
          <a:xfrm>
            <a:off x="22860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est-input-12-12"/>
          <p:cNvSpPr/>
          <p:nvPr/>
        </p:nvSpPr>
        <p:spPr>
          <a:xfrm>
            <a:off x="23774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est-input-12-13"/>
          <p:cNvSpPr/>
          <p:nvPr/>
        </p:nvSpPr>
        <p:spPr>
          <a:xfrm>
            <a:off x="24688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est-input-12-14"/>
          <p:cNvSpPr/>
          <p:nvPr/>
        </p:nvSpPr>
        <p:spPr>
          <a:xfrm>
            <a:off x="2560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est-input-12-15"/>
          <p:cNvSpPr/>
          <p:nvPr/>
        </p:nvSpPr>
        <p:spPr>
          <a:xfrm>
            <a:off x="2651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est-input-12-16"/>
          <p:cNvSpPr/>
          <p:nvPr/>
        </p:nvSpPr>
        <p:spPr>
          <a:xfrm>
            <a:off x="2743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est-input-12-17"/>
          <p:cNvSpPr/>
          <p:nvPr/>
        </p:nvSpPr>
        <p:spPr>
          <a:xfrm>
            <a:off x="2834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est-input-12-18"/>
          <p:cNvSpPr/>
          <p:nvPr/>
        </p:nvSpPr>
        <p:spPr>
          <a:xfrm>
            <a:off x="2926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est-input-12-19"/>
          <p:cNvSpPr/>
          <p:nvPr/>
        </p:nvSpPr>
        <p:spPr>
          <a:xfrm>
            <a:off x="301752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est-input-12-20"/>
          <p:cNvSpPr/>
          <p:nvPr/>
        </p:nvSpPr>
        <p:spPr>
          <a:xfrm>
            <a:off x="3108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est-input-12-21"/>
          <p:cNvSpPr/>
          <p:nvPr/>
        </p:nvSpPr>
        <p:spPr>
          <a:xfrm>
            <a:off x="3200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est-input-12-22"/>
          <p:cNvSpPr/>
          <p:nvPr/>
        </p:nvSpPr>
        <p:spPr>
          <a:xfrm>
            <a:off x="329184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est-input-12-23"/>
          <p:cNvSpPr/>
          <p:nvPr/>
        </p:nvSpPr>
        <p:spPr>
          <a:xfrm>
            <a:off x="3383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est-input-12-24"/>
          <p:cNvSpPr/>
          <p:nvPr/>
        </p:nvSpPr>
        <p:spPr>
          <a:xfrm>
            <a:off x="3474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est-input-12-25"/>
          <p:cNvSpPr/>
          <p:nvPr/>
        </p:nvSpPr>
        <p:spPr>
          <a:xfrm>
            <a:off x="3566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est-input-13-0"/>
          <p:cNvSpPr/>
          <p:nvPr/>
        </p:nvSpPr>
        <p:spPr>
          <a:xfrm>
            <a:off x="1280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est-input-13-1"/>
          <p:cNvSpPr/>
          <p:nvPr/>
        </p:nvSpPr>
        <p:spPr>
          <a:xfrm>
            <a:off x="1371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est-input-13-2"/>
          <p:cNvSpPr/>
          <p:nvPr/>
        </p:nvSpPr>
        <p:spPr>
          <a:xfrm>
            <a:off x="146303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est-input-13-3"/>
          <p:cNvSpPr/>
          <p:nvPr/>
        </p:nvSpPr>
        <p:spPr>
          <a:xfrm>
            <a:off x="1554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est-input-13-4"/>
          <p:cNvSpPr/>
          <p:nvPr/>
        </p:nvSpPr>
        <p:spPr>
          <a:xfrm>
            <a:off x="164591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est-input-13-5"/>
          <p:cNvSpPr/>
          <p:nvPr/>
        </p:nvSpPr>
        <p:spPr>
          <a:xfrm>
            <a:off x="17373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est-input-13-6"/>
          <p:cNvSpPr/>
          <p:nvPr/>
        </p:nvSpPr>
        <p:spPr>
          <a:xfrm>
            <a:off x="18288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est-input-13-7"/>
          <p:cNvSpPr/>
          <p:nvPr/>
        </p:nvSpPr>
        <p:spPr>
          <a:xfrm>
            <a:off x="19202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est-input-13-8"/>
          <p:cNvSpPr/>
          <p:nvPr/>
        </p:nvSpPr>
        <p:spPr>
          <a:xfrm>
            <a:off x="20116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est-input-13-9"/>
          <p:cNvSpPr/>
          <p:nvPr/>
        </p:nvSpPr>
        <p:spPr>
          <a:xfrm>
            <a:off x="21031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est-input-13-10"/>
          <p:cNvSpPr/>
          <p:nvPr/>
        </p:nvSpPr>
        <p:spPr>
          <a:xfrm>
            <a:off x="21945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est-input-13-11"/>
          <p:cNvSpPr/>
          <p:nvPr/>
        </p:nvSpPr>
        <p:spPr>
          <a:xfrm>
            <a:off x="22860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est-input-13-12"/>
          <p:cNvSpPr/>
          <p:nvPr/>
        </p:nvSpPr>
        <p:spPr>
          <a:xfrm>
            <a:off x="23774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est-input-13-13"/>
          <p:cNvSpPr/>
          <p:nvPr/>
        </p:nvSpPr>
        <p:spPr>
          <a:xfrm>
            <a:off x="24688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est-input-13-14"/>
          <p:cNvSpPr/>
          <p:nvPr/>
        </p:nvSpPr>
        <p:spPr>
          <a:xfrm>
            <a:off x="2560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est-input-13-15"/>
          <p:cNvSpPr/>
          <p:nvPr/>
        </p:nvSpPr>
        <p:spPr>
          <a:xfrm>
            <a:off x="2651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est-input-13-16"/>
          <p:cNvSpPr/>
          <p:nvPr/>
        </p:nvSpPr>
        <p:spPr>
          <a:xfrm>
            <a:off x="2743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est-input-13-17"/>
          <p:cNvSpPr/>
          <p:nvPr/>
        </p:nvSpPr>
        <p:spPr>
          <a:xfrm>
            <a:off x="2834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est-input-13-18"/>
          <p:cNvSpPr/>
          <p:nvPr/>
        </p:nvSpPr>
        <p:spPr>
          <a:xfrm>
            <a:off x="29260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est-input-13-19"/>
          <p:cNvSpPr/>
          <p:nvPr/>
        </p:nvSpPr>
        <p:spPr>
          <a:xfrm>
            <a:off x="301752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est-input-13-20"/>
          <p:cNvSpPr/>
          <p:nvPr/>
        </p:nvSpPr>
        <p:spPr>
          <a:xfrm>
            <a:off x="310896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est-input-13-21"/>
          <p:cNvSpPr/>
          <p:nvPr/>
        </p:nvSpPr>
        <p:spPr>
          <a:xfrm>
            <a:off x="320040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est-input-13-22"/>
          <p:cNvSpPr/>
          <p:nvPr/>
        </p:nvSpPr>
        <p:spPr>
          <a:xfrm>
            <a:off x="329184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est-input-13-23"/>
          <p:cNvSpPr/>
          <p:nvPr/>
        </p:nvSpPr>
        <p:spPr>
          <a:xfrm>
            <a:off x="33832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est-input-13-24"/>
          <p:cNvSpPr/>
          <p:nvPr/>
        </p:nvSpPr>
        <p:spPr>
          <a:xfrm>
            <a:off x="3474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est-input-13-25"/>
          <p:cNvSpPr/>
          <p:nvPr/>
        </p:nvSpPr>
        <p:spPr>
          <a:xfrm>
            <a:off x="3566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est-input-14-0"/>
          <p:cNvSpPr/>
          <p:nvPr/>
        </p:nvSpPr>
        <p:spPr>
          <a:xfrm>
            <a:off x="1280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est-input-14-1"/>
          <p:cNvSpPr/>
          <p:nvPr/>
        </p:nvSpPr>
        <p:spPr>
          <a:xfrm>
            <a:off x="13716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est-input-14-2"/>
          <p:cNvSpPr/>
          <p:nvPr/>
        </p:nvSpPr>
        <p:spPr>
          <a:xfrm>
            <a:off x="146303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est-input-14-3"/>
          <p:cNvSpPr/>
          <p:nvPr/>
        </p:nvSpPr>
        <p:spPr>
          <a:xfrm>
            <a:off x="15544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est-input-14-4"/>
          <p:cNvSpPr/>
          <p:nvPr/>
        </p:nvSpPr>
        <p:spPr>
          <a:xfrm>
            <a:off x="164591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est-input-14-5"/>
          <p:cNvSpPr/>
          <p:nvPr/>
        </p:nvSpPr>
        <p:spPr>
          <a:xfrm>
            <a:off x="17373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est-input-14-6"/>
          <p:cNvSpPr/>
          <p:nvPr/>
        </p:nvSpPr>
        <p:spPr>
          <a:xfrm>
            <a:off x="18288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est-input-14-7"/>
          <p:cNvSpPr/>
          <p:nvPr/>
        </p:nvSpPr>
        <p:spPr>
          <a:xfrm>
            <a:off x="19202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est-input-14-8"/>
          <p:cNvSpPr/>
          <p:nvPr/>
        </p:nvSpPr>
        <p:spPr>
          <a:xfrm>
            <a:off x="20116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est-input-14-9"/>
          <p:cNvSpPr/>
          <p:nvPr/>
        </p:nvSpPr>
        <p:spPr>
          <a:xfrm>
            <a:off x="21031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est-input-14-10"/>
          <p:cNvSpPr/>
          <p:nvPr/>
        </p:nvSpPr>
        <p:spPr>
          <a:xfrm>
            <a:off x="21945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est-input-14-11"/>
          <p:cNvSpPr/>
          <p:nvPr/>
        </p:nvSpPr>
        <p:spPr>
          <a:xfrm>
            <a:off x="22860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est-input-14-12"/>
          <p:cNvSpPr/>
          <p:nvPr/>
        </p:nvSpPr>
        <p:spPr>
          <a:xfrm>
            <a:off x="23774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est-input-14-13"/>
          <p:cNvSpPr/>
          <p:nvPr/>
        </p:nvSpPr>
        <p:spPr>
          <a:xfrm>
            <a:off x="24688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est-input-14-14"/>
          <p:cNvSpPr/>
          <p:nvPr/>
        </p:nvSpPr>
        <p:spPr>
          <a:xfrm>
            <a:off x="2560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est-input-14-15"/>
          <p:cNvSpPr/>
          <p:nvPr/>
        </p:nvSpPr>
        <p:spPr>
          <a:xfrm>
            <a:off x="2651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est-input-14-16"/>
          <p:cNvSpPr/>
          <p:nvPr/>
        </p:nvSpPr>
        <p:spPr>
          <a:xfrm>
            <a:off x="2743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est-input-14-17"/>
          <p:cNvSpPr/>
          <p:nvPr/>
        </p:nvSpPr>
        <p:spPr>
          <a:xfrm>
            <a:off x="2834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est-input-14-18"/>
          <p:cNvSpPr/>
          <p:nvPr/>
        </p:nvSpPr>
        <p:spPr>
          <a:xfrm>
            <a:off x="29260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est-input-14-19"/>
          <p:cNvSpPr/>
          <p:nvPr/>
        </p:nvSpPr>
        <p:spPr>
          <a:xfrm>
            <a:off x="3017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est-input-14-20"/>
          <p:cNvSpPr/>
          <p:nvPr/>
        </p:nvSpPr>
        <p:spPr>
          <a:xfrm>
            <a:off x="3108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est-input-14-21"/>
          <p:cNvSpPr/>
          <p:nvPr/>
        </p:nvSpPr>
        <p:spPr>
          <a:xfrm>
            <a:off x="3200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est-input-14-22"/>
          <p:cNvSpPr/>
          <p:nvPr/>
        </p:nvSpPr>
        <p:spPr>
          <a:xfrm>
            <a:off x="3291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est-input-14-23"/>
          <p:cNvSpPr/>
          <p:nvPr/>
        </p:nvSpPr>
        <p:spPr>
          <a:xfrm>
            <a:off x="33832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est-input-14-24"/>
          <p:cNvSpPr/>
          <p:nvPr/>
        </p:nvSpPr>
        <p:spPr>
          <a:xfrm>
            <a:off x="3474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est-input-14-25"/>
          <p:cNvSpPr/>
          <p:nvPr/>
        </p:nvSpPr>
        <p:spPr>
          <a:xfrm>
            <a:off x="3566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est-input-15-0"/>
          <p:cNvSpPr/>
          <p:nvPr/>
        </p:nvSpPr>
        <p:spPr>
          <a:xfrm>
            <a:off x="1280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est-input-15-1"/>
          <p:cNvSpPr/>
          <p:nvPr/>
        </p:nvSpPr>
        <p:spPr>
          <a:xfrm>
            <a:off x="1371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est-input-15-2"/>
          <p:cNvSpPr/>
          <p:nvPr/>
        </p:nvSpPr>
        <p:spPr>
          <a:xfrm>
            <a:off x="146303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est-input-15-3"/>
          <p:cNvSpPr/>
          <p:nvPr/>
        </p:nvSpPr>
        <p:spPr>
          <a:xfrm>
            <a:off x="1554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est-input-15-4"/>
          <p:cNvSpPr/>
          <p:nvPr/>
        </p:nvSpPr>
        <p:spPr>
          <a:xfrm>
            <a:off x="164591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est-input-15-5"/>
          <p:cNvSpPr/>
          <p:nvPr/>
        </p:nvSpPr>
        <p:spPr>
          <a:xfrm>
            <a:off x="17373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est-input-15-6"/>
          <p:cNvSpPr/>
          <p:nvPr/>
        </p:nvSpPr>
        <p:spPr>
          <a:xfrm>
            <a:off x="1828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est-input-15-7"/>
          <p:cNvSpPr/>
          <p:nvPr/>
        </p:nvSpPr>
        <p:spPr>
          <a:xfrm>
            <a:off x="1920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est-input-15-8"/>
          <p:cNvSpPr/>
          <p:nvPr/>
        </p:nvSpPr>
        <p:spPr>
          <a:xfrm>
            <a:off x="2011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est-input-15-9"/>
          <p:cNvSpPr/>
          <p:nvPr/>
        </p:nvSpPr>
        <p:spPr>
          <a:xfrm>
            <a:off x="2103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est-input-15-10"/>
          <p:cNvSpPr/>
          <p:nvPr/>
        </p:nvSpPr>
        <p:spPr>
          <a:xfrm>
            <a:off x="21945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est-input-15-11"/>
          <p:cNvSpPr/>
          <p:nvPr/>
        </p:nvSpPr>
        <p:spPr>
          <a:xfrm>
            <a:off x="2286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est-input-15-12"/>
          <p:cNvSpPr/>
          <p:nvPr/>
        </p:nvSpPr>
        <p:spPr>
          <a:xfrm>
            <a:off x="2377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est-input-15-13"/>
          <p:cNvSpPr/>
          <p:nvPr/>
        </p:nvSpPr>
        <p:spPr>
          <a:xfrm>
            <a:off x="2468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est-input-15-14"/>
          <p:cNvSpPr/>
          <p:nvPr/>
        </p:nvSpPr>
        <p:spPr>
          <a:xfrm>
            <a:off x="2560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est-input-15-15"/>
          <p:cNvSpPr/>
          <p:nvPr/>
        </p:nvSpPr>
        <p:spPr>
          <a:xfrm>
            <a:off x="2651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est-input-15-16"/>
          <p:cNvSpPr/>
          <p:nvPr/>
        </p:nvSpPr>
        <p:spPr>
          <a:xfrm>
            <a:off x="2743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est-input-15-17"/>
          <p:cNvSpPr/>
          <p:nvPr/>
        </p:nvSpPr>
        <p:spPr>
          <a:xfrm>
            <a:off x="2834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est-input-15-18"/>
          <p:cNvSpPr/>
          <p:nvPr/>
        </p:nvSpPr>
        <p:spPr>
          <a:xfrm>
            <a:off x="2926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est-input-15-19"/>
          <p:cNvSpPr/>
          <p:nvPr/>
        </p:nvSpPr>
        <p:spPr>
          <a:xfrm>
            <a:off x="3017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est-input-15-20"/>
          <p:cNvSpPr/>
          <p:nvPr/>
        </p:nvSpPr>
        <p:spPr>
          <a:xfrm>
            <a:off x="3108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est-input-15-21"/>
          <p:cNvSpPr/>
          <p:nvPr/>
        </p:nvSpPr>
        <p:spPr>
          <a:xfrm>
            <a:off x="3200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est-input-15-22"/>
          <p:cNvSpPr/>
          <p:nvPr/>
        </p:nvSpPr>
        <p:spPr>
          <a:xfrm>
            <a:off x="3291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est-input-15-23"/>
          <p:cNvSpPr/>
          <p:nvPr/>
        </p:nvSpPr>
        <p:spPr>
          <a:xfrm>
            <a:off x="3383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est-input-15-24"/>
          <p:cNvSpPr/>
          <p:nvPr/>
        </p:nvSpPr>
        <p:spPr>
          <a:xfrm>
            <a:off x="3474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est-input-15-25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est-input-16-0"/>
          <p:cNvSpPr/>
          <p:nvPr/>
        </p:nvSpPr>
        <p:spPr>
          <a:xfrm>
            <a:off x="1280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est-input-16-1"/>
          <p:cNvSpPr/>
          <p:nvPr/>
        </p:nvSpPr>
        <p:spPr>
          <a:xfrm>
            <a:off x="1371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est-input-16-2"/>
          <p:cNvSpPr/>
          <p:nvPr/>
        </p:nvSpPr>
        <p:spPr>
          <a:xfrm>
            <a:off x="146303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est-input-16-3"/>
          <p:cNvSpPr/>
          <p:nvPr/>
        </p:nvSpPr>
        <p:spPr>
          <a:xfrm>
            <a:off x="1554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est-input-16-4"/>
          <p:cNvSpPr/>
          <p:nvPr/>
        </p:nvSpPr>
        <p:spPr>
          <a:xfrm>
            <a:off x="164591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est-input-16-5"/>
          <p:cNvSpPr/>
          <p:nvPr/>
        </p:nvSpPr>
        <p:spPr>
          <a:xfrm>
            <a:off x="17373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est-input-16-6"/>
          <p:cNvSpPr/>
          <p:nvPr/>
        </p:nvSpPr>
        <p:spPr>
          <a:xfrm>
            <a:off x="1828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est-input-16-7"/>
          <p:cNvSpPr/>
          <p:nvPr/>
        </p:nvSpPr>
        <p:spPr>
          <a:xfrm>
            <a:off x="1920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est-input-16-8"/>
          <p:cNvSpPr/>
          <p:nvPr/>
        </p:nvSpPr>
        <p:spPr>
          <a:xfrm>
            <a:off x="2011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est-input-16-9"/>
          <p:cNvSpPr/>
          <p:nvPr/>
        </p:nvSpPr>
        <p:spPr>
          <a:xfrm>
            <a:off x="2103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est-input-16-10"/>
          <p:cNvSpPr/>
          <p:nvPr/>
        </p:nvSpPr>
        <p:spPr>
          <a:xfrm>
            <a:off x="2194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est-input-16-11"/>
          <p:cNvSpPr/>
          <p:nvPr/>
        </p:nvSpPr>
        <p:spPr>
          <a:xfrm>
            <a:off x="2286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est-input-16-12"/>
          <p:cNvSpPr/>
          <p:nvPr/>
        </p:nvSpPr>
        <p:spPr>
          <a:xfrm>
            <a:off x="2377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est-input-16-13"/>
          <p:cNvSpPr/>
          <p:nvPr/>
        </p:nvSpPr>
        <p:spPr>
          <a:xfrm>
            <a:off x="2468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est-input-16-14"/>
          <p:cNvSpPr/>
          <p:nvPr/>
        </p:nvSpPr>
        <p:spPr>
          <a:xfrm>
            <a:off x="2560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est-input-16-15"/>
          <p:cNvSpPr/>
          <p:nvPr/>
        </p:nvSpPr>
        <p:spPr>
          <a:xfrm>
            <a:off x="2651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est-input-16-16"/>
          <p:cNvSpPr/>
          <p:nvPr/>
        </p:nvSpPr>
        <p:spPr>
          <a:xfrm>
            <a:off x="2743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est-input-16-17"/>
          <p:cNvSpPr/>
          <p:nvPr/>
        </p:nvSpPr>
        <p:spPr>
          <a:xfrm>
            <a:off x="2834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est-input-16-18"/>
          <p:cNvSpPr/>
          <p:nvPr/>
        </p:nvSpPr>
        <p:spPr>
          <a:xfrm>
            <a:off x="2926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est-input-16-19"/>
          <p:cNvSpPr/>
          <p:nvPr/>
        </p:nvSpPr>
        <p:spPr>
          <a:xfrm>
            <a:off x="3017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est-input-16-20"/>
          <p:cNvSpPr/>
          <p:nvPr/>
        </p:nvSpPr>
        <p:spPr>
          <a:xfrm>
            <a:off x="3108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est-input-16-21"/>
          <p:cNvSpPr/>
          <p:nvPr/>
        </p:nvSpPr>
        <p:spPr>
          <a:xfrm>
            <a:off x="3200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est-input-16-22"/>
          <p:cNvSpPr/>
          <p:nvPr/>
        </p:nvSpPr>
        <p:spPr>
          <a:xfrm>
            <a:off x="3291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est-input-16-23"/>
          <p:cNvSpPr/>
          <p:nvPr/>
        </p:nvSpPr>
        <p:spPr>
          <a:xfrm>
            <a:off x="3383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est-input-16-24"/>
          <p:cNvSpPr/>
          <p:nvPr/>
        </p:nvSpPr>
        <p:spPr>
          <a:xfrm>
            <a:off x="3474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est-input-16-25"/>
          <p:cNvSpPr/>
          <p:nvPr/>
        </p:nvSpPr>
        <p:spPr>
          <a:xfrm>
            <a:off x="3566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est-input-17-0"/>
          <p:cNvSpPr/>
          <p:nvPr/>
        </p:nvSpPr>
        <p:spPr>
          <a:xfrm>
            <a:off x="1280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est-input-17-1"/>
          <p:cNvSpPr/>
          <p:nvPr/>
        </p:nvSpPr>
        <p:spPr>
          <a:xfrm>
            <a:off x="13716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est-input-17-2"/>
          <p:cNvSpPr/>
          <p:nvPr/>
        </p:nvSpPr>
        <p:spPr>
          <a:xfrm>
            <a:off x="146303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est-input-17-3"/>
          <p:cNvSpPr/>
          <p:nvPr/>
        </p:nvSpPr>
        <p:spPr>
          <a:xfrm>
            <a:off x="15544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est-input-17-4"/>
          <p:cNvSpPr/>
          <p:nvPr/>
        </p:nvSpPr>
        <p:spPr>
          <a:xfrm>
            <a:off x="164591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est-input-17-5"/>
          <p:cNvSpPr/>
          <p:nvPr/>
        </p:nvSpPr>
        <p:spPr>
          <a:xfrm>
            <a:off x="17373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est-input-17-6"/>
          <p:cNvSpPr/>
          <p:nvPr/>
        </p:nvSpPr>
        <p:spPr>
          <a:xfrm>
            <a:off x="1828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est-input-17-7"/>
          <p:cNvSpPr/>
          <p:nvPr/>
        </p:nvSpPr>
        <p:spPr>
          <a:xfrm>
            <a:off x="1920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est-input-17-8"/>
          <p:cNvSpPr/>
          <p:nvPr/>
        </p:nvSpPr>
        <p:spPr>
          <a:xfrm>
            <a:off x="2011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est-input-17-9"/>
          <p:cNvSpPr/>
          <p:nvPr/>
        </p:nvSpPr>
        <p:spPr>
          <a:xfrm>
            <a:off x="2103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est-input-17-10"/>
          <p:cNvSpPr/>
          <p:nvPr/>
        </p:nvSpPr>
        <p:spPr>
          <a:xfrm>
            <a:off x="2194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est-input-17-11"/>
          <p:cNvSpPr/>
          <p:nvPr/>
        </p:nvSpPr>
        <p:spPr>
          <a:xfrm>
            <a:off x="2286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est-input-17-12"/>
          <p:cNvSpPr/>
          <p:nvPr/>
        </p:nvSpPr>
        <p:spPr>
          <a:xfrm>
            <a:off x="2377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est-input-17-13"/>
          <p:cNvSpPr/>
          <p:nvPr/>
        </p:nvSpPr>
        <p:spPr>
          <a:xfrm>
            <a:off x="2468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est-input-17-14"/>
          <p:cNvSpPr/>
          <p:nvPr/>
        </p:nvSpPr>
        <p:spPr>
          <a:xfrm>
            <a:off x="2560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est-input-17-15"/>
          <p:cNvSpPr/>
          <p:nvPr/>
        </p:nvSpPr>
        <p:spPr>
          <a:xfrm>
            <a:off x="2651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est-input-17-16"/>
          <p:cNvSpPr/>
          <p:nvPr/>
        </p:nvSpPr>
        <p:spPr>
          <a:xfrm>
            <a:off x="2743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est-input-17-17"/>
          <p:cNvSpPr/>
          <p:nvPr/>
        </p:nvSpPr>
        <p:spPr>
          <a:xfrm>
            <a:off x="2834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est-input-17-18"/>
          <p:cNvSpPr/>
          <p:nvPr/>
        </p:nvSpPr>
        <p:spPr>
          <a:xfrm>
            <a:off x="2926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est-input-17-19"/>
          <p:cNvSpPr/>
          <p:nvPr/>
        </p:nvSpPr>
        <p:spPr>
          <a:xfrm>
            <a:off x="3017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est-input-17-20"/>
          <p:cNvSpPr/>
          <p:nvPr/>
        </p:nvSpPr>
        <p:spPr>
          <a:xfrm>
            <a:off x="3108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est-input-17-21"/>
          <p:cNvSpPr/>
          <p:nvPr/>
        </p:nvSpPr>
        <p:spPr>
          <a:xfrm>
            <a:off x="3200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est-input-17-22"/>
          <p:cNvSpPr/>
          <p:nvPr/>
        </p:nvSpPr>
        <p:spPr>
          <a:xfrm>
            <a:off x="3291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est-input-17-23"/>
          <p:cNvSpPr/>
          <p:nvPr/>
        </p:nvSpPr>
        <p:spPr>
          <a:xfrm>
            <a:off x="3383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est-input-17-24"/>
          <p:cNvSpPr/>
          <p:nvPr/>
        </p:nvSpPr>
        <p:spPr>
          <a:xfrm>
            <a:off x="3474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est-input-17-25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est-input-18-0"/>
          <p:cNvSpPr/>
          <p:nvPr/>
        </p:nvSpPr>
        <p:spPr>
          <a:xfrm>
            <a:off x="1280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est-input-18-1"/>
          <p:cNvSpPr/>
          <p:nvPr/>
        </p:nvSpPr>
        <p:spPr>
          <a:xfrm>
            <a:off x="13716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est-input-18-2"/>
          <p:cNvSpPr/>
          <p:nvPr/>
        </p:nvSpPr>
        <p:spPr>
          <a:xfrm>
            <a:off x="146303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est-input-18-3"/>
          <p:cNvSpPr/>
          <p:nvPr/>
        </p:nvSpPr>
        <p:spPr>
          <a:xfrm>
            <a:off x="1554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est-input-18-4"/>
          <p:cNvSpPr/>
          <p:nvPr/>
        </p:nvSpPr>
        <p:spPr>
          <a:xfrm>
            <a:off x="164591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est-input-18-5"/>
          <p:cNvSpPr/>
          <p:nvPr/>
        </p:nvSpPr>
        <p:spPr>
          <a:xfrm>
            <a:off x="1737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est-input-18-6"/>
          <p:cNvSpPr/>
          <p:nvPr/>
        </p:nvSpPr>
        <p:spPr>
          <a:xfrm>
            <a:off x="1828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est-input-18-7"/>
          <p:cNvSpPr/>
          <p:nvPr/>
        </p:nvSpPr>
        <p:spPr>
          <a:xfrm>
            <a:off x="1920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est-input-18-8"/>
          <p:cNvSpPr/>
          <p:nvPr/>
        </p:nvSpPr>
        <p:spPr>
          <a:xfrm>
            <a:off x="2011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est-input-18-9"/>
          <p:cNvSpPr/>
          <p:nvPr/>
        </p:nvSpPr>
        <p:spPr>
          <a:xfrm>
            <a:off x="2103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est-input-18-10"/>
          <p:cNvSpPr/>
          <p:nvPr/>
        </p:nvSpPr>
        <p:spPr>
          <a:xfrm>
            <a:off x="2194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est-input-18-11"/>
          <p:cNvSpPr/>
          <p:nvPr/>
        </p:nvSpPr>
        <p:spPr>
          <a:xfrm>
            <a:off x="2286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est-input-18-12"/>
          <p:cNvSpPr/>
          <p:nvPr/>
        </p:nvSpPr>
        <p:spPr>
          <a:xfrm>
            <a:off x="2377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est-input-18-13"/>
          <p:cNvSpPr/>
          <p:nvPr/>
        </p:nvSpPr>
        <p:spPr>
          <a:xfrm>
            <a:off x="2468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est-input-18-14"/>
          <p:cNvSpPr/>
          <p:nvPr/>
        </p:nvSpPr>
        <p:spPr>
          <a:xfrm>
            <a:off x="2560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est-input-18-15"/>
          <p:cNvSpPr/>
          <p:nvPr/>
        </p:nvSpPr>
        <p:spPr>
          <a:xfrm>
            <a:off x="2651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est-input-18-16"/>
          <p:cNvSpPr/>
          <p:nvPr/>
        </p:nvSpPr>
        <p:spPr>
          <a:xfrm>
            <a:off x="2743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est-input-18-17"/>
          <p:cNvSpPr/>
          <p:nvPr/>
        </p:nvSpPr>
        <p:spPr>
          <a:xfrm>
            <a:off x="2834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est-input-18-18"/>
          <p:cNvSpPr/>
          <p:nvPr/>
        </p:nvSpPr>
        <p:spPr>
          <a:xfrm>
            <a:off x="2926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est-input-18-19"/>
          <p:cNvSpPr/>
          <p:nvPr/>
        </p:nvSpPr>
        <p:spPr>
          <a:xfrm>
            <a:off x="3017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est-input-18-20"/>
          <p:cNvSpPr/>
          <p:nvPr/>
        </p:nvSpPr>
        <p:spPr>
          <a:xfrm>
            <a:off x="3108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est-input-18-21"/>
          <p:cNvSpPr/>
          <p:nvPr/>
        </p:nvSpPr>
        <p:spPr>
          <a:xfrm>
            <a:off x="3200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est-input-18-22"/>
          <p:cNvSpPr/>
          <p:nvPr/>
        </p:nvSpPr>
        <p:spPr>
          <a:xfrm>
            <a:off x="3291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est-input-18-23"/>
          <p:cNvSpPr/>
          <p:nvPr/>
        </p:nvSpPr>
        <p:spPr>
          <a:xfrm>
            <a:off x="3383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est-input-18-24"/>
          <p:cNvSpPr/>
          <p:nvPr/>
        </p:nvSpPr>
        <p:spPr>
          <a:xfrm>
            <a:off x="3474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est-input-18-25"/>
          <p:cNvSpPr/>
          <p:nvPr/>
        </p:nvSpPr>
        <p:spPr>
          <a:xfrm>
            <a:off x="3566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est-input-19-0"/>
          <p:cNvSpPr/>
          <p:nvPr/>
        </p:nvSpPr>
        <p:spPr>
          <a:xfrm>
            <a:off x="1280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est-input-19-1"/>
          <p:cNvSpPr/>
          <p:nvPr/>
        </p:nvSpPr>
        <p:spPr>
          <a:xfrm>
            <a:off x="13716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est-input-19-2"/>
          <p:cNvSpPr/>
          <p:nvPr/>
        </p:nvSpPr>
        <p:spPr>
          <a:xfrm>
            <a:off x="146303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est-input-19-3"/>
          <p:cNvSpPr/>
          <p:nvPr/>
        </p:nvSpPr>
        <p:spPr>
          <a:xfrm>
            <a:off x="1554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est-input-19-4"/>
          <p:cNvSpPr/>
          <p:nvPr/>
        </p:nvSpPr>
        <p:spPr>
          <a:xfrm>
            <a:off x="164591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est-input-19-5"/>
          <p:cNvSpPr/>
          <p:nvPr/>
        </p:nvSpPr>
        <p:spPr>
          <a:xfrm>
            <a:off x="1737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est-input-19-6"/>
          <p:cNvSpPr/>
          <p:nvPr/>
        </p:nvSpPr>
        <p:spPr>
          <a:xfrm>
            <a:off x="1828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est-input-19-7"/>
          <p:cNvSpPr/>
          <p:nvPr/>
        </p:nvSpPr>
        <p:spPr>
          <a:xfrm>
            <a:off x="1920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est-input-19-8"/>
          <p:cNvSpPr/>
          <p:nvPr/>
        </p:nvSpPr>
        <p:spPr>
          <a:xfrm>
            <a:off x="2011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est-input-19-9"/>
          <p:cNvSpPr/>
          <p:nvPr/>
        </p:nvSpPr>
        <p:spPr>
          <a:xfrm>
            <a:off x="2103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est-input-19-10"/>
          <p:cNvSpPr/>
          <p:nvPr/>
        </p:nvSpPr>
        <p:spPr>
          <a:xfrm>
            <a:off x="2194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est-input-19-11"/>
          <p:cNvSpPr/>
          <p:nvPr/>
        </p:nvSpPr>
        <p:spPr>
          <a:xfrm>
            <a:off x="2286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est-input-19-12"/>
          <p:cNvSpPr/>
          <p:nvPr/>
        </p:nvSpPr>
        <p:spPr>
          <a:xfrm>
            <a:off x="2377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est-input-19-13"/>
          <p:cNvSpPr/>
          <p:nvPr/>
        </p:nvSpPr>
        <p:spPr>
          <a:xfrm>
            <a:off x="2468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est-input-19-14"/>
          <p:cNvSpPr/>
          <p:nvPr/>
        </p:nvSpPr>
        <p:spPr>
          <a:xfrm>
            <a:off x="2560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est-input-19-15"/>
          <p:cNvSpPr/>
          <p:nvPr/>
        </p:nvSpPr>
        <p:spPr>
          <a:xfrm>
            <a:off x="2651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est-input-19-16"/>
          <p:cNvSpPr/>
          <p:nvPr/>
        </p:nvSpPr>
        <p:spPr>
          <a:xfrm>
            <a:off x="2743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est-input-19-17"/>
          <p:cNvSpPr/>
          <p:nvPr/>
        </p:nvSpPr>
        <p:spPr>
          <a:xfrm>
            <a:off x="2834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est-input-19-18"/>
          <p:cNvSpPr/>
          <p:nvPr/>
        </p:nvSpPr>
        <p:spPr>
          <a:xfrm>
            <a:off x="2926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est-input-19-19"/>
          <p:cNvSpPr/>
          <p:nvPr/>
        </p:nvSpPr>
        <p:spPr>
          <a:xfrm>
            <a:off x="3017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est-input-19-20"/>
          <p:cNvSpPr/>
          <p:nvPr/>
        </p:nvSpPr>
        <p:spPr>
          <a:xfrm>
            <a:off x="3108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est-input-19-21"/>
          <p:cNvSpPr/>
          <p:nvPr/>
        </p:nvSpPr>
        <p:spPr>
          <a:xfrm>
            <a:off x="3200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est-input-19-22"/>
          <p:cNvSpPr/>
          <p:nvPr/>
        </p:nvSpPr>
        <p:spPr>
          <a:xfrm>
            <a:off x="3291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est-input-19-23"/>
          <p:cNvSpPr/>
          <p:nvPr/>
        </p:nvSpPr>
        <p:spPr>
          <a:xfrm>
            <a:off x="3383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est-input-19-24"/>
          <p:cNvSpPr/>
          <p:nvPr/>
        </p:nvSpPr>
        <p:spPr>
          <a:xfrm>
            <a:off x="3474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est-input-19-25"/>
          <p:cNvSpPr/>
          <p:nvPr/>
        </p:nvSpPr>
        <p:spPr>
          <a:xfrm>
            <a:off x="3566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est-input-20-0"/>
          <p:cNvSpPr/>
          <p:nvPr/>
        </p:nvSpPr>
        <p:spPr>
          <a:xfrm>
            <a:off x="1280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est-input-20-1"/>
          <p:cNvSpPr/>
          <p:nvPr/>
        </p:nvSpPr>
        <p:spPr>
          <a:xfrm>
            <a:off x="137160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est-input-20-2"/>
          <p:cNvSpPr/>
          <p:nvPr/>
        </p:nvSpPr>
        <p:spPr>
          <a:xfrm>
            <a:off x="1463039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est-input-20-3"/>
          <p:cNvSpPr/>
          <p:nvPr/>
        </p:nvSpPr>
        <p:spPr>
          <a:xfrm>
            <a:off x="155448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est-input-20-4"/>
          <p:cNvSpPr/>
          <p:nvPr/>
        </p:nvSpPr>
        <p:spPr>
          <a:xfrm>
            <a:off x="1645919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est-input-20-5"/>
          <p:cNvSpPr/>
          <p:nvPr/>
        </p:nvSpPr>
        <p:spPr>
          <a:xfrm>
            <a:off x="1737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est-input-20-6"/>
          <p:cNvSpPr/>
          <p:nvPr/>
        </p:nvSpPr>
        <p:spPr>
          <a:xfrm>
            <a:off x="1828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est-input-20-7"/>
          <p:cNvSpPr/>
          <p:nvPr/>
        </p:nvSpPr>
        <p:spPr>
          <a:xfrm>
            <a:off x="1920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est-input-20-8"/>
          <p:cNvSpPr/>
          <p:nvPr/>
        </p:nvSpPr>
        <p:spPr>
          <a:xfrm>
            <a:off x="2011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est-input-20-9"/>
          <p:cNvSpPr/>
          <p:nvPr/>
        </p:nvSpPr>
        <p:spPr>
          <a:xfrm>
            <a:off x="2103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est-input-20-10"/>
          <p:cNvSpPr/>
          <p:nvPr/>
        </p:nvSpPr>
        <p:spPr>
          <a:xfrm>
            <a:off x="2194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est-input-20-11"/>
          <p:cNvSpPr/>
          <p:nvPr/>
        </p:nvSpPr>
        <p:spPr>
          <a:xfrm>
            <a:off x="2286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est-input-20-12"/>
          <p:cNvSpPr/>
          <p:nvPr/>
        </p:nvSpPr>
        <p:spPr>
          <a:xfrm>
            <a:off x="23774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est-input-20-13"/>
          <p:cNvSpPr/>
          <p:nvPr/>
        </p:nvSpPr>
        <p:spPr>
          <a:xfrm>
            <a:off x="2468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est-input-20-14"/>
          <p:cNvSpPr/>
          <p:nvPr/>
        </p:nvSpPr>
        <p:spPr>
          <a:xfrm>
            <a:off x="2560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est-input-20-15"/>
          <p:cNvSpPr/>
          <p:nvPr/>
        </p:nvSpPr>
        <p:spPr>
          <a:xfrm>
            <a:off x="2651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est-input-20-16"/>
          <p:cNvSpPr/>
          <p:nvPr/>
        </p:nvSpPr>
        <p:spPr>
          <a:xfrm>
            <a:off x="2743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est-input-20-17"/>
          <p:cNvSpPr/>
          <p:nvPr/>
        </p:nvSpPr>
        <p:spPr>
          <a:xfrm>
            <a:off x="28346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est-input-20-18"/>
          <p:cNvSpPr/>
          <p:nvPr/>
        </p:nvSpPr>
        <p:spPr>
          <a:xfrm>
            <a:off x="2926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est-input-20-19"/>
          <p:cNvSpPr/>
          <p:nvPr/>
        </p:nvSpPr>
        <p:spPr>
          <a:xfrm>
            <a:off x="3017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est-input-20-20"/>
          <p:cNvSpPr/>
          <p:nvPr/>
        </p:nvSpPr>
        <p:spPr>
          <a:xfrm>
            <a:off x="3108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est-input-20-21"/>
          <p:cNvSpPr/>
          <p:nvPr/>
        </p:nvSpPr>
        <p:spPr>
          <a:xfrm>
            <a:off x="3200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est-input-20-22"/>
          <p:cNvSpPr/>
          <p:nvPr/>
        </p:nvSpPr>
        <p:spPr>
          <a:xfrm>
            <a:off x="3291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est-input-20-23"/>
          <p:cNvSpPr/>
          <p:nvPr/>
        </p:nvSpPr>
        <p:spPr>
          <a:xfrm>
            <a:off x="3383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est-input-20-24"/>
          <p:cNvSpPr/>
          <p:nvPr/>
        </p:nvSpPr>
        <p:spPr>
          <a:xfrm>
            <a:off x="3474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est-input-20-25"/>
          <p:cNvSpPr/>
          <p:nvPr/>
        </p:nvSpPr>
        <p:spPr>
          <a:xfrm>
            <a:off x="3566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est-input-21-0"/>
          <p:cNvSpPr/>
          <p:nvPr/>
        </p:nvSpPr>
        <p:spPr>
          <a:xfrm>
            <a:off x="1280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est-input-21-1"/>
          <p:cNvSpPr/>
          <p:nvPr/>
        </p:nvSpPr>
        <p:spPr>
          <a:xfrm>
            <a:off x="1371600" y="36576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est-input-21-2"/>
          <p:cNvSpPr/>
          <p:nvPr/>
        </p:nvSpPr>
        <p:spPr>
          <a:xfrm>
            <a:off x="146303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est-input-21-3"/>
          <p:cNvSpPr/>
          <p:nvPr/>
        </p:nvSpPr>
        <p:spPr>
          <a:xfrm>
            <a:off x="1554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est-input-21-4"/>
          <p:cNvSpPr/>
          <p:nvPr/>
        </p:nvSpPr>
        <p:spPr>
          <a:xfrm>
            <a:off x="164591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est-input-21-5"/>
          <p:cNvSpPr/>
          <p:nvPr/>
        </p:nvSpPr>
        <p:spPr>
          <a:xfrm>
            <a:off x="1737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est-input-21-6"/>
          <p:cNvSpPr/>
          <p:nvPr/>
        </p:nvSpPr>
        <p:spPr>
          <a:xfrm>
            <a:off x="1828800" y="36576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est-input-21-7"/>
          <p:cNvSpPr/>
          <p:nvPr/>
        </p:nvSpPr>
        <p:spPr>
          <a:xfrm>
            <a:off x="1920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est-input-21-8"/>
          <p:cNvSpPr/>
          <p:nvPr/>
        </p:nvSpPr>
        <p:spPr>
          <a:xfrm>
            <a:off x="2011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est-input-21-9"/>
          <p:cNvSpPr/>
          <p:nvPr/>
        </p:nvSpPr>
        <p:spPr>
          <a:xfrm>
            <a:off x="2103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est-input-21-10"/>
          <p:cNvSpPr/>
          <p:nvPr/>
        </p:nvSpPr>
        <p:spPr>
          <a:xfrm>
            <a:off x="2194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est-input-21-11"/>
          <p:cNvSpPr/>
          <p:nvPr/>
        </p:nvSpPr>
        <p:spPr>
          <a:xfrm>
            <a:off x="2286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est-input-21-12"/>
          <p:cNvSpPr/>
          <p:nvPr/>
        </p:nvSpPr>
        <p:spPr>
          <a:xfrm>
            <a:off x="23774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est-input-21-13"/>
          <p:cNvSpPr/>
          <p:nvPr/>
        </p:nvSpPr>
        <p:spPr>
          <a:xfrm>
            <a:off x="246888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est-input-21-14"/>
          <p:cNvSpPr/>
          <p:nvPr/>
        </p:nvSpPr>
        <p:spPr>
          <a:xfrm>
            <a:off x="256032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est-input-21-15"/>
          <p:cNvSpPr/>
          <p:nvPr/>
        </p:nvSpPr>
        <p:spPr>
          <a:xfrm>
            <a:off x="265176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est-input-21-16"/>
          <p:cNvSpPr/>
          <p:nvPr/>
        </p:nvSpPr>
        <p:spPr>
          <a:xfrm>
            <a:off x="274320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est-input-21-17"/>
          <p:cNvSpPr/>
          <p:nvPr/>
        </p:nvSpPr>
        <p:spPr>
          <a:xfrm>
            <a:off x="28346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est-input-21-18"/>
          <p:cNvSpPr/>
          <p:nvPr/>
        </p:nvSpPr>
        <p:spPr>
          <a:xfrm>
            <a:off x="2926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est-input-21-19"/>
          <p:cNvSpPr/>
          <p:nvPr/>
        </p:nvSpPr>
        <p:spPr>
          <a:xfrm>
            <a:off x="3017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est-input-21-20"/>
          <p:cNvSpPr/>
          <p:nvPr/>
        </p:nvSpPr>
        <p:spPr>
          <a:xfrm>
            <a:off x="3108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est-input-21-21"/>
          <p:cNvSpPr/>
          <p:nvPr/>
        </p:nvSpPr>
        <p:spPr>
          <a:xfrm>
            <a:off x="3200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est-input-21-22"/>
          <p:cNvSpPr/>
          <p:nvPr/>
        </p:nvSpPr>
        <p:spPr>
          <a:xfrm>
            <a:off x="3291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est-input-21-23"/>
          <p:cNvSpPr/>
          <p:nvPr/>
        </p:nvSpPr>
        <p:spPr>
          <a:xfrm>
            <a:off x="3383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est-input-21-24"/>
          <p:cNvSpPr/>
          <p:nvPr/>
        </p:nvSpPr>
        <p:spPr>
          <a:xfrm>
            <a:off x="3474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est-input-21-25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est-input-22-0"/>
          <p:cNvSpPr/>
          <p:nvPr/>
        </p:nvSpPr>
        <p:spPr>
          <a:xfrm>
            <a:off x="1280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est-input-22-1"/>
          <p:cNvSpPr/>
          <p:nvPr/>
        </p:nvSpPr>
        <p:spPr>
          <a:xfrm>
            <a:off x="13716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est-input-22-2"/>
          <p:cNvSpPr/>
          <p:nvPr/>
        </p:nvSpPr>
        <p:spPr>
          <a:xfrm>
            <a:off x="146303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est-input-22-3"/>
          <p:cNvSpPr/>
          <p:nvPr/>
        </p:nvSpPr>
        <p:spPr>
          <a:xfrm>
            <a:off x="15544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est-input-22-4"/>
          <p:cNvSpPr/>
          <p:nvPr/>
        </p:nvSpPr>
        <p:spPr>
          <a:xfrm>
            <a:off x="164591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est-input-22-5"/>
          <p:cNvSpPr/>
          <p:nvPr/>
        </p:nvSpPr>
        <p:spPr>
          <a:xfrm>
            <a:off x="17373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est-input-22-6"/>
          <p:cNvSpPr/>
          <p:nvPr/>
        </p:nvSpPr>
        <p:spPr>
          <a:xfrm>
            <a:off x="18288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est-input-22-7"/>
          <p:cNvSpPr/>
          <p:nvPr/>
        </p:nvSpPr>
        <p:spPr>
          <a:xfrm>
            <a:off x="1920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est-input-22-8"/>
          <p:cNvSpPr/>
          <p:nvPr/>
        </p:nvSpPr>
        <p:spPr>
          <a:xfrm>
            <a:off x="2011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est-input-22-9"/>
          <p:cNvSpPr/>
          <p:nvPr/>
        </p:nvSpPr>
        <p:spPr>
          <a:xfrm>
            <a:off x="2103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est-input-22-10"/>
          <p:cNvSpPr/>
          <p:nvPr/>
        </p:nvSpPr>
        <p:spPr>
          <a:xfrm>
            <a:off x="2194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est-input-22-11"/>
          <p:cNvSpPr/>
          <p:nvPr/>
        </p:nvSpPr>
        <p:spPr>
          <a:xfrm>
            <a:off x="2286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est-input-22-12"/>
          <p:cNvSpPr/>
          <p:nvPr/>
        </p:nvSpPr>
        <p:spPr>
          <a:xfrm>
            <a:off x="2377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est-input-22-13"/>
          <p:cNvSpPr/>
          <p:nvPr/>
        </p:nvSpPr>
        <p:spPr>
          <a:xfrm>
            <a:off x="2468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est-input-22-14"/>
          <p:cNvSpPr/>
          <p:nvPr/>
        </p:nvSpPr>
        <p:spPr>
          <a:xfrm>
            <a:off x="2560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est-input-22-15"/>
          <p:cNvSpPr/>
          <p:nvPr/>
        </p:nvSpPr>
        <p:spPr>
          <a:xfrm>
            <a:off x="2651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est-input-22-16"/>
          <p:cNvSpPr/>
          <p:nvPr/>
        </p:nvSpPr>
        <p:spPr>
          <a:xfrm>
            <a:off x="2743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est-input-22-17"/>
          <p:cNvSpPr/>
          <p:nvPr/>
        </p:nvSpPr>
        <p:spPr>
          <a:xfrm>
            <a:off x="2834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est-input-22-18"/>
          <p:cNvSpPr/>
          <p:nvPr/>
        </p:nvSpPr>
        <p:spPr>
          <a:xfrm>
            <a:off x="2926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est-input-22-19"/>
          <p:cNvSpPr/>
          <p:nvPr/>
        </p:nvSpPr>
        <p:spPr>
          <a:xfrm>
            <a:off x="3017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est-input-22-20"/>
          <p:cNvSpPr/>
          <p:nvPr/>
        </p:nvSpPr>
        <p:spPr>
          <a:xfrm>
            <a:off x="3108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est-input-22-21"/>
          <p:cNvSpPr/>
          <p:nvPr/>
        </p:nvSpPr>
        <p:spPr>
          <a:xfrm>
            <a:off x="3200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est-input-22-22"/>
          <p:cNvSpPr/>
          <p:nvPr/>
        </p:nvSpPr>
        <p:spPr>
          <a:xfrm>
            <a:off x="3291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est-input-22-23"/>
          <p:cNvSpPr/>
          <p:nvPr/>
        </p:nvSpPr>
        <p:spPr>
          <a:xfrm>
            <a:off x="3383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est-input-22-24"/>
          <p:cNvSpPr/>
          <p:nvPr/>
        </p:nvSpPr>
        <p:spPr>
          <a:xfrm>
            <a:off x="3474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est-input-22-25"/>
          <p:cNvSpPr/>
          <p:nvPr/>
        </p:nvSpPr>
        <p:spPr>
          <a:xfrm>
            <a:off x="3566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est-input-23-0"/>
          <p:cNvSpPr/>
          <p:nvPr/>
        </p:nvSpPr>
        <p:spPr>
          <a:xfrm>
            <a:off x="1280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est-input-23-1"/>
          <p:cNvSpPr/>
          <p:nvPr/>
        </p:nvSpPr>
        <p:spPr>
          <a:xfrm>
            <a:off x="13716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est-input-23-2"/>
          <p:cNvSpPr/>
          <p:nvPr/>
        </p:nvSpPr>
        <p:spPr>
          <a:xfrm>
            <a:off x="146303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est-input-23-3"/>
          <p:cNvSpPr/>
          <p:nvPr/>
        </p:nvSpPr>
        <p:spPr>
          <a:xfrm>
            <a:off x="155448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est-input-23-4"/>
          <p:cNvSpPr/>
          <p:nvPr/>
        </p:nvSpPr>
        <p:spPr>
          <a:xfrm>
            <a:off x="164591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est-input-23-5"/>
          <p:cNvSpPr/>
          <p:nvPr/>
        </p:nvSpPr>
        <p:spPr>
          <a:xfrm>
            <a:off x="173736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est-input-23-6"/>
          <p:cNvSpPr/>
          <p:nvPr/>
        </p:nvSpPr>
        <p:spPr>
          <a:xfrm>
            <a:off x="18288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est-input-23-7"/>
          <p:cNvSpPr/>
          <p:nvPr/>
        </p:nvSpPr>
        <p:spPr>
          <a:xfrm>
            <a:off x="1920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est-input-23-8"/>
          <p:cNvSpPr/>
          <p:nvPr/>
        </p:nvSpPr>
        <p:spPr>
          <a:xfrm>
            <a:off x="2011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est-input-23-9"/>
          <p:cNvSpPr/>
          <p:nvPr/>
        </p:nvSpPr>
        <p:spPr>
          <a:xfrm>
            <a:off x="2103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est-input-23-10"/>
          <p:cNvSpPr/>
          <p:nvPr/>
        </p:nvSpPr>
        <p:spPr>
          <a:xfrm>
            <a:off x="2194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est-input-23-11"/>
          <p:cNvSpPr/>
          <p:nvPr/>
        </p:nvSpPr>
        <p:spPr>
          <a:xfrm>
            <a:off x="2286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est-input-23-12"/>
          <p:cNvSpPr/>
          <p:nvPr/>
        </p:nvSpPr>
        <p:spPr>
          <a:xfrm>
            <a:off x="2377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est-input-23-13"/>
          <p:cNvSpPr/>
          <p:nvPr/>
        </p:nvSpPr>
        <p:spPr>
          <a:xfrm>
            <a:off x="2468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est-input-23-14"/>
          <p:cNvSpPr/>
          <p:nvPr/>
        </p:nvSpPr>
        <p:spPr>
          <a:xfrm>
            <a:off x="2560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est-input-23-15"/>
          <p:cNvSpPr/>
          <p:nvPr/>
        </p:nvSpPr>
        <p:spPr>
          <a:xfrm>
            <a:off x="2651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est-input-23-16"/>
          <p:cNvSpPr/>
          <p:nvPr/>
        </p:nvSpPr>
        <p:spPr>
          <a:xfrm>
            <a:off x="2743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est-input-23-17"/>
          <p:cNvSpPr/>
          <p:nvPr/>
        </p:nvSpPr>
        <p:spPr>
          <a:xfrm>
            <a:off x="2834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est-input-23-18"/>
          <p:cNvSpPr/>
          <p:nvPr/>
        </p:nvSpPr>
        <p:spPr>
          <a:xfrm>
            <a:off x="2926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est-input-23-19"/>
          <p:cNvSpPr/>
          <p:nvPr/>
        </p:nvSpPr>
        <p:spPr>
          <a:xfrm>
            <a:off x="3017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est-input-23-20"/>
          <p:cNvSpPr/>
          <p:nvPr/>
        </p:nvSpPr>
        <p:spPr>
          <a:xfrm>
            <a:off x="3108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est-input-23-21"/>
          <p:cNvSpPr/>
          <p:nvPr/>
        </p:nvSpPr>
        <p:spPr>
          <a:xfrm>
            <a:off x="3200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est-input-23-22"/>
          <p:cNvSpPr/>
          <p:nvPr/>
        </p:nvSpPr>
        <p:spPr>
          <a:xfrm>
            <a:off x="3291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est-input-23-23"/>
          <p:cNvSpPr/>
          <p:nvPr/>
        </p:nvSpPr>
        <p:spPr>
          <a:xfrm>
            <a:off x="3383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est-input-23-24"/>
          <p:cNvSpPr/>
          <p:nvPr/>
        </p:nvSpPr>
        <p:spPr>
          <a:xfrm>
            <a:off x="3474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est-input-23-25"/>
          <p:cNvSpPr/>
          <p:nvPr/>
        </p:nvSpPr>
        <p:spPr>
          <a:xfrm>
            <a:off x="3566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est-input-24-0"/>
          <p:cNvSpPr/>
          <p:nvPr/>
        </p:nvSpPr>
        <p:spPr>
          <a:xfrm>
            <a:off x="1280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est-input-24-1"/>
          <p:cNvSpPr/>
          <p:nvPr/>
        </p:nvSpPr>
        <p:spPr>
          <a:xfrm>
            <a:off x="13716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est-input-24-2"/>
          <p:cNvSpPr/>
          <p:nvPr/>
        </p:nvSpPr>
        <p:spPr>
          <a:xfrm>
            <a:off x="1463039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est-input-24-3"/>
          <p:cNvSpPr/>
          <p:nvPr/>
        </p:nvSpPr>
        <p:spPr>
          <a:xfrm>
            <a:off x="15544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est-input-24-4"/>
          <p:cNvSpPr/>
          <p:nvPr/>
        </p:nvSpPr>
        <p:spPr>
          <a:xfrm>
            <a:off x="1645919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est-input-24-5"/>
          <p:cNvSpPr/>
          <p:nvPr/>
        </p:nvSpPr>
        <p:spPr>
          <a:xfrm>
            <a:off x="1737360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est-input-24-6"/>
          <p:cNvSpPr/>
          <p:nvPr/>
        </p:nvSpPr>
        <p:spPr>
          <a:xfrm>
            <a:off x="1828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est-input-24-7"/>
          <p:cNvSpPr/>
          <p:nvPr/>
        </p:nvSpPr>
        <p:spPr>
          <a:xfrm>
            <a:off x="1920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est-input-24-8"/>
          <p:cNvSpPr/>
          <p:nvPr/>
        </p:nvSpPr>
        <p:spPr>
          <a:xfrm>
            <a:off x="2011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est-input-24-9"/>
          <p:cNvSpPr/>
          <p:nvPr/>
        </p:nvSpPr>
        <p:spPr>
          <a:xfrm>
            <a:off x="2103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est-input-24-10"/>
          <p:cNvSpPr/>
          <p:nvPr/>
        </p:nvSpPr>
        <p:spPr>
          <a:xfrm>
            <a:off x="2194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est-input-24-11"/>
          <p:cNvSpPr/>
          <p:nvPr/>
        </p:nvSpPr>
        <p:spPr>
          <a:xfrm>
            <a:off x="2286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est-input-24-12"/>
          <p:cNvSpPr/>
          <p:nvPr/>
        </p:nvSpPr>
        <p:spPr>
          <a:xfrm>
            <a:off x="2377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est-input-24-13"/>
          <p:cNvSpPr/>
          <p:nvPr/>
        </p:nvSpPr>
        <p:spPr>
          <a:xfrm>
            <a:off x="2468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est-input-24-14"/>
          <p:cNvSpPr/>
          <p:nvPr/>
        </p:nvSpPr>
        <p:spPr>
          <a:xfrm>
            <a:off x="2560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est-input-24-15"/>
          <p:cNvSpPr/>
          <p:nvPr/>
        </p:nvSpPr>
        <p:spPr>
          <a:xfrm>
            <a:off x="2651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est-input-24-16"/>
          <p:cNvSpPr/>
          <p:nvPr/>
        </p:nvSpPr>
        <p:spPr>
          <a:xfrm>
            <a:off x="2743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est-input-24-17"/>
          <p:cNvSpPr/>
          <p:nvPr/>
        </p:nvSpPr>
        <p:spPr>
          <a:xfrm>
            <a:off x="2834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est-input-24-18"/>
          <p:cNvSpPr/>
          <p:nvPr/>
        </p:nvSpPr>
        <p:spPr>
          <a:xfrm>
            <a:off x="2926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est-input-24-19"/>
          <p:cNvSpPr/>
          <p:nvPr/>
        </p:nvSpPr>
        <p:spPr>
          <a:xfrm>
            <a:off x="3017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est-input-24-20"/>
          <p:cNvSpPr/>
          <p:nvPr/>
        </p:nvSpPr>
        <p:spPr>
          <a:xfrm>
            <a:off x="3108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est-input-24-21"/>
          <p:cNvSpPr/>
          <p:nvPr/>
        </p:nvSpPr>
        <p:spPr>
          <a:xfrm>
            <a:off x="3200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est-input-24-22"/>
          <p:cNvSpPr/>
          <p:nvPr/>
        </p:nvSpPr>
        <p:spPr>
          <a:xfrm>
            <a:off x="3291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est-input-24-23"/>
          <p:cNvSpPr/>
          <p:nvPr/>
        </p:nvSpPr>
        <p:spPr>
          <a:xfrm>
            <a:off x="3383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est-input-24-24"/>
          <p:cNvSpPr/>
          <p:nvPr/>
        </p:nvSpPr>
        <p:spPr>
          <a:xfrm>
            <a:off x="3474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est-input-24-25"/>
          <p:cNvSpPr/>
          <p:nvPr/>
        </p:nvSpPr>
        <p:spPr>
          <a:xfrm>
            <a:off x="3566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est-input-25-0"/>
          <p:cNvSpPr/>
          <p:nvPr/>
        </p:nvSpPr>
        <p:spPr>
          <a:xfrm>
            <a:off x="1280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est-input-25-1"/>
          <p:cNvSpPr/>
          <p:nvPr/>
        </p:nvSpPr>
        <p:spPr>
          <a:xfrm>
            <a:off x="1371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est-input-25-2"/>
          <p:cNvSpPr/>
          <p:nvPr/>
        </p:nvSpPr>
        <p:spPr>
          <a:xfrm>
            <a:off x="146303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est-input-25-3"/>
          <p:cNvSpPr/>
          <p:nvPr/>
        </p:nvSpPr>
        <p:spPr>
          <a:xfrm>
            <a:off x="1554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est-input-25-4"/>
          <p:cNvSpPr/>
          <p:nvPr/>
        </p:nvSpPr>
        <p:spPr>
          <a:xfrm>
            <a:off x="164591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est-input-25-5"/>
          <p:cNvSpPr/>
          <p:nvPr/>
        </p:nvSpPr>
        <p:spPr>
          <a:xfrm>
            <a:off x="1737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est-input-25-6"/>
          <p:cNvSpPr/>
          <p:nvPr/>
        </p:nvSpPr>
        <p:spPr>
          <a:xfrm>
            <a:off x="1828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est-input-25-7"/>
          <p:cNvSpPr/>
          <p:nvPr/>
        </p:nvSpPr>
        <p:spPr>
          <a:xfrm>
            <a:off x="1920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est-input-25-8"/>
          <p:cNvSpPr/>
          <p:nvPr/>
        </p:nvSpPr>
        <p:spPr>
          <a:xfrm>
            <a:off x="2011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est-input-25-9"/>
          <p:cNvSpPr/>
          <p:nvPr/>
        </p:nvSpPr>
        <p:spPr>
          <a:xfrm>
            <a:off x="2103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est-input-25-10"/>
          <p:cNvSpPr/>
          <p:nvPr/>
        </p:nvSpPr>
        <p:spPr>
          <a:xfrm>
            <a:off x="2194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est-input-25-11"/>
          <p:cNvSpPr/>
          <p:nvPr/>
        </p:nvSpPr>
        <p:spPr>
          <a:xfrm>
            <a:off x="2286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est-input-25-12"/>
          <p:cNvSpPr/>
          <p:nvPr/>
        </p:nvSpPr>
        <p:spPr>
          <a:xfrm>
            <a:off x="2377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est-input-25-13"/>
          <p:cNvSpPr/>
          <p:nvPr/>
        </p:nvSpPr>
        <p:spPr>
          <a:xfrm>
            <a:off x="2468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est-input-25-14"/>
          <p:cNvSpPr/>
          <p:nvPr/>
        </p:nvSpPr>
        <p:spPr>
          <a:xfrm>
            <a:off x="2560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est-input-25-15"/>
          <p:cNvSpPr/>
          <p:nvPr/>
        </p:nvSpPr>
        <p:spPr>
          <a:xfrm>
            <a:off x="2651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est-input-25-16"/>
          <p:cNvSpPr/>
          <p:nvPr/>
        </p:nvSpPr>
        <p:spPr>
          <a:xfrm>
            <a:off x="2743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est-input-25-17"/>
          <p:cNvSpPr/>
          <p:nvPr/>
        </p:nvSpPr>
        <p:spPr>
          <a:xfrm>
            <a:off x="2834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est-input-25-18"/>
          <p:cNvSpPr/>
          <p:nvPr/>
        </p:nvSpPr>
        <p:spPr>
          <a:xfrm>
            <a:off x="2926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est-input-25-19"/>
          <p:cNvSpPr/>
          <p:nvPr/>
        </p:nvSpPr>
        <p:spPr>
          <a:xfrm>
            <a:off x="3017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est-input-25-20"/>
          <p:cNvSpPr/>
          <p:nvPr/>
        </p:nvSpPr>
        <p:spPr>
          <a:xfrm>
            <a:off x="3108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est-input-25-21"/>
          <p:cNvSpPr/>
          <p:nvPr/>
        </p:nvSpPr>
        <p:spPr>
          <a:xfrm>
            <a:off x="3200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est-input-25-22"/>
          <p:cNvSpPr/>
          <p:nvPr/>
        </p:nvSpPr>
        <p:spPr>
          <a:xfrm>
            <a:off x="3291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est-input-25-23"/>
          <p:cNvSpPr/>
          <p:nvPr/>
        </p:nvSpPr>
        <p:spPr>
          <a:xfrm>
            <a:off x="3383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est-input-25-24"/>
          <p:cNvSpPr/>
          <p:nvPr/>
        </p:nvSpPr>
        <p:spPr>
          <a:xfrm>
            <a:off x="3474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est-input-25-25"/>
          <p:cNvSpPr/>
          <p:nvPr/>
        </p:nvSpPr>
        <p:spPr>
          <a:xfrm>
            <a:off x="3566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est-output-0-0"/>
          <p:cNvSpPr/>
          <p:nvPr/>
        </p:nvSpPr>
        <p:spPr>
          <a:xfrm>
            <a:off x="5394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est-output-0-1"/>
          <p:cNvSpPr/>
          <p:nvPr/>
        </p:nvSpPr>
        <p:spPr>
          <a:xfrm>
            <a:off x="5486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est-output-0-2"/>
          <p:cNvSpPr/>
          <p:nvPr/>
        </p:nvSpPr>
        <p:spPr>
          <a:xfrm>
            <a:off x="55778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est-output-0-3"/>
          <p:cNvSpPr/>
          <p:nvPr/>
        </p:nvSpPr>
        <p:spPr>
          <a:xfrm>
            <a:off x="5669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est-output-0-4"/>
          <p:cNvSpPr/>
          <p:nvPr/>
        </p:nvSpPr>
        <p:spPr>
          <a:xfrm>
            <a:off x="5760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est-output-0-5"/>
          <p:cNvSpPr/>
          <p:nvPr/>
        </p:nvSpPr>
        <p:spPr>
          <a:xfrm>
            <a:off x="5852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est-output-0-6"/>
          <p:cNvSpPr/>
          <p:nvPr/>
        </p:nvSpPr>
        <p:spPr>
          <a:xfrm>
            <a:off x="5943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est-output-0-7"/>
          <p:cNvSpPr/>
          <p:nvPr/>
        </p:nvSpPr>
        <p:spPr>
          <a:xfrm>
            <a:off x="60350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est-output-0-8"/>
          <p:cNvSpPr/>
          <p:nvPr/>
        </p:nvSpPr>
        <p:spPr>
          <a:xfrm>
            <a:off x="6126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est-output-0-9"/>
          <p:cNvSpPr/>
          <p:nvPr/>
        </p:nvSpPr>
        <p:spPr>
          <a:xfrm>
            <a:off x="62179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est-output-0-10"/>
          <p:cNvSpPr/>
          <p:nvPr/>
        </p:nvSpPr>
        <p:spPr>
          <a:xfrm>
            <a:off x="6309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est-output-0-11"/>
          <p:cNvSpPr/>
          <p:nvPr/>
        </p:nvSpPr>
        <p:spPr>
          <a:xfrm>
            <a:off x="6400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est-output-0-12"/>
          <p:cNvSpPr/>
          <p:nvPr/>
        </p:nvSpPr>
        <p:spPr>
          <a:xfrm>
            <a:off x="6492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est-output-0-13"/>
          <p:cNvSpPr/>
          <p:nvPr/>
        </p:nvSpPr>
        <p:spPr>
          <a:xfrm>
            <a:off x="6583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est-output-0-14"/>
          <p:cNvSpPr/>
          <p:nvPr/>
        </p:nvSpPr>
        <p:spPr>
          <a:xfrm>
            <a:off x="6675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est-output-0-15"/>
          <p:cNvSpPr/>
          <p:nvPr/>
        </p:nvSpPr>
        <p:spPr>
          <a:xfrm>
            <a:off x="6766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est-output-0-16"/>
          <p:cNvSpPr/>
          <p:nvPr/>
        </p:nvSpPr>
        <p:spPr>
          <a:xfrm>
            <a:off x="6858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est-output-0-17"/>
          <p:cNvSpPr/>
          <p:nvPr/>
        </p:nvSpPr>
        <p:spPr>
          <a:xfrm>
            <a:off x="6949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est-output-0-18"/>
          <p:cNvSpPr/>
          <p:nvPr/>
        </p:nvSpPr>
        <p:spPr>
          <a:xfrm>
            <a:off x="7040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est-output-0-19"/>
          <p:cNvSpPr/>
          <p:nvPr/>
        </p:nvSpPr>
        <p:spPr>
          <a:xfrm>
            <a:off x="7132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est-output-0-20"/>
          <p:cNvSpPr/>
          <p:nvPr/>
        </p:nvSpPr>
        <p:spPr>
          <a:xfrm>
            <a:off x="7223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est-output-0-21"/>
          <p:cNvSpPr/>
          <p:nvPr/>
        </p:nvSpPr>
        <p:spPr>
          <a:xfrm>
            <a:off x="7315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est-output-0-22"/>
          <p:cNvSpPr/>
          <p:nvPr/>
        </p:nvSpPr>
        <p:spPr>
          <a:xfrm>
            <a:off x="7406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est-output-0-23"/>
          <p:cNvSpPr/>
          <p:nvPr/>
        </p:nvSpPr>
        <p:spPr>
          <a:xfrm>
            <a:off x="7498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est-output-0-24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est-output-0-25"/>
          <p:cNvSpPr/>
          <p:nvPr/>
        </p:nvSpPr>
        <p:spPr>
          <a:xfrm>
            <a:off x="7680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est-output-1-0"/>
          <p:cNvSpPr/>
          <p:nvPr/>
        </p:nvSpPr>
        <p:spPr>
          <a:xfrm>
            <a:off x="5394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est-output-1-1"/>
          <p:cNvSpPr/>
          <p:nvPr/>
        </p:nvSpPr>
        <p:spPr>
          <a:xfrm>
            <a:off x="54864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est-output-1-2"/>
          <p:cNvSpPr/>
          <p:nvPr/>
        </p:nvSpPr>
        <p:spPr>
          <a:xfrm>
            <a:off x="55778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est-output-1-3"/>
          <p:cNvSpPr/>
          <p:nvPr/>
        </p:nvSpPr>
        <p:spPr>
          <a:xfrm>
            <a:off x="56692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est-output-1-4"/>
          <p:cNvSpPr/>
          <p:nvPr/>
        </p:nvSpPr>
        <p:spPr>
          <a:xfrm>
            <a:off x="5760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est-output-1-5"/>
          <p:cNvSpPr/>
          <p:nvPr/>
        </p:nvSpPr>
        <p:spPr>
          <a:xfrm>
            <a:off x="5852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est-output-1-6"/>
          <p:cNvSpPr/>
          <p:nvPr/>
        </p:nvSpPr>
        <p:spPr>
          <a:xfrm>
            <a:off x="5943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est-output-1-7"/>
          <p:cNvSpPr/>
          <p:nvPr/>
        </p:nvSpPr>
        <p:spPr>
          <a:xfrm>
            <a:off x="60350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est-output-1-8"/>
          <p:cNvSpPr/>
          <p:nvPr/>
        </p:nvSpPr>
        <p:spPr>
          <a:xfrm>
            <a:off x="6126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est-output-1-9"/>
          <p:cNvSpPr/>
          <p:nvPr/>
        </p:nvSpPr>
        <p:spPr>
          <a:xfrm>
            <a:off x="62179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est-output-1-10"/>
          <p:cNvSpPr/>
          <p:nvPr/>
        </p:nvSpPr>
        <p:spPr>
          <a:xfrm>
            <a:off x="6309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est-output-1-11"/>
          <p:cNvSpPr/>
          <p:nvPr/>
        </p:nvSpPr>
        <p:spPr>
          <a:xfrm>
            <a:off x="6400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est-output-1-12"/>
          <p:cNvSpPr/>
          <p:nvPr/>
        </p:nvSpPr>
        <p:spPr>
          <a:xfrm>
            <a:off x="6492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est-output-1-13"/>
          <p:cNvSpPr/>
          <p:nvPr/>
        </p:nvSpPr>
        <p:spPr>
          <a:xfrm>
            <a:off x="6583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est-output-1-14"/>
          <p:cNvSpPr/>
          <p:nvPr/>
        </p:nvSpPr>
        <p:spPr>
          <a:xfrm>
            <a:off x="6675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est-output-1-15"/>
          <p:cNvSpPr/>
          <p:nvPr/>
        </p:nvSpPr>
        <p:spPr>
          <a:xfrm>
            <a:off x="67665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est-output-1-16"/>
          <p:cNvSpPr/>
          <p:nvPr/>
        </p:nvSpPr>
        <p:spPr>
          <a:xfrm>
            <a:off x="6858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est-output-1-17"/>
          <p:cNvSpPr/>
          <p:nvPr/>
        </p:nvSpPr>
        <p:spPr>
          <a:xfrm>
            <a:off x="69494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est-output-1-18"/>
          <p:cNvSpPr/>
          <p:nvPr/>
        </p:nvSpPr>
        <p:spPr>
          <a:xfrm>
            <a:off x="7040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est-output-1-19"/>
          <p:cNvSpPr/>
          <p:nvPr/>
        </p:nvSpPr>
        <p:spPr>
          <a:xfrm>
            <a:off x="7132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est-output-1-20"/>
          <p:cNvSpPr/>
          <p:nvPr/>
        </p:nvSpPr>
        <p:spPr>
          <a:xfrm>
            <a:off x="7223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est-output-1-21"/>
          <p:cNvSpPr/>
          <p:nvPr/>
        </p:nvSpPr>
        <p:spPr>
          <a:xfrm>
            <a:off x="73152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est-output-1-22"/>
          <p:cNvSpPr/>
          <p:nvPr/>
        </p:nvSpPr>
        <p:spPr>
          <a:xfrm>
            <a:off x="74066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est-output-1-23"/>
          <p:cNvSpPr/>
          <p:nvPr/>
        </p:nvSpPr>
        <p:spPr>
          <a:xfrm>
            <a:off x="74980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est-output-1-24"/>
          <p:cNvSpPr/>
          <p:nvPr/>
        </p:nvSpPr>
        <p:spPr>
          <a:xfrm>
            <a:off x="75895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est-output-1-25"/>
          <p:cNvSpPr/>
          <p:nvPr/>
        </p:nvSpPr>
        <p:spPr>
          <a:xfrm>
            <a:off x="7680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est-output-2-0"/>
          <p:cNvSpPr/>
          <p:nvPr/>
        </p:nvSpPr>
        <p:spPr>
          <a:xfrm>
            <a:off x="5394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est-output-2-1"/>
          <p:cNvSpPr/>
          <p:nvPr/>
        </p:nvSpPr>
        <p:spPr>
          <a:xfrm>
            <a:off x="5486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est-output-2-2"/>
          <p:cNvSpPr/>
          <p:nvPr/>
        </p:nvSpPr>
        <p:spPr>
          <a:xfrm>
            <a:off x="55778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est-output-2-3"/>
          <p:cNvSpPr/>
          <p:nvPr/>
        </p:nvSpPr>
        <p:spPr>
          <a:xfrm>
            <a:off x="5669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est-output-2-4"/>
          <p:cNvSpPr/>
          <p:nvPr/>
        </p:nvSpPr>
        <p:spPr>
          <a:xfrm>
            <a:off x="5760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est-output-2-5"/>
          <p:cNvSpPr/>
          <p:nvPr/>
        </p:nvSpPr>
        <p:spPr>
          <a:xfrm>
            <a:off x="5852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est-output-2-6"/>
          <p:cNvSpPr/>
          <p:nvPr/>
        </p:nvSpPr>
        <p:spPr>
          <a:xfrm>
            <a:off x="5943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est-output-2-7"/>
          <p:cNvSpPr/>
          <p:nvPr/>
        </p:nvSpPr>
        <p:spPr>
          <a:xfrm>
            <a:off x="60350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est-output-2-8"/>
          <p:cNvSpPr/>
          <p:nvPr/>
        </p:nvSpPr>
        <p:spPr>
          <a:xfrm>
            <a:off x="6126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est-output-2-9"/>
          <p:cNvSpPr/>
          <p:nvPr/>
        </p:nvSpPr>
        <p:spPr>
          <a:xfrm>
            <a:off x="62179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est-output-2-10"/>
          <p:cNvSpPr/>
          <p:nvPr/>
        </p:nvSpPr>
        <p:spPr>
          <a:xfrm>
            <a:off x="6309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est-output-2-11"/>
          <p:cNvSpPr/>
          <p:nvPr/>
        </p:nvSpPr>
        <p:spPr>
          <a:xfrm>
            <a:off x="6400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est-output-2-12"/>
          <p:cNvSpPr/>
          <p:nvPr/>
        </p:nvSpPr>
        <p:spPr>
          <a:xfrm>
            <a:off x="6492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est-output-2-13"/>
          <p:cNvSpPr/>
          <p:nvPr/>
        </p:nvSpPr>
        <p:spPr>
          <a:xfrm>
            <a:off x="6583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est-output-2-14"/>
          <p:cNvSpPr/>
          <p:nvPr/>
        </p:nvSpPr>
        <p:spPr>
          <a:xfrm>
            <a:off x="6675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est-output-2-15"/>
          <p:cNvSpPr/>
          <p:nvPr/>
        </p:nvSpPr>
        <p:spPr>
          <a:xfrm>
            <a:off x="67665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est-output-2-16"/>
          <p:cNvSpPr/>
          <p:nvPr/>
        </p:nvSpPr>
        <p:spPr>
          <a:xfrm>
            <a:off x="6858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est-output-2-17"/>
          <p:cNvSpPr/>
          <p:nvPr/>
        </p:nvSpPr>
        <p:spPr>
          <a:xfrm>
            <a:off x="69494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est-output-2-18"/>
          <p:cNvSpPr/>
          <p:nvPr/>
        </p:nvSpPr>
        <p:spPr>
          <a:xfrm>
            <a:off x="7040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est-output-2-19"/>
          <p:cNvSpPr/>
          <p:nvPr/>
        </p:nvSpPr>
        <p:spPr>
          <a:xfrm>
            <a:off x="7132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est-output-2-20"/>
          <p:cNvSpPr/>
          <p:nvPr/>
        </p:nvSpPr>
        <p:spPr>
          <a:xfrm>
            <a:off x="7223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est-output-2-21"/>
          <p:cNvSpPr/>
          <p:nvPr/>
        </p:nvSpPr>
        <p:spPr>
          <a:xfrm>
            <a:off x="73152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est-output-2-22"/>
          <p:cNvSpPr/>
          <p:nvPr/>
        </p:nvSpPr>
        <p:spPr>
          <a:xfrm>
            <a:off x="7406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est-output-2-23"/>
          <p:cNvSpPr/>
          <p:nvPr/>
        </p:nvSpPr>
        <p:spPr>
          <a:xfrm>
            <a:off x="7498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est-output-2-24"/>
          <p:cNvSpPr/>
          <p:nvPr/>
        </p:nvSpPr>
        <p:spPr>
          <a:xfrm>
            <a:off x="7589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est-output-2-25"/>
          <p:cNvSpPr/>
          <p:nvPr/>
        </p:nvSpPr>
        <p:spPr>
          <a:xfrm>
            <a:off x="7680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est-output-3-0"/>
          <p:cNvSpPr/>
          <p:nvPr/>
        </p:nvSpPr>
        <p:spPr>
          <a:xfrm>
            <a:off x="5394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est-output-3-1"/>
          <p:cNvSpPr/>
          <p:nvPr/>
        </p:nvSpPr>
        <p:spPr>
          <a:xfrm>
            <a:off x="5486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est-output-3-2"/>
          <p:cNvSpPr/>
          <p:nvPr/>
        </p:nvSpPr>
        <p:spPr>
          <a:xfrm>
            <a:off x="55778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est-output-3-3"/>
          <p:cNvSpPr/>
          <p:nvPr/>
        </p:nvSpPr>
        <p:spPr>
          <a:xfrm>
            <a:off x="5669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est-output-3-4"/>
          <p:cNvSpPr/>
          <p:nvPr/>
        </p:nvSpPr>
        <p:spPr>
          <a:xfrm>
            <a:off x="5760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est-output-3-5"/>
          <p:cNvSpPr/>
          <p:nvPr/>
        </p:nvSpPr>
        <p:spPr>
          <a:xfrm>
            <a:off x="5852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est-output-3-6"/>
          <p:cNvSpPr/>
          <p:nvPr/>
        </p:nvSpPr>
        <p:spPr>
          <a:xfrm>
            <a:off x="5943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est-output-3-7"/>
          <p:cNvSpPr/>
          <p:nvPr/>
        </p:nvSpPr>
        <p:spPr>
          <a:xfrm>
            <a:off x="60350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est-output-3-8"/>
          <p:cNvSpPr/>
          <p:nvPr/>
        </p:nvSpPr>
        <p:spPr>
          <a:xfrm>
            <a:off x="6126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est-output-3-9"/>
          <p:cNvSpPr/>
          <p:nvPr/>
        </p:nvSpPr>
        <p:spPr>
          <a:xfrm>
            <a:off x="62179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est-output-3-10"/>
          <p:cNvSpPr/>
          <p:nvPr/>
        </p:nvSpPr>
        <p:spPr>
          <a:xfrm>
            <a:off x="6309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est-output-3-11"/>
          <p:cNvSpPr/>
          <p:nvPr/>
        </p:nvSpPr>
        <p:spPr>
          <a:xfrm>
            <a:off x="6400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est-output-3-12"/>
          <p:cNvSpPr/>
          <p:nvPr/>
        </p:nvSpPr>
        <p:spPr>
          <a:xfrm>
            <a:off x="6492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est-output-3-13"/>
          <p:cNvSpPr/>
          <p:nvPr/>
        </p:nvSpPr>
        <p:spPr>
          <a:xfrm>
            <a:off x="6583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est-output-3-14"/>
          <p:cNvSpPr/>
          <p:nvPr/>
        </p:nvSpPr>
        <p:spPr>
          <a:xfrm>
            <a:off x="6675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est-output-3-15"/>
          <p:cNvSpPr/>
          <p:nvPr/>
        </p:nvSpPr>
        <p:spPr>
          <a:xfrm>
            <a:off x="67665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est-output-3-16"/>
          <p:cNvSpPr/>
          <p:nvPr/>
        </p:nvSpPr>
        <p:spPr>
          <a:xfrm>
            <a:off x="68580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est-output-3-17"/>
          <p:cNvSpPr/>
          <p:nvPr/>
        </p:nvSpPr>
        <p:spPr>
          <a:xfrm>
            <a:off x="69494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est-output-3-18"/>
          <p:cNvSpPr/>
          <p:nvPr/>
        </p:nvSpPr>
        <p:spPr>
          <a:xfrm>
            <a:off x="7040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est-output-3-19"/>
          <p:cNvSpPr/>
          <p:nvPr/>
        </p:nvSpPr>
        <p:spPr>
          <a:xfrm>
            <a:off x="7132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est-output-3-20"/>
          <p:cNvSpPr/>
          <p:nvPr/>
        </p:nvSpPr>
        <p:spPr>
          <a:xfrm>
            <a:off x="7223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est-output-3-21"/>
          <p:cNvSpPr/>
          <p:nvPr/>
        </p:nvSpPr>
        <p:spPr>
          <a:xfrm>
            <a:off x="73152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est-output-3-22"/>
          <p:cNvSpPr/>
          <p:nvPr/>
        </p:nvSpPr>
        <p:spPr>
          <a:xfrm>
            <a:off x="7406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est-output-3-23"/>
          <p:cNvSpPr/>
          <p:nvPr/>
        </p:nvSpPr>
        <p:spPr>
          <a:xfrm>
            <a:off x="7498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est-output-3-24"/>
          <p:cNvSpPr/>
          <p:nvPr/>
        </p:nvSpPr>
        <p:spPr>
          <a:xfrm>
            <a:off x="7589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est-output-3-25"/>
          <p:cNvSpPr/>
          <p:nvPr/>
        </p:nvSpPr>
        <p:spPr>
          <a:xfrm>
            <a:off x="7680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est-output-4-0"/>
          <p:cNvSpPr/>
          <p:nvPr/>
        </p:nvSpPr>
        <p:spPr>
          <a:xfrm>
            <a:off x="5394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est-output-4-1"/>
          <p:cNvSpPr/>
          <p:nvPr/>
        </p:nvSpPr>
        <p:spPr>
          <a:xfrm>
            <a:off x="54864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est-output-4-2"/>
          <p:cNvSpPr/>
          <p:nvPr/>
        </p:nvSpPr>
        <p:spPr>
          <a:xfrm>
            <a:off x="55778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est-output-4-3"/>
          <p:cNvSpPr/>
          <p:nvPr/>
        </p:nvSpPr>
        <p:spPr>
          <a:xfrm>
            <a:off x="5669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est-output-4-4"/>
          <p:cNvSpPr/>
          <p:nvPr/>
        </p:nvSpPr>
        <p:spPr>
          <a:xfrm>
            <a:off x="5760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est-output-4-5"/>
          <p:cNvSpPr/>
          <p:nvPr/>
        </p:nvSpPr>
        <p:spPr>
          <a:xfrm>
            <a:off x="5852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est-output-4-6"/>
          <p:cNvSpPr/>
          <p:nvPr/>
        </p:nvSpPr>
        <p:spPr>
          <a:xfrm>
            <a:off x="5943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est-output-4-7"/>
          <p:cNvSpPr/>
          <p:nvPr/>
        </p:nvSpPr>
        <p:spPr>
          <a:xfrm>
            <a:off x="60350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est-output-4-8"/>
          <p:cNvSpPr/>
          <p:nvPr/>
        </p:nvSpPr>
        <p:spPr>
          <a:xfrm>
            <a:off x="6126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est-output-4-9"/>
          <p:cNvSpPr/>
          <p:nvPr/>
        </p:nvSpPr>
        <p:spPr>
          <a:xfrm>
            <a:off x="62179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est-output-4-10"/>
          <p:cNvSpPr/>
          <p:nvPr/>
        </p:nvSpPr>
        <p:spPr>
          <a:xfrm>
            <a:off x="6309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est-output-4-11"/>
          <p:cNvSpPr/>
          <p:nvPr/>
        </p:nvSpPr>
        <p:spPr>
          <a:xfrm>
            <a:off x="6400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est-output-4-12"/>
          <p:cNvSpPr/>
          <p:nvPr/>
        </p:nvSpPr>
        <p:spPr>
          <a:xfrm>
            <a:off x="6492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est-output-4-13"/>
          <p:cNvSpPr/>
          <p:nvPr/>
        </p:nvSpPr>
        <p:spPr>
          <a:xfrm>
            <a:off x="6583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est-output-4-14"/>
          <p:cNvSpPr/>
          <p:nvPr/>
        </p:nvSpPr>
        <p:spPr>
          <a:xfrm>
            <a:off x="6675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est-output-4-15"/>
          <p:cNvSpPr/>
          <p:nvPr/>
        </p:nvSpPr>
        <p:spPr>
          <a:xfrm>
            <a:off x="6766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est-output-4-16"/>
          <p:cNvSpPr/>
          <p:nvPr/>
        </p:nvSpPr>
        <p:spPr>
          <a:xfrm>
            <a:off x="6858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est-output-4-17"/>
          <p:cNvSpPr/>
          <p:nvPr/>
        </p:nvSpPr>
        <p:spPr>
          <a:xfrm>
            <a:off x="6949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est-output-4-18"/>
          <p:cNvSpPr/>
          <p:nvPr/>
        </p:nvSpPr>
        <p:spPr>
          <a:xfrm>
            <a:off x="7040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est-output-4-19"/>
          <p:cNvSpPr/>
          <p:nvPr/>
        </p:nvSpPr>
        <p:spPr>
          <a:xfrm>
            <a:off x="7132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est-output-4-20"/>
          <p:cNvSpPr/>
          <p:nvPr/>
        </p:nvSpPr>
        <p:spPr>
          <a:xfrm>
            <a:off x="7223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est-output-4-21"/>
          <p:cNvSpPr/>
          <p:nvPr/>
        </p:nvSpPr>
        <p:spPr>
          <a:xfrm>
            <a:off x="7315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est-output-4-22"/>
          <p:cNvSpPr/>
          <p:nvPr/>
        </p:nvSpPr>
        <p:spPr>
          <a:xfrm>
            <a:off x="7406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est-output-4-23"/>
          <p:cNvSpPr/>
          <p:nvPr/>
        </p:nvSpPr>
        <p:spPr>
          <a:xfrm>
            <a:off x="7498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est-output-4-24"/>
          <p:cNvSpPr/>
          <p:nvPr/>
        </p:nvSpPr>
        <p:spPr>
          <a:xfrm>
            <a:off x="7589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est-output-4-25"/>
          <p:cNvSpPr/>
          <p:nvPr/>
        </p:nvSpPr>
        <p:spPr>
          <a:xfrm>
            <a:off x="7680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est-output-5-0"/>
          <p:cNvSpPr/>
          <p:nvPr/>
        </p:nvSpPr>
        <p:spPr>
          <a:xfrm>
            <a:off x="5394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est-output-5-1"/>
          <p:cNvSpPr/>
          <p:nvPr/>
        </p:nvSpPr>
        <p:spPr>
          <a:xfrm>
            <a:off x="5486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est-output-5-2"/>
          <p:cNvSpPr/>
          <p:nvPr/>
        </p:nvSpPr>
        <p:spPr>
          <a:xfrm>
            <a:off x="5577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est-output-5-3"/>
          <p:cNvSpPr/>
          <p:nvPr/>
        </p:nvSpPr>
        <p:spPr>
          <a:xfrm>
            <a:off x="5669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est-output-5-4"/>
          <p:cNvSpPr/>
          <p:nvPr/>
        </p:nvSpPr>
        <p:spPr>
          <a:xfrm>
            <a:off x="5760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est-output-5-5"/>
          <p:cNvSpPr/>
          <p:nvPr/>
        </p:nvSpPr>
        <p:spPr>
          <a:xfrm>
            <a:off x="5852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est-output-5-6"/>
          <p:cNvSpPr/>
          <p:nvPr/>
        </p:nvSpPr>
        <p:spPr>
          <a:xfrm>
            <a:off x="5943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est-output-5-7"/>
          <p:cNvSpPr/>
          <p:nvPr/>
        </p:nvSpPr>
        <p:spPr>
          <a:xfrm>
            <a:off x="60350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est-output-5-8"/>
          <p:cNvSpPr/>
          <p:nvPr/>
        </p:nvSpPr>
        <p:spPr>
          <a:xfrm>
            <a:off x="6126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est-output-5-9"/>
          <p:cNvSpPr/>
          <p:nvPr/>
        </p:nvSpPr>
        <p:spPr>
          <a:xfrm>
            <a:off x="62179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est-output-5-10"/>
          <p:cNvSpPr/>
          <p:nvPr/>
        </p:nvSpPr>
        <p:spPr>
          <a:xfrm>
            <a:off x="6309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est-output-5-11"/>
          <p:cNvSpPr/>
          <p:nvPr/>
        </p:nvSpPr>
        <p:spPr>
          <a:xfrm>
            <a:off x="6400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est-output-5-12"/>
          <p:cNvSpPr/>
          <p:nvPr/>
        </p:nvSpPr>
        <p:spPr>
          <a:xfrm>
            <a:off x="6492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est-output-5-13"/>
          <p:cNvSpPr/>
          <p:nvPr/>
        </p:nvSpPr>
        <p:spPr>
          <a:xfrm>
            <a:off x="6583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est-output-5-14"/>
          <p:cNvSpPr/>
          <p:nvPr/>
        </p:nvSpPr>
        <p:spPr>
          <a:xfrm>
            <a:off x="6675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est-output-5-15"/>
          <p:cNvSpPr/>
          <p:nvPr/>
        </p:nvSpPr>
        <p:spPr>
          <a:xfrm>
            <a:off x="676656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est-output-5-16"/>
          <p:cNvSpPr/>
          <p:nvPr/>
        </p:nvSpPr>
        <p:spPr>
          <a:xfrm>
            <a:off x="685800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est-output-5-17"/>
          <p:cNvSpPr/>
          <p:nvPr/>
        </p:nvSpPr>
        <p:spPr>
          <a:xfrm>
            <a:off x="694944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est-output-5-18"/>
          <p:cNvSpPr/>
          <p:nvPr/>
        </p:nvSpPr>
        <p:spPr>
          <a:xfrm>
            <a:off x="704088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est-output-5-19"/>
          <p:cNvSpPr/>
          <p:nvPr/>
        </p:nvSpPr>
        <p:spPr>
          <a:xfrm>
            <a:off x="713232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est-output-5-20"/>
          <p:cNvSpPr/>
          <p:nvPr/>
        </p:nvSpPr>
        <p:spPr>
          <a:xfrm>
            <a:off x="7223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est-output-5-21"/>
          <p:cNvSpPr/>
          <p:nvPr/>
        </p:nvSpPr>
        <p:spPr>
          <a:xfrm>
            <a:off x="7315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est-output-5-22"/>
          <p:cNvSpPr/>
          <p:nvPr/>
        </p:nvSpPr>
        <p:spPr>
          <a:xfrm>
            <a:off x="7406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est-output-5-23"/>
          <p:cNvSpPr/>
          <p:nvPr/>
        </p:nvSpPr>
        <p:spPr>
          <a:xfrm>
            <a:off x="7498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est-output-5-24"/>
          <p:cNvSpPr/>
          <p:nvPr/>
        </p:nvSpPr>
        <p:spPr>
          <a:xfrm>
            <a:off x="7589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est-output-5-25"/>
          <p:cNvSpPr/>
          <p:nvPr/>
        </p:nvSpPr>
        <p:spPr>
          <a:xfrm>
            <a:off x="7680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est-output-6-0"/>
          <p:cNvSpPr/>
          <p:nvPr/>
        </p:nvSpPr>
        <p:spPr>
          <a:xfrm>
            <a:off x="5394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est-output-6-1"/>
          <p:cNvSpPr/>
          <p:nvPr/>
        </p:nvSpPr>
        <p:spPr>
          <a:xfrm>
            <a:off x="5486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est-output-6-2"/>
          <p:cNvSpPr/>
          <p:nvPr/>
        </p:nvSpPr>
        <p:spPr>
          <a:xfrm>
            <a:off x="5577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est-output-6-3"/>
          <p:cNvSpPr/>
          <p:nvPr/>
        </p:nvSpPr>
        <p:spPr>
          <a:xfrm>
            <a:off x="5669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est-output-6-4"/>
          <p:cNvSpPr/>
          <p:nvPr/>
        </p:nvSpPr>
        <p:spPr>
          <a:xfrm>
            <a:off x="5760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est-output-6-5"/>
          <p:cNvSpPr/>
          <p:nvPr/>
        </p:nvSpPr>
        <p:spPr>
          <a:xfrm>
            <a:off x="5852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est-output-6-6"/>
          <p:cNvSpPr/>
          <p:nvPr/>
        </p:nvSpPr>
        <p:spPr>
          <a:xfrm>
            <a:off x="5943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est-output-6-7"/>
          <p:cNvSpPr/>
          <p:nvPr/>
        </p:nvSpPr>
        <p:spPr>
          <a:xfrm>
            <a:off x="60350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est-output-6-8"/>
          <p:cNvSpPr/>
          <p:nvPr/>
        </p:nvSpPr>
        <p:spPr>
          <a:xfrm>
            <a:off x="61264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est-output-6-9"/>
          <p:cNvSpPr/>
          <p:nvPr/>
        </p:nvSpPr>
        <p:spPr>
          <a:xfrm>
            <a:off x="62179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est-output-6-10"/>
          <p:cNvSpPr/>
          <p:nvPr/>
        </p:nvSpPr>
        <p:spPr>
          <a:xfrm>
            <a:off x="63093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est-output-6-11"/>
          <p:cNvSpPr/>
          <p:nvPr/>
        </p:nvSpPr>
        <p:spPr>
          <a:xfrm>
            <a:off x="64008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est-output-6-12"/>
          <p:cNvSpPr/>
          <p:nvPr/>
        </p:nvSpPr>
        <p:spPr>
          <a:xfrm>
            <a:off x="64922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est-output-6-13"/>
          <p:cNvSpPr/>
          <p:nvPr/>
        </p:nvSpPr>
        <p:spPr>
          <a:xfrm>
            <a:off x="6583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est-output-6-14"/>
          <p:cNvSpPr/>
          <p:nvPr/>
        </p:nvSpPr>
        <p:spPr>
          <a:xfrm>
            <a:off x="6675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est-output-6-15"/>
          <p:cNvSpPr/>
          <p:nvPr/>
        </p:nvSpPr>
        <p:spPr>
          <a:xfrm>
            <a:off x="67665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est-output-6-16"/>
          <p:cNvSpPr/>
          <p:nvPr/>
        </p:nvSpPr>
        <p:spPr>
          <a:xfrm>
            <a:off x="6858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est-output-6-17"/>
          <p:cNvSpPr/>
          <p:nvPr/>
        </p:nvSpPr>
        <p:spPr>
          <a:xfrm>
            <a:off x="6949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est-output-6-18"/>
          <p:cNvSpPr/>
          <p:nvPr/>
        </p:nvSpPr>
        <p:spPr>
          <a:xfrm>
            <a:off x="7040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est-output-6-19"/>
          <p:cNvSpPr/>
          <p:nvPr/>
        </p:nvSpPr>
        <p:spPr>
          <a:xfrm>
            <a:off x="713232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est-output-6-20"/>
          <p:cNvSpPr/>
          <p:nvPr/>
        </p:nvSpPr>
        <p:spPr>
          <a:xfrm>
            <a:off x="7223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est-output-6-21"/>
          <p:cNvSpPr/>
          <p:nvPr/>
        </p:nvSpPr>
        <p:spPr>
          <a:xfrm>
            <a:off x="7315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est-output-6-22"/>
          <p:cNvSpPr/>
          <p:nvPr/>
        </p:nvSpPr>
        <p:spPr>
          <a:xfrm>
            <a:off x="7406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est-output-6-23"/>
          <p:cNvSpPr/>
          <p:nvPr/>
        </p:nvSpPr>
        <p:spPr>
          <a:xfrm>
            <a:off x="7498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est-output-6-24"/>
          <p:cNvSpPr/>
          <p:nvPr/>
        </p:nvSpPr>
        <p:spPr>
          <a:xfrm>
            <a:off x="7589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est-output-6-25"/>
          <p:cNvSpPr/>
          <p:nvPr/>
        </p:nvSpPr>
        <p:spPr>
          <a:xfrm>
            <a:off x="7680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est-output-7-0"/>
          <p:cNvSpPr/>
          <p:nvPr/>
        </p:nvSpPr>
        <p:spPr>
          <a:xfrm>
            <a:off x="5394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est-output-7-1"/>
          <p:cNvSpPr/>
          <p:nvPr/>
        </p:nvSpPr>
        <p:spPr>
          <a:xfrm>
            <a:off x="5486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est-output-7-2"/>
          <p:cNvSpPr/>
          <p:nvPr/>
        </p:nvSpPr>
        <p:spPr>
          <a:xfrm>
            <a:off x="5577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est-output-7-3"/>
          <p:cNvSpPr/>
          <p:nvPr/>
        </p:nvSpPr>
        <p:spPr>
          <a:xfrm>
            <a:off x="5669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est-output-7-4"/>
          <p:cNvSpPr/>
          <p:nvPr/>
        </p:nvSpPr>
        <p:spPr>
          <a:xfrm>
            <a:off x="5760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est-output-7-5"/>
          <p:cNvSpPr/>
          <p:nvPr/>
        </p:nvSpPr>
        <p:spPr>
          <a:xfrm>
            <a:off x="5852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est-output-7-6"/>
          <p:cNvSpPr/>
          <p:nvPr/>
        </p:nvSpPr>
        <p:spPr>
          <a:xfrm>
            <a:off x="5943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est-output-7-7"/>
          <p:cNvSpPr/>
          <p:nvPr/>
        </p:nvSpPr>
        <p:spPr>
          <a:xfrm>
            <a:off x="60350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est-output-7-8"/>
          <p:cNvSpPr/>
          <p:nvPr/>
        </p:nvSpPr>
        <p:spPr>
          <a:xfrm>
            <a:off x="61264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est-output-7-9"/>
          <p:cNvSpPr/>
          <p:nvPr/>
        </p:nvSpPr>
        <p:spPr>
          <a:xfrm>
            <a:off x="62179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est-output-7-10"/>
          <p:cNvSpPr/>
          <p:nvPr/>
        </p:nvSpPr>
        <p:spPr>
          <a:xfrm>
            <a:off x="6309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est-output-7-11"/>
          <p:cNvSpPr/>
          <p:nvPr/>
        </p:nvSpPr>
        <p:spPr>
          <a:xfrm>
            <a:off x="6400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est-output-7-12"/>
          <p:cNvSpPr/>
          <p:nvPr/>
        </p:nvSpPr>
        <p:spPr>
          <a:xfrm>
            <a:off x="64922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est-output-7-13"/>
          <p:cNvSpPr/>
          <p:nvPr/>
        </p:nvSpPr>
        <p:spPr>
          <a:xfrm>
            <a:off x="6583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est-output-7-14"/>
          <p:cNvSpPr/>
          <p:nvPr/>
        </p:nvSpPr>
        <p:spPr>
          <a:xfrm>
            <a:off x="6675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est-output-7-15"/>
          <p:cNvSpPr/>
          <p:nvPr/>
        </p:nvSpPr>
        <p:spPr>
          <a:xfrm>
            <a:off x="6766560" y="237744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est-output-7-16"/>
          <p:cNvSpPr/>
          <p:nvPr/>
        </p:nvSpPr>
        <p:spPr>
          <a:xfrm>
            <a:off x="6858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est-output-7-17"/>
          <p:cNvSpPr/>
          <p:nvPr/>
        </p:nvSpPr>
        <p:spPr>
          <a:xfrm>
            <a:off x="6949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est-output-7-18"/>
          <p:cNvSpPr/>
          <p:nvPr/>
        </p:nvSpPr>
        <p:spPr>
          <a:xfrm>
            <a:off x="7040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est-output-7-19"/>
          <p:cNvSpPr/>
          <p:nvPr/>
        </p:nvSpPr>
        <p:spPr>
          <a:xfrm>
            <a:off x="713232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est-output-7-20"/>
          <p:cNvSpPr/>
          <p:nvPr/>
        </p:nvSpPr>
        <p:spPr>
          <a:xfrm>
            <a:off x="7223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est-output-7-21"/>
          <p:cNvSpPr/>
          <p:nvPr/>
        </p:nvSpPr>
        <p:spPr>
          <a:xfrm>
            <a:off x="7315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est-output-7-22"/>
          <p:cNvSpPr/>
          <p:nvPr/>
        </p:nvSpPr>
        <p:spPr>
          <a:xfrm>
            <a:off x="7406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est-output-7-23"/>
          <p:cNvSpPr/>
          <p:nvPr/>
        </p:nvSpPr>
        <p:spPr>
          <a:xfrm>
            <a:off x="7498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est-output-7-24"/>
          <p:cNvSpPr/>
          <p:nvPr/>
        </p:nvSpPr>
        <p:spPr>
          <a:xfrm>
            <a:off x="7589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est-output-7-25"/>
          <p:cNvSpPr/>
          <p:nvPr/>
        </p:nvSpPr>
        <p:spPr>
          <a:xfrm>
            <a:off x="7680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est-output-8-0"/>
          <p:cNvSpPr/>
          <p:nvPr/>
        </p:nvSpPr>
        <p:spPr>
          <a:xfrm>
            <a:off x="5394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est-output-8-1"/>
          <p:cNvSpPr/>
          <p:nvPr/>
        </p:nvSpPr>
        <p:spPr>
          <a:xfrm>
            <a:off x="5486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est-output-8-2"/>
          <p:cNvSpPr/>
          <p:nvPr/>
        </p:nvSpPr>
        <p:spPr>
          <a:xfrm>
            <a:off x="5577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est-output-8-3"/>
          <p:cNvSpPr/>
          <p:nvPr/>
        </p:nvSpPr>
        <p:spPr>
          <a:xfrm>
            <a:off x="5669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est-output-8-4"/>
          <p:cNvSpPr/>
          <p:nvPr/>
        </p:nvSpPr>
        <p:spPr>
          <a:xfrm>
            <a:off x="5760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est-output-8-5"/>
          <p:cNvSpPr/>
          <p:nvPr/>
        </p:nvSpPr>
        <p:spPr>
          <a:xfrm>
            <a:off x="5852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est-output-8-6"/>
          <p:cNvSpPr/>
          <p:nvPr/>
        </p:nvSpPr>
        <p:spPr>
          <a:xfrm>
            <a:off x="5943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est-output-8-7"/>
          <p:cNvSpPr/>
          <p:nvPr/>
        </p:nvSpPr>
        <p:spPr>
          <a:xfrm>
            <a:off x="60350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est-output-8-8"/>
          <p:cNvSpPr/>
          <p:nvPr/>
        </p:nvSpPr>
        <p:spPr>
          <a:xfrm>
            <a:off x="61264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est-output-8-9"/>
          <p:cNvSpPr/>
          <p:nvPr/>
        </p:nvSpPr>
        <p:spPr>
          <a:xfrm>
            <a:off x="62179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est-output-8-10"/>
          <p:cNvSpPr/>
          <p:nvPr/>
        </p:nvSpPr>
        <p:spPr>
          <a:xfrm>
            <a:off x="63093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est-output-8-11"/>
          <p:cNvSpPr/>
          <p:nvPr/>
        </p:nvSpPr>
        <p:spPr>
          <a:xfrm>
            <a:off x="640080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est-output-8-12"/>
          <p:cNvSpPr/>
          <p:nvPr/>
        </p:nvSpPr>
        <p:spPr>
          <a:xfrm>
            <a:off x="649224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est-output-8-13"/>
          <p:cNvSpPr/>
          <p:nvPr/>
        </p:nvSpPr>
        <p:spPr>
          <a:xfrm>
            <a:off x="658368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est-output-8-14"/>
          <p:cNvSpPr/>
          <p:nvPr/>
        </p:nvSpPr>
        <p:spPr>
          <a:xfrm>
            <a:off x="66751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est-output-8-15"/>
          <p:cNvSpPr/>
          <p:nvPr/>
        </p:nvSpPr>
        <p:spPr>
          <a:xfrm>
            <a:off x="67665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est-output-8-16"/>
          <p:cNvSpPr/>
          <p:nvPr/>
        </p:nvSpPr>
        <p:spPr>
          <a:xfrm>
            <a:off x="685800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est-output-8-17"/>
          <p:cNvSpPr/>
          <p:nvPr/>
        </p:nvSpPr>
        <p:spPr>
          <a:xfrm>
            <a:off x="69494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est-output-8-18"/>
          <p:cNvSpPr/>
          <p:nvPr/>
        </p:nvSpPr>
        <p:spPr>
          <a:xfrm>
            <a:off x="704088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est-output-8-19"/>
          <p:cNvSpPr/>
          <p:nvPr/>
        </p:nvSpPr>
        <p:spPr>
          <a:xfrm>
            <a:off x="713232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est-output-8-20"/>
          <p:cNvSpPr/>
          <p:nvPr/>
        </p:nvSpPr>
        <p:spPr>
          <a:xfrm>
            <a:off x="7223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est-output-8-21"/>
          <p:cNvSpPr/>
          <p:nvPr/>
        </p:nvSpPr>
        <p:spPr>
          <a:xfrm>
            <a:off x="7315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est-output-8-22"/>
          <p:cNvSpPr/>
          <p:nvPr/>
        </p:nvSpPr>
        <p:spPr>
          <a:xfrm>
            <a:off x="7406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est-output-8-23"/>
          <p:cNvSpPr/>
          <p:nvPr/>
        </p:nvSpPr>
        <p:spPr>
          <a:xfrm>
            <a:off x="7498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est-output-8-24"/>
          <p:cNvSpPr/>
          <p:nvPr/>
        </p:nvSpPr>
        <p:spPr>
          <a:xfrm>
            <a:off x="7589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est-output-8-25"/>
          <p:cNvSpPr/>
          <p:nvPr/>
        </p:nvSpPr>
        <p:spPr>
          <a:xfrm>
            <a:off x="7680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est-output-9-0"/>
          <p:cNvSpPr/>
          <p:nvPr/>
        </p:nvSpPr>
        <p:spPr>
          <a:xfrm>
            <a:off x="5394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est-output-9-1"/>
          <p:cNvSpPr/>
          <p:nvPr/>
        </p:nvSpPr>
        <p:spPr>
          <a:xfrm>
            <a:off x="5486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est-output-9-2"/>
          <p:cNvSpPr/>
          <p:nvPr/>
        </p:nvSpPr>
        <p:spPr>
          <a:xfrm>
            <a:off x="55778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est-output-9-3"/>
          <p:cNvSpPr/>
          <p:nvPr/>
        </p:nvSpPr>
        <p:spPr>
          <a:xfrm>
            <a:off x="5669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est-output-9-4"/>
          <p:cNvSpPr/>
          <p:nvPr/>
        </p:nvSpPr>
        <p:spPr>
          <a:xfrm>
            <a:off x="5760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est-output-9-5"/>
          <p:cNvSpPr/>
          <p:nvPr/>
        </p:nvSpPr>
        <p:spPr>
          <a:xfrm>
            <a:off x="5852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est-output-9-6"/>
          <p:cNvSpPr/>
          <p:nvPr/>
        </p:nvSpPr>
        <p:spPr>
          <a:xfrm>
            <a:off x="5943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est-output-9-7"/>
          <p:cNvSpPr/>
          <p:nvPr/>
        </p:nvSpPr>
        <p:spPr>
          <a:xfrm>
            <a:off x="60350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est-output-9-8"/>
          <p:cNvSpPr/>
          <p:nvPr/>
        </p:nvSpPr>
        <p:spPr>
          <a:xfrm>
            <a:off x="6126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est-output-9-9"/>
          <p:cNvSpPr/>
          <p:nvPr/>
        </p:nvSpPr>
        <p:spPr>
          <a:xfrm>
            <a:off x="621792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est-output-9-10"/>
          <p:cNvSpPr/>
          <p:nvPr/>
        </p:nvSpPr>
        <p:spPr>
          <a:xfrm>
            <a:off x="63093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est-output-9-11"/>
          <p:cNvSpPr/>
          <p:nvPr/>
        </p:nvSpPr>
        <p:spPr>
          <a:xfrm>
            <a:off x="64008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est-output-9-12"/>
          <p:cNvSpPr/>
          <p:nvPr/>
        </p:nvSpPr>
        <p:spPr>
          <a:xfrm>
            <a:off x="64922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est-output-9-13"/>
          <p:cNvSpPr/>
          <p:nvPr/>
        </p:nvSpPr>
        <p:spPr>
          <a:xfrm>
            <a:off x="6583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est-output-9-14"/>
          <p:cNvSpPr/>
          <p:nvPr/>
        </p:nvSpPr>
        <p:spPr>
          <a:xfrm>
            <a:off x="6675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est-output-9-15"/>
          <p:cNvSpPr/>
          <p:nvPr/>
        </p:nvSpPr>
        <p:spPr>
          <a:xfrm>
            <a:off x="676656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est-output-9-16"/>
          <p:cNvSpPr/>
          <p:nvPr/>
        </p:nvSpPr>
        <p:spPr>
          <a:xfrm>
            <a:off x="6858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est-output-9-17"/>
          <p:cNvSpPr/>
          <p:nvPr/>
        </p:nvSpPr>
        <p:spPr>
          <a:xfrm>
            <a:off x="69494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est-output-9-18"/>
          <p:cNvSpPr/>
          <p:nvPr/>
        </p:nvSpPr>
        <p:spPr>
          <a:xfrm>
            <a:off x="7040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est-output-9-19"/>
          <p:cNvSpPr/>
          <p:nvPr/>
        </p:nvSpPr>
        <p:spPr>
          <a:xfrm>
            <a:off x="71323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est-output-9-20"/>
          <p:cNvSpPr/>
          <p:nvPr/>
        </p:nvSpPr>
        <p:spPr>
          <a:xfrm>
            <a:off x="7223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est-output-9-21"/>
          <p:cNvSpPr/>
          <p:nvPr/>
        </p:nvSpPr>
        <p:spPr>
          <a:xfrm>
            <a:off x="7315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est-output-9-22"/>
          <p:cNvSpPr/>
          <p:nvPr/>
        </p:nvSpPr>
        <p:spPr>
          <a:xfrm>
            <a:off x="7406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est-output-9-23"/>
          <p:cNvSpPr/>
          <p:nvPr/>
        </p:nvSpPr>
        <p:spPr>
          <a:xfrm>
            <a:off x="7498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est-output-9-24"/>
          <p:cNvSpPr/>
          <p:nvPr/>
        </p:nvSpPr>
        <p:spPr>
          <a:xfrm>
            <a:off x="75895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est-output-9-25"/>
          <p:cNvSpPr/>
          <p:nvPr/>
        </p:nvSpPr>
        <p:spPr>
          <a:xfrm>
            <a:off x="7680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est-output-10-0"/>
          <p:cNvSpPr/>
          <p:nvPr/>
        </p:nvSpPr>
        <p:spPr>
          <a:xfrm>
            <a:off x="5394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est-output-10-1"/>
          <p:cNvSpPr/>
          <p:nvPr/>
        </p:nvSpPr>
        <p:spPr>
          <a:xfrm>
            <a:off x="5486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est-output-10-2"/>
          <p:cNvSpPr/>
          <p:nvPr/>
        </p:nvSpPr>
        <p:spPr>
          <a:xfrm>
            <a:off x="55778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est-output-10-3"/>
          <p:cNvSpPr/>
          <p:nvPr/>
        </p:nvSpPr>
        <p:spPr>
          <a:xfrm>
            <a:off x="5669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est-output-10-4"/>
          <p:cNvSpPr/>
          <p:nvPr/>
        </p:nvSpPr>
        <p:spPr>
          <a:xfrm>
            <a:off x="5760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est-output-10-5"/>
          <p:cNvSpPr/>
          <p:nvPr/>
        </p:nvSpPr>
        <p:spPr>
          <a:xfrm>
            <a:off x="5852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est-output-10-6"/>
          <p:cNvSpPr/>
          <p:nvPr/>
        </p:nvSpPr>
        <p:spPr>
          <a:xfrm>
            <a:off x="5943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est-output-10-7"/>
          <p:cNvSpPr/>
          <p:nvPr/>
        </p:nvSpPr>
        <p:spPr>
          <a:xfrm>
            <a:off x="60350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est-output-10-8"/>
          <p:cNvSpPr/>
          <p:nvPr/>
        </p:nvSpPr>
        <p:spPr>
          <a:xfrm>
            <a:off x="6126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est-output-10-9"/>
          <p:cNvSpPr/>
          <p:nvPr/>
        </p:nvSpPr>
        <p:spPr>
          <a:xfrm>
            <a:off x="62179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est-output-10-10"/>
          <p:cNvSpPr/>
          <p:nvPr/>
        </p:nvSpPr>
        <p:spPr>
          <a:xfrm>
            <a:off x="63093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est-output-10-11"/>
          <p:cNvSpPr/>
          <p:nvPr/>
        </p:nvSpPr>
        <p:spPr>
          <a:xfrm>
            <a:off x="6400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est-output-10-12"/>
          <p:cNvSpPr/>
          <p:nvPr/>
        </p:nvSpPr>
        <p:spPr>
          <a:xfrm>
            <a:off x="64922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est-output-10-13"/>
          <p:cNvSpPr/>
          <p:nvPr/>
        </p:nvSpPr>
        <p:spPr>
          <a:xfrm>
            <a:off x="6583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est-output-10-14"/>
          <p:cNvSpPr/>
          <p:nvPr/>
        </p:nvSpPr>
        <p:spPr>
          <a:xfrm>
            <a:off x="66751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est-output-10-15"/>
          <p:cNvSpPr/>
          <p:nvPr/>
        </p:nvSpPr>
        <p:spPr>
          <a:xfrm>
            <a:off x="676656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est-output-10-16"/>
          <p:cNvSpPr/>
          <p:nvPr/>
        </p:nvSpPr>
        <p:spPr>
          <a:xfrm>
            <a:off x="6858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est-output-10-17"/>
          <p:cNvSpPr/>
          <p:nvPr/>
        </p:nvSpPr>
        <p:spPr>
          <a:xfrm>
            <a:off x="694944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est-output-10-18"/>
          <p:cNvSpPr/>
          <p:nvPr/>
        </p:nvSpPr>
        <p:spPr>
          <a:xfrm>
            <a:off x="7040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est-output-10-19"/>
          <p:cNvSpPr/>
          <p:nvPr/>
        </p:nvSpPr>
        <p:spPr>
          <a:xfrm>
            <a:off x="713232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est-output-10-20"/>
          <p:cNvSpPr/>
          <p:nvPr/>
        </p:nvSpPr>
        <p:spPr>
          <a:xfrm>
            <a:off x="7223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est-output-10-21"/>
          <p:cNvSpPr/>
          <p:nvPr/>
        </p:nvSpPr>
        <p:spPr>
          <a:xfrm>
            <a:off x="7315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est-output-10-22"/>
          <p:cNvSpPr/>
          <p:nvPr/>
        </p:nvSpPr>
        <p:spPr>
          <a:xfrm>
            <a:off x="7406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est-output-10-23"/>
          <p:cNvSpPr/>
          <p:nvPr/>
        </p:nvSpPr>
        <p:spPr>
          <a:xfrm>
            <a:off x="7498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est-output-10-24"/>
          <p:cNvSpPr/>
          <p:nvPr/>
        </p:nvSpPr>
        <p:spPr>
          <a:xfrm>
            <a:off x="75895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est-output-10-25"/>
          <p:cNvSpPr/>
          <p:nvPr/>
        </p:nvSpPr>
        <p:spPr>
          <a:xfrm>
            <a:off x="7680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est-output-11-0"/>
          <p:cNvSpPr/>
          <p:nvPr/>
        </p:nvSpPr>
        <p:spPr>
          <a:xfrm>
            <a:off x="5394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est-output-11-1"/>
          <p:cNvSpPr/>
          <p:nvPr/>
        </p:nvSpPr>
        <p:spPr>
          <a:xfrm>
            <a:off x="5486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est-output-11-2"/>
          <p:cNvSpPr/>
          <p:nvPr/>
        </p:nvSpPr>
        <p:spPr>
          <a:xfrm>
            <a:off x="55778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est-output-11-3"/>
          <p:cNvSpPr/>
          <p:nvPr/>
        </p:nvSpPr>
        <p:spPr>
          <a:xfrm>
            <a:off x="5669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est-output-11-4"/>
          <p:cNvSpPr/>
          <p:nvPr/>
        </p:nvSpPr>
        <p:spPr>
          <a:xfrm>
            <a:off x="5760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est-output-11-5"/>
          <p:cNvSpPr/>
          <p:nvPr/>
        </p:nvSpPr>
        <p:spPr>
          <a:xfrm>
            <a:off x="5852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4-test-output-11-6"/>
          <p:cNvSpPr/>
          <p:nvPr/>
        </p:nvSpPr>
        <p:spPr>
          <a:xfrm>
            <a:off x="5943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4-test-output-11-7"/>
          <p:cNvSpPr/>
          <p:nvPr/>
        </p:nvSpPr>
        <p:spPr>
          <a:xfrm>
            <a:off x="60350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4-test-output-11-8"/>
          <p:cNvSpPr/>
          <p:nvPr/>
        </p:nvSpPr>
        <p:spPr>
          <a:xfrm>
            <a:off x="6126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4-test-output-11-9"/>
          <p:cNvSpPr/>
          <p:nvPr/>
        </p:nvSpPr>
        <p:spPr>
          <a:xfrm>
            <a:off x="62179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4-test-output-11-10"/>
          <p:cNvSpPr/>
          <p:nvPr/>
        </p:nvSpPr>
        <p:spPr>
          <a:xfrm>
            <a:off x="63093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4-test-output-11-11"/>
          <p:cNvSpPr/>
          <p:nvPr/>
        </p:nvSpPr>
        <p:spPr>
          <a:xfrm>
            <a:off x="64008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4-test-output-11-12"/>
          <p:cNvSpPr/>
          <p:nvPr/>
        </p:nvSpPr>
        <p:spPr>
          <a:xfrm>
            <a:off x="64922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4-test-output-11-13"/>
          <p:cNvSpPr/>
          <p:nvPr/>
        </p:nvSpPr>
        <p:spPr>
          <a:xfrm>
            <a:off x="65836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4-test-output-11-14"/>
          <p:cNvSpPr/>
          <p:nvPr/>
        </p:nvSpPr>
        <p:spPr>
          <a:xfrm>
            <a:off x="66751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4-test-output-11-15"/>
          <p:cNvSpPr/>
          <p:nvPr/>
        </p:nvSpPr>
        <p:spPr>
          <a:xfrm>
            <a:off x="676656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4-test-output-11-16"/>
          <p:cNvSpPr/>
          <p:nvPr/>
        </p:nvSpPr>
        <p:spPr>
          <a:xfrm>
            <a:off x="68580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4-test-output-11-17"/>
          <p:cNvSpPr/>
          <p:nvPr/>
        </p:nvSpPr>
        <p:spPr>
          <a:xfrm>
            <a:off x="694944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4-test-output-11-18"/>
          <p:cNvSpPr/>
          <p:nvPr/>
        </p:nvSpPr>
        <p:spPr>
          <a:xfrm>
            <a:off x="704088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4-test-output-11-19"/>
          <p:cNvSpPr/>
          <p:nvPr/>
        </p:nvSpPr>
        <p:spPr>
          <a:xfrm>
            <a:off x="713232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4-test-output-11-20"/>
          <p:cNvSpPr/>
          <p:nvPr/>
        </p:nvSpPr>
        <p:spPr>
          <a:xfrm>
            <a:off x="7223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4-test-output-11-21"/>
          <p:cNvSpPr/>
          <p:nvPr/>
        </p:nvSpPr>
        <p:spPr>
          <a:xfrm>
            <a:off x="7315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4-test-output-11-22"/>
          <p:cNvSpPr/>
          <p:nvPr/>
        </p:nvSpPr>
        <p:spPr>
          <a:xfrm>
            <a:off x="7406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4-test-output-11-23"/>
          <p:cNvSpPr/>
          <p:nvPr/>
        </p:nvSpPr>
        <p:spPr>
          <a:xfrm>
            <a:off x="7498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4-test-output-11-24"/>
          <p:cNvSpPr/>
          <p:nvPr/>
        </p:nvSpPr>
        <p:spPr>
          <a:xfrm>
            <a:off x="75895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4-test-output-11-25"/>
          <p:cNvSpPr/>
          <p:nvPr/>
        </p:nvSpPr>
        <p:spPr>
          <a:xfrm>
            <a:off x="7680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4-test-output-12-0"/>
          <p:cNvSpPr/>
          <p:nvPr/>
        </p:nvSpPr>
        <p:spPr>
          <a:xfrm>
            <a:off x="5394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4-test-output-12-1"/>
          <p:cNvSpPr/>
          <p:nvPr/>
        </p:nvSpPr>
        <p:spPr>
          <a:xfrm>
            <a:off x="5486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4-test-output-12-2"/>
          <p:cNvSpPr/>
          <p:nvPr/>
        </p:nvSpPr>
        <p:spPr>
          <a:xfrm>
            <a:off x="55778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4-test-output-12-3"/>
          <p:cNvSpPr/>
          <p:nvPr/>
        </p:nvSpPr>
        <p:spPr>
          <a:xfrm>
            <a:off x="5669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4-test-output-12-4"/>
          <p:cNvSpPr/>
          <p:nvPr/>
        </p:nvSpPr>
        <p:spPr>
          <a:xfrm>
            <a:off x="5760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4-test-output-12-5"/>
          <p:cNvSpPr/>
          <p:nvPr/>
        </p:nvSpPr>
        <p:spPr>
          <a:xfrm>
            <a:off x="5852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4-test-output-12-6"/>
          <p:cNvSpPr/>
          <p:nvPr/>
        </p:nvSpPr>
        <p:spPr>
          <a:xfrm>
            <a:off x="5943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4-test-output-12-7"/>
          <p:cNvSpPr/>
          <p:nvPr/>
        </p:nvSpPr>
        <p:spPr>
          <a:xfrm>
            <a:off x="60350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4-test-output-12-8"/>
          <p:cNvSpPr/>
          <p:nvPr/>
        </p:nvSpPr>
        <p:spPr>
          <a:xfrm>
            <a:off x="6126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4-test-output-12-9"/>
          <p:cNvSpPr/>
          <p:nvPr/>
        </p:nvSpPr>
        <p:spPr>
          <a:xfrm>
            <a:off x="62179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4-test-output-12-10"/>
          <p:cNvSpPr/>
          <p:nvPr/>
        </p:nvSpPr>
        <p:spPr>
          <a:xfrm>
            <a:off x="63093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4-test-output-12-11"/>
          <p:cNvSpPr/>
          <p:nvPr/>
        </p:nvSpPr>
        <p:spPr>
          <a:xfrm>
            <a:off x="64008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4-test-output-12-12"/>
          <p:cNvSpPr/>
          <p:nvPr/>
        </p:nvSpPr>
        <p:spPr>
          <a:xfrm>
            <a:off x="64922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4-test-output-12-13"/>
          <p:cNvSpPr/>
          <p:nvPr/>
        </p:nvSpPr>
        <p:spPr>
          <a:xfrm>
            <a:off x="65836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4-test-output-12-14"/>
          <p:cNvSpPr/>
          <p:nvPr/>
        </p:nvSpPr>
        <p:spPr>
          <a:xfrm>
            <a:off x="66751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4-test-output-12-15"/>
          <p:cNvSpPr/>
          <p:nvPr/>
        </p:nvSpPr>
        <p:spPr>
          <a:xfrm>
            <a:off x="67665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4-test-output-12-16"/>
          <p:cNvSpPr/>
          <p:nvPr/>
        </p:nvSpPr>
        <p:spPr>
          <a:xfrm>
            <a:off x="68580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4-test-output-12-17"/>
          <p:cNvSpPr/>
          <p:nvPr/>
        </p:nvSpPr>
        <p:spPr>
          <a:xfrm>
            <a:off x="69494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4-test-output-12-18"/>
          <p:cNvSpPr/>
          <p:nvPr/>
        </p:nvSpPr>
        <p:spPr>
          <a:xfrm>
            <a:off x="70408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4-test-output-12-19"/>
          <p:cNvSpPr/>
          <p:nvPr/>
        </p:nvSpPr>
        <p:spPr>
          <a:xfrm>
            <a:off x="7132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4-test-output-12-20"/>
          <p:cNvSpPr/>
          <p:nvPr/>
        </p:nvSpPr>
        <p:spPr>
          <a:xfrm>
            <a:off x="7223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4-test-output-12-21"/>
          <p:cNvSpPr/>
          <p:nvPr/>
        </p:nvSpPr>
        <p:spPr>
          <a:xfrm>
            <a:off x="7315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4-test-output-12-22"/>
          <p:cNvSpPr/>
          <p:nvPr/>
        </p:nvSpPr>
        <p:spPr>
          <a:xfrm>
            <a:off x="7406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4-test-output-12-23"/>
          <p:cNvSpPr/>
          <p:nvPr/>
        </p:nvSpPr>
        <p:spPr>
          <a:xfrm>
            <a:off x="7498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4-test-output-12-24"/>
          <p:cNvSpPr/>
          <p:nvPr/>
        </p:nvSpPr>
        <p:spPr>
          <a:xfrm>
            <a:off x="75895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4-test-output-12-25"/>
          <p:cNvSpPr/>
          <p:nvPr/>
        </p:nvSpPr>
        <p:spPr>
          <a:xfrm>
            <a:off x="7680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4-test-output-13-0"/>
          <p:cNvSpPr/>
          <p:nvPr/>
        </p:nvSpPr>
        <p:spPr>
          <a:xfrm>
            <a:off x="5394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4-test-output-13-1"/>
          <p:cNvSpPr/>
          <p:nvPr/>
        </p:nvSpPr>
        <p:spPr>
          <a:xfrm>
            <a:off x="54864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4-test-output-13-2"/>
          <p:cNvSpPr/>
          <p:nvPr/>
        </p:nvSpPr>
        <p:spPr>
          <a:xfrm>
            <a:off x="55778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4-test-output-13-3"/>
          <p:cNvSpPr/>
          <p:nvPr/>
        </p:nvSpPr>
        <p:spPr>
          <a:xfrm>
            <a:off x="56692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4-test-output-13-4"/>
          <p:cNvSpPr/>
          <p:nvPr/>
        </p:nvSpPr>
        <p:spPr>
          <a:xfrm>
            <a:off x="5760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4-test-output-13-5"/>
          <p:cNvSpPr/>
          <p:nvPr/>
        </p:nvSpPr>
        <p:spPr>
          <a:xfrm>
            <a:off x="5852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4-test-output-13-6"/>
          <p:cNvSpPr/>
          <p:nvPr/>
        </p:nvSpPr>
        <p:spPr>
          <a:xfrm>
            <a:off x="5943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4-test-output-13-7"/>
          <p:cNvSpPr/>
          <p:nvPr/>
        </p:nvSpPr>
        <p:spPr>
          <a:xfrm>
            <a:off x="60350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4-test-output-13-8"/>
          <p:cNvSpPr/>
          <p:nvPr/>
        </p:nvSpPr>
        <p:spPr>
          <a:xfrm>
            <a:off x="6126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4-test-output-13-9"/>
          <p:cNvSpPr/>
          <p:nvPr/>
        </p:nvSpPr>
        <p:spPr>
          <a:xfrm>
            <a:off x="62179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4-test-output-13-10"/>
          <p:cNvSpPr/>
          <p:nvPr/>
        </p:nvSpPr>
        <p:spPr>
          <a:xfrm>
            <a:off x="63093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4-test-output-13-11"/>
          <p:cNvSpPr/>
          <p:nvPr/>
        </p:nvSpPr>
        <p:spPr>
          <a:xfrm>
            <a:off x="64008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4-test-output-13-12"/>
          <p:cNvSpPr/>
          <p:nvPr/>
        </p:nvSpPr>
        <p:spPr>
          <a:xfrm>
            <a:off x="64922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4-test-output-13-13"/>
          <p:cNvSpPr/>
          <p:nvPr/>
        </p:nvSpPr>
        <p:spPr>
          <a:xfrm>
            <a:off x="65836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4-test-output-13-14"/>
          <p:cNvSpPr/>
          <p:nvPr/>
        </p:nvSpPr>
        <p:spPr>
          <a:xfrm>
            <a:off x="66751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4-test-output-13-15"/>
          <p:cNvSpPr/>
          <p:nvPr/>
        </p:nvSpPr>
        <p:spPr>
          <a:xfrm>
            <a:off x="67665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4-test-output-13-16"/>
          <p:cNvSpPr/>
          <p:nvPr/>
        </p:nvSpPr>
        <p:spPr>
          <a:xfrm>
            <a:off x="68580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4-test-output-13-17"/>
          <p:cNvSpPr/>
          <p:nvPr/>
        </p:nvSpPr>
        <p:spPr>
          <a:xfrm>
            <a:off x="69494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4-test-output-13-18"/>
          <p:cNvSpPr/>
          <p:nvPr/>
        </p:nvSpPr>
        <p:spPr>
          <a:xfrm>
            <a:off x="70408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4-test-output-13-19"/>
          <p:cNvSpPr/>
          <p:nvPr/>
        </p:nvSpPr>
        <p:spPr>
          <a:xfrm>
            <a:off x="7132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4-test-output-13-20"/>
          <p:cNvSpPr/>
          <p:nvPr/>
        </p:nvSpPr>
        <p:spPr>
          <a:xfrm>
            <a:off x="7223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4-test-output-13-21"/>
          <p:cNvSpPr/>
          <p:nvPr/>
        </p:nvSpPr>
        <p:spPr>
          <a:xfrm>
            <a:off x="7315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4-test-output-13-22"/>
          <p:cNvSpPr/>
          <p:nvPr/>
        </p:nvSpPr>
        <p:spPr>
          <a:xfrm>
            <a:off x="7406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4-test-output-13-23"/>
          <p:cNvSpPr/>
          <p:nvPr/>
        </p:nvSpPr>
        <p:spPr>
          <a:xfrm>
            <a:off x="74980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4-test-output-13-24"/>
          <p:cNvSpPr/>
          <p:nvPr/>
        </p:nvSpPr>
        <p:spPr>
          <a:xfrm>
            <a:off x="75895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4-test-output-13-25"/>
          <p:cNvSpPr/>
          <p:nvPr/>
        </p:nvSpPr>
        <p:spPr>
          <a:xfrm>
            <a:off x="7680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4-test-output-14-0"/>
          <p:cNvSpPr/>
          <p:nvPr/>
        </p:nvSpPr>
        <p:spPr>
          <a:xfrm>
            <a:off x="5394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4-test-output-14-1"/>
          <p:cNvSpPr/>
          <p:nvPr/>
        </p:nvSpPr>
        <p:spPr>
          <a:xfrm>
            <a:off x="5486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4-test-output-14-2"/>
          <p:cNvSpPr/>
          <p:nvPr/>
        </p:nvSpPr>
        <p:spPr>
          <a:xfrm>
            <a:off x="5577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4-test-output-14-3"/>
          <p:cNvSpPr/>
          <p:nvPr/>
        </p:nvSpPr>
        <p:spPr>
          <a:xfrm>
            <a:off x="56692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4-test-output-14-4"/>
          <p:cNvSpPr/>
          <p:nvPr/>
        </p:nvSpPr>
        <p:spPr>
          <a:xfrm>
            <a:off x="5760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4-test-output-14-5"/>
          <p:cNvSpPr/>
          <p:nvPr/>
        </p:nvSpPr>
        <p:spPr>
          <a:xfrm>
            <a:off x="585216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4-test-output-14-6"/>
          <p:cNvSpPr/>
          <p:nvPr/>
        </p:nvSpPr>
        <p:spPr>
          <a:xfrm>
            <a:off x="594360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4-test-output-14-7"/>
          <p:cNvSpPr/>
          <p:nvPr/>
        </p:nvSpPr>
        <p:spPr>
          <a:xfrm>
            <a:off x="603504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4-test-output-14-8"/>
          <p:cNvSpPr/>
          <p:nvPr/>
        </p:nvSpPr>
        <p:spPr>
          <a:xfrm>
            <a:off x="61264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4-test-output-14-9"/>
          <p:cNvSpPr/>
          <p:nvPr/>
        </p:nvSpPr>
        <p:spPr>
          <a:xfrm>
            <a:off x="62179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4-test-output-14-10"/>
          <p:cNvSpPr/>
          <p:nvPr/>
        </p:nvSpPr>
        <p:spPr>
          <a:xfrm>
            <a:off x="63093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4-test-output-14-11"/>
          <p:cNvSpPr/>
          <p:nvPr/>
        </p:nvSpPr>
        <p:spPr>
          <a:xfrm>
            <a:off x="64008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4-test-output-14-12"/>
          <p:cNvSpPr/>
          <p:nvPr/>
        </p:nvSpPr>
        <p:spPr>
          <a:xfrm>
            <a:off x="64922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4-test-output-14-13"/>
          <p:cNvSpPr/>
          <p:nvPr/>
        </p:nvSpPr>
        <p:spPr>
          <a:xfrm>
            <a:off x="65836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4-test-output-14-14"/>
          <p:cNvSpPr/>
          <p:nvPr/>
        </p:nvSpPr>
        <p:spPr>
          <a:xfrm>
            <a:off x="66751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4-test-output-14-15"/>
          <p:cNvSpPr/>
          <p:nvPr/>
        </p:nvSpPr>
        <p:spPr>
          <a:xfrm>
            <a:off x="67665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4-test-output-14-16"/>
          <p:cNvSpPr/>
          <p:nvPr/>
        </p:nvSpPr>
        <p:spPr>
          <a:xfrm>
            <a:off x="68580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4-test-output-14-17"/>
          <p:cNvSpPr/>
          <p:nvPr/>
        </p:nvSpPr>
        <p:spPr>
          <a:xfrm>
            <a:off x="69494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4-test-output-14-18"/>
          <p:cNvSpPr/>
          <p:nvPr/>
        </p:nvSpPr>
        <p:spPr>
          <a:xfrm>
            <a:off x="70408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4-test-output-14-19"/>
          <p:cNvSpPr/>
          <p:nvPr/>
        </p:nvSpPr>
        <p:spPr>
          <a:xfrm>
            <a:off x="7132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4-test-output-14-20"/>
          <p:cNvSpPr/>
          <p:nvPr/>
        </p:nvSpPr>
        <p:spPr>
          <a:xfrm>
            <a:off x="7223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4-test-output-14-21"/>
          <p:cNvSpPr/>
          <p:nvPr/>
        </p:nvSpPr>
        <p:spPr>
          <a:xfrm>
            <a:off x="7315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4-test-output-14-22"/>
          <p:cNvSpPr/>
          <p:nvPr/>
        </p:nvSpPr>
        <p:spPr>
          <a:xfrm>
            <a:off x="7406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4-test-output-14-23"/>
          <p:cNvSpPr/>
          <p:nvPr/>
        </p:nvSpPr>
        <p:spPr>
          <a:xfrm>
            <a:off x="74980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4-test-output-14-24"/>
          <p:cNvSpPr/>
          <p:nvPr/>
        </p:nvSpPr>
        <p:spPr>
          <a:xfrm>
            <a:off x="7589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4-test-output-14-25"/>
          <p:cNvSpPr/>
          <p:nvPr/>
        </p:nvSpPr>
        <p:spPr>
          <a:xfrm>
            <a:off x="7680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4-test-output-15-0"/>
          <p:cNvSpPr/>
          <p:nvPr/>
        </p:nvSpPr>
        <p:spPr>
          <a:xfrm>
            <a:off x="5394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4-test-output-15-1"/>
          <p:cNvSpPr/>
          <p:nvPr/>
        </p:nvSpPr>
        <p:spPr>
          <a:xfrm>
            <a:off x="5486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4-test-output-15-2"/>
          <p:cNvSpPr/>
          <p:nvPr/>
        </p:nvSpPr>
        <p:spPr>
          <a:xfrm>
            <a:off x="5577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4-test-output-15-3"/>
          <p:cNvSpPr/>
          <p:nvPr/>
        </p:nvSpPr>
        <p:spPr>
          <a:xfrm>
            <a:off x="5669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4-test-output-15-4"/>
          <p:cNvSpPr/>
          <p:nvPr/>
        </p:nvSpPr>
        <p:spPr>
          <a:xfrm>
            <a:off x="5760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4-test-output-15-5"/>
          <p:cNvSpPr/>
          <p:nvPr/>
        </p:nvSpPr>
        <p:spPr>
          <a:xfrm>
            <a:off x="5852160" y="31089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4-test-output-15-6"/>
          <p:cNvSpPr/>
          <p:nvPr/>
        </p:nvSpPr>
        <p:spPr>
          <a:xfrm>
            <a:off x="5943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4-test-output-15-7"/>
          <p:cNvSpPr/>
          <p:nvPr/>
        </p:nvSpPr>
        <p:spPr>
          <a:xfrm>
            <a:off x="60350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4-test-output-15-8"/>
          <p:cNvSpPr/>
          <p:nvPr/>
        </p:nvSpPr>
        <p:spPr>
          <a:xfrm>
            <a:off x="6126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4-test-output-15-9"/>
          <p:cNvSpPr/>
          <p:nvPr/>
        </p:nvSpPr>
        <p:spPr>
          <a:xfrm>
            <a:off x="62179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4-test-output-15-10"/>
          <p:cNvSpPr/>
          <p:nvPr/>
        </p:nvSpPr>
        <p:spPr>
          <a:xfrm>
            <a:off x="63093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4-test-output-15-11"/>
          <p:cNvSpPr/>
          <p:nvPr/>
        </p:nvSpPr>
        <p:spPr>
          <a:xfrm>
            <a:off x="6400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4-test-output-15-12"/>
          <p:cNvSpPr/>
          <p:nvPr/>
        </p:nvSpPr>
        <p:spPr>
          <a:xfrm>
            <a:off x="6492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4-test-output-15-13"/>
          <p:cNvSpPr/>
          <p:nvPr/>
        </p:nvSpPr>
        <p:spPr>
          <a:xfrm>
            <a:off x="6583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4-test-output-15-14"/>
          <p:cNvSpPr/>
          <p:nvPr/>
        </p:nvSpPr>
        <p:spPr>
          <a:xfrm>
            <a:off x="6675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4-test-output-15-15"/>
          <p:cNvSpPr/>
          <p:nvPr/>
        </p:nvSpPr>
        <p:spPr>
          <a:xfrm>
            <a:off x="67665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4-test-output-15-16"/>
          <p:cNvSpPr/>
          <p:nvPr/>
        </p:nvSpPr>
        <p:spPr>
          <a:xfrm>
            <a:off x="6858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4-test-output-15-17"/>
          <p:cNvSpPr/>
          <p:nvPr/>
        </p:nvSpPr>
        <p:spPr>
          <a:xfrm>
            <a:off x="6949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4-test-output-15-18"/>
          <p:cNvSpPr/>
          <p:nvPr/>
        </p:nvSpPr>
        <p:spPr>
          <a:xfrm>
            <a:off x="7040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4-test-output-15-19"/>
          <p:cNvSpPr/>
          <p:nvPr/>
        </p:nvSpPr>
        <p:spPr>
          <a:xfrm>
            <a:off x="7132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4-test-output-15-20"/>
          <p:cNvSpPr/>
          <p:nvPr/>
        </p:nvSpPr>
        <p:spPr>
          <a:xfrm>
            <a:off x="7223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4-test-output-15-21"/>
          <p:cNvSpPr/>
          <p:nvPr/>
        </p:nvSpPr>
        <p:spPr>
          <a:xfrm>
            <a:off x="7315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4-test-output-15-22"/>
          <p:cNvSpPr/>
          <p:nvPr/>
        </p:nvSpPr>
        <p:spPr>
          <a:xfrm>
            <a:off x="7406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4-test-output-15-23"/>
          <p:cNvSpPr/>
          <p:nvPr/>
        </p:nvSpPr>
        <p:spPr>
          <a:xfrm>
            <a:off x="7498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4-test-output-15-24"/>
          <p:cNvSpPr/>
          <p:nvPr/>
        </p:nvSpPr>
        <p:spPr>
          <a:xfrm>
            <a:off x="7589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4-test-output-15-25"/>
          <p:cNvSpPr/>
          <p:nvPr/>
        </p:nvSpPr>
        <p:spPr>
          <a:xfrm>
            <a:off x="7680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4-test-output-16-0"/>
          <p:cNvSpPr/>
          <p:nvPr/>
        </p:nvSpPr>
        <p:spPr>
          <a:xfrm>
            <a:off x="5394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4-test-output-16-1"/>
          <p:cNvSpPr/>
          <p:nvPr/>
        </p:nvSpPr>
        <p:spPr>
          <a:xfrm>
            <a:off x="5486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4-test-output-16-2"/>
          <p:cNvSpPr/>
          <p:nvPr/>
        </p:nvSpPr>
        <p:spPr>
          <a:xfrm>
            <a:off x="5577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4-test-output-16-3"/>
          <p:cNvSpPr/>
          <p:nvPr/>
        </p:nvSpPr>
        <p:spPr>
          <a:xfrm>
            <a:off x="5669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4-test-output-16-4"/>
          <p:cNvSpPr/>
          <p:nvPr/>
        </p:nvSpPr>
        <p:spPr>
          <a:xfrm>
            <a:off x="5760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4-test-output-16-5"/>
          <p:cNvSpPr/>
          <p:nvPr/>
        </p:nvSpPr>
        <p:spPr>
          <a:xfrm>
            <a:off x="58521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4-test-output-16-6"/>
          <p:cNvSpPr/>
          <p:nvPr/>
        </p:nvSpPr>
        <p:spPr>
          <a:xfrm>
            <a:off x="5943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4-test-output-16-7"/>
          <p:cNvSpPr/>
          <p:nvPr/>
        </p:nvSpPr>
        <p:spPr>
          <a:xfrm>
            <a:off x="60350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4-test-output-16-8"/>
          <p:cNvSpPr/>
          <p:nvPr/>
        </p:nvSpPr>
        <p:spPr>
          <a:xfrm>
            <a:off x="6126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4-test-output-16-9"/>
          <p:cNvSpPr/>
          <p:nvPr/>
        </p:nvSpPr>
        <p:spPr>
          <a:xfrm>
            <a:off x="62179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4-test-output-16-10"/>
          <p:cNvSpPr/>
          <p:nvPr/>
        </p:nvSpPr>
        <p:spPr>
          <a:xfrm>
            <a:off x="63093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4-test-output-16-11"/>
          <p:cNvSpPr/>
          <p:nvPr/>
        </p:nvSpPr>
        <p:spPr>
          <a:xfrm>
            <a:off x="6400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4-test-output-16-12"/>
          <p:cNvSpPr/>
          <p:nvPr/>
        </p:nvSpPr>
        <p:spPr>
          <a:xfrm>
            <a:off x="6492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4-test-output-16-13"/>
          <p:cNvSpPr/>
          <p:nvPr/>
        </p:nvSpPr>
        <p:spPr>
          <a:xfrm>
            <a:off x="6583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4-test-output-16-14"/>
          <p:cNvSpPr/>
          <p:nvPr/>
        </p:nvSpPr>
        <p:spPr>
          <a:xfrm>
            <a:off x="6675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4-test-output-16-15"/>
          <p:cNvSpPr/>
          <p:nvPr/>
        </p:nvSpPr>
        <p:spPr>
          <a:xfrm>
            <a:off x="6766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4-test-output-16-16"/>
          <p:cNvSpPr/>
          <p:nvPr/>
        </p:nvSpPr>
        <p:spPr>
          <a:xfrm>
            <a:off x="6858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4-test-output-16-17"/>
          <p:cNvSpPr/>
          <p:nvPr/>
        </p:nvSpPr>
        <p:spPr>
          <a:xfrm>
            <a:off x="6949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4-test-output-16-18"/>
          <p:cNvSpPr/>
          <p:nvPr/>
        </p:nvSpPr>
        <p:spPr>
          <a:xfrm>
            <a:off x="7040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4-test-output-16-19"/>
          <p:cNvSpPr/>
          <p:nvPr/>
        </p:nvSpPr>
        <p:spPr>
          <a:xfrm>
            <a:off x="7132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4-test-output-16-20"/>
          <p:cNvSpPr/>
          <p:nvPr/>
        </p:nvSpPr>
        <p:spPr>
          <a:xfrm>
            <a:off x="7223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4-test-output-16-21"/>
          <p:cNvSpPr/>
          <p:nvPr/>
        </p:nvSpPr>
        <p:spPr>
          <a:xfrm>
            <a:off x="7315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4-test-output-16-22"/>
          <p:cNvSpPr/>
          <p:nvPr/>
        </p:nvSpPr>
        <p:spPr>
          <a:xfrm>
            <a:off x="7406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4-test-output-16-23"/>
          <p:cNvSpPr/>
          <p:nvPr/>
        </p:nvSpPr>
        <p:spPr>
          <a:xfrm>
            <a:off x="7498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4-test-output-16-24"/>
          <p:cNvSpPr/>
          <p:nvPr/>
        </p:nvSpPr>
        <p:spPr>
          <a:xfrm>
            <a:off x="7589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4-test-output-16-25"/>
          <p:cNvSpPr/>
          <p:nvPr/>
        </p:nvSpPr>
        <p:spPr>
          <a:xfrm>
            <a:off x="7680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4-test-output-17-0"/>
          <p:cNvSpPr/>
          <p:nvPr/>
        </p:nvSpPr>
        <p:spPr>
          <a:xfrm>
            <a:off x="5394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4-test-output-17-1"/>
          <p:cNvSpPr/>
          <p:nvPr/>
        </p:nvSpPr>
        <p:spPr>
          <a:xfrm>
            <a:off x="5486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4-test-output-17-2"/>
          <p:cNvSpPr/>
          <p:nvPr/>
        </p:nvSpPr>
        <p:spPr>
          <a:xfrm>
            <a:off x="5577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4-test-output-17-3"/>
          <p:cNvSpPr/>
          <p:nvPr/>
        </p:nvSpPr>
        <p:spPr>
          <a:xfrm>
            <a:off x="5669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4-test-output-17-4"/>
          <p:cNvSpPr/>
          <p:nvPr/>
        </p:nvSpPr>
        <p:spPr>
          <a:xfrm>
            <a:off x="5760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4-test-output-17-5"/>
          <p:cNvSpPr/>
          <p:nvPr/>
        </p:nvSpPr>
        <p:spPr>
          <a:xfrm>
            <a:off x="58521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4-test-output-17-6"/>
          <p:cNvSpPr/>
          <p:nvPr/>
        </p:nvSpPr>
        <p:spPr>
          <a:xfrm>
            <a:off x="594360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4-test-output-17-7"/>
          <p:cNvSpPr/>
          <p:nvPr/>
        </p:nvSpPr>
        <p:spPr>
          <a:xfrm>
            <a:off x="603504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4-test-output-17-8"/>
          <p:cNvSpPr/>
          <p:nvPr/>
        </p:nvSpPr>
        <p:spPr>
          <a:xfrm>
            <a:off x="612648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4-test-output-17-9"/>
          <p:cNvSpPr/>
          <p:nvPr/>
        </p:nvSpPr>
        <p:spPr>
          <a:xfrm>
            <a:off x="621792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4-test-output-17-10"/>
          <p:cNvSpPr/>
          <p:nvPr/>
        </p:nvSpPr>
        <p:spPr>
          <a:xfrm>
            <a:off x="63093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4-test-output-17-11"/>
          <p:cNvSpPr/>
          <p:nvPr/>
        </p:nvSpPr>
        <p:spPr>
          <a:xfrm>
            <a:off x="6400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4-test-output-17-12"/>
          <p:cNvSpPr/>
          <p:nvPr/>
        </p:nvSpPr>
        <p:spPr>
          <a:xfrm>
            <a:off x="6492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4-test-output-17-13"/>
          <p:cNvSpPr/>
          <p:nvPr/>
        </p:nvSpPr>
        <p:spPr>
          <a:xfrm>
            <a:off x="6583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4-test-output-17-14"/>
          <p:cNvSpPr/>
          <p:nvPr/>
        </p:nvSpPr>
        <p:spPr>
          <a:xfrm>
            <a:off x="6675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4-test-output-17-15"/>
          <p:cNvSpPr/>
          <p:nvPr/>
        </p:nvSpPr>
        <p:spPr>
          <a:xfrm>
            <a:off x="6766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4-test-output-17-16"/>
          <p:cNvSpPr/>
          <p:nvPr/>
        </p:nvSpPr>
        <p:spPr>
          <a:xfrm>
            <a:off x="6858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4-test-output-17-17"/>
          <p:cNvSpPr/>
          <p:nvPr/>
        </p:nvSpPr>
        <p:spPr>
          <a:xfrm>
            <a:off x="6949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4-test-output-17-18"/>
          <p:cNvSpPr/>
          <p:nvPr/>
        </p:nvSpPr>
        <p:spPr>
          <a:xfrm>
            <a:off x="7040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4-test-output-17-19"/>
          <p:cNvSpPr/>
          <p:nvPr/>
        </p:nvSpPr>
        <p:spPr>
          <a:xfrm>
            <a:off x="7132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4-test-output-17-20"/>
          <p:cNvSpPr/>
          <p:nvPr/>
        </p:nvSpPr>
        <p:spPr>
          <a:xfrm>
            <a:off x="7223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4-test-output-17-21"/>
          <p:cNvSpPr/>
          <p:nvPr/>
        </p:nvSpPr>
        <p:spPr>
          <a:xfrm>
            <a:off x="7315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4-test-output-17-22"/>
          <p:cNvSpPr/>
          <p:nvPr/>
        </p:nvSpPr>
        <p:spPr>
          <a:xfrm>
            <a:off x="7406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4-test-output-17-23"/>
          <p:cNvSpPr/>
          <p:nvPr/>
        </p:nvSpPr>
        <p:spPr>
          <a:xfrm>
            <a:off x="7498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4-test-output-17-24"/>
          <p:cNvSpPr/>
          <p:nvPr/>
        </p:nvSpPr>
        <p:spPr>
          <a:xfrm>
            <a:off x="7589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4-test-output-17-25"/>
          <p:cNvSpPr/>
          <p:nvPr/>
        </p:nvSpPr>
        <p:spPr>
          <a:xfrm>
            <a:off x="7680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4-test-output-18-0"/>
          <p:cNvSpPr/>
          <p:nvPr/>
        </p:nvSpPr>
        <p:spPr>
          <a:xfrm>
            <a:off x="5394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4-test-output-18-1"/>
          <p:cNvSpPr/>
          <p:nvPr/>
        </p:nvSpPr>
        <p:spPr>
          <a:xfrm>
            <a:off x="5486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4-test-output-18-2"/>
          <p:cNvSpPr/>
          <p:nvPr/>
        </p:nvSpPr>
        <p:spPr>
          <a:xfrm>
            <a:off x="5577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4-test-output-18-3"/>
          <p:cNvSpPr/>
          <p:nvPr/>
        </p:nvSpPr>
        <p:spPr>
          <a:xfrm>
            <a:off x="5669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4-test-output-18-4"/>
          <p:cNvSpPr/>
          <p:nvPr/>
        </p:nvSpPr>
        <p:spPr>
          <a:xfrm>
            <a:off x="5760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4-test-output-18-5"/>
          <p:cNvSpPr/>
          <p:nvPr/>
        </p:nvSpPr>
        <p:spPr>
          <a:xfrm>
            <a:off x="5852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4-test-output-18-6"/>
          <p:cNvSpPr/>
          <p:nvPr/>
        </p:nvSpPr>
        <p:spPr>
          <a:xfrm>
            <a:off x="594360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4-test-output-18-7"/>
          <p:cNvSpPr/>
          <p:nvPr/>
        </p:nvSpPr>
        <p:spPr>
          <a:xfrm>
            <a:off x="60350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4-test-output-18-8"/>
          <p:cNvSpPr/>
          <p:nvPr/>
        </p:nvSpPr>
        <p:spPr>
          <a:xfrm>
            <a:off x="6126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4-test-output-18-9"/>
          <p:cNvSpPr/>
          <p:nvPr/>
        </p:nvSpPr>
        <p:spPr>
          <a:xfrm>
            <a:off x="621792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4-test-output-18-10"/>
          <p:cNvSpPr/>
          <p:nvPr/>
        </p:nvSpPr>
        <p:spPr>
          <a:xfrm>
            <a:off x="6309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4-test-output-18-11"/>
          <p:cNvSpPr/>
          <p:nvPr/>
        </p:nvSpPr>
        <p:spPr>
          <a:xfrm>
            <a:off x="6400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4-test-output-18-12"/>
          <p:cNvSpPr/>
          <p:nvPr/>
        </p:nvSpPr>
        <p:spPr>
          <a:xfrm>
            <a:off x="6492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4-test-output-18-13"/>
          <p:cNvSpPr/>
          <p:nvPr/>
        </p:nvSpPr>
        <p:spPr>
          <a:xfrm>
            <a:off x="6583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4-test-output-18-14"/>
          <p:cNvSpPr/>
          <p:nvPr/>
        </p:nvSpPr>
        <p:spPr>
          <a:xfrm>
            <a:off x="6675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4-test-output-18-15"/>
          <p:cNvSpPr/>
          <p:nvPr/>
        </p:nvSpPr>
        <p:spPr>
          <a:xfrm>
            <a:off x="6766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4-test-output-18-16"/>
          <p:cNvSpPr/>
          <p:nvPr/>
        </p:nvSpPr>
        <p:spPr>
          <a:xfrm>
            <a:off x="6858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4-test-output-18-17"/>
          <p:cNvSpPr/>
          <p:nvPr/>
        </p:nvSpPr>
        <p:spPr>
          <a:xfrm>
            <a:off x="6949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4-test-output-18-18"/>
          <p:cNvSpPr/>
          <p:nvPr/>
        </p:nvSpPr>
        <p:spPr>
          <a:xfrm>
            <a:off x="7040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4-test-output-18-19"/>
          <p:cNvSpPr/>
          <p:nvPr/>
        </p:nvSpPr>
        <p:spPr>
          <a:xfrm>
            <a:off x="7132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4-test-output-18-20"/>
          <p:cNvSpPr/>
          <p:nvPr/>
        </p:nvSpPr>
        <p:spPr>
          <a:xfrm>
            <a:off x="7223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4-test-output-18-21"/>
          <p:cNvSpPr/>
          <p:nvPr/>
        </p:nvSpPr>
        <p:spPr>
          <a:xfrm>
            <a:off x="7315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4-test-output-18-22"/>
          <p:cNvSpPr/>
          <p:nvPr/>
        </p:nvSpPr>
        <p:spPr>
          <a:xfrm>
            <a:off x="7406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4-test-output-18-23"/>
          <p:cNvSpPr/>
          <p:nvPr/>
        </p:nvSpPr>
        <p:spPr>
          <a:xfrm>
            <a:off x="7498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4-test-output-18-24"/>
          <p:cNvSpPr/>
          <p:nvPr/>
        </p:nvSpPr>
        <p:spPr>
          <a:xfrm>
            <a:off x="7589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4-test-output-18-25"/>
          <p:cNvSpPr/>
          <p:nvPr/>
        </p:nvSpPr>
        <p:spPr>
          <a:xfrm>
            <a:off x="7680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4-test-output-19-0"/>
          <p:cNvSpPr/>
          <p:nvPr/>
        </p:nvSpPr>
        <p:spPr>
          <a:xfrm>
            <a:off x="5394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4-test-output-19-1"/>
          <p:cNvSpPr/>
          <p:nvPr/>
        </p:nvSpPr>
        <p:spPr>
          <a:xfrm>
            <a:off x="5486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4-test-output-19-2"/>
          <p:cNvSpPr/>
          <p:nvPr/>
        </p:nvSpPr>
        <p:spPr>
          <a:xfrm>
            <a:off x="5577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4-test-output-19-3"/>
          <p:cNvSpPr/>
          <p:nvPr/>
        </p:nvSpPr>
        <p:spPr>
          <a:xfrm>
            <a:off x="5669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4-test-output-19-4"/>
          <p:cNvSpPr/>
          <p:nvPr/>
        </p:nvSpPr>
        <p:spPr>
          <a:xfrm>
            <a:off x="5760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4-test-output-19-5"/>
          <p:cNvSpPr/>
          <p:nvPr/>
        </p:nvSpPr>
        <p:spPr>
          <a:xfrm>
            <a:off x="5852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4-test-output-19-6"/>
          <p:cNvSpPr/>
          <p:nvPr/>
        </p:nvSpPr>
        <p:spPr>
          <a:xfrm>
            <a:off x="594360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4-test-output-19-7"/>
          <p:cNvSpPr/>
          <p:nvPr/>
        </p:nvSpPr>
        <p:spPr>
          <a:xfrm>
            <a:off x="60350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4-test-output-19-8"/>
          <p:cNvSpPr/>
          <p:nvPr/>
        </p:nvSpPr>
        <p:spPr>
          <a:xfrm>
            <a:off x="6126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4-test-output-19-9"/>
          <p:cNvSpPr/>
          <p:nvPr/>
        </p:nvSpPr>
        <p:spPr>
          <a:xfrm>
            <a:off x="621792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4-test-output-19-10"/>
          <p:cNvSpPr/>
          <p:nvPr/>
        </p:nvSpPr>
        <p:spPr>
          <a:xfrm>
            <a:off x="6309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4-test-output-19-11"/>
          <p:cNvSpPr/>
          <p:nvPr/>
        </p:nvSpPr>
        <p:spPr>
          <a:xfrm>
            <a:off x="6400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4-test-output-19-12"/>
          <p:cNvSpPr/>
          <p:nvPr/>
        </p:nvSpPr>
        <p:spPr>
          <a:xfrm>
            <a:off x="6492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4-test-output-19-13"/>
          <p:cNvSpPr/>
          <p:nvPr/>
        </p:nvSpPr>
        <p:spPr>
          <a:xfrm>
            <a:off x="6583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4-test-output-19-14"/>
          <p:cNvSpPr/>
          <p:nvPr/>
        </p:nvSpPr>
        <p:spPr>
          <a:xfrm>
            <a:off x="6675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4-test-output-19-15"/>
          <p:cNvSpPr/>
          <p:nvPr/>
        </p:nvSpPr>
        <p:spPr>
          <a:xfrm>
            <a:off x="6766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4-test-output-19-16"/>
          <p:cNvSpPr/>
          <p:nvPr/>
        </p:nvSpPr>
        <p:spPr>
          <a:xfrm>
            <a:off x="6858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4-test-output-19-17"/>
          <p:cNvSpPr/>
          <p:nvPr/>
        </p:nvSpPr>
        <p:spPr>
          <a:xfrm>
            <a:off x="6949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4-test-output-19-18"/>
          <p:cNvSpPr/>
          <p:nvPr/>
        </p:nvSpPr>
        <p:spPr>
          <a:xfrm>
            <a:off x="7040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4-test-output-19-19"/>
          <p:cNvSpPr/>
          <p:nvPr/>
        </p:nvSpPr>
        <p:spPr>
          <a:xfrm>
            <a:off x="7132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4-test-output-19-20"/>
          <p:cNvSpPr/>
          <p:nvPr/>
        </p:nvSpPr>
        <p:spPr>
          <a:xfrm>
            <a:off x="7223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4-test-output-19-21"/>
          <p:cNvSpPr/>
          <p:nvPr/>
        </p:nvSpPr>
        <p:spPr>
          <a:xfrm>
            <a:off x="7315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4-test-output-19-22"/>
          <p:cNvSpPr/>
          <p:nvPr/>
        </p:nvSpPr>
        <p:spPr>
          <a:xfrm>
            <a:off x="7406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4-test-output-19-23"/>
          <p:cNvSpPr/>
          <p:nvPr/>
        </p:nvSpPr>
        <p:spPr>
          <a:xfrm>
            <a:off x="7498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4-test-output-19-24"/>
          <p:cNvSpPr/>
          <p:nvPr/>
        </p:nvSpPr>
        <p:spPr>
          <a:xfrm>
            <a:off x="7589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4-test-output-19-25"/>
          <p:cNvSpPr/>
          <p:nvPr/>
        </p:nvSpPr>
        <p:spPr>
          <a:xfrm>
            <a:off x="7680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4-test-output-20-0"/>
          <p:cNvSpPr/>
          <p:nvPr/>
        </p:nvSpPr>
        <p:spPr>
          <a:xfrm>
            <a:off x="5394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4-test-output-20-1"/>
          <p:cNvSpPr/>
          <p:nvPr/>
        </p:nvSpPr>
        <p:spPr>
          <a:xfrm>
            <a:off x="5486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4-test-output-20-2"/>
          <p:cNvSpPr/>
          <p:nvPr/>
        </p:nvSpPr>
        <p:spPr>
          <a:xfrm>
            <a:off x="5577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4-test-output-20-3"/>
          <p:cNvSpPr/>
          <p:nvPr/>
        </p:nvSpPr>
        <p:spPr>
          <a:xfrm>
            <a:off x="5669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4-test-output-20-4"/>
          <p:cNvSpPr/>
          <p:nvPr/>
        </p:nvSpPr>
        <p:spPr>
          <a:xfrm>
            <a:off x="5760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4-test-output-20-5"/>
          <p:cNvSpPr/>
          <p:nvPr/>
        </p:nvSpPr>
        <p:spPr>
          <a:xfrm>
            <a:off x="5852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4-test-output-20-6"/>
          <p:cNvSpPr/>
          <p:nvPr/>
        </p:nvSpPr>
        <p:spPr>
          <a:xfrm>
            <a:off x="594360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4-test-output-20-7"/>
          <p:cNvSpPr/>
          <p:nvPr/>
        </p:nvSpPr>
        <p:spPr>
          <a:xfrm>
            <a:off x="60350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4-test-output-20-8"/>
          <p:cNvSpPr/>
          <p:nvPr/>
        </p:nvSpPr>
        <p:spPr>
          <a:xfrm>
            <a:off x="61264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4-test-output-20-9"/>
          <p:cNvSpPr/>
          <p:nvPr/>
        </p:nvSpPr>
        <p:spPr>
          <a:xfrm>
            <a:off x="621792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4-test-output-20-10"/>
          <p:cNvSpPr/>
          <p:nvPr/>
        </p:nvSpPr>
        <p:spPr>
          <a:xfrm>
            <a:off x="6309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4-test-output-20-11"/>
          <p:cNvSpPr/>
          <p:nvPr/>
        </p:nvSpPr>
        <p:spPr>
          <a:xfrm>
            <a:off x="6400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4-test-output-20-12"/>
          <p:cNvSpPr/>
          <p:nvPr/>
        </p:nvSpPr>
        <p:spPr>
          <a:xfrm>
            <a:off x="6492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4-test-output-20-13"/>
          <p:cNvSpPr/>
          <p:nvPr/>
        </p:nvSpPr>
        <p:spPr>
          <a:xfrm>
            <a:off x="6583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4-test-output-20-14"/>
          <p:cNvSpPr/>
          <p:nvPr/>
        </p:nvSpPr>
        <p:spPr>
          <a:xfrm>
            <a:off x="6675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4-test-output-20-15"/>
          <p:cNvSpPr/>
          <p:nvPr/>
        </p:nvSpPr>
        <p:spPr>
          <a:xfrm>
            <a:off x="6766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4-test-output-20-16"/>
          <p:cNvSpPr/>
          <p:nvPr/>
        </p:nvSpPr>
        <p:spPr>
          <a:xfrm>
            <a:off x="6858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4-test-output-20-17"/>
          <p:cNvSpPr/>
          <p:nvPr/>
        </p:nvSpPr>
        <p:spPr>
          <a:xfrm>
            <a:off x="69494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4-test-output-20-18"/>
          <p:cNvSpPr/>
          <p:nvPr/>
        </p:nvSpPr>
        <p:spPr>
          <a:xfrm>
            <a:off x="7040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4-test-output-20-19"/>
          <p:cNvSpPr/>
          <p:nvPr/>
        </p:nvSpPr>
        <p:spPr>
          <a:xfrm>
            <a:off x="7132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4-test-output-20-20"/>
          <p:cNvSpPr/>
          <p:nvPr/>
        </p:nvSpPr>
        <p:spPr>
          <a:xfrm>
            <a:off x="7223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4-test-output-20-21"/>
          <p:cNvSpPr/>
          <p:nvPr/>
        </p:nvSpPr>
        <p:spPr>
          <a:xfrm>
            <a:off x="7315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4-test-output-20-22"/>
          <p:cNvSpPr/>
          <p:nvPr/>
        </p:nvSpPr>
        <p:spPr>
          <a:xfrm>
            <a:off x="74066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4-test-output-20-23"/>
          <p:cNvSpPr/>
          <p:nvPr/>
        </p:nvSpPr>
        <p:spPr>
          <a:xfrm>
            <a:off x="7498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4-test-output-20-24"/>
          <p:cNvSpPr/>
          <p:nvPr/>
        </p:nvSpPr>
        <p:spPr>
          <a:xfrm>
            <a:off x="7589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4-test-output-20-25"/>
          <p:cNvSpPr/>
          <p:nvPr/>
        </p:nvSpPr>
        <p:spPr>
          <a:xfrm>
            <a:off x="7680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4-test-output-21-0"/>
          <p:cNvSpPr/>
          <p:nvPr/>
        </p:nvSpPr>
        <p:spPr>
          <a:xfrm>
            <a:off x="5394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4-test-output-21-1"/>
          <p:cNvSpPr/>
          <p:nvPr/>
        </p:nvSpPr>
        <p:spPr>
          <a:xfrm>
            <a:off x="5486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4-test-output-21-2"/>
          <p:cNvSpPr/>
          <p:nvPr/>
        </p:nvSpPr>
        <p:spPr>
          <a:xfrm>
            <a:off x="5577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4-test-output-21-3"/>
          <p:cNvSpPr/>
          <p:nvPr/>
        </p:nvSpPr>
        <p:spPr>
          <a:xfrm>
            <a:off x="5669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4-test-output-21-4"/>
          <p:cNvSpPr/>
          <p:nvPr/>
        </p:nvSpPr>
        <p:spPr>
          <a:xfrm>
            <a:off x="5760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4-test-output-21-5"/>
          <p:cNvSpPr/>
          <p:nvPr/>
        </p:nvSpPr>
        <p:spPr>
          <a:xfrm>
            <a:off x="5852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4-test-output-21-6"/>
          <p:cNvSpPr/>
          <p:nvPr/>
        </p:nvSpPr>
        <p:spPr>
          <a:xfrm>
            <a:off x="594360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4-test-output-21-7"/>
          <p:cNvSpPr/>
          <p:nvPr/>
        </p:nvSpPr>
        <p:spPr>
          <a:xfrm>
            <a:off x="60350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4-test-output-21-8"/>
          <p:cNvSpPr/>
          <p:nvPr/>
        </p:nvSpPr>
        <p:spPr>
          <a:xfrm>
            <a:off x="6126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4-test-output-21-9"/>
          <p:cNvSpPr/>
          <p:nvPr/>
        </p:nvSpPr>
        <p:spPr>
          <a:xfrm>
            <a:off x="621792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4-test-output-21-10"/>
          <p:cNvSpPr/>
          <p:nvPr/>
        </p:nvSpPr>
        <p:spPr>
          <a:xfrm>
            <a:off x="6309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4-test-output-21-11"/>
          <p:cNvSpPr/>
          <p:nvPr/>
        </p:nvSpPr>
        <p:spPr>
          <a:xfrm>
            <a:off x="64008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4-test-output-21-12"/>
          <p:cNvSpPr/>
          <p:nvPr/>
        </p:nvSpPr>
        <p:spPr>
          <a:xfrm>
            <a:off x="6492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4-test-output-21-13"/>
          <p:cNvSpPr/>
          <p:nvPr/>
        </p:nvSpPr>
        <p:spPr>
          <a:xfrm>
            <a:off x="6583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4-test-output-21-14"/>
          <p:cNvSpPr/>
          <p:nvPr/>
        </p:nvSpPr>
        <p:spPr>
          <a:xfrm>
            <a:off x="6675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4-test-output-21-15"/>
          <p:cNvSpPr/>
          <p:nvPr/>
        </p:nvSpPr>
        <p:spPr>
          <a:xfrm>
            <a:off x="6766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4-test-output-21-16"/>
          <p:cNvSpPr/>
          <p:nvPr/>
        </p:nvSpPr>
        <p:spPr>
          <a:xfrm>
            <a:off x="6858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4-test-output-21-17"/>
          <p:cNvSpPr/>
          <p:nvPr/>
        </p:nvSpPr>
        <p:spPr>
          <a:xfrm>
            <a:off x="69494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4-test-output-21-18"/>
          <p:cNvSpPr/>
          <p:nvPr/>
        </p:nvSpPr>
        <p:spPr>
          <a:xfrm>
            <a:off x="70408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4-test-output-21-19"/>
          <p:cNvSpPr/>
          <p:nvPr/>
        </p:nvSpPr>
        <p:spPr>
          <a:xfrm>
            <a:off x="71323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4-test-output-21-20"/>
          <p:cNvSpPr/>
          <p:nvPr/>
        </p:nvSpPr>
        <p:spPr>
          <a:xfrm>
            <a:off x="72237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4-test-output-21-21"/>
          <p:cNvSpPr/>
          <p:nvPr/>
        </p:nvSpPr>
        <p:spPr>
          <a:xfrm>
            <a:off x="73152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4-test-output-21-22"/>
          <p:cNvSpPr/>
          <p:nvPr/>
        </p:nvSpPr>
        <p:spPr>
          <a:xfrm>
            <a:off x="74066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4-test-output-21-23"/>
          <p:cNvSpPr/>
          <p:nvPr/>
        </p:nvSpPr>
        <p:spPr>
          <a:xfrm>
            <a:off x="7498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4-test-output-21-24"/>
          <p:cNvSpPr/>
          <p:nvPr/>
        </p:nvSpPr>
        <p:spPr>
          <a:xfrm>
            <a:off x="7589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4-test-output-21-25"/>
          <p:cNvSpPr/>
          <p:nvPr/>
        </p:nvSpPr>
        <p:spPr>
          <a:xfrm>
            <a:off x="7680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4-test-output-22-0"/>
          <p:cNvSpPr/>
          <p:nvPr/>
        </p:nvSpPr>
        <p:spPr>
          <a:xfrm>
            <a:off x="5394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4-test-output-22-1"/>
          <p:cNvSpPr/>
          <p:nvPr/>
        </p:nvSpPr>
        <p:spPr>
          <a:xfrm>
            <a:off x="5486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4-test-output-22-2"/>
          <p:cNvSpPr/>
          <p:nvPr/>
        </p:nvSpPr>
        <p:spPr>
          <a:xfrm>
            <a:off x="5577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4-test-output-22-3"/>
          <p:cNvSpPr/>
          <p:nvPr/>
        </p:nvSpPr>
        <p:spPr>
          <a:xfrm>
            <a:off x="5669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4-test-output-22-4"/>
          <p:cNvSpPr/>
          <p:nvPr/>
        </p:nvSpPr>
        <p:spPr>
          <a:xfrm>
            <a:off x="5760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4-test-output-22-5"/>
          <p:cNvSpPr/>
          <p:nvPr/>
        </p:nvSpPr>
        <p:spPr>
          <a:xfrm>
            <a:off x="58521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4-test-output-22-6"/>
          <p:cNvSpPr/>
          <p:nvPr/>
        </p:nvSpPr>
        <p:spPr>
          <a:xfrm>
            <a:off x="594360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4-test-output-22-7"/>
          <p:cNvSpPr/>
          <p:nvPr/>
        </p:nvSpPr>
        <p:spPr>
          <a:xfrm>
            <a:off x="603504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4-test-output-22-8"/>
          <p:cNvSpPr/>
          <p:nvPr/>
        </p:nvSpPr>
        <p:spPr>
          <a:xfrm>
            <a:off x="612648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4-test-output-22-9"/>
          <p:cNvSpPr/>
          <p:nvPr/>
        </p:nvSpPr>
        <p:spPr>
          <a:xfrm>
            <a:off x="621792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4-test-output-22-10"/>
          <p:cNvSpPr/>
          <p:nvPr/>
        </p:nvSpPr>
        <p:spPr>
          <a:xfrm>
            <a:off x="63093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4-test-output-22-11"/>
          <p:cNvSpPr/>
          <p:nvPr/>
        </p:nvSpPr>
        <p:spPr>
          <a:xfrm>
            <a:off x="64008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4-test-output-22-12"/>
          <p:cNvSpPr/>
          <p:nvPr/>
        </p:nvSpPr>
        <p:spPr>
          <a:xfrm>
            <a:off x="6492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4-test-output-22-13"/>
          <p:cNvSpPr/>
          <p:nvPr/>
        </p:nvSpPr>
        <p:spPr>
          <a:xfrm>
            <a:off x="6583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4-test-output-22-14"/>
          <p:cNvSpPr/>
          <p:nvPr/>
        </p:nvSpPr>
        <p:spPr>
          <a:xfrm>
            <a:off x="6675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4-test-output-22-15"/>
          <p:cNvSpPr/>
          <p:nvPr/>
        </p:nvSpPr>
        <p:spPr>
          <a:xfrm>
            <a:off x="6766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4-test-output-22-16"/>
          <p:cNvSpPr/>
          <p:nvPr/>
        </p:nvSpPr>
        <p:spPr>
          <a:xfrm>
            <a:off x="6858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4-test-output-22-17"/>
          <p:cNvSpPr/>
          <p:nvPr/>
        </p:nvSpPr>
        <p:spPr>
          <a:xfrm>
            <a:off x="6949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4-test-output-22-18"/>
          <p:cNvSpPr/>
          <p:nvPr/>
        </p:nvSpPr>
        <p:spPr>
          <a:xfrm>
            <a:off x="7040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4-test-output-22-19"/>
          <p:cNvSpPr/>
          <p:nvPr/>
        </p:nvSpPr>
        <p:spPr>
          <a:xfrm>
            <a:off x="7132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4-test-output-22-20"/>
          <p:cNvSpPr/>
          <p:nvPr/>
        </p:nvSpPr>
        <p:spPr>
          <a:xfrm>
            <a:off x="7223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4-test-output-22-21"/>
          <p:cNvSpPr/>
          <p:nvPr/>
        </p:nvSpPr>
        <p:spPr>
          <a:xfrm>
            <a:off x="7315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4-test-output-22-22"/>
          <p:cNvSpPr/>
          <p:nvPr/>
        </p:nvSpPr>
        <p:spPr>
          <a:xfrm>
            <a:off x="7406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4-test-output-22-23"/>
          <p:cNvSpPr/>
          <p:nvPr/>
        </p:nvSpPr>
        <p:spPr>
          <a:xfrm>
            <a:off x="7498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4-test-output-22-24"/>
          <p:cNvSpPr/>
          <p:nvPr/>
        </p:nvSpPr>
        <p:spPr>
          <a:xfrm>
            <a:off x="7589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4-test-output-22-25"/>
          <p:cNvSpPr/>
          <p:nvPr/>
        </p:nvSpPr>
        <p:spPr>
          <a:xfrm>
            <a:off x="7680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4-test-output-23-0"/>
          <p:cNvSpPr/>
          <p:nvPr/>
        </p:nvSpPr>
        <p:spPr>
          <a:xfrm>
            <a:off x="5394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4-test-output-23-1"/>
          <p:cNvSpPr/>
          <p:nvPr/>
        </p:nvSpPr>
        <p:spPr>
          <a:xfrm>
            <a:off x="5486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4-test-output-23-2"/>
          <p:cNvSpPr/>
          <p:nvPr/>
        </p:nvSpPr>
        <p:spPr>
          <a:xfrm>
            <a:off x="5577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4-test-output-23-3"/>
          <p:cNvSpPr/>
          <p:nvPr/>
        </p:nvSpPr>
        <p:spPr>
          <a:xfrm>
            <a:off x="5669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4-test-output-23-4"/>
          <p:cNvSpPr/>
          <p:nvPr/>
        </p:nvSpPr>
        <p:spPr>
          <a:xfrm>
            <a:off x="5760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4-test-output-23-5"/>
          <p:cNvSpPr/>
          <p:nvPr/>
        </p:nvSpPr>
        <p:spPr>
          <a:xfrm>
            <a:off x="58521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4-test-output-23-6"/>
          <p:cNvSpPr/>
          <p:nvPr/>
        </p:nvSpPr>
        <p:spPr>
          <a:xfrm>
            <a:off x="59436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4-test-output-23-7"/>
          <p:cNvSpPr/>
          <p:nvPr/>
        </p:nvSpPr>
        <p:spPr>
          <a:xfrm>
            <a:off x="60350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4-test-output-23-8"/>
          <p:cNvSpPr/>
          <p:nvPr/>
        </p:nvSpPr>
        <p:spPr>
          <a:xfrm>
            <a:off x="61264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4-test-output-23-9"/>
          <p:cNvSpPr/>
          <p:nvPr/>
        </p:nvSpPr>
        <p:spPr>
          <a:xfrm>
            <a:off x="62179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4-test-output-23-10"/>
          <p:cNvSpPr/>
          <p:nvPr/>
        </p:nvSpPr>
        <p:spPr>
          <a:xfrm>
            <a:off x="63093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4-test-output-23-11"/>
          <p:cNvSpPr/>
          <p:nvPr/>
        </p:nvSpPr>
        <p:spPr>
          <a:xfrm>
            <a:off x="64008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4-test-output-23-12"/>
          <p:cNvSpPr/>
          <p:nvPr/>
        </p:nvSpPr>
        <p:spPr>
          <a:xfrm>
            <a:off x="6492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4-test-output-23-13"/>
          <p:cNvSpPr/>
          <p:nvPr/>
        </p:nvSpPr>
        <p:spPr>
          <a:xfrm>
            <a:off x="6583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4-test-output-23-14"/>
          <p:cNvSpPr/>
          <p:nvPr/>
        </p:nvSpPr>
        <p:spPr>
          <a:xfrm>
            <a:off x="6675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4-test-output-23-15"/>
          <p:cNvSpPr/>
          <p:nvPr/>
        </p:nvSpPr>
        <p:spPr>
          <a:xfrm>
            <a:off x="6766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4-test-output-23-16"/>
          <p:cNvSpPr/>
          <p:nvPr/>
        </p:nvSpPr>
        <p:spPr>
          <a:xfrm>
            <a:off x="6858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4-test-output-23-17"/>
          <p:cNvSpPr/>
          <p:nvPr/>
        </p:nvSpPr>
        <p:spPr>
          <a:xfrm>
            <a:off x="6949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4-test-output-23-18"/>
          <p:cNvSpPr/>
          <p:nvPr/>
        </p:nvSpPr>
        <p:spPr>
          <a:xfrm>
            <a:off x="7040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4-test-output-23-19"/>
          <p:cNvSpPr/>
          <p:nvPr/>
        </p:nvSpPr>
        <p:spPr>
          <a:xfrm>
            <a:off x="7132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4-test-output-23-20"/>
          <p:cNvSpPr/>
          <p:nvPr/>
        </p:nvSpPr>
        <p:spPr>
          <a:xfrm>
            <a:off x="7223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4-test-output-23-21"/>
          <p:cNvSpPr/>
          <p:nvPr/>
        </p:nvSpPr>
        <p:spPr>
          <a:xfrm>
            <a:off x="7315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4-test-output-23-22"/>
          <p:cNvSpPr/>
          <p:nvPr/>
        </p:nvSpPr>
        <p:spPr>
          <a:xfrm>
            <a:off x="7406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4-test-output-23-23"/>
          <p:cNvSpPr/>
          <p:nvPr/>
        </p:nvSpPr>
        <p:spPr>
          <a:xfrm>
            <a:off x="7498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4-test-output-23-24"/>
          <p:cNvSpPr/>
          <p:nvPr/>
        </p:nvSpPr>
        <p:spPr>
          <a:xfrm>
            <a:off x="7589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4-test-output-23-25"/>
          <p:cNvSpPr/>
          <p:nvPr/>
        </p:nvSpPr>
        <p:spPr>
          <a:xfrm>
            <a:off x="7680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4-test-output-24-0"/>
          <p:cNvSpPr/>
          <p:nvPr/>
        </p:nvSpPr>
        <p:spPr>
          <a:xfrm>
            <a:off x="5394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4-test-output-24-1"/>
          <p:cNvSpPr/>
          <p:nvPr/>
        </p:nvSpPr>
        <p:spPr>
          <a:xfrm>
            <a:off x="5486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4-test-output-24-2"/>
          <p:cNvSpPr/>
          <p:nvPr/>
        </p:nvSpPr>
        <p:spPr>
          <a:xfrm>
            <a:off x="5577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4-test-output-24-3"/>
          <p:cNvSpPr/>
          <p:nvPr/>
        </p:nvSpPr>
        <p:spPr>
          <a:xfrm>
            <a:off x="5669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4-test-output-24-4"/>
          <p:cNvSpPr/>
          <p:nvPr/>
        </p:nvSpPr>
        <p:spPr>
          <a:xfrm>
            <a:off x="5760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4-test-output-24-5"/>
          <p:cNvSpPr/>
          <p:nvPr/>
        </p:nvSpPr>
        <p:spPr>
          <a:xfrm>
            <a:off x="58521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4-test-output-24-6"/>
          <p:cNvSpPr/>
          <p:nvPr/>
        </p:nvSpPr>
        <p:spPr>
          <a:xfrm>
            <a:off x="594360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4-test-output-24-7"/>
          <p:cNvSpPr/>
          <p:nvPr/>
        </p:nvSpPr>
        <p:spPr>
          <a:xfrm>
            <a:off x="603504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4-test-output-24-8"/>
          <p:cNvSpPr/>
          <p:nvPr/>
        </p:nvSpPr>
        <p:spPr>
          <a:xfrm>
            <a:off x="612648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4-test-output-24-9"/>
          <p:cNvSpPr/>
          <p:nvPr/>
        </p:nvSpPr>
        <p:spPr>
          <a:xfrm>
            <a:off x="621792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4-test-output-24-10"/>
          <p:cNvSpPr/>
          <p:nvPr/>
        </p:nvSpPr>
        <p:spPr>
          <a:xfrm>
            <a:off x="63093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4-test-output-24-11"/>
          <p:cNvSpPr/>
          <p:nvPr/>
        </p:nvSpPr>
        <p:spPr>
          <a:xfrm>
            <a:off x="6400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4-test-output-24-12"/>
          <p:cNvSpPr/>
          <p:nvPr/>
        </p:nvSpPr>
        <p:spPr>
          <a:xfrm>
            <a:off x="6492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4-test-output-24-13"/>
          <p:cNvSpPr/>
          <p:nvPr/>
        </p:nvSpPr>
        <p:spPr>
          <a:xfrm>
            <a:off x="6583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4-test-output-24-14"/>
          <p:cNvSpPr/>
          <p:nvPr/>
        </p:nvSpPr>
        <p:spPr>
          <a:xfrm>
            <a:off x="6675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4-test-output-24-15"/>
          <p:cNvSpPr/>
          <p:nvPr/>
        </p:nvSpPr>
        <p:spPr>
          <a:xfrm>
            <a:off x="6766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4-test-output-24-16"/>
          <p:cNvSpPr/>
          <p:nvPr/>
        </p:nvSpPr>
        <p:spPr>
          <a:xfrm>
            <a:off x="6858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4-test-output-24-17"/>
          <p:cNvSpPr/>
          <p:nvPr/>
        </p:nvSpPr>
        <p:spPr>
          <a:xfrm>
            <a:off x="6949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4-test-output-24-18"/>
          <p:cNvSpPr/>
          <p:nvPr/>
        </p:nvSpPr>
        <p:spPr>
          <a:xfrm>
            <a:off x="7040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4-test-output-24-19"/>
          <p:cNvSpPr/>
          <p:nvPr/>
        </p:nvSpPr>
        <p:spPr>
          <a:xfrm>
            <a:off x="7132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4-test-output-24-20"/>
          <p:cNvSpPr/>
          <p:nvPr/>
        </p:nvSpPr>
        <p:spPr>
          <a:xfrm>
            <a:off x="7223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4-test-output-24-21"/>
          <p:cNvSpPr/>
          <p:nvPr/>
        </p:nvSpPr>
        <p:spPr>
          <a:xfrm>
            <a:off x="7315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4-test-output-24-22"/>
          <p:cNvSpPr/>
          <p:nvPr/>
        </p:nvSpPr>
        <p:spPr>
          <a:xfrm>
            <a:off x="7406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4-test-output-24-23"/>
          <p:cNvSpPr/>
          <p:nvPr/>
        </p:nvSpPr>
        <p:spPr>
          <a:xfrm>
            <a:off x="7498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4-test-output-24-24"/>
          <p:cNvSpPr/>
          <p:nvPr/>
        </p:nvSpPr>
        <p:spPr>
          <a:xfrm>
            <a:off x="7589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4-test-output-24-25"/>
          <p:cNvSpPr/>
          <p:nvPr/>
        </p:nvSpPr>
        <p:spPr>
          <a:xfrm>
            <a:off x="7680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4-test-output-25-0"/>
          <p:cNvSpPr/>
          <p:nvPr/>
        </p:nvSpPr>
        <p:spPr>
          <a:xfrm>
            <a:off x="5394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4-test-output-25-1"/>
          <p:cNvSpPr/>
          <p:nvPr/>
        </p:nvSpPr>
        <p:spPr>
          <a:xfrm>
            <a:off x="5486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4-test-output-25-2"/>
          <p:cNvSpPr/>
          <p:nvPr/>
        </p:nvSpPr>
        <p:spPr>
          <a:xfrm>
            <a:off x="5577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4-test-output-25-3"/>
          <p:cNvSpPr/>
          <p:nvPr/>
        </p:nvSpPr>
        <p:spPr>
          <a:xfrm>
            <a:off x="5669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4-test-output-25-4"/>
          <p:cNvSpPr/>
          <p:nvPr/>
        </p:nvSpPr>
        <p:spPr>
          <a:xfrm>
            <a:off x="5760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4-test-output-25-5"/>
          <p:cNvSpPr/>
          <p:nvPr/>
        </p:nvSpPr>
        <p:spPr>
          <a:xfrm>
            <a:off x="5852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4-test-output-25-6"/>
          <p:cNvSpPr/>
          <p:nvPr/>
        </p:nvSpPr>
        <p:spPr>
          <a:xfrm>
            <a:off x="5943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4-test-output-25-7"/>
          <p:cNvSpPr/>
          <p:nvPr/>
        </p:nvSpPr>
        <p:spPr>
          <a:xfrm>
            <a:off x="60350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4-test-output-25-8"/>
          <p:cNvSpPr/>
          <p:nvPr/>
        </p:nvSpPr>
        <p:spPr>
          <a:xfrm>
            <a:off x="6126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4-test-output-25-9"/>
          <p:cNvSpPr/>
          <p:nvPr/>
        </p:nvSpPr>
        <p:spPr>
          <a:xfrm>
            <a:off x="62179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4-test-output-25-10"/>
          <p:cNvSpPr/>
          <p:nvPr/>
        </p:nvSpPr>
        <p:spPr>
          <a:xfrm>
            <a:off x="6309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4-test-output-25-11"/>
          <p:cNvSpPr/>
          <p:nvPr/>
        </p:nvSpPr>
        <p:spPr>
          <a:xfrm>
            <a:off x="6400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4-test-output-25-12"/>
          <p:cNvSpPr/>
          <p:nvPr/>
        </p:nvSpPr>
        <p:spPr>
          <a:xfrm>
            <a:off x="6492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4-test-output-25-13"/>
          <p:cNvSpPr/>
          <p:nvPr/>
        </p:nvSpPr>
        <p:spPr>
          <a:xfrm>
            <a:off x="6583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4-test-output-25-14"/>
          <p:cNvSpPr/>
          <p:nvPr/>
        </p:nvSpPr>
        <p:spPr>
          <a:xfrm>
            <a:off x="6675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4-test-output-25-15"/>
          <p:cNvSpPr/>
          <p:nvPr/>
        </p:nvSpPr>
        <p:spPr>
          <a:xfrm>
            <a:off x="6766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4-test-output-25-16"/>
          <p:cNvSpPr/>
          <p:nvPr/>
        </p:nvSpPr>
        <p:spPr>
          <a:xfrm>
            <a:off x="6858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4-test-output-25-17"/>
          <p:cNvSpPr/>
          <p:nvPr/>
        </p:nvSpPr>
        <p:spPr>
          <a:xfrm>
            <a:off x="6949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4-test-output-25-18"/>
          <p:cNvSpPr/>
          <p:nvPr/>
        </p:nvSpPr>
        <p:spPr>
          <a:xfrm>
            <a:off x="7040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4-test-output-25-19"/>
          <p:cNvSpPr/>
          <p:nvPr/>
        </p:nvSpPr>
        <p:spPr>
          <a:xfrm>
            <a:off x="7132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4-test-output-25-20"/>
          <p:cNvSpPr/>
          <p:nvPr/>
        </p:nvSpPr>
        <p:spPr>
          <a:xfrm>
            <a:off x="7223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4-test-output-25-21"/>
          <p:cNvSpPr/>
          <p:nvPr/>
        </p:nvSpPr>
        <p:spPr>
          <a:xfrm>
            <a:off x="7315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4-test-output-25-22"/>
          <p:cNvSpPr/>
          <p:nvPr/>
        </p:nvSpPr>
        <p:spPr>
          <a:xfrm>
            <a:off x="7406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4-test-output-25-23"/>
          <p:cNvSpPr/>
          <p:nvPr/>
        </p:nvSpPr>
        <p:spPr>
          <a:xfrm>
            <a:off x="7498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4-test-output-25-24"/>
          <p:cNvSpPr/>
          <p:nvPr/>
        </p:nvSpPr>
        <p:spPr>
          <a:xfrm>
            <a:off x="7589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4-test-output-25-25"/>
          <p:cNvSpPr/>
          <p:nvPr/>
        </p:nvSpPr>
        <p:spPr>
          <a:xfrm>
            <a:off x="7680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接続する印を合わせ、前に置いた物体の位置に応じて次を配置する。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5-train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rain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rain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rain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rain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rain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rain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rain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rain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rain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rain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rain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rain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rain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rain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rain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rain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rain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rain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rain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rain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rain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rain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rain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rain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rain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rain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rain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rain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rain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rain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rain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rain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rain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rain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rain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rain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rain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rain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rain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rain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rain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rain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rain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rain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rain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rain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rain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rain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rain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rain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rain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rain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rain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rain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rain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rain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rain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rain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rain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rain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rain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rain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rain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rain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rain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rain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rain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rain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rain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rain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rain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rain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rain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rain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rain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rain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rain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rain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rain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rain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rain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rain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rain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rain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rain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rain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rain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rain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rain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rain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rain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rain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rain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rain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rain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rain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rain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rain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rain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rain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rain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rain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rain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rain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rain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rain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rain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rain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rain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rain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rain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rain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rain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rain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rain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rain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rain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rain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rain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rain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rain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rain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rain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rain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rain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rain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rain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rain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rain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rain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rain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rain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rain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rain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rain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rain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rain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rain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rain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rain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rain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rain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rain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rain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rain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rain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rain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rain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rain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rain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rain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rain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rain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rain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rain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rain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rain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rain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rain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rain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rain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rain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rain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rain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rain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rain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rain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rain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rain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rain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rain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rain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rain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rain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rain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rain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rain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rain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rain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rain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rain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rain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rain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rain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rain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rain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rain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rain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rain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rain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rain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rain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rain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rain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rain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rain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rain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rain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rain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提示例は全3組、テスト入力は全3個。ここでは各1番目を表示。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5-test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est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est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est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est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est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est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est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est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est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est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est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est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est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est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est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est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est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est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est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est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est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est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est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est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est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est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est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est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est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est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est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est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est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est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est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est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est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est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est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est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est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est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est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est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est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est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est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est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est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est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est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est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est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est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est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est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est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est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est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est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est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est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est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est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est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est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est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est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est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est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est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est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est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est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est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est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est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est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est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est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est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est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est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est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est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est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est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est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est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est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est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est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est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est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est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est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est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est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est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est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est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est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est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est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est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est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est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est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est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est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est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est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est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est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est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est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est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est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est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est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est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est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est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est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est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est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est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est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est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est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est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est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est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est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est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est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est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est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est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est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est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est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est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est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est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est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est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est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est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est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est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est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est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est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est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est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est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est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est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est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est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est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est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est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est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est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est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est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est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est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est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est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est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est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est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est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est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est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est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est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est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est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est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est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est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est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est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est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est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est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est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est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est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est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est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est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est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est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est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灰色の経路に沿う物体の対応を読み、残す物体の中心の色を更新する。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6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6-test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est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est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est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est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est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est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est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est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est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est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est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est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est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est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est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est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est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est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est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est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est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est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est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est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est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est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est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est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est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est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est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est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est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est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est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est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est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est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est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est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est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est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est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est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est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est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est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est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est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est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est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est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est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est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est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est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est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est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est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est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est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est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est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est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est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est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est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est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est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est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est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est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est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est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est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est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est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est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est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est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est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est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est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est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est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est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est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est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est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est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est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est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est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est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est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est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est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est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est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est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est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est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est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est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est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est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est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est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est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est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est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est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est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est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est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est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est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est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est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est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est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est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est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est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est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est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est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est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est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est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est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est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est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est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est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est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est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est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est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est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est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est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est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est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est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est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est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est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est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est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est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est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est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est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est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est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est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est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est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est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est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est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est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est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est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est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est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est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est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est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est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est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est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est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est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est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est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est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est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est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est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est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est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est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est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est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est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est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est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est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est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est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est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est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est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est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est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est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est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est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est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est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est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est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est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est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est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est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est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est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est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est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est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est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est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est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est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est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est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est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est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est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est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est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est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est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est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est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est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est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est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est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est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est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est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est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est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est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est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est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est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est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est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est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est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est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est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est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est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est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est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est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est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est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est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est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est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est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est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est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est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est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est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est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est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est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est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est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est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est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est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est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est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est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est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est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est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est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est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est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est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est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est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est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est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est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est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同じ色の経路をつなぎ、曲がり角の印を経路の色へ置き換える。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7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7-test-input-0-0"/>
          <p:cNvSpPr/>
          <p:nvPr/>
        </p:nvSpPr>
        <p:spPr>
          <a:xfrm>
            <a:off x="11810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est-input-0-1"/>
          <p:cNvSpPr/>
          <p:nvPr/>
        </p:nvSpPr>
        <p:spPr>
          <a:xfrm>
            <a:off x="1379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est-input-0-2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est-input-0-3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est-input-0-4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est-input-0-5"/>
          <p:cNvSpPr/>
          <p:nvPr/>
        </p:nvSpPr>
        <p:spPr>
          <a:xfrm>
            <a:off x="21717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est-input-0-6"/>
          <p:cNvSpPr/>
          <p:nvPr/>
        </p:nvSpPr>
        <p:spPr>
          <a:xfrm>
            <a:off x="23698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est-input-0-7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est-input-0-8"/>
          <p:cNvSpPr/>
          <p:nvPr/>
        </p:nvSpPr>
        <p:spPr>
          <a:xfrm>
            <a:off x="27660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est-input-0-9"/>
          <p:cNvSpPr/>
          <p:nvPr/>
        </p:nvSpPr>
        <p:spPr>
          <a:xfrm>
            <a:off x="29641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est-input-0-10"/>
          <p:cNvSpPr/>
          <p:nvPr/>
        </p:nvSpPr>
        <p:spPr>
          <a:xfrm>
            <a:off x="31623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est-input-0-11"/>
          <p:cNvSpPr/>
          <p:nvPr/>
        </p:nvSpPr>
        <p:spPr>
          <a:xfrm>
            <a:off x="33604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est-input-0-12"/>
          <p:cNvSpPr/>
          <p:nvPr/>
        </p:nvSpPr>
        <p:spPr>
          <a:xfrm>
            <a:off x="35585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est-input-1-0"/>
          <p:cNvSpPr/>
          <p:nvPr/>
        </p:nvSpPr>
        <p:spPr>
          <a:xfrm>
            <a:off x="11810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est-input-1-1"/>
          <p:cNvSpPr/>
          <p:nvPr/>
        </p:nvSpPr>
        <p:spPr>
          <a:xfrm>
            <a:off x="1379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est-input-1-2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est-input-1-3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est-input-1-4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est-input-1-5"/>
          <p:cNvSpPr/>
          <p:nvPr/>
        </p:nvSpPr>
        <p:spPr>
          <a:xfrm>
            <a:off x="21717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est-input-1-6"/>
          <p:cNvSpPr/>
          <p:nvPr/>
        </p:nvSpPr>
        <p:spPr>
          <a:xfrm>
            <a:off x="23698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est-input-1-7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est-input-1-8"/>
          <p:cNvSpPr/>
          <p:nvPr/>
        </p:nvSpPr>
        <p:spPr>
          <a:xfrm>
            <a:off x="27660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est-input-1-9"/>
          <p:cNvSpPr/>
          <p:nvPr/>
        </p:nvSpPr>
        <p:spPr>
          <a:xfrm>
            <a:off x="29641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est-input-1-10"/>
          <p:cNvSpPr/>
          <p:nvPr/>
        </p:nvSpPr>
        <p:spPr>
          <a:xfrm>
            <a:off x="31623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est-input-1-11"/>
          <p:cNvSpPr/>
          <p:nvPr/>
        </p:nvSpPr>
        <p:spPr>
          <a:xfrm>
            <a:off x="33604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est-input-1-12"/>
          <p:cNvSpPr/>
          <p:nvPr/>
        </p:nvSpPr>
        <p:spPr>
          <a:xfrm>
            <a:off x="35585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est-input-2-0"/>
          <p:cNvSpPr/>
          <p:nvPr/>
        </p:nvSpPr>
        <p:spPr>
          <a:xfrm>
            <a:off x="11810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est-input-2-1"/>
          <p:cNvSpPr/>
          <p:nvPr/>
        </p:nvSpPr>
        <p:spPr>
          <a:xfrm>
            <a:off x="1379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est-input-2-2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est-input-2-3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est-input-2-4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est-input-2-5"/>
          <p:cNvSpPr/>
          <p:nvPr/>
        </p:nvSpPr>
        <p:spPr>
          <a:xfrm>
            <a:off x="21717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est-input-2-6"/>
          <p:cNvSpPr/>
          <p:nvPr/>
        </p:nvSpPr>
        <p:spPr>
          <a:xfrm>
            <a:off x="23698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est-input-2-7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est-input-2-8"/>
          <p:cNvSpPr/>
          <p:nvPr/>
        </p:nvSpPr>
        <p:spPr>
          <a:xfrm>
            <a:off x="27660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est-input-2-9"/>
          <p:cNvSpPr/>
          <p:nvPr/>
        </p:nvSpPr>
        <p:spPr>
          <a:xfrm>
            <a:off x="29641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est-input-2-10"/>
          <p:cNvSpPr/>
          <p:nvPr/>
        </p:nvSpPr>
        <p:spPr>
          <a:xfrm>
            <a:off x="31623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est-input-2-11"/>
          <p:cNvSpPr/>
          <p:nvPr/>
        </p:nvSpPr>
        <p:spPr>
          <a:xfrm>
            <a:off x="33604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est-input-2-12"/>
          <p:cNvSpPr/>
          <p:nvPr/>
        </p:nvSpPr>
        <p:spPr>
          <a:xfrm>
            <a:off x="35585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est-input-3-0"/>
          <p:cNvSpPr/>
          <p:nvPr/>
        </p:nvSpPr>
        <p:spPr>
          <a:xfrm>
            <a:off x="11810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est-input-3-1"/>
          <p:cNvSpPr/>
          <p:nvPr/>
        </p:nvSpPr>
        <p:spPr>
          <a:xfrm>
            <a:off x="13792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est-input-3-2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est-input-3-3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est-input-3-4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est-input-3-5"/>
          <p:cNvSpPr/>
          <p:nvPr/>
        </p:nvSpPr>
        <p:spPr>
          <a:xfrm>
            <a:off x="21717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est-input-3-6"/>
          <p:cNvSpPr/>
          <p:nvPr/>
        </p:nvSpPr>
        <p:spPr>
          <a:xfrm>
            <a:off x="23698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est-input-3-7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est-input-3-8"/>
          <p:cNvSpPr/>
          <p:nvPr/>
        </p:nvSpPr>
        <p:spPr>
          <a:xfrm>
            <a:off x="27660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est-input-3-9"/>
          <p:cNvSpPr/>
          <p:nvPr/>
        </p:nvSpPr>
        <p:spPr>
          <a:xfrm>
            <a:off x="29641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est-input-3-10"/>
          <p:cNvSpPr/>
          <p:nvPr/>
        </p:nvSpPr>
        <p:spPr>
          <a:xfrm>
            <a:off x="31623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est-input-3-11"/>
          <p:cNvSpPr/>
          <p:nvPr/>
        </p:nvSpPr>
        <p:spPr>
          <a:xfrm>
            <a:off x="33604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est-input-3-12"/>
          <p:cNvSpPr/>
          <p:nvPr/>
        </p:nvSpPr>
        <p:spPr>
          <a:xfrm>
            <a:off x="35585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est-input-4-0"/>
          <p:cNvSpPr/>
          <p:nvPr/>
        </p:nvSpPr>
        <p:spPr>
          <a:xfrm>
            <a:off x="11810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est-input-4-1"/>
          <p:cNvSpPr/>
          <p:nvPr/>
        </p:nvSpPr>
        <p:spPr>
          <a:xfrm>
            <a:off x="1379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est-input-4-2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est-input-4-3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est-input-4-4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est-input-4-5"/>
          <p:cNvSpPr/>
          <p:nvPr/>
        </p:nvSpPr>
        <p:spPr>
          <a:xfrm>
            <a:off x="21717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est-input-4-6"/>
          <p:cNvSpPr/>
          <p:nvPr/>
        </p:nvSpPr>
        <p:spPr>
          <a:xfrm>
            <a:off x="23698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est-input-4-7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est-input-4-8"/>
          <p:cNvSpPr/>
          <p:nvPr/>
        </p:nvSpPr>
        <p:spPr>
          <a:xfrm>
            <a:off x="27660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est-input-4-9"/>
          <p:cNvSpPr/>
          <p:nvPr/>
        </p:nvSpPr>
        <p:spPr>
          <a:xfrm>
            <a:off x="29641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est-input-4-10"/>
          <p:cNvSpPr/>
          <p:nvPr/>
        </p:nvSpPr>
        <p:spPr>
          <a:xfrm>
            <a:off x="31623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est-input-4-11"/>
          <p:cNvSpPr/>
          <p:nvPr/>
        </p:nvSpPr>
        <p:spPr>
          <a:xfrm>
            <a:off x="33604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est-input-4-12"/>
          <p:cNvSpPr/>
          <p:nvPr/>
        </p:nvSpPr>
        <p:spPr>
          <a:xfrm>
            <a:off x="35585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est-input-5-0"/>
          <p:cNvSpPr/>
          <p:nvPr/>
        </p:nvSpPr>
        <p:spPr>
          <a:xfrm>
            <a:off x="11810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est-input-5-1"/>
          <p:cNvSpPr/>
          <p:nvPr/>
        </p:nvSpPr>
        <p:spPr>
          <a:xfrm>
            <a:off x="1379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est-input-5-2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est-input-5-3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est-input-5-4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est-input-5-5"/>
          <p:cNvSpPr/>
          <p:nvPr/>
        </p:nvSpPr>
        <p:spPr>
          <a:xfrm>
            <a:off x="21717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est-input-5-6"/>
          <p:cNvSpPr/>
          <p:nvPr/>
        </p:nvSpPr>
        <p:spPr>
          <a:xfrm>
            <a:off x="23698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est-input-5-7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est-input-5-8"/>
          <p:cNvSpPr/>
          <p:nvPr/>
        </p:nvSpPr>
        <p:spPr>
          <a:xfrm>
            <a:off x="27660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est-input-5-9"/>
          <p:cNvSpPr/>
          <p:nvPr/>
        </p:nvSpPr>
        <p:spPr>
          <a:xfrm>
            <a:off x="29641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est-input-5-10"/>
          <p:cNvSpPr/>
          <p:nvPr/>
        </p:nvSpPr>
        <p:spPr>
          <a:xfrm>
            <a:off x="31623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est-input-5-11"/>
          <p:cNvSpPr/>
          <p:nvPr/>
        </p:nvSpPr>
        <p:spPr>
          <a:xfrm>
            <a:off x="33604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est-input-5-12"/>
          <p:cNvSpPr/>
          <p:nvPr/>
        </p:nvSpPr>
        <p:spPr>
          <a:xfrm>
            <a:off x="35585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est-input-6-0"/>
          <p:cNvSpPr/>
          <p:nvPr/>
        </p:nvSpPr>
        <p:spPr>
          <a:xfrm>
            <a:off x="11810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est-input-6-1"/>
          <p:cNvSpPr/>
          <p:nvPr/>
        </p:nvSpPr>
        <p:spPr>
          <a:xfrm>
            <a:off x="1379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est-input-6-2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est-input-6-3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est-input-6-4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est-input-6-5"/>
          <p:cNvSpPr/>
          <p:nvPr/>
        </p:nvSpPr>
        <p:spPr>
          <a:xfrm>
            <a:off x="21717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est-input-6-6"/>
          <p:cNvSpPr/>
          <p:nvPr/>
        </p:nvSpPr>
        <p:spPr>
          <a:xfrm>
            <a:off x="23698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est-input-6-7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est-input-6-8"/>
          <p:cNvSpPr/>
          <p:nvPr/>
        </p:nvSpPr>
        <p:spPr>
          <a:xfrm>
            <a:off x="27660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est-input-6-9"/>
          <p:cNvSpPr/>
          <p:nvPr/>
        </p:nvSpPr>
        <p:spPr>
          <a:xfrm>
            <a:off x="29641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est-input-6-10"/>
          <p:cNvSpPr/>
          <p:nvPr/>
        </p:nvSpPr>
        <p:spPr>
          <a:xfrm>
            <a:off x="31623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est-input-6-11"/>
          <p:cNvSpPr/>
          <p:nvPr/>
        </p:nvSpPr>
        <p:spPr>
          <a:xfrm>
            <a:off x="33604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est-input-6-12"/>
          <p:cNvSpPr/>
          <p:nvPr/>
        </p:nvSpPr>
        <p:spPr>
          <a:xfrm>
            <a:off x="35585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est-input-7-0"/>
          <p:cNvSpPr/>
          <p:nvPr/>
        </p:nvSpPr>
        <p:spPr>
          <a:xfrm>
            <a:off x="11810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est-input-7-1"/>
          <p:cNvSpPr/>
          <p:nvPr/>
        </p:nvSpPr>
        <p:spPr>
          <a:xfrm>
            <a:off x="1379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est-input-7-2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est-input-7-3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est-input-7-4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est-input-7-5"/>
          <p:cNvSpPr/>
          <p:nvPr/>
        </p:nvSpPr>
        <p:spPr>
          <a:xfrm>
            <a:off x="21717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est-input-7-6"/>
          <p:cNvSpPr/>
          <p:nvPr/>
        </p:nvSpPr>
        <p:spPr>
          <a:xfrm>
            <a:off x="23698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est-input-7-7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est-input-7-8"/>
          <p:cNvSpPr/>
          <p:nvPr/>
        </p:nvSpPr>
        <p:spPr>
          <a:xfrm>
            <a:off x="27660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est-input-7-9"/>
          <p:cNvSpPr/>
          <p:nvPr/>
        </p:nvSpPr>
        <p:spPr>
          <a:xfrm>
            <a:off x="29641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est-input-7-10"/>
          <p:cNvSpPr/>
          <p:nvPr/>
        </p:nvSpPr>
        <p:spPr>
          <a:xfrm>
            <a:off x="31623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est-input-7-11"/>
          <p:cNvSpPr/>
          <p:nvPr/>
        </p:nvSpPr>
        <p:spPr>
          <a:xfrm>
            <a:off x="33604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est-input-7-12"/>
          <p:cNvSpPr/>
          <p:nvPr/>
        </p:nvSpPr>
        <p:spPr>
          <a:xfrm>
            <a:off x="35585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est-input-8-0"/>
          <p:cNvSpPr/>
          <p:nvPr/>
        </p:nvSpPr>
        <p:spPr>
          <a:xfrm>
            <a:off x="11810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est-input-8-1"/>
          <p:cNvSpPr/>
          <p:nvPr/>
        </p:nvSpPr>
        <p:spPr>
          <a:xfrm>
            <a:off x="13792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est-input-8-2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est-input-8-3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est-input-8-4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est-input-8-5"/>
          <p:cNvSpPr/>
          <p:nvPr/>
        </p:nvSpPr>
        <p:spPr>
          <a:xfrm>
            <a:off x="21717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est-input-8-6"/>
          <p:cNvSpPr/>
          <p:nvPr/>
        </p:nvSpPr>
        <p:spPr>
          <a:xfrm>
            <a:off x="23698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est-input-8-7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est-input-8-8"/>
          <p:cNvSpPr/>
          <p:nvPr/>
        </p:nvSpPr>
        <p:spPr>
          <a:xfrm>
            <a:off x="27660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est-input-8-9"/>
          <p:cNvSpPr/>
          <p:nvPr/>
        </p:nvSpPr>
        <p:spPr>
          <a:xfrm>
            <a:off x="29641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est-input-8-10"/>
          <p:cNvSpPr/>
          <p:nvPr/>
        </p:nvSpPr>
        <p:spPr>
          <a:xfrm>
            <a:off x="31623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est-input-8-11"/>
          <p:cNvSpPr/>
          <p:nvPr/>
        </p:nvSpPr>
        <p:spPr>
          <a:xfrm>
            <a:off x="33604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est-input-8-12"/>
          <p:cNvSpPr/>
          <p:nvPr/>
        </p:nvSpPr>
        <p:spPr>
          <a:xfrm>
            <a:off x="35585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est-input-9-0"/>
          <p:cNvSpPr/>
          <p:nvPr/>
        </p:nvSpPr>
        <p:spPr>
          <a:xfrm>
            <a:off x="11810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est-input-9-1"/>
          <p:cNvSpPr/>
          <p:nvPr/>
        </p:nvSpPr>
        <p:spPr>
          <a:xfrm>
            <a:off x="13792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est-input-9-2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est-input-9-3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est-input-9-4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est-input-9-5"/>
          <p:cNvSpPr/>
          <p:nvPr/>
        </p:nvSpPr>
        <p:spPr>
          <a:xfrm>
            <a:off x="21717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est-input-9-6"/>
          <p:cNvSpPr/>
          <p:nvPr/>
        </p:nvSpPr>
        <p:spPr>
          <a:xfrm>
            <a:off x="23698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est-input-9-7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est-input-9-8"/>
          <p:cNvSpPr/>
          <p:nvPr/>
        </p:nvSpPr>
        <p:spPr>
          <a:xfrm>
            <a:off x="27660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est-input-9-9"/>
          <p:cNvSpPr/>
          <p:nvPr/>
        </p:nvSpPr>
        <p:spPr>
          <a:xfrm>
            <a:off x="29641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est-input-9-10"/>
          <p:cNvSpPr/>
          <p:nvPr/>
        </p:nvSpPr>
        <p:spPr>
          <a:xfrm>
            <a:off x="31623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est-input-9-11"/>
          <p:cNvSpPr/>
          <p:nvPr/>
        </p:nvSpPr>
        <p:spPr>
          <a:xfrm>
            <a:off x="33604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est-input-9-12"/>
          <p:cNvSpPr/>
          <p:nvPr/>
        </p:nvSpPr>
        <p:spPr>
          <a:xfrm>
            <a:off x="35585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est-input-10-0"/>
          <p:cNvSpPr/>
          <p:nvPr/>
        </p:nvSpPr>
        <p:spPr>
          <a:xfrm>
            <a:off x="11810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est-input-10-1"/>
          <p:cNvSpPr/>
          <p:nvPr/>
        </p:nvSpPr>
        <p:spPr>
          <a:xfrm>
            <a:off x="13792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est-input-10-2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est-input-10-3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est-input-10-4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est-input-10-5"/>
          <p:cNvSpPr/>
          <p:nvPr/>
        </p:nvSpPr>
        <p:spPr>
          <a:xfrm>
            <a:off x="21717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est-input-10-6"/>
          <p:cNvSpPr/>
          <p:nvPr/>
        </p:nvSpPr>
        <p:spPr>
          <a:xfrm>
            <a:off x="23698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est-input-10-7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est-input-10-8"/>
          <p:cNvSpPr/>
          <p:nvPr/>
        </p:nvSpPr>
        <p:spPr>
          <a:xfrm>
            <a:off x="27660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est-input-10-9"/>
          <p:cNvSpPr/>
          <p:nvPr/>
        </p:nvSpPr>
        <p:spPr>
          <a:xfrm>
            <a:off x="29641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est-input-10-10"/>
          <p:cNvSpPr/>
          <p:nvPr/>
        </p:nvSpPr>
        <p:spPr>
          <a:xfrm>
            <a:off x="31623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est-input-10-11"/>
          <p:cNvSpPr/>
          <p:nvPr/>
        </p:nvSpPr>
        <p:spPr>
          <a:xfrm>
            <a:off x="33604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est-input-10-12"/>
          <p:cNvSpPr/>
          <p:nvPr/>
        </p:nvSpPr>
        <p:spPr>
          <a:xfrm>
            <a:off x="35585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est-input-11-0"/>
          <p:cNvSpPr/>
          <p:nvPr/>
        </p:nvSpPr>
        <p:spPr>
          <a:xfrm>
            <a:off x="11810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est-input-11-1"/>
          <p:cNvSpPr/>
          <p:nvPr/>
        </p:nvSpPr>
        <p:spPr>
          <a:xfrm>
            <a:off x="13792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est-input-11-2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est-input-11-3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est-input-11-4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est-input-11-5"/>
          <p:cNvSpPr/>
          <p:nvPr/>
        </p:nvSpPr>
        <p:spPr>
          <a:xfrm>
            <a:off x="21717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est-input-11-6"/>
          <p:cNvSpPr/>
          <p:nvPr/>
        </p:nvSpPr>
        <p:spPr>
          <a:xfrm>
            <a:off x="23698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est-input-11-7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est-input-11-8"/>
          <p:cNvSpPr/>
          <p:nvPr/>
        </p:nvSpPr>
        <p:spPr>
          <a:xfrm>
            <a:off x="27660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est-input-11-9"/>
          <p:cNvSpPr/>
          <p:nvPr/>
        </p:nvSpPr>
        <p:spPr>
          <a:xfrm>
            <a:off x="29641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est-input-11-10"/>
          <p:cNvSpPr/>
          <p:nvPr/>
        </p:nvSpPr>
        <p:spPr>
          <a:xfrm>
            <a:off x="31623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est-input-11-11"/>
          <p:cNvSpPr/>
          <p:nvPr/>
        </p:nvSpPr>
        <p:spPr>
          <a:xfrm>
            <a:off x="33604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est-input-11-12"/>
          <p:cNvSpPr/>
          <p:nvPr/>
        </p:nvSpPr>
        <p:spPr>
          <a:xfrm>
            <a:off x="35585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est-output-0-0"/>
          <p:cNvSpPr/>
          <p:nvPr/>
        </p:nvSpPr>
        <p:spPr>
          <a:xfrm>
            <a:off x="52959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est-output-0-1"/>
          <p:cNvSpPr/>
          <p:nvPr/>
        </p:nvSpPr>
        <p:spPr>
          <a:xfrm>
            <a:off x="54940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est-output-0-2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est-output-0-3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est-output-0-4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est-output-0-5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est-output-0-6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est-output-0-7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est-output-0-8"/>
          <p:cNvSpPr/>
          <p:nvPr/>
        </p:nvSpPr>
        <p:spPr>
          <a:xfrm>
            <a:off x="68808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est-output-0-9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est-output-0-10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est-output-0-11"/>
          <p:cNvSpPr/>
          <p:nvPr/>
        </p:nvSpPr>
        <p:spPr>
          <a:xfrm>
            <a:off x="7475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est-output-0-12"/>
          <p:cNvSpPr/>
          <p:nvPr/>
        </p:nvSpPr>
        <p:spPr>
          <a:xfrm>
            <a:off x="76733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est-output-1-0"/>
          <p:cNvSpPr/>
          <p:nvPr/>
        </p:nvSpPr>
        <p:spPr>
          <a:xfrm>
            <a:off x="52959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est-output-1-1"/>
          <p:cNvSpPr/>
          <p:nvPr/>
        </p:nvSpPr>
        <p:spPr>
          <a:xfrm>
            <a:off x="54940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est-output-1-2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est-output-1-3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est-output-1-4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est-output-1-5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est-output-1-6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est-output-1-7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est-output-1-8"/>
          <p:cNvSpPr/>
          <p:nvPr/>
        </p:nvSpPr>
        <p:spPr>
          <a:xfrm>
            <a:off x="68808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est-output-1-9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est-output-1-10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est-output-1-11"/>
          <p:cNvSpPr/>
          <p:nvPr/>
        </p:nvSpPr>
        <p:spPr>
          <a:xfrm>
            <a:off x="7475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est-output-1-12"/>
          <p:cNvSpPr/>
          <p:nvPr/>
        </p:nvSpPr>
        <p:spPr>
          <a:xfrm>
            <a:off x="76733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est-output-2-0"/>
          <p:cNvSpPr/>
          <p:nvPr/>
        </p:nvSpPr>
        <p:spPr>
          <a:xfrm>
            <a:off x="52959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est-output-2-1"/>
          <p:cNvSpPr/>
          <p:nvPr/>
        </p:nvSpPr>
        <p:spPr>
          <a:xfrm>
            <a:off x="54940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est-output-2-2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est-output-2-3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est-output-2-4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est-output-2-5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est-output-2-6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est-output-2-7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est-output-2-8"/>
          <p:cNvSpPr/>
          <p:nvPr/>
        </p:nvSpPr>
        <p:spPr>
          <a:xfrm>
            <a:off x="68808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est-output-2-9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est-output-2-10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est-output-2-11"/>
          <p:cNvSpPr/>
          <p:nvPr/>
        </p:nvSpPr>
        <p:spPr>
          <a:xfrm>
            <a:off x="7475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est-output-2-12"/>
          <p:cNvSpPr/>
          <p:nvPr/>
        </p:nvSpPr>
        <p:spPr>
          <a:xfrm>
            <a:off x="76733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est-output-3-0"/>
          <p:cNvSpPr/>
          <p:nvPr/>
        </p:nvSpPr>
        <p:spPr>
          <a:xfrm>
            <a:off x="52959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est-output-3-1"/>
          <p:cNvSpPr/>
          <p:nvPr/>
        </p:nvSpPr>
        <p:spPr>
          <a:xfrm>
            <a:off x="54940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est-output-3-2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est-output-3-3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est-output-3-4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est-output-3-5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est-output-3-6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est-output-3-7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est-output-3-8"/>
          <p:cNvSpPr/>
          <p:nvPr/>
        </p:nvSpPr>
        <p:spPr>
          <a:xfrm>
            <a:off x="68808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est-output-3-9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est-output-3-10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est-output-3-11"/>
          <p:cNvSpPr/>
          <p:nvPr/>
        </p:nvSpPr>
        <p:spPr>
          <a:xfrm>
            <a:off x="74752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est-output-3-12"/>
          <p:cNvSpPr/>
          <p:nvPr/>
        </p:nvSpPr>
        <p:spPr>
          <a:xfrm>
            <a:off x="76733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est-output-4-0"/>
          <p:cNvSpPr/>
          <p:nvPr/>
        </p:nvSpPr>
        <p:spPr>
          <a:xfrm>
            <a:off x="52959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est-output-4-1"/>
          <p:cNvSpPr/>
          <p:nvPr/>
        </p:nvSpPr>
        <p:spPr>
          <a:xfrm>
            <a:off x="54940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est-output-4-2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est-output-4-3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est-output-4-4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est-output-4-5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est-output-4-6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est-output-4-7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est-output-4-8"/>
          <p:cNvSpPr/>
          <p:nvPr/>
        </p:nvSpPr>
        <p:spPr>
          <a:xfrm>
            <a:off x="68808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est-output-4-9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est-output-4-10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est-output-4-11"/>
          <p:cNvSpPr/>
          <p:nvPr/>
        </p:nvSpPr>
        <p:spPr>
          <a:xfrm>
            <a:off x="7475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est-output-4-12"/>
          <p:cNvSpPr/>
          <p:nvPr/>
        </p:nvSpPr>
        <p:spPr>
          <a:xfrm>
            <a:off x="76733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est-output-5-0"/>
          <p:cNvSpPr/>
          <p:nvPr/>
        </p:nvSpPr>
        <p:spPr>
          <a:xfrm>
            <a:off x="52959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est-output-5-1"/>
          <p:cNvSpPr/>
          <p:nvPr/>
        </p:nvSpPr>
        <p:spPr>
          <a:xfrm>
            <a:off x="54940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est-output-5-2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est-output-5-3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est-output-5-4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est-output-5-5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est-output-5-6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est-output-5-7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est-output-5-8"/>
          <p:cNvSpPr/>
          <p:nvPr/>
        </p:nvSpPr>
        <p:spPr>
          <a:xfrm>
            <a:off x="68808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est-output-5-9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est-output-5-10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est-output-5-11"/>
          <p:cNvSpPr/>
          <p:nvPr/>
        </p:nvSpPr>
        <p:spPr>
          <a:xfrm>
            <a:off x="7475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est-output-5-12"/>
          <p:cNvSpPr/>
          <p:nvPr/>
        </p:nvSpPr>
        <p:spPr>
          <a:xfrm>
            <a:off x="76733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est-output-6-0"/>
          <p:cNvSpPr/>
          <p:nvPr/>
        </p:nvSpPr>
        <p:spPr>
          <a:xfrm>
            <a:off x="52959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est-output-6-1"/>
          <p:cNvSpPr/>
          <p:nvPr/>
        </p:nvSpPr>
        <p:spPr>
          <a:xfrm>
            <a:off x="54940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est-output-6-2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est-output-6-3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est-output-6-4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est-output-6-5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est-output-6-6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est-output-6-7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est-output-6-8"/>
          <p:cNvSpPr/>
          <p:nvPr/>
        </p:nvSpPr>
        <p:spPr>
          <a:xfrm>
            <a:off x="68808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est-output-6-9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est-output-6-10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est-output-6-11"/>
          <p:cNvSpPr/>
          <p:nvPr/>
        </p:nvSpPr>
        <p:spPr>
          <a:xfrm>
            <a:off x="7475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est-output-6-12"/>
          <p:cNvSpPr/>
          <p:nvPr/>
        </p:nvSpPr>
        <p:spPr>
          <a:xfrm>
            <a:off x="76733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est-output-7-0"/>
          <p:cNvSpPr/>
          <p:nvPr/>
        </p:nvSpPr>
        <p:spPr>
          <a:xfrm>
            <a:off x="52959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est-output-7-1"/>
          <p:cNvSpPr/>
          <p:nvPr/>
        </p:nvSpPr>
        <p:spPr>
          <a:xfrm>
            <a:off x="54940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est-output-7-2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est-output-7-3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est-output-7-4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est-output-7-5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est-output-7-6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est-output-7-7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est-output-7-8"/>
          <p:cNvSpPr/>
          <p:nvPr/>
        </p:nvSpPr>
        <p:spPr>
          <a:xfrm>
            <a:off x="68808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est-output-7-9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est-output-7-10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est-output-7-11"/>
          <p:cNvSpPr/>
          <p:nvPr/>
        </p:nvSpPr>
        <p:spPr>
          <a:xfrm>
            <a:off x="7475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est-output-7-12"/>
          <p:cNvSpPr/>
          <p:nvPr/>
        </p:nvSpPr>
        <p:spPr>
          <a:xfrm>
            <a:off x="76733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est-output-8-0"/>
          <p:cNvSpPr/>
          <p:nvPr/>
        </p:nvSpPr>
        <p:spPr>
          <a:xfrm>
            <a:off x="52959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est-output-8-1"/>
          <p:cNvSpPr/>
          <p:nvPr/>
        </p:nvSpPr>
        <p:spPr>
          <a:xfrm>
            <a:off x="54940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est-output-8-2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est-output-8-3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est-output-8-4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est-output-8-5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est-output-8-6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est-output-8-7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est-output-8-8"/>
          <p:cNvSpPr/>
          <p:nvPr/>
        </p:nvSpPr>
        <p:spPr>
          <a:xfrm>
            <a:off x="68808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est-output-8-9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est-output-8-10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est-output-8-11"/>
          <p:cNvSpPr/>
          <p:nvPr/>
        </p:nvSpPr>
        <p:spPr>
          <a:xfrm>
            <a:off x="74752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est-output-8-12"/>
          <p:cNvSpPr/>
          <p:nvPr/>
        </p:nvSpPr>
        <p:spPr>
          <a:xfrm>
            <a:off x="76733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est-output-9-0"/>
          <p:cNvSpPr/>
          <p:nvPr/>
        </p:nvSpPr>
        <p:spPr>
          <a:xfrm>
            <a:off x="52959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est-output-9-1"/>
          <p:cNvSpPr/>
          <p:nvPr/>
        </p:nvSpPr>
        <p:spPr>
          <a:xfrm>
            <a:off x="54940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est-output-9-2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est-output-9-3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est-output-9-4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est-output-9-5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est-output-9-6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est-output-9-7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est-output-9-8"/>
          <p:cNvSpPr/>
          <p:nvPr/>
        </p:nvSpPr>
        <p:spPr>
          <a:xfrm>
            <a:off x="68808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est-output-9-9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est-output-9-10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est-output-9-11"/>
          <p:cNvSpPr/>
          <p:nvPr/>
        </p:nvSpPr>
        <p:spPr>
          <a:xfrm>
            <a:off x="74752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est-output-9-12"/>
          <p:cNvSpPr/>
          <p:nvPr/>
        </p:nvSpPr>
        <p:spPr>
          <a:xfrm>
            <a:off x="76733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est-output-10-0"/>
          <p:cNvSpPr/>
          <p:nvPr/>
        </p:nvSpPr>
        <p:spPr>
          <a:xfrm>
            <a:off x="52959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est-output-10-1"/>
          <p:cNvSpPr/>
          <p:nvPr/>
        </p:nvSpPr>
        <p:spPr>
          <a:xfrm>
            <a:off x="54940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7-test-output-10-2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7-test-output-10-3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7-test-output-10-4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7-test-output-10-5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7-test-output-10-6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7-test-output-10-7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7-test-output-10-8"/>
          <p:cNvSpPr/>
          <p:nvPr/>
        </p:nvSpPr>
        <p:spPr>
          <a:xfrm>
            <a:off x="68808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7-test-output-10-9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7-test-output-10-10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7-test-output-10-11"/>
          <p:cNvSpPr/>
          <p:nvPr/>
        </p:nvSpPr>
        <p:spPr>
          <a:xfrm>
            <a:off x="74752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7-test-output-10-12"/>
          <p:cNvSpPr/>
          <p:nvPr/>
        </p:nvSpPr>
        <p:spPr>
          <a:xfrm>
            <a:off x="76733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7-test-output-11-0"/>
          <p:cNvSpPr/>
          <p:nvPr/>
        </p:nvSpPr>
        <p:spPr>
          <a:xfrm>
            <a:off x="52959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7-test-output-11-1"/>
          <p:cNvSpPr/>
          <p:nvPr/>
        </p:nvSpPr>
        <p:spPr>
          <a:xfrm>
            <a:off x="54940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7-test-output-11-2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7-test-output-11-3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7-test-output-11-4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7-test-output-11-5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7-test-output-11-6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7-test-output-11-7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7-test-output-11-8"/>
          <p:cNvSpPr/>
          <p:nvPr/>
        </p:nvSpPr>
        <p:spPr>
          <a:xfrm>
            <a:off x="68808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7-test-output-11-9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7-test-output-11-10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7-test-output-11-11"/>
          <p:cNvSpPr/>
          <p:nvPr/>
        </p:nvSpPr>
        <p:spPr>
          <a:xfrm>
            <a:off x="74752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7-test-output-11-12"/>
          <p:cNvSpPr/>
          <p:nvPr/>
        </p:nvSpPr>
        <p:spPr>
          <a:xfrm>
            <a:off x="76733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矢印の内側にある色付きセルを数え、その色の線を矢印の向きへ伸ばす。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8-train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rain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rain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rain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rain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rain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rain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rain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rain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rain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rain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rain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rain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rain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rain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rain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rain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rain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rain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rain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rain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rain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rain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rain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rain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rain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rain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rain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rain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rain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rain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rain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rain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rain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rain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rain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rain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rain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rain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rain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rain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rain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rain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rain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rain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rain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rain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rain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rain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rain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rain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rain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rain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rain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rain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rain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rain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rain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rain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rain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rain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rain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rain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rain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rain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rain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rain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rain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rain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rain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rain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rain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rain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rain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rain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rain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rain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rain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rain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rain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rain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rain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rain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rain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rain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rain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rain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rain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rain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rain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rain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rain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rain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rain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rain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rain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rain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rain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rain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rain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rain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rain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rain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rain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rain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rain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rain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rain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rain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rain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rain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rain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rain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rain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rain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rain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rain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rain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rain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rain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rain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rain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rain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rain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rain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rain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rain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rain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rain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rain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rain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rain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rain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rain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rain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rain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rain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rain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rain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rain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rain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rain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rain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rain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rain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rain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rain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rain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rain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rain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rain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rain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rain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rain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rain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rain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rain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rain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rain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rain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rain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rain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rain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rain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rain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rain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rain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rain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rain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rain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rain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rain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rain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rain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rain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rain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rain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rain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rain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rain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rain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rain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rain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rain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rain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rain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rain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rain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rain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rain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rain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rain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rain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rain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rain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rain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rain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rain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rain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rain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rain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rain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rain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rain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rain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rain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rain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rain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rain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rain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rain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rain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rain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rain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rain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rain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rain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rain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rain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rain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rain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rain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rain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rain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rain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rain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rain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rain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rain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rain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rain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rain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rain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rain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rain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rain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rain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rain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rain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rain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rain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rain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rain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rain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rain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rain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rain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rain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rain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rain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rain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rain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rain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rain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rain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rain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rain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rain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rain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rain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rain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rain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rain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rain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rain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rain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rain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rain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rain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rain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rain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rain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rain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rain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rain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rain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rain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rain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rain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rain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rain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rain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rain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rain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rain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rain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rain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rain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rain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rain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rain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rain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rain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rain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rain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rain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rain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rain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rain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rain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rain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rain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rain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rain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rain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rain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rain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rain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rain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rain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rain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rain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rain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rain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rain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rain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rain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rain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rain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rain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8-test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est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est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est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est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est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est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est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est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est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est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est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est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est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est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est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est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est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est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est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est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est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est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est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est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est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est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est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est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est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est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est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est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est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est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est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est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est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est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est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est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est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est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est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est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est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est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est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est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est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est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est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est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est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est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est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est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est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est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est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est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est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est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est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est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est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est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est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est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est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est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est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est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est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est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est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est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est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est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est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est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est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est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est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est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est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est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est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est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est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est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est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est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est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est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est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est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est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est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est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est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est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est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est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est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est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est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est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est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est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est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est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est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est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est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est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est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est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est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est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est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est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est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est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est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est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est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est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est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est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est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est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est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est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est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est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est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est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est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est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est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est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est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est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est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est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est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est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est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est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est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est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est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est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est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est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est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est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est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est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est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est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est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est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est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est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est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est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est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est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est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est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est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est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est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est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est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est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est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est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est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est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est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est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est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est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est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est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est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est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est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est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est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est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est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est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est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est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est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est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est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est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est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est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est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est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est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est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est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est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est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est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est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est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est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est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est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est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est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est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est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est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est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est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est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est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est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est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est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est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est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est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est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est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est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est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est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est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est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est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est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est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est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est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est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est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est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est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est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est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est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est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est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est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est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est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est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est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est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est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est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est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est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est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est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est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est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est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est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est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est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est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est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est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est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est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est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est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est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est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est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est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est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est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est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est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est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est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est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est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est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est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est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est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est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est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est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est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est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est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est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est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est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est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est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est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est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est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est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est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est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est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est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est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est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est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est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est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est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est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左の灰色の棒の形を読み、右側の色付きの棒と灰色の部分へ対応させる。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9-train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rain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rain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rain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rain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rain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rain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rain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rain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rain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rain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rain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rain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rain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rain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rain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rain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rain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rain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rain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rain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rain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rain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rain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rain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rain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rain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rain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rain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rain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rain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rain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rain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rain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rain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rain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rain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rain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rain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rain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rain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rain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rain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rain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rain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rain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rain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rain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rain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rain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rain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rain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rain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rain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rain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rain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rain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rain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rain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rain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rain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rain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rain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rain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rain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rain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rain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rain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rain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rain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rain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rain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rain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rain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rain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rain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rain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rain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rain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rain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rain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rain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rain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rain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rain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rain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rain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rain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rain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rain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rain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rain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rain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rain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rain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rain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rain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rain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rain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rain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rain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rain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rain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rain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rain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rain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rain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rain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rain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rain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rain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rain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rain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rain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rain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rain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rain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rain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rain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rain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rain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rain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rain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rain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rain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rain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rain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rain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rain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rain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rain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rain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rain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rain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rain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rain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rain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rain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rain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rain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rain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rain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rain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rain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rain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rain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rain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rain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rain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rain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rain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rain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rain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rain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rain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rain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rain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rain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rain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rain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rain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rain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rain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rain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rain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rain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rain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rain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rain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rain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rain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rain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rain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rain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rain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rain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rain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rain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rain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rain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rain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rain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rain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rain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rain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rain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rain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rain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rain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rain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rain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rain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rain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rain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rain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rain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rain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rain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rain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rain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rain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rain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rain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rain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rain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rain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rain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rain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rain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rain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rain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rain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rain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rain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rain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rain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rain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rain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rain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rain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rain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rain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rain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rain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rain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rain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rain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rain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rain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rain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rain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rain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rain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rain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rain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rain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rain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rain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rain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rain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rain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rain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rain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rain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rain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rain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rain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rain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rain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rain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rain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rain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rain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rain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rain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rain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rain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rain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rain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rain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rain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rain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rain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rain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rain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rain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rain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rain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rain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rain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rain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rain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rain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rain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rain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rain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rain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rain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rain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rain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rain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rain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rain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rain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rain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rain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rain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rain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rain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rain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rain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rain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rain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rain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rain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rain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rain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rain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rain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rain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rain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rain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rain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rain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rain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rain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rain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rain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rain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rain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rain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rain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rain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rain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rain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rain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rain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rain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rain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rain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rain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rain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rain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rain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rain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rain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rain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rain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rain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rain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rain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rain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rain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rain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rain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rain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rain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rain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rain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rain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rain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rain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rain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rain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rain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rain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rain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rain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rain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rain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提示例は全4組、テスト入力は全1個。ここでは各1番目を表示。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9-test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est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est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est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est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est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est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est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est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est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est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est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est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est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est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est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est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est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est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est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est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est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est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est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est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est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est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est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est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est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est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est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est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est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est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est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est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est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est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est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est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est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est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est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est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est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est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est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est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est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est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est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est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est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est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est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est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est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est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est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est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est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est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est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est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est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est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est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est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est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est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est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est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est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est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est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est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est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est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est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est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est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est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est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est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est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est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est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est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est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est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est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est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est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est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est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est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est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est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est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est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est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est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est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est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est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est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est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est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est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est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est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est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est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est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est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est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est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est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est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est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est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est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est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est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est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est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est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est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est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est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est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est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est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est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est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est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est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est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est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est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est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est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est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est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est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est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est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est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est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est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est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est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est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est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est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est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est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est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est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est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est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est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est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est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est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est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est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est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est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est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est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est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est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est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est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est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est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est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est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est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est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est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est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est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est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est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est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est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est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est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est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est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est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est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est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est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est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est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est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est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est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est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est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est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est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est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est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est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est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est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est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est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est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est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est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est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est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est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est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est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est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est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est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est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est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est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est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est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est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est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est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est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est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est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est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est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est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est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est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est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est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est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est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est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est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est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est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est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est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est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est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est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est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est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est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est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est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est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est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est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est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est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est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est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est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est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est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est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est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est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est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est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est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est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est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est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est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est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est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est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est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est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est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est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est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est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est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est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est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est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est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est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est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est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est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est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est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est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est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est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est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est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est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est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est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est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est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est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est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est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est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est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est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est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est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est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est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est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est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est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est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est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est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est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est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est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est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est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est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est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est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est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est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est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est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est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est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est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est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est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est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est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est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est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est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est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est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est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est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左の3枚の模様を順に重ね、後の模様が前の色を覆う結果を右端へ描く。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0-train-input-0-0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rain-input-0-1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rain-input-0-2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rain-input-0-3"/>
          <p:cNvSpPr/>
          <p:nvPr/>
        </p:nvSpPr>
        <p:spPr>
          <a:xfrm>
            <a:off x="21716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rain-input-0-4"/>
          <p:cNvSpPr/>
          <p:nvPr/>
        </p:nvSpPr>
        <p:spPr>
          <a:xfrm>
            <a:off x="23698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rain-input-0-5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rain-input-0-6"/>
          <p:cNvSpPr/>
          <p:nvPr/>
        </p:nvSpPr>
        <p:spPr>
          <a:xfrm>
            <a:off x="27660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rain-input-0-7"/>
          <p:cNvSpPr/>
          <p:nvPr/>
        </p:nvSpPr>
        <p:spPr>
          <a:xfrm>
            <a:off x="296417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rain-input-0-8"/>
          <p:cNvSpPr/>
          <p:nvPr/>
        </p:nvSpPr>
        <p:spPr>
          <a:xfrm>
            <a:off x="31622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rain-input-1-0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rain-input-1-1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rain-input-1-2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rain-input-1-3"/>
          <p:cNvSpPr/>
          <p:nvPr/>
        </p:nvSpPr>
        <p:spPr>
          <a:xfrm>
            <a:off x="217169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rain-input-1-4"/>
          <p:cNvSpPr/>
          <p:nvPr/>
        </p:nvSpPr>
        <p:spPr>
          <a:xfrm>
            <a:off x="23698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rain-input-1-5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rain-input-1-6"/>
          <p:cNvSpPr/>
          <p:nvPr/>
        </p:nvSpPr>
        <p:spPr>
          <a:xfrm>
            <a:off x="27660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rain-input-1-7"/>
          <p:cNvSpPr/>
          <p:nvPr/>
        </p:nvSpPr>
        <p:spPr>
          <a:xfrm>
            <a:off x="296417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rain-input-1-8"/>
          <p:cNvSpPr/>
          <p:nvPr/>
        </p:nvSpPr>
        <p:spPr>
          <a:xfrm>
            <a:off x="31622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rain-input-2-0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rain-input-2-1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rain-input-2-2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rain-input-2-3"/>
          <p:cNvSpPr/>
          <p:nvPr/>
        </p:nvSpPr>
        <p:spPr>
          <a:xfrm>
            <a:off x="21716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rain-input-2-4"/>
          <p:cNvSpPr/>
          <p:nvPr/>
        </p:nvSpPr>
        <p:spPr>
          <a:xfrm>
            <a:off x="23698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rain-input-2-5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rain-input-2-6"/>
          <p:cNvSpPr/>
          <p:nvPr/>
        </p:nvSpPr>
        <p:spPr>
          <a:xfrm>
            <a:off x="27660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rain-input-2-7"/>
          <p:cNvSpPr/>
          <p:nvPr/>
        </p:nvSpPr>
        <p:spPr>
          <a:xfrm>
            <a:off x="296417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rain-input-2-8"/>
          <p:cNvSpPr/>
          <p:nvPr/>
        </p:nvSpPr>
        <p:spPr>
          <a:xfrm>
            <a:off x="31622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rain-input-3-0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rain-input-3-1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rain-input-3-2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rain-input-3-3"/>
          <p:cNvSpPr/>
          <p:nvPr/>
        </p:nvSpPr>
        <p:spPr>
          <a:xfrm>
            <a:off x="21716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rain-input-3-4"/>
          <p:cNvSpPr/>
          <p:nvPr/>
        </p:nvSpPr>
        <p:spPr>
          <a:xfrm>
            <a:off x="23698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rain-input-3-5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rain-input-3-6"/>
          <p:cNvSpPr/>
          <p:nvPr/>
        </p:nvSpPr>
        <p:spPr>
          <a:xfrm>
            <a:off x="27660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rain-input-3-7"/>
          <p:cNvSpPr/>
          <p:nvPr/>
        </p:nvSpPr>
        <p:spPr>
          <a:xfrm>
            <a:off x="296417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rain-input-3-8"/>
          <p:cNvSpPr/>
          <p:nvPr/>
        </p:nvSpPr>
        <p:spPr>
          <a:xfrm>
            <a:off x="31622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rain-input-4-0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rain-input-4-1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rain-input-4-2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rain-input-4-3"/>
          <p:cNvSpPr/>
          <p:nvPr/>
        </p:nvSpPr>
        <p:spPr>
          <a:xfrm>
            <a:off x="21716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rain-input-4-4"/>
          <p:cNvSpPr/>
          <p:nvPr/>
        </p:nvSpPr>
        <p:spPr>
          <a:xfrm>
            <a:off x="23698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rain-input-4-5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rain-input-4-6"/>
          <p:cNvSpPr/>
          <p:nvPr/>
        </p:nvSpPr>
        <p:spPr>
          <a:xfrm>
            <a:off x="27660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rain-input-4-7"/>
          <p:cNvSpPr/>
          <p:nvPr/>
        </p:nvSpPr>
        <p:spPr>
          <a:xfrm>
            <a:off x="296417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rain-input-4-8"/>
          <p:cNvSpPr/>
          <p:nvPr/>
        </p:nvSpPr>
        <p:spPr>
          <a:xfrm>
            <a:off x="31622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rain-input-5-0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rain-input-5-1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rain-input-5-2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rain-input-5-3"/>
          <p:cNvSpPr/>
          <p:nvPr/>
        </p:nvSpPr>
        <p:spPr>
          <a:xfrm>
            <a:off x="21716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rain-input-5-4"/>
          <p:cNvSpPr/>
          <p:nvPr/>
        </p:nvSpPr>
        <p:spPr>
          <a:xfrm>
            <a:off x="23698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rain-input-5-5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rain-input-5-6"/>
          <p:cNvSpPr/>
          <p:nvPr/>
        </p:nvSpPr>
        <p:spPr>
          <a:xfrm>
            <a:off x="27660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rain-input-5-7"/>
          <p:cNvSpPr/>
          <p:nvPr/>
        </p:nvSpPr>
        <p:spPr>
          <a:xfrm>
            <a:off x="296417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rain-input-5-8"/>
          <p:cNvSpPr/>
          <p:nvPr/>
        </p:nvSpPr>
        <p:spPr>
          <a:xfrm>
            <a:off x="31622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rain-input-6-0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rain-input-6-1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rain-input-6-2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rain-input-6-3"/>
          <p:cNvSpPr/>
          <p:nvPr/>
        </p:nvSpPr>
        <p:spPr>
          <a:xfrm>
            <a:off x="21716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rain-input-6-4"/>
          <p:cNvSpPr/>
          <p:nvPr/>
        </p:nvSpPr>
        <p:spPr>
          <a:xfrm>
            <a:off x="23698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rain-input-6-5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rain-input-6-6"/>
          <p:cNvSpPr/>
          <p:nvPr/>
        </p:nvSpPr>
        <p:spPr>
          <a:xfrm>
            <a:off x="27660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rain-input-6-7"/>
          <p:cNvSpPr/>
          <p:nvPr/>
        </p:nvSpPr>
        <p:spPr>
          <a:xfrm>
            <a:off x="296417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rain-input-6-8"/>
          <p:cNvSpPr/>
          <p:nvPr/>
        </p:nvSpPr>
        <p:spPr>
          <a:xfrm>
            <a:off x="31622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rain-input-7-0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rain-input-7-1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rain-input-7-2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rain-input-7-3"/>
          <p:cNvSpPr/>
          <p:nvPr/>
        </p:nvSpPr>
        <p:spPr>
          <a:xfrm>
            <a:off x="21716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rain-input-7-4"/>
          <p:cNvSpPr/>
          <p:nvPr/>
        </p:nvSpPr>
        <p:spPr>
          <a:xfrm>
            <a:off x="23698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rain-input-7-5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rain-input-7-6"/>
          <p:cNvSpPr/>
          <p:nvPr/>
        </p:nvSpPr>
        <p:spPr>
          <a:xfrm>
            <a:off x="27660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rain-input-7-7"/>
          <p:cNvSpPr/>
          <p:nvPr/>
        </p:nvSpPr>
        <p:spPr>
          <a:xfrm>
            <a:off x="296417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rain-input-7-8"/>
          <p:cNvSpPr/>
          <p:nvPr/>
        </p:nvSpPr>
        <p:spPr>
          <a:xfrm>
            <a:off x="31622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rain-input-8-0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rain-input-8-1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rain-input-8-2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rain-input-8-3"/>
          <p:cNvSpPr/>
          <p:nvPr/>
        </p:nvSpPr>
        <p:spPr>
          <a:xfrm>
            <a:off x="21716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rain-input-8-4"/>
          <p:cNvSpPr/>
          <p:nvPr/>
        </p:nvSpPr>
        <p:spPr>
          <a:xfrm>
            <a:off x="23698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rain-input-8-5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rain-input-8-6"/>
          <p:cNvSpPr/>
          <p:nvPr/>
        </p:nvSpPr>
        <p:spPr>
          <a:xfrm>
            <a:off x="27660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rain-input-8-7"/>
          <p:cNvSpPr/>
          <p:nvPr/>
        </p:nvSpPr>
        <p:spPr>
          <a:xfrm>
            <a:off x="296417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rain-input-8-8"/>
          <p:cNvSpPr/>
          <p:nvPr/>
        </p:nvSpPr>
        <p:spPr>
          <a:xfrm>
            <a:off x="31622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rain-input-9-0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rain-input-9-1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rain-input-9-2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rain-input-9-3"/>
          <p:cNvSpPr/>
          <p:nvPr/>
        </p:nvSpPr>
        <p:spPr>
          <a:xfrm>
            <a:off x="21716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rain-input-9-4"/>
          <p:cNvSpPr/>
          <p:nvPr/>
        </p:nvSpPr>
        <p:spPr>
          <a:xfrm>
            <a:off x="23698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rain-input-9-5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rain-input-9-6"/>
          <p:cNvSpPr/>
          <p:nvPr/>
        </p:nvSpPr>
        <p:spPr>
          <a:xfrm>
            <a:off x="27660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rain-input-9-7"/>
          <p:cNvSpPr/>
          <p:nvPr/>
        </p:nvSpPr>
        <p:spPr>
          <a:xfrm>
            <a:off x="296417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rain-input-9-8"/>
          <p:cNvSpPr/>
          <p:nvPr/>
        </p:nvSpPr>
        <p:spPr>
          <a:xfrm>
            <a:off x="31622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rain-input-10-0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rain-input-10-1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rain-input-10-2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rain-input-10-3"/>
          <p:cNvSpPr/>
          <p:nvPr/>
        </p:nvSpPr>
        <p:spPr>
          <a:xfrm>
            <a:off x="21716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rain-input-10-4"/>
          <p:cNvSpPr/>
          <p:nvPr/>
        </p:nvSpPr>
        <p:spPr>
          <a:xfrm>
            <a:off x="23698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rain-input-10-5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rain-input-10-6"/>
          <p:cNvSpPr/>
          <p:nvPr/>
        </p:nvSpPr>
        <p:spPr>
          <a:xfrm>
            <a:off x="27660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rain-input-10-7"/>
          <p:cNvSpPr/>
          <p:nvPr/>
        </p:nvSpPr>
        <p:spPr>
          <a:xfrm>
            <a:off x="296417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rain-input-10-8"/>
          <p:cNvSpPr/>
          <p:nvPr/>
        </p:nvSpPr>
        <p:spPr>
          <a:xfrm>
            <a:off x="31622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rain-input-11-0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rain-input-11-1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rain-input-11-2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rain-input-11-3"/>
          <p:cNvSpPr/>
          <p:nvPr/>
        </p:nvSpPr>
        <p:spPr>
          <a:xfrm>
            <a:off x="21716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rain-input-11-4"/>
          <p:cNvSpPr/>
          <p:nvPr/>
        </p:nvSpPr>
        <p:spPr>
          <a:xfrm>
            <a:off x="23698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rain-input-11-5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rain-input-11-6"/>
          <p:cNvSpPr/>
          <p:nvPr/>
        </p:nvSpPr>
        <p:spPr>
          <a:xfrm>
            <a:off x="27660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rain-input-11-7"/>
          <p:cNvSpPr/>
          <p:nvPr/>
        </p:nvSpPr>
        <p:spPr>
          <a:xfrm>
            <a:off x="296417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rain-input-11-8"/>
          <p:cNvSpPr/>
          <p:nvPr/>
        </p:nvSpPr>
        <p:spPr>
          <a:xfrm>
            <a:off x="31622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rain-output-0-0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rain-output-0-1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rain-output-0-2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rain-output-0-3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rain-output-0-4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rain-output-0-5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rain-output-0-6"/>
          <p:cNvSpPr/>
          <p:nvPr/>
        </p:nvSpPr>
        <p:spPr>
          <a:xfrm>
            <a:off x="68808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rain-output-0-7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rain-output-0-8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rain-output-1-0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rain-output-1-1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rain-output-1-2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rain-output-1-3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rain-output-1-4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rain-output-1-5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rain-output-1-6"/>
          <p:cNvSpPr/>
          <p:nvPr/>
        </p:nvSpPr>
        <p:spPr>
          <a:xfrm>
            <a:off x="688085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rain-output-1-7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rain-output-1-8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rain-output-2-0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rain-output-2-1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rain-output-2-2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rain-output-2-3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rain-output-2-4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rain-output-2-5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rain-output-2-6"/>
          <p:cNvSpPr/>
          <p:nvPr/>
        </p:nvSpPr>
        <p:spPr>
          <a:xfrm>
            <a:off x="68808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rain-output-2-7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rain-output-2-8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rain-output-3-0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rain-output-3-1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rain-output-3-2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rain-output-3-3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rain-output-3-4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rain-output-3-5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rain-output-3-6"/>
          <p:cNvSpPr/>
          <p:nvPr/>
        </p:nvSpPr>
        <p:spPr>
          <a:xfrm>
            <a:off x="68808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rain-output-3-7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rain-output-3-8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rain-output-4-0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rain-output-4-1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rain-output-4-2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rain-output-4-3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rain-output-4-4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rain-output-4-5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rain-output-4-6"/>
          <p:cNvSpPr/>
          <p:nvPr/>
        </p:nvSpPr>
        <p:spPr>
          <a:xfrm>
            <a:off x="68808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rain-output-4-7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rain-output-4-8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rain-output-5-0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rain-output-5-1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rain-output-5-2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rain-output-5-3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rain-output-5-4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rain-output-5-5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rain-output-5-6"/>
          <p:cNvSpPr/>
          <p:nvPr/>
        </p:nvSpPr>
        <p:spPr>
          <a:xfrm>
            <a:off x="68808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rain-output-5-7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rain-output-5-8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rain-output-6-0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rain-output-6-1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rain-output-6-2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rain-output-6-3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rain-output-6-4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rain-output-6-5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rain-output-6-6"/>
          <p:cNvSpPr/>
          <p:nvPr/>
        </p:nvSpPr>
        <p:spPr>
          <a:xfrm>
            <a:off x="68808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rain-output-6-7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rain-output-6-8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rain-output-7-0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rain-output-7-1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rain-output-7-2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rain-output-7-3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rain-output-7-4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rain-output-7-5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rain-output-7-6"/>
          <p:cNvSpPr/>
          <p:nvPr/>
        </p:nvSpPr>
        <p:spPr>
          <a:xfrm>
            <a:off x="68808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rain-output-7-7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rain-output-7-8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rain-output-8-0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rain-output-8-1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rain-output-8-2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rain-output-8-3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rain-output-8-4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rain-output-8-5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rain-output-8-6"/>
          <p:cNvSpPr/>
          <p:nvPr/>
        </p:nvSpPr>
        <p:spPr>
          <a:xfrm>
            <a:off x="68808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rain-output-8-7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rain-output-8-8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rain-output-9-0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rain-output-9-1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rain-output-9-2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rain-output-9-3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rain-output-9-4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rain-output-9-5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rain-output-9-6"/>
          <p:cNvSpPr/>
          <p:nvPr/>
        </p:nvSpPr>
        <p:spPr>
          <a:xfrm>
            <a:off x="68808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rain-output-9-7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rain-output-9-8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rain-output-10-0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rain-output-10-1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rain-output-10-2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rain-output-10-3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rain-output-10-4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rain-output-10-5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rain-output-10-6"/>
          <p:cNvSpPr/>
          <p:nvPr/>
        </p:nvSpPr>
        <p:spPr>
          <a:xfrm>
            <a:off x="68808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rain-output-10-7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rain-output-10-8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rain-output-11-0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rain-output-11-1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rain-output-11-2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rain-output-11-3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rain-output-11-4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rain-output-11-5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rain-output-11-6"/>
          <p:cNvSpPr/>
          <p:nvPr/>
        </p:nvSpPr>
        <p:spPr>
          <a:xfrm>
            <a:off x="688085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rain-output-11-7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rain-output-11-8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提示例は全3組、テスト入力は全2個。ここでは各1番目を表示。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0-test-input-0-0"/>
          <p:cNvSpPr/>
          <p:nvPr/>
        </p:nvSpPr>
        <p:spPr>
          <a:xfrm>
            <a:off x="5943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est-input-0-1"/>
          <p:cNvSpPr/>
          <p:nvPr/>
        </p:nvSpPr>
        <p:spPr>
          <a:xfrm>
            <a:off x="7728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est-input-0-2"/>
          <p:cNvSpPr/>
          <p:nvPr/>
        </p:nvSpPr>
        <p:spPr>
          <a:xfrm>
            <a:off x="9514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est-input-0-3"/>
          <p:cNvSpPr/>
          <p:nvPr/>
        </p:nvSpPr>
        <p:spPr>
          <a:xfrm>
            <a:off x="11299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est-input-0-4"/>
          <p:cNvSpPr/>
          <p:nvPr/>
        </p:nvSpPr>
        <p:spPr>
          <a:xfrm>
            <a:off x="13084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est-input-0-5"/>
          <p:cNvSpPr/>
          <p:nvPr/>
        </p:nvSpPr>
        <p:spPr>
          <a:xfrm>
            <a:off x="14869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est-input-0-6"/>
          <p:cNvSpPr/>
          <p:nvPr/>
        </p:nvSpPr>
        <p:spPr>
          <a:xfrm>
            <a:off x="16655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est-input-0-7"/>
          <p:cNvSpPr/>
          <p:nvPr/>
        </p:nvSpPr>
        <p:spPr>
          <a:xfrm>
            <a:off x="18440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est-input-0-8"/>
          <p:cNvSpPr/>
          <p:nvPr/>
        </p:nvSpPr>
        <p:spPr>
          <a:xfrm>
            <a:off x="20225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est-input-0-9"/>
          <p:cNvSpPr/>
          <p:nvPr/>
        </p:nvSpPr>
        <p:spPr>
          <a:xfrm>
            <a:off x="22010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est-input-0-10"/>
          <p:cNvSpPr/>
          <p:nvPr/>
        </p:nvSpPr>
        <p:spPr>
          <a:xfrm>
            <a:off x="23796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est-input-0-11"/>
          <p:cNvSpPr/>
          <p:nvPr/>
        </p:nvSpPr>
        <p:spPr>
          <a:xfrm>
            <a:off x="25581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est-input-0-12"/>
          <p:cNvSpPr/>
          <p:nvPr/>
        </p:nvSpPr>
        <p:spPr>
          <a:xfrm>
            <a:off x="27366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est-input-0-13"/>
          <p:cNvSpPr/>
          <p:nvPr/>
        </p:nvSpPr>
        <p:spPr>
          <a:xfrm>
            <a:off x="29151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est-input-0-14"/>
          <p:cNvSpPr/>
          <p:nvPr/>
        </p:nvSpPr>
        <p:spPr>
          <a:xfrm>
            <a:off x="3093719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est-input-0-15"/>
          <p:cNvSpPr/>
          <p:nvPr/>
        </p:nvSpPr>
        <p:spPr>
          <a:xfrm>
            <a:off x="32722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est-input-0-16"/>
          <p:cNvSpPr/>
          <p:nvPr/>
        </p:nvSpPr>
        <p:spPr>
          <a:xfrm>
            <a:off x="34507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est-input-0-17"/>
          <p:cNvSpPr/>
          <p:nvPr/>
        </p:nvSpPr>
        <p:spPr>
          <a:xfrm>
            <a:off x="36292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est-input-0-18"/>
          <p:cNvSpPr/>
          <p:nvPr/>
        </p:nvSpPr>
        <p:spPr>
          <a:xfrm>
            <a:off x="38078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est-input-0-19"/>
          <p:cNvSpPr/>
          <p:nvPr/>
        </p:nvSpPr>
        <p:spPr>
          <a:xfrm>
            <a:off x="39863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est-input-0-20"/>
          <p:cNvSpPr/>
          <p:nvPr/>
        </p:nvSpPr>
        <p:spPr>
          <a:xfrm>
            <a:off x="41648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est-input-1-0"/>
          <p:cNvSpPr/>
          <p:nvPr/>
        </p:nvSpPr>
        <p:spPr>
          <a:xfrm>
            <a:off x="5943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est-input-1-1"/>
          <p:cNvSpPr/>
          <p:nvPr/>
        </p:nvSpPr>
        <p:spPr>
          <a:xfrm>
            <a:off x="7728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est-input-1-2"/>
          <p:cNvSpPr/>
          <p:nvPr/>
        </p:nvSpPr>
        <p:spPr>
          <a:xfrm>
            <a:off x="95141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est-input-1-3"/>
          <p:cNvSpPr/>
          <p:nvPr/>
        </p:nvSpPr>
        <p:spPr>
          <a:xfrm>
            <a:off x="11299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est-input-1-4"/>
          <p:cNvSpPr/>
          <p:nvPr/>
        </p:nvSpPr>
        <p:spPr>
          <a:xfrm>
            <a:off x="13084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est-input-1-5"/>
          <p:cNvSpPr/>
          <p:nvPr/>
        </p:nvSpPr>
        <p:spPr>
          <a:xfrm>
            <a:off x="148698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est-input-1-6"/>
          <p:cNvSpPr/>
          <p:nvPr/>
        </p:nvSpPr>
        <p:spPr>
          <a:xfrm>
            <a:off x="16655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est-input-1-7"/>
          <p:cNvSpPr/>
          <p:nvPr/>
        </p:nvSpPr>
        <p:spPr>
          <a:xfrm>
            <a:off x="18440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est-input-1-8"/>
          <p:cNvSpPr/>
          <p:nvPr/>
        </p:nvSpPr>
        <p:spPr>
          <a:xfrm>
            <a:off x="202256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est-input-1-9"/>
          <p:cNvSpPr/>
          <p:nvPr/>
        </p:nvSpPr>
        <p:spPr>
          <a:xfrm>
            <a:off x="22010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est-input-1-10"/>
          <p:cNvSpPr/>
          <p:nvPr/>
        </p:nvSpPr>
        <p:spPr>
          <a:xfrm>
            <a:off x="23796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est-input-1-11"/>
          <p:cNvSpPr/>
          <p:nvPr/>
        </p:nvSpPr>
        <p:spPr>
          <a:xfrm>
            <a:off x="255814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est-input-1-12"/>
          <p:cNvSpPr/>
          <p:nvPr/>
        </p:nvSpPr>
        <p:spPr>
          <a:xfrm>
            <a:off x="27366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est-input-1-13"/>
          <p:cNvSpPr/>
          <p:nvPr/>
        </p:nvSpPr>
        <p:spPr>
          <a:xfrm>
            <a:off x="29151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est-input-1-14"/>
          <p:cNvSpPr/>
          <p:nvPr/>
        </p:nvSpPr>
        <p:spPr>
          <a:xfrm>
            <a:off x="3093719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est-input-1-15"/>
          <p:cNvSpPr/>
          <p:nvPr/>
        </p:nvSpPr>
        <p:spPr>
          <a:xfrm>
            <a:off x="32722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est-input-1-16"/>
          <p:cNvSpPr/>
          <p:nvPr/>
        </p:nvSpPr>
        <p:spPr>
          <a:xfrm>
            <a:off x="34507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est-input-1-17"/>
          <p:cNvSpPr/>
          <p:nvPr/>
        </p:nvSpPr>
        <p:spPr>
          <a:xfrm>
            <a:off x="36292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est-input-1-18"/>
          <p:cNvSpPr/>
          <p:nvPr/>
        </p:nvSpPr>
        <p:spPr>
          <a:xfrm>
            <a:off x="38078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est-input-1-19"/>
          <p:cNvSpPr/>
          <p:nvPr/>
        </p:nvSpPr>
        <p:spPr>
          <a:xfrm>
            <a:off x="39863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est-input-1-20"/>
          <p:cNvSpPr/>
          <p:nvPr/>
        </p:nvSpPr>
        <p:spPr>
          <a:xfrm>
            <a:off x="41648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est-input-2-0"/>
          <p:cNvSpPr/>
          <p:nvPr/>
        </p:nvSpPr>
        <p:spPr>
          <a:xfrm>
            <a:off x="5943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est-input-2-1"/>
          <p:cNvSpPr/>
          <p:nvPr/>
        </p:nvSpPr>
        <p:spPr>
          <a:xfrm>
            <a:off x="7728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est-input-2-2"/>
          <p:cNvSpPr/>
          <p:nvPr/>
        </p:nvSpPr>
        <p:spPr>
          <a:xfrm>
            <a:off x="9514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est-input-2-3"/>
          <p:cNvSpPr/>
          <p:nvPr/>
        </p:nvSpPr>
        <p:spPr>
          <a:xfrm>
            <a:off x="11299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est-input-2-4"/>
          <p:cNvSpPr/>
          <p:nvPr/>
        </p:nvSpPr>
        <p:spPr>
          <a:xfrm>
            <a:off x="13084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est-input-2-5"/>
          <p:cNvSpPr/>
          <p:nvPr/>
        </p:nvSpPr>
        <p:spPr>
          <a:xfrm>
            <a:off x="14869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est-input-2-6"/>
          <p:cNvSpPr/>
          <p:nvPr/>
        </p:nvSpPr>
        <p:spPr>
          <a:xfrm>
            <a:off x="16655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est-input-2-7"/>
          <p:cNvSpPr/>
          <p:nvPr/>
        </p:nvSpPr>
        <p:spPr>
          <a:xfrm>
            <a:off x="184404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est-input-2-8"/>
          <p:cNvSpPr/>
          <p:nvPr/>
        </p:nvSpPr>
        <p:spPr>
          <a:xfrm>
            <a:off x="202256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est-input-2-9"/>
          <p:cNvSpPr/>
          <p:nvPr/>
        </p:nvSpPr>
        <p:spPr>
          <a:xfrm>
            <a:off x="220109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est-input-2-10"/>
          <p:cNvSpPr/>
          <p:nvPr/>
        </p:nvSpPr>
        <p:spPr>
          <a:xfrm>
            <a:off x="237961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est-input-2-11"/>
          <p:cNvSpPr/>
          <p:nvPr/>
        </p:nvSpPr>
        <p:spPr>
          <a:xfrm>
            <a:off x="255814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est-input-2-12"/>
          <p:cNvSpPr/>
          <p:nvPr/>
        </p:nvSpPr>
        <p:spPr>
          <a:xfrm>
            <a:off x="273666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est-input-2-13"/>
          <p:cNvSpPr/>
          <p:nvPr/>
        </p:nvSpPr>
        <p:spPr>
          <a:xfrm>
            <a:off x="2915194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est-input-2-14"/>
          <p:cNvSpPr/>
          <p:nvPr/>
        </p:nvSpPr>
        <p:spPr>
          <a:xfrm>
            <a:off x="3093719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est-input-2-15"/>
          <p:cNvSpPr/>
          <p:nvPr/>
        </p:nvSpPr>
        <p:spPr>
          <a:xfrm>
            <a:off x="327224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est-input-2-16"/>
          <p:cNvSpPr/>
          <p:nvPr/>
        </p:nvSpPr>
        <p:spPr>
          <a:xfrm>
            <a:off x="345077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est-input-2-17"/>
          <p:cNvSpPr/>
          <p:nvPr/>
        </p:nvSpPr>
        <p:spPr>
          <a:xfrm>
            <a:off x="362929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est-input-2-18"/>
          <p:cNvSpPr/>
          <p:nvPr/>
        </p:nvSpPr>
        <p:spPr>
          <a:xfrm>
            <a:off x="380782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est-input-2-19"/>
          <p:cNvSpPr/>
          <p:nvPr/>
        </p:nvSpPr>
        <p:spPr>
          <a:xfrm>
            <a:off x="3986348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est-input-2-20"/>
          <p:cNvSpPr/>
          <p:nvPr/>
        </p:nvSpPr>
        <p:spPr>
          <a:xfrm>
            <a:off x="4164874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est-input-3-0"/>
          <p:cNvSpPr/>
          <p:nvPr/>
        </p:nvSpPr>
        <p:spPr>
          <a:xfrm>
            <a:off x="5943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est-input-3-1"/>
          <p:cNvSpPr/>
          <p:nvPr/>
        </p:nvSpPr>
        <p:spPr>
          <a:xfrm>
            <a:off x="7728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est-input-3-2"/>
          <p:cNvSpPr/>
          <p:nvPr/>
        </p:nvSpPr>
        <p:spPr>
          <a:xfrm>
            <a:off x="9514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est-input-3-3"/>
          <p:cNvSpPr/>
          <p:nvPr/>
        </p:nvSpPr>
        <p:spPr>
          <a:xfrm>
            <a:off x="11299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est-input-3-4"/>
          <p:cNvSpPr/>
          <p:nvPr/>
        </p:nvSpPr>
        <p:spPr>
          <a:xfrm>
            <a:off x="130846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est-input-3-5"/>
          <p:cNvSpPr/>
          <p:nvPr/>
        </p:nvSpPr>
        <p:spPr>
          <a:xfrm>
            <a:off x="148698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est-input-3-6"/>
          <p:cNvSpPr/>
          <p:nvPr/>
        </p:nvSpPr>
        <p:spPr>
          <a:xfrm>
            <a:off x="166551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est-input-3-7"/>
          <p:cNvSpPr/>
          <p:nvPr/>
        </p:nvSpPr>
        <p:spPr>
          <a:xfrm>
            <a:off x="184404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est-input-3-8"/>
          <p:cNvSpPr/>
          <p:nvPr/>
        </p:nvSpPr>
        <p:spPr>
          <a:xfrm>
            <a:off x="202256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est-input-3-9"/>
          <p:cNvSpPr/>
          <p:nvPr/>
        </p:nvSpPr>
        <p:spPr>
          <a:xfrm>
            <a:off x="220109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est-input-3-10"/>
          <p:cNvSpPr/>
          <p:nvPr/>
        </p:nvSpPr>
        <p:spPr>
          <a:xfrm>
            <a:off x="237961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est-input-3-11"/>
          <p:cNvSpPr/>
          <p:nvPr/>
        </p:nvSpPr>
        <p:spPr>
          <a:xfrm>
            <a:off x="255814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est-input-3-12"/>
          <p:cNvSpPr/>
          <p:nvPr/>
        </p:nvSpPr>
        <p:spPr>
          <a:xfrm>
            <a:off x="273666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est-input-3-13"/>
          <p:cNvSpPr/>
          <p:nvPr/>
        </p:nvSpPr>
        <p:spPr>
          <a:xfrm>
            <a:off x="291519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est-input-3-14"/>
          <p:cNvSpPr/>
          <p:nvPr/>
        </p:nvSpPr>
        <p:spPr>
          <a:xfrm>
            <a:off x="3093719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est-input-3-15"/>
          <p:cNvSpPr/>
          <p:nvPr/>
        </p:nvSpPr>
        <p:spPr>
          <a:xfrm>
            <a:off x="327224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est-input-3-16"/>
          <p:cNvSpPr/>
          <p:nvPr/>
        </p:nvSpPr>
        <p:spPr>
          <a:xfrm>
            <a:off x="345077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est-input-3-17"/>
          <p:cNvSpPr/>
          <p:nvPr/>
        </p:nvSpPr>
        <p:spPr>
          <a:xfrm>
            <a:off x="362929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est-input-3-18"/>
          <p:cNvSpPr/>
          <p:nvPr/>
        </p:nvSpPr>
        <p:spPr>
          <a:xfrm>
            <a:off x="380782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est-input-3-19"/>
          <p:cNvSpPr/>
          <p:nvPr/>
        </p:nvSpPr>
        <p:spPr>
          <a:xfrm>
            <a:off x="3986348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est-input-3-20"/>
          <p:cNvSpPr/>
          <p:nvPr/>
        </p:nvSpPr>
        <p:spPr>
          <a:xfrm>
            <a:off x="4164874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est-input-4-0"/>
          <p:cNvSpPr/>
          <p:nvPr/>
        </p:nvSpPr>
        <p:spPr>
          <a:xfrm>
            <a:off x="5943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est-input-4-1"/>
          <p:cNvSpPr/>
          <p:nvPr/>
        </p:nvSpPr>
        <p:spPr>
          <a:xfrm>
            <a:off x="7728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est-input-4-2"/>
          <p:cNvSpPr/>
          <p:nvPr/>
        </p:nvSpPr>
        <p:spPr>
          <a:xfrm>
            <a:off x="9514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est-input-4-3"/>
          <p:cNvSpPr/>
          <p:nvPr/>
        </p:nvSpPr>
        <p:spPr>
          <a:xfrm>
            <a:off x="11299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est-input-4-4"/>
          <p:cNvSpPr/>
          <p:nvPr/>
        </p:nvSpPr>
        <p:spPr>
          <a:xfrm>
            <a:off x="13084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est-input-4-5"/>
          <p:cNvSpPr/>
          <p:nvPr/>
        </p:nvSpPr>
        <p:spPr>
          <a:xfrm>
            <a:off x="14869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est-input-4-6"/>
          <p:cNvSpPr/>
          <p:nvPr/>
        </p:nvSpPr>
        <p:spPr>
          <a:xfrm>
            <a:off x="16655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est-input-4-7"/>
          <p:cNvSpPr/>
          <p:nvPr/>
        </p:nvSpPr>
        <p:spPr>
          <a:xfrm>
            <a:off x="18440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est-input-4-8"/>
          <p:cNvSpPr/>
          <p:nvPr/>
        </p:nvSpPr>
        <p:spPr>
          <a:xfrm>
            <a:off x="20225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est-input-4-9"/>
          <p:cNvSpPr/>
          <p:nvPr/>
        </p:nvSpPr>
        <p:spPr>
          <a:xfrm>
            <a:off x="22010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est-input-4-10"/>
          <p:cNvSpPr/>
          <p:nvPr/>
        </p:nvSpPr>
        <p:spPr>
          <a:xfrm>
            <a:off x="23796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est-input-4-11"/>
          <p:cNvSpPr/>
          <p:nvPr/>
        </p:nvSpPr>
        <p:spPr>
          <a:xfrm>
            <a:off x="25581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est-input-4-12"/>
          <p:cNvSpPr/>
          <p:nvPr/>
        </p:nvSpPr>
        <p:spPr>
          <a:xfrm>
            <a:off x="27366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est-input-4-13"/>
          <p:cNvSpPr/>
          <p:nvPr/>
        </p:nvSpPr>
        <p:spPr>
          <a:xfrm>
            <a:off x="29151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est-input-4-14"/>
          <p:cNvSpPr/>
          <p:nvPr/>
        </p:nvSpPr>
        <p:spPr>
          <a:xfrm>
            <a:off x="3093719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est-input-4-15"/>
          <p:cNvSpPr/>
          <p:nvPr/>
        </p:nvSpPr>
        <p:spPr>
          <a:xfrm>
            <a:off x="32722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est-input-4-16"/>
          <p:cNvSpPr/>
          <p:nvPr/>
        </p:nvSpPr>
        <p:spPr>
          <a:xfrm>
            <a:off x="34507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est-input-4-17"/>
          <p:cNvSpPr/>
          <p:nvPr/>
        </p:nvSpPr>
        <p:spPr>
          <a:xfrm>
            <a:off x="36292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est-input-4-18"/>
          <p:cNvSpPr/>
          <p:nvPr/>
        </p:nvSpPr>
        <p:spPr>
          <a:xfrm>
            <a:off x="38078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est-input-4-19"/>
          <p:cNvSpPr/>
          <p:nvPr/>
        </p:nvSpPr>
        <p:spPr>
          <a:xfrm>
            <a:off x="39863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est-input-4-20"/>
          <p:cNvSpPr/>
          <p:nvPr/>
        </p:nvSpPr>
        <p:spPr>
          <a:xfrm>
            <a:off x="41648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est-input-5-0"/>
          <p:cNvSpPr/>
          <p:nvPr/>
        </p:nvSpPr>
        <p:spPr>
          <a:xfrm>
            <a:off x="59436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est-input-5-1"/>
          <p:cNvSpPr/>
          <p:nvPr/>
        </p:nvSpPr>
        <p:spPr>
          <a:xfrm>
            <a:off x="7728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est-input-5-2"/>
          <p:cNvSpPr/>
          <p:nvPr/>
        </p:nvSpPr>
        <p:spPr>
          <a:xfrm>
            <a:off x="9514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est-input-5-3"/>
          <p:cNvSpPr/>
          <p:nvPr/>
        </p:nvSpPr>
        <p:spPr>
          <a:xfrm>
            <a:off x="11299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est-input-5-4"/>
          <p:cNvSpPr/>
          <p:nvPr/>
        </p:nvSpPr>
        <p:spPr>
          <a:xfrm>
            <a:off x="13084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est-input-5-5"/>
          <p:cNvSpPr/>
          <p:nvPr/>
        </p:nvSpPr>
        <p:spPr>
          <a:xfrm>
            <a:off x="148698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est-input-5-6"/>
          <p:cNvSpPr/>
          <p:nvPr/>
        </p:nvSpPr>
        <p:spPr>
          <a:xfrm>
            <a:off x="16655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est-input-5-7"/>
          <p:cNvSpPr/>
          <p:nvPr/>
        </p:nvSpPr>
        <p:spPr>
          <a:xfrm>
            <a:off x="18440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est-input-5-8"/>
          <p:cNvSpPr/>
          <p:nvPr/>
        </p:nvSpPr>
        <p:spPr>
          <a:xfrm>
            <a:off x="20225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est-input-5-9"/>
          <p:cNvSpPr/>
          <p:nvPr/>
        </p:nvSpPr>
        <p:spPr>
          <a:xfrm>
            <a:off x="22010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est-input-5-10"/>
          <p:cNvSpPr/>
          <p:nvPr/>
        </p:nvSpPr>
        <p:spPr>
          <a:xfrm>
            <a:off x="237961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est-input-5-11"/>
          <p:cNvSpPr/>
          <p:nvPr/>
        </p:nvSpPr>
        <p:spPr>
          <a:xfrm>
            <a:off x="25581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est-input-5-12"/>
          <p:cNvSpPr/>
          <p:nvPr/>
        </p:nvSpPr>
        <p:spPr>
          <a:xfrm>
            <a:off x="27366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est-input-5-13"/>
          <p:cNvSpPr/>
          <p:nvPr/>
        </p:nvSpPr>
        <p:spPr>
          <a:xfrm>
            <a:off x="29151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est-input-5-14"/>
          <p:cNvSpPr/>
          <p:nvPr/>
        </p:nvSpPr>
        <p:spPr>
          <a:xfrm>
            <a:off x="3093719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est-input-5-15"/>
          <p:cNvSpPr/>
          <p:nvPr/>
        </p:nvSpPr>
        <p:spPr>
          <a:xfrm>
            <a:off x="32722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est-input-5-16"/>
          <p:cNvSpPr/>
          <p:nvPr/>
        </p:nvSpPr>
        <p:spPr>
          <a:xfrm>
            <a:off x="34507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est-input-5-17"/>
          <p:cNvSpPr/>
          <p:nvPr/>
        </p:nvSpPr>
        <p:spPr>
          <a:xfrm>
            <a:off x="36292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est-input-5-18"/>
          <p:cNvSpPr/>
          <p:nvPr/>
        </p:nvSpPr>
        <p:spPr>
          <a:xfrm>
            <a:off x="38078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est-input-5-19"/>
          <p:cNvSpPr/>
          <p:nvPr/>
        </p:nvSpPr>
        <p:spPr>
          <a:xfrm>
            <a:off x="39863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est-input-5-20"/>
          <p:cNvSpPr/>
          <p:nvPr/>
        </p:nvSpPr>
        <p:spPr>
          <a:xfrm>
            <a:off x="41648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est-input-6-0"/>
          <p:cNvSpPr/>
          <p:nvPr/>
        </p:nvSpPr>
        <p:spPr>
          <a:xfrm>
            <a:off x="5943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est-input-6-1"/>
          <p:cNvSpPr/>
          <p:nvPr/>
        </p:nvSpPr>
        <p:spPr>
          <a:xfrm>
            <a:off x="7728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est-input-6-2"/>
          <p:cNvSpPr/>
          <p:nvPr/>
        </p:nvSpPr>
        <p:spPr>
          <a:xfrm>
            <a:off x="9514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est-input-6-3"/>
          <p:cNvSpPr/>
          <p:nvPr/>
        </p:nvSpPr>
        <p:spPr>
          <a:xfrm>
            <a:off x="11299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est-input-6-4"/>
          <p:cNvSpPr/>
          <p:nvPr/>
        </p:nvSpPr>
        <p:spPr>
          <a:xfrm>
            <a:off x="13084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est-input-6-5"/>
          <p:cNvSpPr/>
          <p:nvPr/>
        </p:nvSpPr>
        <p:spPr>
          <a:xfrm>
            <a:off x="14869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est-input-6-6"/>
          <p:cNvSpPr/>
          <p:nvPr/>
        </p:nvSpPr>
        <p:spPr>
          <a:xfrm>
            <a:off x="16655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est-input-6-7"/>
          <p:cNvSpPr/>
          <p:nvPr/>
        </p:nvSpPr>
        <p:spPr>
          <a:xfrm>
            <a:off x="18440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est-input-6-8"/>
          <p:cNvSpPr/>
          <p:nvPr/>
        </p:nvSpPr>
        <p:spPr>
          <a:xfrm>
            <a:off x="20225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est-input-6-9"/>
          <p:cNvSpPr/>
          <p:nvPr/>
        </p:nvSpPr>
        <p:spPr>
          <a:xfrm>
            <a:off x="22010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est-input-6-10"/>
          <p:cNvSpPr/>
          <p:nvPr/>
        </p:nvSpPr>
        <p:spPr>
          <a:xfrm>
            <a:off x="23796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est-input-6-11"/>
          <p:cNvSpPr/>
          <p:nvPr/>
        </p:nvSpPr>
        <p:spPr>
          <a:xfrm>
            <a:off x="25581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est-input-6-12"/>
          <p:cNvSpPr/>
          <p:nvPr/>
        </p:nvSpPr>
        <p:spPr>
          <a:xfrm>
            <a:off x="27366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est-input-6-13"/>
          <p:cNvSpPr/>
          <p:nvPr/>
        </p:nvSpPr>
        <p:spPr>
          <a:xfrm>
            <a:off x="29151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est-input-6-14"/>
          <p:cNvSpPr/>
          <p:nvPr/>
        </p:nvSpPr>
        <p:spPr>
          <a:xfrm>
            <a:off x="3093719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est-input-6-15"/>
          <p:cNvSpPr/>
          <p:nvPr/>
        </p:nvSpPr>
        <p:spPr>
          <a:xfrm>
            <a:off x="32722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est-input-6-16"/>
          <p:cNvSpPr/>
          <p:nvPr/>
        </p:nvSpPr>
        <p:spPr>
          <a:xfrm>
            <a:off x="34507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est-input-6-17"/>
          <p:cNvSpPr/>
          <p:nvPr/>
        </p:nvSpPr>
        <p:spPr>
          <a:xfrm>
            <a:off x="36292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est-input-6-18"/>
          <p:cNvSpPr/>
          <p:nvPr/>
        </p:nvSpPr>
        <p:spPr>
          <a:xfrm>
            <a:off x="38078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est-input-6-19"/>
          <p:cNvSpPr/>
          <p:nvPr/>
        </p:nvSpPr>
        <p:spPr>
          <a:xfrm>
            <a:off x="39863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est-input-6-20"/>
          <p:cNvSpPr/>
          <p:nvPr/>
        </p:nvSpPr>
        <p:spPr>
          <a:xfrm>
            <a:off x="41648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est-input-7-0"/>
          <p:cNvSpPr/>
          <p:nvPr/>
        </p:nvSpPr>
        <p:spPr>
          <a:xfrm>
            <a:off x="5943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est-input-7-1"/>
          <p:cNvSpPr/>
          <p:nvPr/>
        </p:nvSpPr>
        <p:spPr>
          <a:xfrm>
            <a:off x="7728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est-input-7-2"/>
          <p:cNvSpPr/>
          <p:nvPr/>
        </p:nvSpPr>
        <p:spPr>
          <a:xfrm>
            <a:off x="95141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est-input-7-3"/>
          <p:cNvSpPr/>
          <p:nvPr/>
        </p:nvSpPr>
        <p:spPr>
          <a:xfrm>
            <a:off x="11299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est-input-7-4"/>
          <p:cNvSpPr/>
          <p:nvPr/>
        </p:nvSpPr>
        <p:spPr>
          <a:xfrm>
            <a:off x="13084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est-input-7-5"/>
          <p:cNvSpPr/>
          <p:nvPr/>
        </p:nvSpPr>
        <p:spPr>
          <a:xfrm>
            <a:off x="148698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est-input-7-6"/>
          <p:cNvSpPr/>
          <p:nvPr/>
        </p:nvSpPr>
        <p:spPr>
          <a:xfrm>
            <a:off x="16655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est-input-7-7"/>
          <p:cNvSpPr/>
          <p:nvPr/>
        </p:nvSpPr>
        <p:spPr>
          <a:xfrm>
            <a:off x="18440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est-input-7-8"/>
          <p:cNvSpPr/>
          <p:nvPr/>
        </p:nvSpPr>
        <p:spPr>
          <a:xfrm>
            <a:off x="202256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est-input-7-9"/>
          <p:cNvSpPr/>
          <p:nvPr/>
        </p:nvSpPr>
        <p:spPr>
          <a:xfrm>
            <a:off x="22010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est-input-7-10"/>
          <p:cNvSpPr/>
          <p:nvPr/>
        </p:nvSpPr>
        <p:spPr>
          <a:xfrm>
            <a:off x="23796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est-input-7-11"/>
          <p:cNvSpPr/>
          <p:nvPr/>
        </p:nvSpPr>
        <p:spPr>
          <a:xfrm>
            <a:off x="255814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est-input-7-12"/>
          <p:cNvSpPr/>
          <p:nvPr/>
        </p:nvSpPr>
        <p:spPr>
          <a:xfrm>
            <a:off x="27366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est-input-7-13"/>
          <p:cNvSpPr/>
          <p:nvPr/>
        </p:nvSpPr>
        <p:spPr>
          <a:xfrm>
            <a:off x="29151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est-input-7-14"/>
          <p:cNvSpPr/>
          <p:nvPr/>
        </p:nvSpPr>
        <p:spPr>
          <a:xfrm>
            <a:off x="3093719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est-input-7-15"/>
          <p:cNvSpPr/>
          <p:nvPr/>
        </p:nvSpPr>
        <p:spPr>
          <a:xfrm>
            <a:off x="32722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est-input-7-16"/>
          <p:cNvSpPr/>
          <p:nvPr/>
        </p:nvSpPr>
        <p:spPr>
          <a:xfrm>
            <a:off x="34507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est-input-7-17"/>
          <p:cNvSpPr/>
          <p:nvPr/>
        </p:nvSpPr>
        <p:spPr>
          <a:xfrm>
            <a:off x="36292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est-input-7-18"/>
          <p:cNvSpPr/>
          <p:nvPr/>
        </p:nvSpPr>
        <p:spPr>
          <a:xfrm>
            <a:off x="38078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est-input-7-19"/>
          <p:cNvSpPr/>
          <p:nvPr/>
        </p:nvSpPr>
        <p:spPr>
          <a:xfrm>
            <a:off x="39863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est-input-7-20"/>
          <p:cNvSpPr/>
          <p:nvPr/>
        </p:nvSpPr>
        <p:spPr>
          <a:xfrm>
            <a:off x="41648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est-input-8-0"/>
          <p:cNvSpPr/>
          <p:nvPr/>
        </p:nvSpPr>
        <p:spPr>
          <a:xfrm>
            <a:off x="594360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est-input-8-1"/>
          <p:cNvSpPr/>
          <p:nvPr/>
        </p:nvSpPr>
        <p:spPr>
          <a:xfrm>
            <a:off x="7728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est-input-8-2"/>
          <p:cNvSpPr/>
          <p:nvPr/>
        </p:nvSpPr>
        <p:spPr>
          <a:xfrm>
            <a:off x="95141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est-input-8-3"/>
          <p:cNvSpPr/>
          <p:nvPr/>
        </p:nvSpPr>
        <p:spPr>
          <a:xfrm>
            <a:off x="11299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est-input-8-4"/>
          <p:cNvSpPr/>
          <p:nvPr/>
        </p:nvSpPr>
        <p:spPr>
          <a:xfrm>
            <a:off x="130846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est-input-8-5"/>
          <p:cNvSpPr/>
          <p:nvPr/>
        </p:nvSpPr>
        <p:spPr>
          <a:xfrm>
            <a:off x="14869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est-input-8-6"/>
          <p:cNvSpPr/>
          <p:nvPr/>
        </p:nvSpPr>
        <p:spPr>
          <a:xfrm>
            <a:off x="166551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est-input-8-7"/>
          <p:cNvSpPr/>
          <p:nvPr/>
        </p:nvSpPr>
        <p:spPr>
          <a:xfrm>
            <a:off x="18440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est-input-8-8"/>
          <p:cNvSpPr/>
          <p:nvPr/>
        </p:nvSpPr>
        <p:spPr>
          <a:xfrm>
            <a:off x="202256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est-input-8-9"/>
          <p:cNvSpPr/>
          <p:nvPr/>
        </p:nvSpPr>
        <p:spPr>
          <a:xfrm>
            <a:off x="22010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est-input-8-10"/>
          <p:cNvSpPr/>
          <p:nvPr/>
        </p:nvSpPr>
        <p:spPr>
          <a:xfrm>
            <a:off x="237961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est-input-8-11"/>
          <p:cNvSpPr/>
          <p:nvPr/>
        </p:nvSpPr>
        <p:spPr>
          <a:xfrm>
            <a:off x="25581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est-input-8-12"/>
          <p:cNvSpPr/>
          <p:nvPr/>
        </p:nvSpPr>
        <p:spPr>
          <a:xfrm>
            <a:off x="273666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est-input-8-13"/>
          <p:cNvSpPr/>
          <p:nvPr/>
        </p:nvSpPr>
        <p:spPr>
          <a:xfrm>
            <a:off x="29151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est-input-8-14"/>
          <p:cNvSpPr/>
          <p:nvPr/>
        </p:nvSpPr>
        <p:spPr>
          <a:xfrm>
            <a:off x="3093719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est-input-8-15"/>
          <p:cNvSpPr/>
          <p:nvPr/>
        </p:nvSpPr>
        <p:spPr>
          <a:xfrm>
            <a:off x="32722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est-input-8-16"/>
          <p:cNvSpPr/>
          <p:nvPr/>
        </p:nvSpPr>
        <p:spPr>
          <a:xfrm>
            <a:off x="345077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est-input-8-17"/>
          <p:cNvSpPr/>
          <p:nvPr/>
        </p:nvSpPr>
        <p:spPr>
          <a:xfrm>
            <a:off x="36292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est-input-8-18"/>
          <p:cNvSpPr/>
          <p:nvPr/>
        </p:nvSpPr>
        <p:spPr>
          <a:xfrm>
            <a:off x="38078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est-input-8-19"/>
          <p:cNvSpPr/>
          <p:nvPr/>
        </p:nvSpPr>
        <p:spPr>
          <a:xfrm>
            <a:off x="39863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est-input-8-20"/>
          <p:cNvSpPr/>
          <p:nvPr/>
        </p:nvSpPr>
        <p:spPr>
          <a:xfrm>
            <a:off x="41648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est-output-0-0"/>
          <p:cNvSpPr/>
          <p:nvPr/>
        </p:nvSpPr>
        <p:spPr>
          <a:xfrm>
            <a:off x="47091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est-output-0-1"/>
          <p:cNvSpPr/>
          <p:nvPr/>
        </p:nvSpPr>
        <p:spPr>
          <a:xfrm>
            <a:off x="48876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est-output-0-2"/>
          <p:cNvSpPr/>
          <p:nvPr/>
        </p:nvSpPr>
        <p:spPr>
          <a:xfrm>
            <a:off x="50662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est-output-0-3"/>
          <p:cNvSpPr/>
          <p:nvPr/>
        </p:nvSpPr>
        <p:spPr>
          <a:xfrm>
            <a:off x="52447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est-output-0-4"/>
          <p:cNvSpPr/>
          <p:nvPr/>
        </p:nvSpPr>
        <p:spPr>
          <a:xfrm>
            <a:off x="54232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est-output-0-5"/>
          <p:cNvSpPr/>
          <p:nvPr/>
        </p:nvSpPr>
        <p:spPr>
          <a:xfrm>
            <a:off x="56017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est-output-0-6"/>
          <p:cNvSpPr/>
          <p:nvPr/>
        </p:nvSpPr>
        <p:spPr>
          <a:xfrm>
            <a:off x="57803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est-output-0-7"/>
          <p:cNvSpPr/>
          <p:nvPr/>
        </p:nvSpPr>
        <p:spPr>
          <a:xfrm>
            <a:off x="59588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est-output-0-8"/>
          <p:cNvSpPr/>
          <p:nvPr/>
        </p:nvSpPr>
        <p:spPr>
          <a:xfrm>
            <a:off x="61373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est-output-0-9"/>
          <p:cNvSpPr/>
          <p:nvPr/>
        </p:nvSpPr>
        <p:spPr>
          <a:xfrm>
            <a:off x="63158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est-output-0-10"/>
          <p:cNvSpPr/>
          <p:nvPr/>
        </p:nvSpPr>
        <p:spPr>
          <a:xfrm>
            <a:off x="64944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est-output-0-11"/>
          <p:cNvSpPr/>
          <p:nvPr/>
        </p:nvSpPr>
        <p:spPr>
          <a:xfrm>
            <a:off x="66729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est-output-0-12"/>
          <p:cNvSpPr/>
          <p:nvPr/>
        </p:nvSpPr>
        <p:spPr>
          <a:xfrm>
            <a:off x="68514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est-output-0-13"/>
          <p:cNvSpPr/>
          <p:nvPr/>
        </p:nvSpPr>
        <p:spPr>
          <a:xfrm>
            <a:off x="70299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est-output-0-14"/>
          <p:cNvSpPr/>
          <p:nvPr/>
        </p:nvSpPr>
        <p:spPr>
          <a:xfrm>
            <a:off x="720852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est-output-0-15"/>
          <p:cNvSpPr/>
          <p:nvPr/>
        </p:nvSpPr>
        <p:spPr>
          <a:xfrm>
            <a:off x="73870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est-output-0-16"/>
          <p:cNvSpPr/>
          <p:nvPr/>
        </p:nvSpPr>
        <p:spPr>
          <a:xfrm>
            <a:off x="75655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est-output-0-17"/>
          <p:cNvSpPr/>
          <p:nvPr/>
        </p:nvSpPr>
        <p:spPr>
          <a:xfrm>
            <a:off x="77440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est-output-0-18"/>
          <p:cNvSpPr/>
          <p:nvPr/>
        </p:nvSpPr>
        <p:spPr>
          <a:xfrm>
            <a:off x="79226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est-output-0-19"/>
          <p:cNvSpPr/>
          <p:nvPr/>
        </p:nvSpPr>
        <p:spPr>
          <a:xfrm>
            <a:off x="81011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est-output-0-20"/>
          <p:cNvSpPr/>
          <p:nvPr/>
        </p:nvSpPr>
        <p:spPr>
          <a:xfrm>
            <a:off x="82796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est-output-1-0"/>
          <p:cNvSpPr/>
          <p:nvPr/>
        </p:nvSpPr>
        <p:spPr>
          <a:xfrm>
            <a:off x="47091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est-output-1-1"/>
          <p:cNvSpPr/>
          <p:nvPr/>
        </p:nvSpPr>
        <p:spPr>
          <a:xfrm>
            <a:off x="48876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est-output-1-2"/>
          <p:cNvSpPr/>
          <p:nvPr/>
        </p:nvSpPr>
        <p:spPr>
          <a:xfrm>
            <a:off x="5066211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est-output-1-3"/>
          <p:cNvSpPr/>
          <p:nvPr/>
        </p:nvSpPr>
        <p:spPr>
          <a:xfrm>
            <a:off x="52447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est-output-1-4"/>
          <p:cNvSpPr/>
          <p:nvPr/>
        </p:nvSpPr>
        <p:spPr>
          <a:xfrm>
            <a:off x="54232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est-output-1-5"/>
          <p:cNvSpPr/>
          <p:nvPr/>
        </p:nvSpPr>
        <p:spPr>
          <a:xfrm>
            <a:off x="5601788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0-test-output-1-6"/>
          <p:cNvSpPr/>
          <p:nvPr/>
        </p:nvSpPr>
        <p:spPr>
          <a:xfrm>
            <a:off x="57803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0-test-output-1-7"/>
          <p:cNvSpPr/>
          <p:nvPr/>
        </p:nvSpPr>
        <p:spPr>
          <a:xfrm>
            <a:off x="59588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0-test-output-1-8"/>
          <p:cNvSpPr/>
          <p:nvPr/>
        </p:nvSpPr>
        <p:spPr>
          <a:xfrm>
            <a:off x="6137365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0-test-output-1-9"/>
          <p:cNvSpPr/>
          <p:nvPr/>
        </p:nvSpPr>
        <p:spPr>
          <a:xfrm>
            <a:off x="63158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0-test-output-1-10"/>
          <p:cNvSpPr/>
          <p:nvPr/>
        </p:nvSpPr>
        <p:spPr>
          <a:xfrm>
            <a:off x="64944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0-test-output-1-11"/>
          <p:cNvSpPr/>
          <p:nvPr/>
        </p:nvSpPr>
        <p:spPr>
          <a:xfrm>
            <a:off x="6672942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0-test-output-1-12"/>
          <p:cNvSpPr/>
          <p:nvPr/>
        </p:nvSpPr>
        <p:spPr>
          <a:xfrm>
            <a:off x="68514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0-test-output-1-13"/>
          <p:cNvSpPr/>
          <p:nvPr/>
        </p:nvSpPr>
        <p:spPr>
          <a:xfrm>
            <a:off x="70299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0-test-output-1-14"/>
          <p:cNvSpPr/>
          <p:nvPr/>
        </p:nvSpPr>
        <p:spPr>
          <a:xfrm>
            <a:off x="7208520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0-test-output-1-15"/>
          <p:cNvSpPr/>
          <p:nvPr/>
        </p:nvSpPr>
        <p:spPr>
          <a:xfrm>
            <a:off x="73870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0-test-output-1-16"/>
          <p:cNvSpPr/>
          <p:nvPr/>
        </p:nvSpPr>
        <p:spPr>
          <a:xfrm>
            <a:off x="75655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0-test-output-1-17"/>
          <p:cNvSpPr/>
          <p:nvPr/>
        </p:nvSpPr>
        <p:spPr>
          <a:xfrm>
            <a:off x="77440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0-test-output-1-18"/>
          <p:cNvSpPr/>
          <p:nvPr/>
        </p:nvSpPr>
        <p:spPr>
          <a:xfrm>
            <a:off x="79226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0-test-output-1-19"/>
          <p:cNvSpPr/>
          <p:nvPr/>
        </p:nvSpPr>
        <p:spPr>
          <a:xfrm>
            <a:off x="81011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0-test-output-1-20"/>
          <p:cNvSpPr/>
          <p:nvPr/>
        </p:nvSpPr>
        <p:spPr>
          <a:xfrm>
            <a:off x="82796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0-test-output-2-0"/>
          <p:cNvSpPr/>
          <p:nvPr/>
        </p:nvSpPr>
        <p:spPr>
          <a:xfrm>
            <a:off x="47091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0-test-output-2-1"/>
          <p:cNvSpPr/>
          <p:nvPr/>
        </p:nvSpPr>
        <p:spPr>
          <a:xfrm>
            <a:off x="48876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0-test-output-2-2"/>
          <p:cNvSpPr/>
          <p:nvPr/>
        </p:nvSpPr>
        <p:spPr>
          <a:xfrm>
            <a:off x="50662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0-test-output-2-3"/>
          <p:cNvSpPr/>
          <p:nvPr/>
        </p:nvSpPr>
        <p:spPr>
          <a:xfrm>
            <a:off x="52447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0-test-output-2-4"/>
          <p:cNvSpPr/>
          <p:nvPr/>
        </p:nvSpPr>
        <p:spPr>
          <a:xfrm>
            <a:off x="54232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0-test-output-2-5"/>
          <p:cNvSpPr/>
          <p:nvPr/>
        </p:nvSpPr>
        <p:spPr>
          <a:xfrm>
            <a:off x="56017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0-test-output-2-6"/>
          <p:cNvSpPr/>
          <p:nvPr/>
        </p:nvSpPr>
        <p:spPr>
          <a:xfrm>
            <a:off x="57803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0-test-output-2-7"/>
          <p:cNvSpPr/>
          <p:nvPr/>
        </p:nvSpPr>
        <p:spPr>
          <a:xfrm>
            <a:off x="595884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0-test-output-2-8"/>
          <p:cNvSpPr/>
          <p:nvPr/>
        </p:nvSpPr>
        <p:spPr>
          <a:xfrm>
            <a:off x="613736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0-test-output-2-9"/>
          <p:cNvSpPr/>
          <p:nvPr/>
        </p:nvSpPr>
        <p:spPr>
          <a:xfrm>
            <a:off x="631589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0-test-output-2-10"/>
          <p:cNvSpPr/>
          <p:nvPr/>
        </p:nvSpPr>
        <p:spPr>
          <a:xfrm>
            <a:off x="649441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0-test-output-2-11"/>
          <p:cNvSpPr/>
          <p:nvPr/>
        </p:nvSpPr>
        <p:spPr>
          <a:xfrm>
            <a:off x="667294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0-test-output-2-12"/>
          <p:cNvSpPr/>
          <p:nvPr/>
        </p:nvSpPr>
        <p:spPr>
          <a:xfrm>
            <a:off x="685146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0-test-output-2-13"/>
          <p:cNvSpPr/>
          <p:nvPr/>
        </p:nvSpPr>
        <p:spPr>
          <a:xfrm>
            <a:off x="702999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0-test-output-2-14"/>
          <p:cNvSpPr/>
          <p:nvPr/>
        </p:nvSpPr>
        <p:spPr>
          <a:xfrm>
            <a:off x="720852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0-test-output-2-15"/>
          <p:cNvSpPr/>
          <p:nvPr/>
        </p:nvSpPr>
        <p:spPr>
          <a:xfrm>
            <a:off x="738704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0-test-output-2-16"/>
          <p:cNvSpPr/>
          <p:nvPr/>
        </p:nvSpPr>
        <p:spPr>
          <a:xfrm>
            <a:off x="756557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0-test-output-2-17"/>
          <p:cNvSpPr/>
          <p:nvPr/>
        </p:nvSpPr>
        <p:spPr>
          <a:xfrm>
            <a:off x="774409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0-test-output-2-18"/>
          <p:cNvSpPr/>
          <p:nvPr/>
        </p:nvSpPr>
        <p:spPr>
          <a:xfrm>
            <a:off x="792262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0-test-output-2-19"/>
          <p:cNvSpPr/>
          <p:nvPr/>
        </p:nvSpPr>
        <p:spPr>
          <a:xfrm>
            <a:off x="810114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0-test-output-2-20"/>
          <p:cNvSpPr/>
          <p:nvPr/>
        </p:nvSpPr>
        <p:spPr>
          <a:xfrm>
            <a:off x="827967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0-test-output-3-0"/>
          <p:cNvSpPr/>
          <p:nvPr/>
        </p:nvSpPr>
        <p:spPr>
          <a:xfrm>
            <a:off x="47091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0-test-output-3-1"/>
          <p:cNvSpPr/>
          <p:nvPr/>
        </p:nvSpPr>
        <p:spPr>
          <a:xfrm>
            <a:off x="48876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0-test-output-3-2"/>
          <p:cNvSpPr/>
          <p:nvPr/>
        </p:nvSpPr>
        <p:spPr>
          <a:xfrm>
            <a:off x="50662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0-test-output-3-3"/>
          <p:cNvSpPr/>
          <p:nvPr/>
        </p:nvSpPr>
        <p:spPr>
          <a:xfrm>
            <a:off x="52447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0-test-output-3-4"/>
          <p:cNvSpPr/>
          <p:nvPr/>
        </p:nvSpPr>
        <p:spPr>
          <a:xfrm>
            <a:off x="542326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0-test-output-3-5"/>
          <p:cNvSpPr/>
          <p:nvPr/>
        </p:nvSpPr>
        <p:spPr>
          <a:xfrm>
            <a:off x="560178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0-test-output-3-6"/>
          <p:cNvSpPr/>
          <p:nvPr/>
        </p:nvSpPr>
        <p:spPr>
          <a:xfrm>
            <a:off x="578031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0-test-output-3-7"/>
          <p:cNvSpPr/>
          <p:nvPr/>
        </p:nvSpPr>
        <p:spPr>
          <a:xfrm>
            <a:off x="595884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0-test-output-3-8"/>
          <p:cNvSpPr/>
          <p:nvPr/>
        </p:nvSpPr>
        <p:spPr>
          <a:xfrm>
            <a:off x="613736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0-test-output-3-9"/>
          <p:cNvSpPr/>
          <p:nvPr/>
        </p:nvSpPr>
        <p:spPr>
          <a:xfrm>
            <a:off x="631589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0-test-output-3-10"/>
          <p:cNvSpPr/>
          <p:nvPr/>
        </p:nvSpPr>
        <p:spPr>
          <a:xfrm>
            <a:off x="649441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0-test-output-3-11"/>
          <p:cNvSpPr/>
          <p:nvPr/>
        </p:nvSpPr>
        <p:spPr>
          <a:xfrm>
            <a:off x="667294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0-test-output-3-12"/>
          <p:cNvSpPr/>
          <p:nvPr/>
        </p:nvSpPr>
        <p:spPr>
          <a:xfrm>
            <a:off x="685146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0-test-output-3-13"/>
          <p:cNvSpPr/>
          <p:nvPr/>
        </p:nvSpPr>
        <p:spPr>
          <a:xfrm>
            <a:off x="702999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0-test-output-3-14"/>
          <p:cNvSpPr/>
          <p:nvPr/>
        </p:nvSpPr>
        <p:spPr>
          <a:xfrm>
            <a:off x="720852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0-test-output-3-15"/>
          <p:cNvSpPr/>
          <p:nvPr/>
        </p:nvSpPr>
        <p:spPr>
          <a:xfrm>
            <a:off x="738704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0-test-output-3-16"/>
          <p:cNvSpPr/>
          <p:nvPr/>
        </p:nvSpPr>
        <p:spPr>
          <a:xfrm>
            <a:off x="756557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0-test-output-3-17"/>
          <p:cNvSpPr/>
          <p:nvPr/>
        </p:nvSpPr>
        <p:spPr>
          <a:xfrm>
            <a:off x="774409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0-test-output-3-18"/>
          <p:cNvSpPr/>
          <p:nvPr/>
        </p:nvSpPr>
        <p:spPr>
          <a:xfrm>
            <a:off x="792262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0-test-output-3-19"/>
          <p:cNvSpPr/>
          <p:nvPr/>
        </p:nvSpPr>
        <p:spPr>
          <a:xfrm>
            <a:off x="810114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0-test-output-3-20"/>
          <p:cNvSpPr/>
          <p:nvPr/>
        </p:nvSpPr>
        <p:spPr>
          <a:xfrm>
            <a:off x="827967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0-test-output-4-0"/>
          <p:cNvSpPr/>
          <p:nvPr/>
        </p:nvSpPr>
        <p:spPr>
          <a:xfrm>
            <a:off x="47091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0-test-output-4-1"/>
          <p:cNvSpPr/>
          <p:nvPr/>
        </p:nvSpPr>
        <p:spPr>
          <a:xfrm>
            <a:off x="48876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0-test-output-4-2"/>
          <p:cNvSpPr/>
          <p:nvPr/>
        </p:nvSpPr>
        <p:spPr>
          <a:xfrm>
            <a:off x="50662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0-test-output-4-3"/>
          <p:cNvSpPr/>
          <p:nvPr/>
        </p:nvSpPr>
        <p:spPr>
          <a:xfrm>
            <a:off x="52447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0-test-output-4-4"/>
          <p:cNvSpPr/>
          <p:nvPr/>
        </p:nvSpPr>
        <p:spPr>
          <a:xfrm>
            <a:off x="54232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0-test-output-4-5"/>
          <p:cNvSpPr/>
          <p:nvPr/>
        </p:nvSpPr>
        <p:spPr>
          <a:xfrm>
            <a:off x="56017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0-test-output-4-6"/>
          <p:cNvSpPr/>
          <p:nvPr/>
        </p:nvSpPr>
        <p:spPr>
          <a:xfrm>
            <a:off x="57803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0-test-output-4-7"/>
          <p:cNvSpPr/>
          <p:nvPr/>
        </p:nvSpPr>
        <p:spPr>
          <a:xfrm>
            <a:off x="59588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0-test-output-4-8"/>
          <p:cNvSpPr/>
          <p:nvPr/>
        </p:nvSpPr>
        <p:spPr>
          <a:xfrm>
            <a:off x="61373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0-test-output-4-9"/>
          <p:cNvSpPr/>
          <p:nvPr/>
        </p:nvSpPr>
        <p:spPr>
          <a:xfrm>
            <a:off x="63158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0-test-output-4-10"/>
          <p:cNvSpPr/>
          <p:nvPr/>
        </p:nvSpPr>
        <p:spPr>
          <a:xfrm>
            <a:off x="64944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0-test-output-4-11"/>
          <p:cNvSpPr/>
          <p:nvPr/>
        </p:nvSpPr>
        <p:spPr>
          <a:xfrm>
            <a:off x="66729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0-test-output-4-12"/>
          <p:cNvSpPr/>
          <p:nvPr/>
        </p:nvSpPr>
        <p:spPr>
          <a:xfrm>
            <a:off x="68514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0-test-output-4-13"/>
          <p:cNvSpPr/>
          <p:nvPr/>
        </p:nvSpPr>
        <p:spPr>
          <a:xfrm>
            <a:off x="70299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0-test-output-4-14"/>
          <p:cNvSpPr/>
          <p:nvPr/>
        </p:nvSpPr>
        <p:spPr>
          <a:xfrm>
            <a:off x="720852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0-test-output-4-15"/>
          <p:cNvSpPr/>
          <p:nvPr/>
        </p:nvSpPr>
        <p:spPr>
          <a:xfrm>
            <a:off x="73870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0-test-output-4-16"/>
          <p:cNvSpPr/>
          <p:nvPr/>
        </p:nvSpPr>
        <p:spPr>
          <a:xfrm>
            <a:off x="75655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0-test-output-4-17"/>
          <p:cNvSpPr/>
          <p:nvPr/>
        </p:nvSpPr>
        <p:spPr>
          <a:xfrm>
            <a:off x="77440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0-test-output-4-18"/>
          <p:cNvSpPr/>
          <p:nvPr/>
        </p:nvSpPr>
        <p:spPr>
          <a:xfrm>
            <a:off x="79226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0-test-output-4-19"/>
          <p:cNvSpPr/>
          <p:nvPr/>
        </p:nvSpPr>
        <p:spPr>
          <a:xfrm>
            <a:off x="81011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0-test-output-4-20"/>
          <p:cNvSpPr/>
          <p:nvPr/>
        </p:nvSpPr>
        <p:spPr>
          <a:xfrm>
            <a:off x="82796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0-test-output-5-0"/>
          <p:cNvSpPr/>
          <p:nvPr/>
        </p:nvSpPr>
        <p:spPr>
          <a:xfrm>
            <a:off x="4709160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0-test-output-5-1"/>
          <p:cNvSpPr/>
          <p:nvPr/>
        </p:nvSpPr>
        <p:spPr>
          <a:xfrm>
            <a:off x="48876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0-test-output-5-2"/>
          <p:cNvSpPr/>
          <p:nvPr/>
        </p:nvSpPr>
        <p:spPr>
          <a:xfrm>
            <a:off x="50662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0-test-output-5-3"/>
          <p:cNvSpPr/>
          <p:nvPr/>
        </p:nvSpPr>
        <p:spPr>
          <a:xfrm>
            <a:off x="52447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0-test-output-5-4"/>
          <p:cNvSpPr/>
          <p:nvPr/>
        </p:nvSpPr>
        <p:spPr>
          <a:xfrm>
            <a:off x="54232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0-test-output-5-5"/>
          <p:cNvSpPr/>
          <p:nvPr/>
        </p:nvSpPr>
        <p:spPr>
          <a:xfrm>
            <a:off x="5601788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0-test-output-5-6"/>
          <p:cNvSpPr/>
          <p:nvPr/>
        </p:nvSpPr>
        <p:spPr>
          <a:xfrm>
            <a:off x="57803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0-test-output-5-7"/>
          <p:cNvSpPr/>
          <p:nvPr/>
        </p:nvSpPr>
        <p:spPr>
          <a:xfrm>
            <a:off x="59588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0-test-output-5-8"/>
          <p:cNvSpPr/>
          <p:nvPr/>
        </p:nvSpPr>
        <p:spPr>
          <a:xfrm>
            <a:off x="61373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0-test-output-5-9"/>
          <p:cNvSpPr/>
          <p:nvPr/>
        </p:nvSpPr>
        <p:spPr>
          <a:xfrm>
            <a:off x="63158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0-test-output-5-10"/>
          <p:cNvSpPr/>
          <p:nvPr/>
        </p:nvSpPr>
        <p:spPr>
          <a:xfrm>
            <a:off x="6494417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0-test-output-5-11"/>
          <p:cNvSpPr/>
          <p:nvPr/>
        </p:nvSpPr>
        <p:spPr>
          <a:xfrm>
            <a:off x="66729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0-test-output-5-12"/>
          <p:cNvSpPr/>
          <p:nvPr/>
        </p:nvSpPr>
        <p:spPr>
          <a:xfrm>
            <a:off x="68514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0-test-output-5-13"/>
          <p:cNvSpPr/>
          <p:nvPr/>
        </p:nvSpPr>
        <p:spPr>
          <a:xfrm>
            <a:off x="70299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0-test-output-5-14"/>
          <p:cNvSpPr/>
          <p:nvPr/>
        </p:nvSpPr>
        <p:spPr>
          <a:xfrm>
            <a:off x="720852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0-test-output-5-15"/>
          <p:cNvSpPr/>
          <p:nvPr/>
        </p:nvSpPr>
        <p:spPr>
          <a:xfrm>
            <a:off x="73870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0-test-output-5-16"/>
          <p:cNvSpPr/>
          <p:nvPr/>
        </p:nvSpPr>
        <p:spPr>
          <a:xfrm>
            <a:off x="75655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0-test-output-5-17"/>
          <p:cNvSpPr/>
          <p:nvPr/>
        </p:nvSpPr>
        <p:spPr>
          <a:xfrm>
            <a:off x="77440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0-test-output-5-18"/>
          <p:cNvSpPr/>
          <p:nvPr/>
        </p:nvSpPr>
        <p:spPr>
          <a:xfrm>
            <a:off x="79226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0-test-output-5-19"/>
          <p:cNvSpPr/>
          <p:nvPr/>
        </p:nvSpPr>
        <p:spPr>
          <a:xfrm>
            <a:off x="81011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0-test-output-5-20"/>
          <p:cNvSpPr/>
          <p:nvPr/>
        </p:nvSpPr>
        <p:spPr>
          <a:xfrm>
            <a:off x="82796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0-test-output-6-0"/>
          <p:cNvSpPr/>
          <p:nvPr/>
        </p:nvSpPr>
        <p:spPr>
          <a:xfrm>
            <a:off x="47091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0-test-output-6-1"/>
          <p:cNvSpPr/>
          <p:nvPr/>
        </p:nvSpPr>
        <p:spPr>
          <a:xfrm>
            <a:off x="48876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0-test-output-6-2"/>
          <p:cNvSpPr/>
          <p:nvPr/>
        </p:nvSpPr>
        <p:spPr>
          <a:xfrm>
            <a:off x="50662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0-test-output-6-3"/>
          <p:cNvSpPr/>
          <p:nvPr/>
        </p:nvSpPr>
        <p:spPr>
          <a:xfrm>
            <a:off x="52447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0-test-output-6-4"/>
          <p:cNvSpPr/>
          <p:nvPr/>
        </p:nvSpPr>
        <p:spPr>
          <a:xfrm>
            <a:off x="54232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0-test-output-6-5"/>
          <p:cNvSpPr/>
          <p:nvPr/>
        </p:nvSpPr>
        <p:spPr>
          <a:xfrm>
            <a:off x="56017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0-test-output-6-6"/>
          <p:cNvSpPr/>
          <p:nvPr/>
        </p:nvSpPr>
        <p:spPr>
          <a:xfrm>
            <a:off x="57803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0-test-output-6-7"/>
          <p:cNvSpPr/>
          <p:nvPr/>
        </p:nvSpPr>
        <p:spPr>
          <a:xfrm>
            <a:off x="59588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0-test-output-6-8"/>
          <p:cNvSpPr/>
          <p:nvPr/>
        </p:nvSpPr>
        <p:spPr>
          <a:xfrm>
            <a:off x="61373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0-test-output-6-9"/>
          <p:cNvSpPr/>
          <p:nvPr/>
        </p:nvSpPr>
        <p:spPr>
          <a:xfrm>
            <a:off x="63158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0-test-output-6-10"/>
          <p:cNvSpPr/>
          <p:nvPr/>
        </p:nvSpPr>
        <p:spPr>
          <a:xfrm>
            <a:off x="64944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0-test-output-6-11"/>
          <p:cNvSpPr/>
          <p:nvPr/>
        </p:nvSpPr>
        <p:spPr>
          <a:xfrm>
            <a:off x="66729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0-test-output-6-12"/>
          <p:cNvSpPr/>
          <p:nvPr/>
        </p:nvSpPr>
        <p:spPr>
          <a:xfrm>
            <a:off x="68514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0-test-output-6-13"/>
          <p:cNvSpPr/>
          <p:nvPr/>
        </p:nvSpPr>
        <p:spPr>
          <a:xfrm>
            <a:off x="70299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0-test-output-6-14"/>
          <p:cNvSpPr/>
          <p:nvPr/>
        </p:nvSpPr>
        <p:spPr>
          <a:xfrm>
            <a:off x="720852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0-test-output-6-15"/>
          <p:cNvSpPr/>
          <p:nvPr/>
        </p:nvSpPr>
        <p:spPr>
          <a:xfrm>
            <a:off x="73870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0-test-output-6-16"/>
          <p:cNvSpPr/>
          <p:nvPr/>
        </p:nvSpPr>
        <p:spPr>
          <a:xfrm>
            <a:off x="75655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0-test-output-6-17"/>
          <p:cNvSpPr/>
          <p:nvPr/>
        </p:nvSpPr>
        <p:spPr>
          <a:xfrm>
            <a:off x="77440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0-test-output-6-18"/>
          <p:cNvSpPr/>
          <p:nvPr/>
        </p:nvSpPr>
        <p:spPr>
          <a:xfrm>
            <a:off x="79226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0-test-output-6-19"/>
          <p:cNvSpPr/>
          <p:nvPr/>
        </p:nvSpPr>
        <p:spPr>
          <a:xfrm>
            <a:off x="81011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0-test-output-6-20"/>
          <p:cNvSpPr/>
          <p:nvPr/>
        </p:nvSpPr>
        <p:spPr>
          <a:xfrm>
            <a:off x="82796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0-test-output-7-0"/>
          <p:cNvSpPr/>
          <p:nvPr/>
        </p:nvSpPr>
        <p:spPr>
          <a:xfrm>
            <a:off x="47091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0-test-output-7-1"/>
          <p:cNvSpPr/>
          <p:nvPr/>
        </p:nvSpPr>
        <p:spPr>
          <a:xfrm>
            <a:off x="48876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0-test-output-7-2"/>
          <p:cNvSpPr/>
          <p:nvPr/>
        </p:nvSpPr>
        <p:spPr>
          <a:xfrm>
            <a:off x="5066211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0-test-output-7-3"/>
          <p:cNvSpPr/>
          <p:nvPr/>
        </p:nvSpPr>
        <p:spPr>
          <a:xfrm>
            <a:off x="52447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0-test-output-7-4"/>
          <p:cNvSpPr/>
          <p:nvPr/>
        </p:nvSpPr>
        <p:spPr>
          <a:xfrm>
            <a:off x="54232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0-test-output-7-5"/>
          <p:cNvSpPr/>
          <p:nvPr/>
        </p:nvSpPr>
        <p:spPr>
          <a:xfrm>
            <a:off x="5601788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0-test-output-7-6"/>
          <p:cNvSpPr/>
          <p:nvPr/>
        </p:nvSpPr>
        <p:spPr>
          <a:xfrm>
            <a:off x="57803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0-test-output-7-7"/>
          <p:cNvSpPr/>
          <p:nvPr/>
        </p:nvSpPr>
        <p:spPr>
          <a:xfrm>
            <a:off x="59588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0-test-output-7-8"/>
          <p:cNvSpPr/>
          <p:nvPr/>
        </p:nvSpPr>
        <p:spPr>
          <a:xfrm>
            <a:off x="6137365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0-test-output-7-9"/>
          <p:cNvSpPr/>
          <p:nvPr/>
        </p:nvSpPr>
        <p:spPr>
          <a:xfrm>
            <a:off x="63158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0-test-output-7-10"/>
          <p:cNvSpPr/>
          <p:nvPr/>
        </p:nvSpPr>
        <p:spPr>
          <a:xfrm>
            <a:off x="64944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0-test-output-7-11"/>
          <p:cNvSpPr/>
          <p:nvPr/>
        </p:nvSpPr>
        <p:spPr>
          <a:xfrm>
            <a:off x="6672942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0-test-output-7-12"/>
          <p:cNvSpPr/>
          <p:nvPr/>
        </p:nvSpPr>
        <p:spPr>
          <a:xfrm>
            <a:off x="68514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0-test-output-7-13"/>
          <p:cNvSpPr/>
          <p:nvPr/>
        </p:nvSpPr>
        <p:spPr>
          <a:xfrm>
            <a:off x="70299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0-test-output-7-14"/>
          <p:cNvSpPr/>
          <p:nvPr/>
        </p:nvSpPr>
        <p:spPr>
          <a:xfrm>
            <a:off x="7208520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0-test-output-7-15"/>
          <p:cNvSpPr/>
          <p:nvPr/>
        </p:nvSpPr>
        <p:spPr>
          <a:xfrm>
            <a:off x="73870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0-test-output-7-16"/>
          <p:cNvSpPr/>
          <p:nvPr/>
        </p:nvSpPr>
        <p:spPr>
          <a:xfrm>
            <a:off x="75655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0-test-output-7-17"/>
          <p:cNvSpPr/>
          <p:nvPr/>
        </p:nvSpPr>
        <p:spPr>
          <a:xfrm>
            <a:off x="77440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0-test-output-7-18"/>
          <p:cNvSpPr/>
          <p:nvPr/>
        </p:nvSpPr>
        <p:spPr>
          <a:xfrm>
            <a:off x="79226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0-test-output-7-19"/>
          <p:cNvSpPr/>
          <p:nvPr/>
        </p:nvSpPr>
        <p:spPr>
          <a:xfrm>
            <a:off x="81011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0-test-output-7-20"/>
          <p:cNvSpPr/>
          <p:nvPr/>
        </p:nvSpPr>
        <p:spPr>
          <a:xfrm>
            <a:off x="82796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0-test-output-8-0"/>
          <p:cNvSpPr/>
          <p:nvPr/>
        </p:nvSpPr>
        <p:spPr>
          <a:xfrm>
            <a:off x="470916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0-test-output-8-1"/>
          <p:cNvSpPr/>
          <p:nvPr/>
        </p:nvSpPr>
        <p:spPr>
          <a:xfrm>
            <a:off x="48876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0-test-output-8-2"/>
          <p:cNvSpPr/>
          <p:nvPr/>
        </p:nvSpPr>
        <p:spPr>
          <a:xfrm>
            <a:off x="506621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0-test-output-8-3"/>
          <p:cNvSpPr/>
          <p:nvPr/>
        </p:nvSpPr>
        <p:spPr>
          <a:xfrm>
            <a:off x="52447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0-test-output-8-4"/>
          <p:cNvSpPr/>
          <p:nvPr/>
        </p:nvSpPr>
        <p:spPr>
          <a:xfrm>
            <a:off x="542326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0-test-output-8-5"/>
          <p:cNvSpPr/>
          <p:nvPr/>
        </p:nvSpPr>
        <p:spPr>
          <a:xfrm>
            <a:off x="56017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0-test-output-8-6"/>
          <p:cNvSpPr/>
          <p:nvPr/>
        </p:nvSpPr>
        <p:spPr>
          <a:xfrm>
            <a:off x="578031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0-test-output-8-7"/>
          <p:cNvSpPr/>
          <p:nvPr/>
        </p:nvSpPr>
        <p:spPr>
          <a:xfrm>
            <a:off x="59588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0-test-output-8-8"/>
          <p:cNvSpPr/>
          <p:nvPr/>
        </p:nvSpPr>
        <p:spPr>
          <a:xfrm>
            <a:off x="6137365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0-test-output-8-9"/>
          <p:cNvSpPr/>
          <p:nvPr/>
        </p:nvSpPr>
        <p:spPr>
          <a:xfrm>
            <a:off x="63158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0-test-output-8-10"/>
          <p:cNvSpPr/>
          <p:nvPr/>
        </p:nvSpPr>
        <p:spPr>
          <a:xfrm>
            <a:off x="6494417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0-test-output-8-11"/>
          <p:cNvSpPr/>
          <p:nvPr/>
        </p:nvSpPr>
        <p:spPr>
          <a:xfrm>
            <a:off x="66729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0-test-output-8-12"/>
          <p:cNvSpPr/>
          <p:nvPr/>
        </p:nvSpPr>
        <p:spPr>
          <a:xfrm>
            <a:off x="6851468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0-test-output-8-13"/>
          <p:cNvSpPr/>
          <p:nvPr/>
        </p:nvSpPr>
        <p:spPr>
          <a:xfrm>
            <a:off x="70299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0-test-output-8-14"/>
          <p:cNvSpPr/>
          <p:nvPr/>
        </p:nvSpPr>
        <p:spPr>
          <a:xfrm>
            <a:off x="720852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0-test-output-8-15"/>
          <p:cNvSpPr/>
          <p:nvPr/>
        </p:nvSpPr>
        <p:spPr>
          <a:xfrm>
            <a:off x="73870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0-test-output-8-16"/>
          <p:cNvSpPr/>
          <p:nvPr/>
        </p:nvSpPr>
        <p:spPr>
          <a:xfrm>
            <a:off x="756557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0-test-output-8-17"/>
          <p:cNvSpPr/>
          <p:nvPr/>
        </p:nvSpPr>
        <p:spPr>
          <a:xfrm>
            <a:off x="77440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0-test-output-8-18"/>
          <p:cNvSpPr/>
          <p:nvPr/>
        </p:nvSpPr>
        <p:spPr>
          <a:xfrm>
            <a:off x="79226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0-test-output-8-19"/>
          <p:cNvSpPr/>
          <p:nvPr/>
        </p:nvSpPr>
        <p:spPr>
          <a:xfrm>
            <a:off x="81011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0-test-output-8-20"/>
          <p:cNvSpPr/>
          <p:nvPr/>
        </p:nvSpPr>
        <p:spPr>
          <a:xfrm>
            <a:off x="82796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並んだ点や隣接セルを手掛かりに、色と周期を対応させて列や行を埋める。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1-train-input-0-0"/>
          <p:cNvSpPr/>
          <p:nvPr/>
        </p:nvSpPr>
        <p:spPr>
          <a:xfrm>
            <a:off x="7398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rain-input-0-1"/>
          <p:cNvSpPr/>
          <p:nvPr/>
        </p:nvSpPr>
        <p:spPr>
          <a:xfrm>
            <a:off x="9559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rain-input-0-2"/>
          <p:cNvSpPr/>
          <p:nvPr/>
        </p:nvSpPr>
        <p:spPr>
          <a:xfrm>
            <a:off x="11720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rain-input-0-3"/>
          <p:cNvSpPr/>
          <p:nvPr/>
        </p:nvSpPr>
        <p:spPr>
          <a:xfrm>
            <a:off x="13882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rain-input-0-4"/>
          <p:cNvSpPr/>
          <p:nvPr/>
        </p:nvSpPr>
        <p:spPr>
          <a:xfrm>
            <a:off x="16043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rain-input-0-5"/>
          <p:cNvSpPr/>
          <p:nvPr/>
        </p:nvSpPr>
        <p:spPr>
          <a:xfrm>
            <a:off x="18204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rain-input-0-6"/>
          <p:cNvSpPr/>
          <p:nvPr/>
        </p:nvSpPr>
        <p:spPr>
          <a:xfrm>
            <a:off x="20366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rain-input-0-7"/>
          <p:cNvSpPr/>
          <p:nvPr/>
        </p:nvSpPr>
        <p:spPr>
          <a:xfrm>
            <a:off x="22527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rain-input-0-8"/>
          <p:cNvSpPr/>
          <p:nvPr/>
        </p:nvSpPr>
        <p:spPr>
          <a:xfrm>
            <a:off x="246887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rain-input-0-9"/>
          <p:cNvSpPr/>
          <p:nvPr/>
        </p:nvSpPr>
        <p:spPr>
          <a:xfrm>
            <a:off x="26850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rain-input-0-10"/>
          <p:cNvSpPr/>
          <p:nvPr/>
        </p:nvSpPr>
        <p:spPr>
          <a:xfrm>
            <a:off x="29011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rain-input-0-11"/>
          <p:cNvSpPr/>
          <p:nvPr/>
        </p:nvSpPr>
        <p:spPr>
          <a:xfrm>
            <a:off x="31172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rain-input-0-12"/>
          <p:cNvSpPr/>
          <p:nvPr/>
        </p:nvSpPr>
        <p:spPr>
          <a:xfrm>
            <a:off x="33334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rain-input-0-13"/>
          <p:cNvSpPr/>
          <p:nvPr/>
        </p:nvSpPr>
        <p:spPr>
          <a:xfrm>
            <a:off x="35495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rain-input-0-14"/>
          <p:cNvSpPr/>
          <p:nvPr/>
        </p:nvSpPr>
        <p:spPr>
          <a:xfrm>
            <a:off x="37656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rain-input-0-15"/>
          <p:cNvSpPr/>
          <p:nvPr/>
        </p:nvSpPr>
        <p:spPr>
          <a:xfrm>
            <a:off x="39817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rain-input-1-0"/>
          <p:cNvSpPr/>
          <p:nvPr/>
        </p:nvSpPr>
        <p:spPr>
          <a:xfrm>
            <a:off x="7398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rain-input-1-1"/>
          <p:cNvSpPr/>
          <p:nvPr/>
        </p:nvSpPr>
        <p:spPr>
          <a:xfrm>
            <a:off x="9559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rain-input-1-2"/>
          <p:cNvSpPr/>
          <p:nvPr/>
        </p:nvSpPr>
        <p:spPr>
          <a:xfrm>
            <a:off x="11720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rain-input-1-3"/>
          <p:cNvSpPr/>
          <p:nvPr/>
        </p:nvSpPr>
        <p:spPr>
          <a:xfrm>
            <a:off x="13882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rain-input-1-4"/>
          <p:cNvSpPr/>
          <p:nvPr/>
        </p:nvSpPr>
        <p:spPr>
          <a:xfrm>
            <a:off x="16043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rain-input-1-5"/>
          <p:cNvSpPr/>
          <p:nvPr/>
        </p:nvSpPr>
        <p:spPr>
          <a:xfrm>
            <a:off x="18204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rain-input-1-6"/>
          <p:cNvSpPr/>
          <p:nvPr/>
        </p:nvSpPr>
        <p:spPr>
          <a:xfrm>
            <a:off x="20366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rain-input-1-7"/>
          <p:cNvSpPr/>
          <p:nvPr/>
        </p:nvSpPr>
        <p:spPr>
          <a:xfrm>
            <a:off x="22527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rain-input-1-8"/>
          <p:cNvSpPr/>
          <p:nvPr/>
        </p:nvSpPr>
        <p:spPr>
          <a:xfrm>
            <a:off x="246887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rain-input-1-9"/>
          <p:cNvSpPr/>
          <p:nvPr/>
        </p:nvSpPr>
        <p:spPr>
          <a:xfrm>
            <a:off x="26850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rain-input-1-10"/>
          <p:cNvSpPr/>
          <p:nvPr/>
        </p:nvSpPr>
        <p:spPr>
          <a:xfrm>
            <a:off x="29011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rain-input-1-11"/>
          <p:cNvSpPr/>
          <p:nvPr/>
        </p:nvSpPr>
        <p:spPr>
          <a:xfrm>
            <a:off x="31172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rain-input-1-12"/>
          <p:cNvSpPr/>
          <p:nvPr/>
        </p:nvSpPr>
        <p:spPr>
          <a:xfrm>
            <a:off x="33334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rain-input-1-13"/>
          <p:cNvSpPr/>
          <p:nvPr/>
        </p:nvSpPr>
        <p:spPr>
          <a:xfrm>
            <a:off x="35495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rain-input-1-14"/>
          <p:cNvSpPr/>
          <p:nvPr/>
        </p:nvSpPr>
        <p:spPr>
          <a:xfrm>
            <a:off x="37656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rain-input-1-15"/>
          <p:cNvSpPr/>
          <p:nvPr/>
        </p:nvSpPr>
        <p:spPr>
          <a:xfrm>
            <a:off x="39817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rain-input-2-0"/>
          <p:cNvSpPr/>
          <p:nvPr/>
        </p:nvSpPr>
        <p:spPr>
          <a:xfrm>
            <a:off x="7398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rain-input-2-1"/>
          <p:cNvSpPr/>
          <p:nvPr/>
        </p:nvSpPr>
        <p:spPr>
          <a:xfrm>
            <a:off x="9559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rain-input-2-2"/>
          <p:cNvSpPr/>
          <p:nvPr/>
        </p:nvSpPr>
        <p:spPr>
          <a:xfrm>
            <a:off x="11720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rain-input-2-3"/>
          <p:cNvSpPr/>
          <p:nvPr/>
        </p:nvSpPr>
        <p:spPr>
          <a:xfrm>
            <a:off x="13882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rain-input-2-4"/>
          <p:cNvSpPr/>
          <p:nvPr/>
        </p:nvSpPr>
        <p:spPr>
          <a:xfrm>
            <a:off x="16043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rain-input-2-5"/>
          <p:cNvSpPr/>
          <p:nvPr/>
        </p:nvSpPr>
        <p:spPr>
          <a:xfrm>
            <a:off x="18204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rain-input-2-6"/>
          <p:cNvSpPr/>
          <p:nvPr/>
        </p:nvSpPr>
        <p:spPr>
          <a:xfrm>
            <a:off x="20366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rain-input-2-7"/>
          <p:cNvSpPr/>
          <p:nvPr/>
        </p:nvSpPr>
        <p:spPr>
          <a:xfrm>
            <a:off x="22527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rain-input-2-8"/>
          <p:cNvSpPr/>
          <p:nvPr/>
        </p:nvSpPr>
        <p:spPr>
          <a:xfrm>
            <a:off x="246887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rain-input-2-9"/>
          <p:cNvSpPr/>
          <p:nvPr/>
        </p:nvSpPr>
        <p:spPr>
          <a:xfrm>
            <a:off x="26850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rain-input-2-10"/>
          <p:cNvSpPr/>
          <p:nvPr/>
        </p:nvSpPr>
        <p:spPr>
          <a:xfrm>
            <a:off x="29011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rain-input-2-11"/>
          <p:cNvSpPr/>
          <p:nvPr/>
        </p:nvSpPr>
        <p:spPr>
          <a:xfrm>
            <a:off x="31172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rain-input-2-12"/>
          <p:cNvSpPr/>
          <p:nvPr/>
        </p:nvSpPr>
        <p:spPr>
          <a:xfrm>
            <a:off x="33334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rain-input-2-13"/>
          <p:cNvSpPr/>
          <p:nvPr/>
        </p:nvSpPr>
        <p:spPr>
          <a:xfrm>
            <a:off x="35495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rain-input-2-14"/>
          <p:cNvSpPr/>
          <p:nvPr/>
        </p:nvSpPr>
        <p:spPr>
          <a:xfrm>
            <a:off x="37656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rain-input-2-15"/>
          <p:cNvSpPr/>
          <p:nvPr/>
        </p:nvSpPr>
        <p:spPr>
          <a:xfrm>
            <a:off x="39817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rain-input-3-0"/>
          <p:cNvSpPr/>
          <p:nvPr/>
        </p:nvSpPr>
        <p:spPr>
          <a:xfrm>
            <a:off x="7398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rain-input-3-1"/>
          <p:cNvSpPr/>
          <p:nvPr/>
        </p:nvSpPr>
        <p:spPr>
          <a:xfrm>
            <a:off x="9559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rain-input-3-2"/>
          <p:cNvSpPr/>
          <p:nvPr/>
        </p:nvSpPr>
        <p:spPr>
          <a:xfrm>
            <a:off x="11720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rain-input-3-3"/>
          <p:cNvSpPr/>
          <p:nvPr/>
        </p:nvSpPr>
        <p:spPr>
          <a:xfrm>
            <a:off x="13882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rain-input-3-4"/>
          <p:cNvSpPr/>
          <p:nvPr/>
        </p:nvSpPr>
        <p:spPr>
          <a:xfrm>
            <a:off x="16043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rain-input-3-5"/>
          <p:cNvSpPr/>
          <p:nvPr/>
        </p:nvSpPr>
        <p:spPr>
          <a:xfrm>
            <a:off x="18204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rain-input-3-6"/>
          <p:cNvSpPr/>
          <p:nvPr/>
        </p:nvSpPr>
        <p:spPr>
          <a:xfrm>
            <a:off x="2036618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rain-input-3-7"/>
          <p:cNvSpPr/>
          <p:nvPr/>
        </p:nvSpPr>
        <p:spPr>
          <a:xfrm>
            <a:off x="22527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rain-input-3-8"/>
          <p:cNvSpPr/>
          <p:nvPr/>
        </p:nvSpPr>
        <p:spPr>
          <a:xfrm>
            <a:off x="246887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rain-input-3-9"/>
          <p:cNvSpPr/>
          <p:nvPr/>
        </p:nvSpPr>
        <p:spPr>
          <a:xfrm>
            <a:off x="26850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rain-input-3-10"/>
          <p:cNvSpPr/>
          <p:nvPr/>
        </p:nvSpPr>
        <p:spPr>
          <a:xfrm>
            <a:off x="2901141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rain-input-3-11"/>
          <p:cNvSpPr/>
          <p:nvPr/>
        </p:nvSpPr>
        <p:spPr>
          <a:xfrm>
            <a:off x="31172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rain-input-3-12"/>
          <p:cNvSpPr/>
          <p:nvPr/>
        </p:nvSpPr>
        <p:spPr>
          <a:xfrm>
            <a:off x="33334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rain-input-3-13"/>
          <p:cNvSpPr/>
          <p:nvPr/>
        </p:nvSpPr>
        <p:spPr>
          <a:xfrm>
            <a:off x="35495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rain-input-3-14"/>
          <p:cNvSpPr/>
          <p:nvPr/>
        </p:nvSpPr>
        <p:spPr>
          <a:xfrm>
            <a:off x="3765665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rain-input-3-15"/>
          <p:cNvSpPr/>
          <p:nvPr/>
        </p:nvSpPr>
        <p:spPr>
          <a:xfrm>
            <a:off x="39817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rain-input-4-0"/>
          <p:cNvSpPr/>
          <p:nvPr/>
        </p:nvSpPr>
        <p:spPr>
          <a:xfrm>
            <a:off x="7398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rain-input-4-1"/>
          <p:cNvSpPr/>
          <p:nvPr/>
        </p:nvSpPr>
        <p:spPr>
          <a:xfrm>
            <a:off x="9559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rain-input-4-2"/>
          <p:cNvSpPr/>
          <p:nvPr/>
        </p:nvSpPr>
        <p:spPr>
          <a:xfrm>
            <a:off x="11720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rain-input-4-3"/>
          <p:cNvSpPr/>
          <p:nvPr/>
        </p:nvSpPr>
        <p:spPr>
          <a:xfrm>
            <a:off x="13882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rain-input-4-4"/>
          <p:cNvSpPr/>
          <p:nvPr/>
        </p:nvSpPr>
        <p:spPr>
          <a:xfrm>
            <a:off x="16043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rain-input-4-5"/>
          <p:cNvSpPr/>
          <p:nvPr/>
        </p:nvSpPr>
        <p:spPr>
          <a:xfrm>
            <a:off x="18204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rain-input-4-6"/>
          <p:cNvSpPr/>
          <p:nvPr/>
        </p:nvSpPr>
        <p:spPr>
          <a:xfrm>
            <a:off x="20366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rain-input-4-7"/>
          <p:cNvSpPr/>
          <p:nvPr/>
        </p:nvSpPr>
        <p:spPr>
          <a:xfrm>
            <a:off x="22527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rain-input-4-8"/>
          <p:cNvSpPr/>
          <p:nvPr/>
        </p:nvSpPr>
        <p:spPr>
          <a:xfrm>
            <a:off x="246887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rain-input-4-9"/>
          <p:cNvSpPr/>
          <p:nvPr/>
        </p:nvSpPr>
        <p:spPr>
          <a:xfrm>
            <a:off x="26850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rain-input-4-10"/>
          <p:cNvSpPr/>
          <p:nvPr/>
        </p:nvSpPr>
        <p:spPr>
          <a:xfrm>
            <a:off x="29011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rain-input-4-11"/>
          <p:cNvSpPr/>
          <p:nvPr/>
        </p:nvSpPr>
        <p:spPr>
          <a:xfrm>
            <a:off x="31172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rain-input-4-12"/>
          <p:cNvSpPr/>
          <p:nvPr/>
        </p:nvSpPr>
        <p:spPr>
          <a:xfrm>
            <a:off x="33334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rain-input-4-13"/>
          <p:cNvSpPr/>
          <p:nvPr/>
        </p:nvSpPr>
        <p:spPr>
          <a:xfrm>
            <a:off x="35495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rain-input-4-14"/>
          <p:cNvSpPr/>
          <p:nvPr/>
        </p:nvSpPr>
        <p:spPr>
          <a:xfrm>
            <a:off x="37656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rain-input-4-15"/>
          <p:cNvSpPr/>
          <p:nvPr/>
        </p:nvSpPr>
        <p:spPr>
          <a:xfrm>
            <a:off x="39817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rain-input-5-0"/>
          <p:cNvSpPr/>
          <p:nvPr/>
        </p:nvSpPr>
        <p:spPr>
          <a:xfrm>
            <a:off x="7398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rain-input-5-1"/>
          <p:cNvSpPr/>
          <p:nvPr/>
        </p:nvSpPr>
        <p:spPr>
          <a:xfrm>
            <a:off x="9559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rain-input-5-2"/>
          <p:cNvSpPr/>
          <p:nvPr/>
        </p:nvSpPr>
        <p:spPr>
          <a:xfrm>
            <a:off x="11720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rain-input-5-3"/>
          <p:cNvSpPr/>
          <p:nvPr/>
        </p:nvSpPr>
        <p:spPr>
          <a:xfrm>
            <a:off x="13882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rain-input-5-4"/>
          <p:cNvSpPr/>
          <p:nvPr/>
        </p:nvSpPr>
        <p:spPr>
          <a:xfrm>
            <a:off x="16043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rain-input-5-5"/>
          <p:cNvSpPr/>
          <p:nvPr/>
        </p:nvSpPr>
        <p:spPr>
          <a:xfrm>
            <a:off x="18204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rain-input-5-6"/>
          <p:cNvSpPr/>
          <p:nvPr/>
        </p:nvSpPr>
        <p:spPr>
          <a:xfrm>
            <a:off x="2036618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rain-input-5-7"/>
          <p:cNvSpPr/>
          <p:nvPr/>
        </p:nvSpPr>
        <p:spPr>
          <a:xfrm>
            <a:off x="225274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rain-input-5-8"/>
          <p:cNvSpPr/>
          <p:nvPr/>
        </p:nvSpPr>
        <p:spPr>
          <a:xfrm>
            <a:off x="246887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rain-input-5-9"/>
          <p:cNvSpPr/>
          <p:nvPr/>
        </p:nvSpPr>
        <p:spPr>
          <a:xfrm>
            <a:off x="2685010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rain-input-5-10"/>
          <p:cNvSpPr/>
          <p:nvPr/>
        </p:nvSpPr>
        <p:spPr>
          <a:xfrm>
            <a:off x="2901141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rain-input-5-11"/>
          <p:cNvSpPr/>
          <p:nvPr/>
        </p:nvSpPr>
        <p:spPr>
          <a:xfrm>
            <a:off x="3117272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rain-input-5-12"/>
          <p:cNvSpPr/>
          <p:nvPr/>
        </p:nvSpPr>
        <p:spPr>
          <a:xfrm>
            <a:off x="3333403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rain-input-5-13"/>
          <p:cNvSpPr/>
          <p:nvPr/>
        </p:nvSpPr>
        <p:spPr>
          <a:xfrm>
            <a:off x="3549534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rain-input-5-14"/>
          <p:cNvSpPr/>
          <p:nvPr/>
        </p:nvSpPr>
        <p:spPr>
          <a:xfrm>
            <a:off x="3765665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rain-input-5-15"/>
          <p:cNvSpPr/>
          <p:nvPr/>
        </p:nvSpPr>
        <p:spPr>
          <a:xfrm>
            <a:off x="3981796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rain-input-6-0"/>
          <p:cNvSpPr/>
          <p:nvPr/>
        </p:nvSpPr>
        <p:spPr>
          <a:xfrm>
            <a:off x="7398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rain-input-6-1"/>
          <p:cNvSpPr/>
          <p:nvPr/>
        </p:nvSpPr>
        <p:spPr>
          <a:xfrm>
            <a:off x="9559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rain-input-6-2"/>
          <p:cNvSpPr/>
          <p:nvPr/>
        </p:nvSpPr>
        <p:spPr>
          <a:xfrm>
            <a:off x="11720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rain-input-6-3"/>
          <p:cNvSpPr/>
          <p:nvPr/>
        </p:nvSpPr>
        <p:spPr>
          <a:xfrm>
            <a:off x="13882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rain-input-6-4"/>
          <p:cNvSpPr/>
          <p:nvPr/>
        </p:nvSpPr>
        <p:spPr>
          <a:xfrm>
            <a:off x="16043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rain-input-6-5"/>
          <p:cNvSpPr/>
          <p:nvPr/>
        </p:nvSpPr>
        <p:spPr>
          <a:xfrm>
            <a:off x="18204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rain-input-6-6"/>
          <p:cNvSpPr/>
          <p:nvPr/>
        </p:nvSpPr>
        <p:spPr>
          <a:xfrm>
            <a:off x="20366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rain-input-6-7"/>
          <p:cNvSpPr/>
          <p:nvPr/>
        </p:nvSpPr>
        <p:spPr>
          <a:xfrm>
            <a:off x="22527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rain-input-6-8"/>
          <p:cNvSpPr/>
          <p:nvPr/>
        </p:nvSpPr>
        <p:spPr>
          <a:xfrm>
            <a:off x="246887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rain-input-6-9"/>
          <p:cNvSpPr/>
          <p:nvPr/>
        </p:nvSpPr>
        <p:spPr>
          <a:xfrm>
            <a:off x="26850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rain-input-6-10"/>
          <p:cNvSpPr/>
          <p:nvPr/>
        </p:nvSpPr>
        <p:spPr>
          <a:xfrm>
            <a:off x="29011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rain-input-6-11"/>
          <p:cNvSpPr/>
          <p:nvPr/>
        </p:nvSpPr>
        <p:spPr>
          <a:xfrm>
            <a:off x="31172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rain-input-6-12"/>
          <p:cNvSpPr/>
          <p:nvPr/>
        </p:nvSpPr>
        <p:spPr>
          <a:xfrm>
            <a:off x="33334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rain-input-6-13"/>
          <p:cNvSpPr/>
          <p:nvPr/>
        </p:nvSpPr>
        <p:spPr>
          <a:xfrm>
            <a:off x="35495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rain-input-6-14"/>
          <p:cNvSpPr/>
          <p:nvPr/>
        </p:nvSpPr>
        <p:spPr>
          <a:xfrm>
            <a:off x="37656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rain-input-6-15"/>
          <p:cNvSpPr/>
          <p:nvPr/>
        </p:nvSpPr>
        <p:spPr>
          <a:xfrm>
            <a:off x="39817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rain-input-7-0"/>
          <p:cNvSpPr/>
          <p:nvPr/>
        </p:nvSpPr>
        <p:spPr>
          <a:xfrm>
            <a:off x="7398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rain-input-7-1"/>
          <p:cNvSpPr/>
          <p:nvPr/>
        </p:nvSpPr>
        <p:spPr>
          <a:xfrm>
            <a:off x="9559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rain-input-7-2"/>
          <p:cNvSpPr/>
          <p:nvPr/>
        </p:nvSpPr>
        <p:spPr>
          <a:xfrm>
            <a:off x="11720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rain-input-7-3"/>
          <p:cNvSpPr/>
          <p:nvPr/>
        </p:nvSpPr>
        <p:spPr>
          <a:xfrm>
            <a:off x="13882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rain-input-7-4"/>
          <p:cNvSpPr/>
          <p:nvPr/>
        </p:nvSpPr>
        <p:spPr>
          <a:xfrm>
            <a:off x="16043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rain-input-7-5"/>
          <p:cNvSpPr/>
          <p:nvPr/>
        </p:nvSpPr>
        <p:spPr>
          <a:xfrm>
            <a:off x="18204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rain-input-7-6"/>
          <p:cNvSpPr/>
          <p:nvPr/>
        </p:nvSpPr>
        <p:spPr>
          <a:xfrm>
            <a:off x="2036618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rain-input-7-7"/>
          <p:cNvSpPr/>
          <p:nvPr/>
        </p:nvSpPr>
        <p:spPr>
          <a:xfrm>
            <a:off x="22527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rain-input-7-8"/>
          <p:cNvSpPr/>
          <p:nvPr/>
        </p:nvSpPr>
        <p:spPr>
          <a:xfrm>
            <a:off x="246887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rain-input-7-9"/>
          <p:cNvSpPr/>
          <p:nvPr/>
        </p:nvSpPr>
        <p:spPr>
          <a:xfrm>
            <a:off x="26850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rain-input-7-10"/>
          <p:cNvSpPr/>
          <p:nvPr/>
        </p:nvSpPr>
        <p:spPr>
          <a:xfrm>
            <a:off x="29011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rain-input-7-11"/>
          <p:cNvSpPr/>
          <p:nvPr/>
        </p:nvSpPr>
        <p:spPr>
          <a:xfrm>
            <a:off x="3117272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rain-input-7-12"/>
          <p:cNvSpPr/>
          <p:nvPr/>
        </p:nvSpPr>
        <p:spPr>
          <a:xfrm>
            <a:off x="33334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rain-input-7-13"/>
          <p:cNvSpPr/>
          <p:nvPr/>
        </p:nvSpPr>
        <p:spPr>
          <a:xfrm>
            <a:off x="35495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rain-input-7-14"/>
          <p:cNvSpPr/>
          <p:nvPr/>
        </p:nvSpPr>
        <p:spPr>
          <a:xfrm>
            <a:off x="37656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rain-input-7-15"/>
          <p:cNvSpPr/>
          <p:nvPr/>
        </p:nvSpPr>
        <p:spPr>
          <a:xfrm>
            <a:off x="39817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rain-input-8-0"/>
          <p:cNvSpPr/>
          <p:nvPr/>
        </p:nvSpPr>
        <p:spPr>
          <a:xfrm>
            <a:off x="7398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rain-input-8-1"/>
          <p:cNvSpPr/>
          <p:nvPr/>
        </p:nvSpPr>
        <p:spPr>
          <a:xfrm>
            <a:off x="9559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rain-input-8-2"/>
          <p:cNvSpPr/>
          <p:nvPr/>
        </p:nvSpPr>
        <p:spPr>
          <a:xfrm>
            <a:off x="11720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rain-input-8-3"/>
          <p:cNvSpPr/>
          <p:nvPr/>
        </p:nvSpPr>
        <p:spPr>
          <a:xfrm>
            <a:off x="13882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rain-input-8-4"/>
          <p:cNvSpPr/>
          <p:nvPr/>
        </p:nvSpPr>
        <p:spPr>
          <a:xfrm>
            <a:off x="16043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rain-input-8-5"/>
          <p:cNvSpPr/>
          <p:nvPr/>
        </p:nvSpPr>
        <p:spPr>
          <a:xfrm>
            <a:off x="18204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rain-input-8-6"/>
          <p:cNvSpPr/>
          <p:nvPr/>
        </p:nvSpPr>
        <p:spPr>
          <a:xfrm>
            <a:off x="20366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rain-input-8-7"/>
          <p:cNvSpPr/>
          <p:nvPr/>
        </p:nvSpPr>
        <p:spPr>
          <a:xfrm>
            <a:off x="22527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rain-input-8-8"/>
          <p:cNvSpPr/>
          <p:nvPr/>
        </p:nvSpPr>
        <p:spPr>
          <a:xfrm>
            <a:off x="246887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rain-input-8-9"/>
          <p:cNvSpPr/>
          <p:nvPr/>
        </p:nvSpPr>
        <p:spPr>
          <a:xfrm>
            <a:off x="26850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rain-input-8-10"/>
          <p:cNvSpPr/>
          <p:nvPr/>
        </p:nvSpPr>
        <p:spPr>
          <a:xfrm>
            <a:off x="29011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rain-input-8-11"/>
          <p:cNvSpPr/>
          <p:nvPr/>
        </p:nvSpPr>
        <p:spPr>
          <a:xfrm>
            <a:off x="31172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rain-input-8-12"/>
          <p:cNvSpPr/>
          <p:nvPr/>
        </p:nvSpPr>
        <p:spPr>
          <a:xfrm>
            <a:off x="33334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rain-input-8-13"/>
          <p:cNvSpPr/>
          <p:nvPr/>
        </p:nvSpPr>
        <p:spPr>
          <a:xfrm>
            <a:off x="35495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rain-input-8-14"/>
          <p:cNvSpPr/>
          <p:nvPr/>
        </p:nvSpPr>
        <p:spPr>
          <a:xfrm>
            <a:off x="37656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rain-input-8-15"/>
          <p:cNvSpPr/>
          <p:nvPr/>
        </p:nvSpPr>
        <p:spPr>
          <a:xfrm>
            <a:off x="39817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rain-input-9-0"/>
          <p:cNvSpPr/>
          <p:nvPr/>
        </p:nvSpPr>
        <p:spPr>
          <a:xfrm>
            <a:off x="7398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rain-input-9-1"/>
          <p:cNvSpPr/>
          <p:nvPr/>
        </p:nvSpPr>
        <p:spPr>
          <a:xfrm>
            <a:off x="9559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rain-input-9-2"/>
          <p:cNvSpPr/>
          <p:nvPr/>
        </p:nvSpPr>
        <p:spPr>
          <a:xfrm>
            <a:off x="11720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rain-input-9-3"/>
          <p:cNvSpPr/>
          <p:nvPr/>
        </p:nvSpPr>
        <p:spPr>
          <a:xfrm>
            <a:off x="13882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rain-input-9-4"/>
          <p:cNvSpPr/>
          <p:nvPr/>
        </p:nvSpPr>
        <p:spPr>
          <a:xfrm>
            <a:off x="16043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rain-input-9-5"/>
          <p:cNvSpPr/>
          <p:nvPr/>
        </p:nvSpPr>
        <p:spPr>
          <a:xfrm>
            <a:off x="18204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rain-input-9-6"/>
          <p:cNvSpPr/>
          <p:nvPr/>
        </p:nvSpPr>
        <p:spPr>
          <a:xfrm>
            <a:off x="2036618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rain-input-9-7"/>
          <p:cNvSpPr/>
          <p:nvPr/>
        </p:nvSpPr>
        <p:spPr>
          <a:xfrm>
            <a:off x="22527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rain-input-9-8"/>
          <p:cNvSpPr/>
          <p:nvPr/>
        </p:nvSpPr>
        <p:spPr>
          <a:xfrm>
            <a:off x="246887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rain-input-9-9"/>
          <p:cNvSpPr/>
          <p:nvPr/>
        </p:nvSpPr>
        <p:spPr>
          <a:xfrm>
            <a:off x="26850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rain-input-9-10"/>
          <p:cNvSpPr/>
          <p:nvPr/>
        </p:nvSpPr>
        <p:spPr>
          <a:xfrm>
            <a:off x="2901141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rain-input-9-11"/>
          <p:cNvSpPr/>
          <p:nvPr/>
        </p:nvSpPr>
        <p:spPr>
          <a:xfrm>
            <a:off x="31172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rain-input-9-12"/>
          <p:cNvSpPr/>
          <p:nvPr/>
        </p:nvSpPr>
        <p:spPr>
          <a:xfrm>
            <a:off x="33334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rain-input-9-13"/>
          <p:cNvSpPr/>
          <p:nvPr/>
        </p:nvSpPr>
        <p:spPr>
          <a:xfrm>
            <a:off x="35495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rain-input-9-14"/>
          <p:cNvSpPr/>
          <p:nvPr/>
        </p:nvSpPr>
        <p:spPr>
          <a:xfrm>
            <a:off x="3765665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rain-input-9-15"/>
          <p:cNvSpPr/>
          <p:nvPr/>
        </p:nvSpPr>
        <p:spPr>
          <a:xfrm>
            <a:off x="39817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rain-input-10-0"/>
          <p:cNvSpPr/>
          <p:nvPr/>
        </p:nvSpPr>
        <p:spPr>
          <a:xfrm>
            <a:off x="7398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rain-input-10-1"/>
          <p:cNvSpPr/>
          <p:nvPr/>
        </p:nvSpPr>
        <p:spPr>
          <a:xfrm>
            <a:off x="9559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rain-input-10-2"/>
          <p:cNvSpPr/>
          <p:nvPr/>
        </p:nvSpPr>
        <p:spPr>
          <a:xfrm>
            <a:off x="11720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rain-input-10-3"/>
          <p:cNvSpPr/>
          <p:nvPr/>
        </p:nvSpPr>
        <p:spPr>
          <a:xfrm>
            <a:off x="13882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rain-input-10-4"/>
          <p:cNvSpPr/>
          <p:nvPr/>
        </p:nvSpPr>
        <p:spPr>
          <a:xfrm>
            <a:off x="16043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rain-input-10-5"/>
          <p:cNvSpPr/>
          <p:nvPr/>
        </p:nvSpPr>
        <p:spPr>
          <a:xfrm>
            <a:off x="18204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rain-input-10-6"/>
          <p:cNvSpPr/>
          <p:nvPr/>
        </p:nvSpPr>
        <p:spPr>
          <a:xfrm>
            <a:off x="20366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rain-input-10-7"/>
          <p:cNvSpPr/>
          <p:nvPr/>
        </p:nvSpPr>
        <p:spPr>
          <a:xfrm>
            <a:off x="22527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rain-input-10-8"/>
          <p:cNvSpPr/>
          <p:nvPr/>
        </p:nvSpPr>
        <p:spPr>
          <a:xfrm>
            <a:off x="246887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rain-input-10-9"/>
          <p:cNvSpPr/>
          <p:nvPr/>
        </p:nvSpPr>
        <p:spPr>
          <a:xfrm>
            <a:off x="26850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rain-input-10-10"/>
          <p:cNvSpPr/>
          <p:nvPr/>
        </p:nvSpPr>
        <p:spPr>
          <a:xfrm>
            <a:off x="29011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rain-input-10-11"/>
          <p:cNvSpPr/>
          <p:nvPr/>
        </p:nvSpPr>
        <p:spPr>
          <a:xfrm>
            <a:off x="31172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rain-input-10-12"/>
          <p:cNvSpPr/>
          <p:nvPr/>
        </p:nvSpPr>
        <p:spPr>
          <a:xfrm>
            <a:off x="33334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rain-input-10-13"/>
          <p:cNvSpPr/>
          <p:nvPr/>
        </p:nvSpPr>
        <p:spPr>
          <a:xfrm>
            <a:off x="35495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rain-input-10-14"/>
          <p:cNvSpPr/>
          <p:nvPr/>
        </p:nvSpPr>
        <p:spPr>
          <a:xfrm>
            <a:off x="37656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rain-input-10-15"/>
          <p:cNvSpPr/>
          <p:nvPr/>
        </p:nvSpPr>
        <p:spPr>
          <a:xfrm>
            <a:off x="39817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rain-output-0-0"/>
          <p:cNvSpPr/>
          <p:nvPr/>
        </p:nvSpPr>
        <p:spPr>
          <a:xfrm>
            <a:off x="48546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rain-output-0-1"/>
          <p:cNvSpPr/>
          <p:nvPr/>
        </p:nvSpPr>
        <p:spPr>
          <a:xfrm>
            <a:off x="50707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rain-output-0-2"/>
          <p:cNvSpPr/>
          <p:nvPr/>
        </p:nvSpPr>
        <p:spPr>
          <a:xfrm>
            <a:off x="52868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rain-output-0-3"/>
          <p:cNvSpPr/>
          <p:nvPr/>
        </p:nvSpPr>
        <p:spPr>
          <a:xfrm>
            <a:off x="55030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rain-output-0-4"/>
          <p:cNvSpPr/>
          <p:nvPr/>
        </p:nvSpPr>
        <p:spPr>
          <a:xfrm>
            <a:off x="57191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rain-output-0-5"/>
          <p:cNvSpPr/>
          <p:nvPr/>
        </p:nvSpPr>
        <p:spPr>
          <a:xfrm>
            <a:off x="59352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rain-output-0-6"/>
          <p:cNvSpPr/>
          <p:nvPr/>
        </p:nvSpPr>
        <p:spPr>
          <a:xfrm>
            <a:off x="61514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rain-output-0-7"/>
          <p:cNvSpPr/>
          <p:nvPr/>
        </p:nvSpPr>
        <p:spPr>
          <a:xfrm>
            <a:off x="63675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rain-output-0-8"/>
          <p:cNvSpPr/>
          <p:nvPr/>
        </p:nvSpPr>
        <p:spPr>
          <a:xfrm>
            <a:off x="658368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rain-output-0-9"/>
          <p:cNvSpPr/>
          <p:nvPr/>
        </p:nvSpPr>
        <p:spPr>
          <a:xfrm>
            <a:off x="67998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rain-output-0-10"/>
          <p:cNvSpPr/>
          <p:nvPr/>
        </p:nvSpPr>
        <p:spPr>
          <a:xfrm>
            <a:off x="70159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rain-output-0-11"/>
          <p:cNvSpPr/>
          <p:nvPr/>
        </p:nvSpPr>
        <p:spPr>
          <a:xfrm>
            <a:off x="72320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rain-output-0-12"/>
          <p:cNvSpPr/>
          <p:nvPr/>
        </p:nvSpPr>
        <p:spPr>
          <a:xfrm>
            <a:off x="74482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rain-output-0-13"/>
          <p:cNvSpPr/>
          <p:nvPr/>
        </p:nvSpPr>
        <p:spPr>
          <a:xfrm>
            <a:off x="76643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rain-output-0-14"/>
          <p:cNvSpPr/>
          <p:nvPr/>
        </p:nvSpPr>
        <p:spPr>
          <a:xfrm>
            <a:off x="78804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rain-output-0-15"/>
          <p:cNvSpPr/>
          <p:nvPr/>
        </p:nvSpPr>
        <p:spPr>
          <a:xfrm>
            <a:off x="80965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rain-output-1-0"/>
          <p:cNvSpPr/>
          <p:nvPr/>
        </p:nvSpPr>
        <p:spPr>
          <a:xfrm>
            <a:off x="48546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rain-output-1-1"/>
          <p:cNvSpPr/>
          <p:nvPr/>
        </p:nvSpPr>
        <p:spPr>
          <a:xfrm>
            <a:off x="50707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rain-output-1-2"/>
          <p:cNvSpPr/>
          <p:nvPr/>
        </p:nvSpPr>
        <p:spPr>
          <a:xfrm>
            <a:off x="52868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rain-output-1-3"/>
          <p:cNvSpPr/>
          <p:nvPr/>
        </p:nvSpPr>
        <p:spPr>
          <a:xfrm>
            <a:off x="55030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rain-output-1-4"/>
          <p:cNvSpPr/>
          <p:nvPr/>
        </p:nvSpPr>
        <p:spPr>
          <a:xfrm>
            <a:off x="57191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rain-output-1-5"/>
          <p:cNvSpPr/>
          <p:nvPr/>
        </p:nvSpPr>
        <p:spPr>
          <a:xfrm>
            <a:off x="59352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rain-output-1-6"/>
          <p:cNvSpPr/>
          <p:nvPr/>
        </p:nvSpPr>
        <p:spPr>
          <a:xfrm>
            <a:off x="61514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rain-output-1-7"/>
          <p:cNvSpPr/>
          <p:nvPr/>
        </p:nvSpPr>
        <p:spPr>
          <a:xfrm>
            <a:off x="63675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rain-output-1-8"/>
          <p:cNvSpPr/>
          <p:nvPr/>
        </p:nvSpPr>
        <p:spPr>
          <a:xfrm>
            <a:off x="658368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rain-output-1-9"/>
          <p:cNvSpPr/>
          <p:nvPr/>
        </p:nvSpPr>
        <p:spPr>
          <a:xfrm>
            <a:off x="67998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rain-output-1-10"/>
          <p:cNvSpPr/>
          <p:nvPr/>
        </p:nvSpPr>
        <p:spPr>
          <a:xfrm>
            <a:off x="70159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rain-output-1-11"/>
          <p:cNvSpPr/>
          <p:nvPr/>
        </p:nvSpPr>
        <p:spPr>
          <a:xfrm>
            <a:off x="72320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rain-output-1-12"/>
          <p:cNvSpPr/>
          <p:nvPr/>
        </p:nvSpPr>
        <p:spPr>
          <a:xfrm>
            <a:off x="74482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rain-output-1-13"/>
          <p:cNvSpPr/>
          <p:nvPr/>
        </p:nvSpPr>
        <p:spPr>
          <a:xfrm>
            <a:off x="76643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rain-output-1-14"/>
          <p:cNvSpPr/>
          <p:nvPr/>
        </p:nvSpPr>
        <p:spPr>
          <a:xfrm>
            <a:off x="78804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rain-output-1-15"/>
          <p:cNvSpPr/>
          <p:nvPr/>
        </p:nvSpPr>
        <p:spPr>
          <a:xfrm>
            <a:off x="80965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rain-output-2-0"/>
          <p:cNvSpPr/>
          <p:nvPr/>
        </p:nvSpPr>
        <p:spPr>
          <a:xfrm>
            <a:off x="48546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rain-output-2-1"/>
          <p:cNvSpPr/>
          <p:nvPr/>
        </p:nvSpPr>
        <p:spPr>
          <a:xfrm>
            <a:off x="50707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rain-output-2-2"/>
          <p:cNvSpPr/>
          <p:nvPr/>
        </p:nvSpPr>
        <p:spPr>
          <a:xfrm>
            <a:off x="52868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rain-output-2-3"/>
          <p:cNvSpPr/>
          <p:nvPr/>
        </p:nvSpPr>
        <p:spPr>
          <a:xfrm>
            <a:off x="55030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rain-output-2-4"/>
          <p:cNvSpPr/>
          <p:nvPr/>
        </p:nvSpPr>
        <p:spPr>
          <a:xfrm>
            <a:off x="57191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rain-output-2-5"/>
          <p:cNvSpPr/>
          <p:nvPr/>
        </p:nvSpPr>
        <p:spPr>
          <a:xfrm>
            <a:off x="59352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rain-output-2-6"/>
          <p:cNvSpPr/>
          <p:nvPr/>
        </p:nvSpPr>
        <p:spPr>
          <a:xfrm>
            <a:off x="61514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rain-output-2-7"/>
          <p:cNvSpPr/>
          <p:nvPr/>
        </p:nvSpPr>
        <p:spPr>
          <a:xfrm>
            <a:off x="63675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rain-output-2-8"/>
          <p:cNvSpPr/>
          <p:nvPr/>
        </p:nvSpPr>
        <p:spPr>
          <a:xfrm>
            <a:off x="658368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rain-output-2-9"/>
          <p:cNvSpPr/>
          <p:nvPr/>
        </p:nvSpPr>
        <p:spPr>
          <a:xfrm>
            <a:off x="67998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rain-output-2-10"/>
          <p:cNvSpPr/>
          <p:nvPr/>
        </p:nvSpPr>
        <p:spPr>
          <a:xfrm>
            <a:off x="70159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rain-output-2-11"/>
          <p:cNvSpPr/>
          <p:nvPr/>
        </p:nvSpPr>
        <p:spPr>
          <a:xfrm>
            <a:off x="72320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rain-output-2-12"/>
          <p:cNvSpPr/>
          <p:nvPr/>
        </p:nvSpPr>
        <p:spPr>
          <a:xfrm>
            <a:off x="74482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rain-output-2-13"/>
          <p:cNvSpPr/>
          <p:nvPr/>
        </p:nvSpPr>
        <p:spPr>
          <a:xfrm>
            <a:off x="76643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rain-output-2-14"/>
          <p:cNvSpPr/>
          <p:nvPr/>
        </p:nvSpPr>
        <p:spPr>
          <a:xfrm>
            <a:off x="78804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rain-output-2-15"/>
          <p:cNvSpPr/>
          <p:nvPr/>
        </p:nvSpPr>
        <p:spPr>
          <a:xfrm>
            <a:off x="80965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rain-output-3-0"/>
          <p:cNvSpPr/>
          <p:nvPr/>
        </p:nvSpPr>
        <p:spPr>
          <a:xfrm>
            <a:off x="48546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rain-output-3-1"/>
          <p:cNvSpPr/>
          <p:nvPr/>
        </p:nvSpPr>
        <p:spPr>
          <a:xfrm>
            <a:off x="50707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rain-output-3-2"/>
          <p:cNvSpPr/>
          <p:nvPr/>
        </p:nvSpPr>
        <p:spPr>
          <a:xfrm>
            <a:off x="52868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rain-output-3-3"/>
          <p:cNvSpPr/>
          <p:nvPr/>
        </p:nvSpPr>
        <p:spPr>
          <a:xfrm>
            <a:off x="55030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rain-output-3-4"/>
          <p:cNvSpPr/>
          <p:nvPr/>
        </p:nvSpPr>
        <p:spPr>
          <a:xfrm>
            <a:off x="57191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rain-output-3-5"/>
          <p:cNvSpPr/>
          <p:nvPr/>
        </p:nvSpPr>
        <p:spPr>
          <a:xfrm>
            <a:off x="59352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rain-output-3-6"/>
          <p:cNvSpPr/>
          <p:nvPr/>
        </p:nvSpPr>
        <p:spPr>
          <a:xfrm>
            <a:off x="6151418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rain-output-3-7"/>
          <p:cNvSpPr/>
          <p:nvPr/>
        </p:nvSpPr>
        <p:spPr>
          <a:xfrm>
            <a:off x="63675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rain-output-3-8"/>
          <p:cNvSpPr/>
          <p:nvPr/>
        </p:nvSpPr>
        <p:spPr>
          <a:xfrm>
            <a:off x="658368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rain-output-3-9"/>
          <p:cNvSpPr/>
          <p:nvPr/>
        </p:nvSpPr>
        <p:spPr>
          <a:xfrm>
            <a:off x="67998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rain-output-3-10"/>
          <p:cNvSpPr/>
          <p:nvPr/>
        </p:nvSpPr>
        <p:spPr>
          <a:xfrm>
            <a:off x="7015941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rain-output-3-11"/>
          <p:cNvSpPr/>
          <p:nvPr/>
        </p:nvSpPr>
        <p:spPr>
          <a:xfrm>
            <a:off x="72320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rain-output-3-12"/>
          <p:cNvSpPr/>
          <p:nvPr/>
        </p:nvSpPr>
        <p:spPr>
          <a:xfrm>
            <a:off x="74482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rain-output-3-13"/>
          <p:cNvSpPr/>
          <p:nvPr/>
        </p:nvSpPr>
        <p:spPr>
          <a:xfrm>
            <a:off x="76643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rain-output-3-14"/>
          <p:cNvSpPr/>
          <p:nvPr/>
        </p:nvSpPr>
        <p:spPr>
          <a:xfrm>
            <a:off x="788046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rain-output-3-15"/>
          <p:cNvSpPr/>
          <p:nvPr/>
        </p:nvSpPr>
        <p:spPr>
          <a:xfrm>
            <a:off x="80965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rain-output-4-0"/>
          <p:cNvSpPr/>
          <p:nvPr/>
        </p:nvSpPr>
        <p:spPr>
          <a:xfrm>
            <a:off x="48546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rain-output-4-1"/>
          <p:cNvSpPr/>
          <p:nvPr/>
        </p:nvSpPr>
        <p:spPr>
          <a:xfrm>
            <a:off x="50707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rain-output-4-2"/>
          <p:cNvSpPr/>
          <p:nvPr/>
        </p:nvSpPr>
        <p:spPr>
          <a:xfrm>
            <a:off x="52868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rain-output-4-3"/>
          <p:cNvSpPr/>
          <p:nvPr/>
        </p:nvSpPr>
        <p:spPr>
          <a:xfrm>
            <a:off x="55030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rain-output-4-4"/>
          <p:cNvSpPr/>
          <p:nvPr/>
        </p:nvSpPr>
        <p:spPr>
          <a:xfrm>
            <a:off x="57191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rain-output-4-5"/>
          <p:cNvSpPr/>
          <p:nvPr/>
        </p:nvSpPr>
        <p:spPr>
          <a:xfrm>
            <a:off x="59352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rain-output-4-6"/>
          <p:cNvSpPr/>
          <p:nvPr/>
        </p:nvSpPr>
        <p:spPr>
          <a:xfrm>
            <a:off x="61514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rain-output-4-7"/>
          <p:cNvSpPr/>
          <p:nvPr/>
        </p:nvSpPr>
        <p:spPr>
          <a:xfrm>
            <a:off x="63675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rain-output-4-8"/>
          <p:cNvSpPr/>
          <p:nvPr/>
        </p:nvSpPr>
        <p:spPr>
          <a:xfrm>
            <a:off x="658368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rain-output-4-9"/>
          <p:cNvSpPr/>
          <p:nvPr/>
        </p:nvSpPr>
        <p:spPr>
          <a:xfrm>
            <a:off x="67998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rain-output-4-10"/>
          <p:cNvSpPr/>
          <p:nvPr/>
        </p:nvSpPr>
        <p:spPr>
          <a:xfrm>
            <a:off x="70159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rain-output-4-11"/>
          <p:cNvSpPr/>
          <p:nvPr/>
        </p:nvSpPr>
        <p:spPr>
          <a:xfrm>
            <a:off x="72320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rain-output-4-12"/>
          <p:cNvSpPr/>
          <p:nvPr/>
        </p:nvSpPr>
        <p:spPr>
          <a:xfrm>
            <a:off x="74482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rain-output-4-13"/>
          <p:cNvSpPr/>
          <p:nvPr/>
        </p:nvSpPr>
        <p:spPr>
          <a:xfrm>
            <a:off x="76643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rain-output-4-14"/>
          <p:cNvSpPr/>
          <p:nvPr/>
        </p:nvSpPr>
        <p:spPr>
          <a:xfrm>
            <a:off x="78804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rain-output-4-15"/>
          <p:cNvSpPr/>
          <p:nvPr/>
        </p:nvSpPr>
        <p:spPr>
          <a:xfrm>
            <a:off x="80965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rain-output-5-0"/>
          <p:cNvSpPr/>
          <p:nvPr/>
        </p:nvSpPr>
        <p:spPr>
          <a:xfrm>
            <a:off x="48546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rain-output-5-1"/>
          <p:cNvSpPr/>
          <p:nvPr/>
        </p:nvSpPr>
        <p:spPr>
          <a:xfrm>
            <a:off x="50707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rain-output-5-2"/>
          <p:cNvSpPr/>
          <p:nvPr/>
        </p:nvSpPr>
        <p:spPr>
          <a:xfrm>
            <a:off x="52868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rain-output-5-3"/>
          <p:cNvSpPr/>
          <p:nvPr/>
        </p:nvSpPr>
        <p:spPr>
          <a:xfrm>
            <a:off x="55030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rain-output-5-4"/>
          <p:cNvSpPr/>
          <p:nvPr/>
        </p:nvSpPr>
        <p:spPr>
          <a:xfrm>
            <a:off x="57191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rain-output-5-5"/>
          <p:cNvSpPr/>
          <p:nvPr/>
        </p:nvSpPr>
        <p:spPr>
          <a:xfrm>
            <a:off x="59352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rain-output-5-6"/>
          <p:cNvSpPr/>
          <p:nvPr/>
        </p:nvSpPr>
        <p:spPr>
          <a:xfrm>
            <a:off x="6151418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rain-output-5-7"/>
          <p:cNvSpPr/>
          <p:nvPr/>
        </p:nvSpPr>
        <p:spPr>
          <a:xfrm>
            <a:off x="6367549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rain-output-5-8"/>
          <p:cNvSpPr/>
          <p:nvPr/>
        </p:nvSpPr>
        <p:spPr>
          <a:xfrm>
            <a:off x="658368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rain-output-5-9"/>
          <p:cNvSpPr/>
          <p:nvPr/>
        </p:nvSpPr>
        <p:spPr>
          <a:xfrm>
            <a:off x="679981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rain-output-5-10"/>
          <p:cNvSpPr/>
          <p:nvPr/>
        </p:nvSpPr>
        <p:spPr>
          <a:xfrm>
            <a:off x="7015941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rain-output-5-11"/>
          <p:cNvSpPr/>
          <p:nvPr/>
        </p:nvSpPr>
        <p:spPr>
          <a:xfrm>
            <a:off x="7232072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rain-output-5-12"/>
          <p:cNvSpPr/>
          <p:nvPr/>
        </p:nvSpPr>
        <p:spPr>
          <a:xfrm>
            <a:off x="7448203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rain-output-5-13"/>
          <p:cNvSpPr/>
          <p:nvPr/>
        </p:nvSpPr>
        <p:spPr>
          <a:xfrm>
            <a:off x="7664334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rain-output-5-14"/>
          <p:cNvSpPr/>
          <p:nvPr/>
        </p:nvSpPr>
        <p:spPr>
          <a:xfrm>
            <a:off x="7880465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rain-output-5-15"/>
          <p:cNvSpPr/>
          <p:nvPr/>
        </p:nvSpPr>
        <p:spPr>
          <a:xfrm>
            <a:off x="809659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rain-output-6-0"/>
          <p:cNvSpPr/>
          <p:nvPr/>
        </p:nvSpPr>
        <p:spPr>
          <a:xfrm>
            <a:off x="48546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rain-output-6-1"/>
          <p:cNvSpPr/>
          <p:nvPr/>
        </p:nvSpPr>
        <p:spPr>
          <a:xfrm>
            <a:off x="50707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rain-output-6-2"/>
          <p:cNvSpPr/>
          <p:nvPr/>
        </p:nvSpPr>
        <p:spPr>
          <a:xfrm>
            <a:off x="52868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rain-output-6-3"/>
          <p:cNvSpPr/>
          <p:nvPr/>
        </p:nvSpPr>
        <p:spPr>
          <a:xfrm>
            <a:off x="55030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rain-output-6-4"/>
          <p:cNvSpPr/>
          <p:nvPr/>
        </p:nvSpPr>
        <p:spPr>
          <a:xfrm>
            <a:off x="57191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rain-output-6-5"/>
          <p:cNvSpPr/>
          <p:nvPr/>
        </p:nvSpPr>
        <p:spPr>
          <a:xfrm>
            <a:off x="59352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rain-output-6-6"/>
          <p:cNvSpPr/>
          <p:nvPr/>
        </p:nvSpPr>
        <p:spPr>
          <a:xfrm>
            <a:off x="61514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rain-output-6-7"/>
          <p:cNvSpPr/>
          <p:nvPr/>
        </p:nvSpPr>
        <p:spPr>
          <a:xfrm>
            <a:off x="63675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rain-output-6-8"/>
          <p:cNvSpPr/>
          <p:nvPr/>
        </p:nvSpPr>
        <p:spPr>
          <a:xfrm>
            <a:off x="658368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rain-output-6-9"/>
          <p:cNvSpPr/>
          <p:nvPr/>
        </p:nvSpPr>
        <p:spPr>
          <a:xfrm>
            <a:off x="67998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rain-output-6-10"/>
          <p:cNvSpPr/>
          <p:nvPr/>
        </p:nvSpPr>
        <p:spPr>
          <a:xfrm>
            <a:off x="70159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rain-output-6-11"/>
          <p:cNvSpPr/>
          <p:nvPr/>
        </p:nvSpPr>
        <p:spPr>
          <a:xfrm>
            <a:off x="72320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rain-output-6-12"/>
          <p:cNvSpPr/>
          <p:nvPr/>
        </p:nvSpPr>
        <p:spPr>
          <a:xfrm>
            <a:off x="74482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rain-output-6-13"/>
          <p:cNvSpPr/>
          <p:nvPr/>
        </p:nvSpPr>
        <p:spPr>
          <a:xfrm>
            <a:off x="76643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rain-output-6-14"/>
          <p:cNvSpPr/>
          <p:nvPr/>
        </p:nvSpPr>
        <p:spPr>
          <a:xfrm>
            <a:off x="78804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rain-output-6-15"/>
          <p:cNvSpPr/>
          <p:nvPr/>
        </p:nvSpPr>
        <p:spPr>
          <a:xfrm>
            <a:off x="80965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rain-output-7-0"/>
          <p:cNvSpPr/>
          <p:nvPr/>
        </p:nvSpPr>
        <p:spPr>
          <a:xfrm>
            <a:off x="48546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rain-output-7-1"/>
          <p:cNvSpPr/>
          <p:nvPr/>
        </p:nvSpPr>
        <p:spPr>
          <a:xfrm>
            <a:off x="50707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rain-output-7-2"/>
          <p:cNvSpPr/>
          <p:nvPr/>
        </p:nvSpPr>
        <p:spPr>
          <a:xfrm>
            <a:off x="52868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rain-output-7-3"/>
          <p:cNvSpPr/>
          <p:nvPr/>
        </p:nvSpPr>
        <p:spPr>
          <a:xfrm>
            <a:off x="55030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rain-output-7-4"/>
          <p:cNvSpPr/>
          <p:nvPr/>
        </p:nvSpPr>
        <p:spPr>
          <a:xfrm>
            <a:off x="57191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rain-output-7-5"/>
          <p:cNvSpPr/>
          <p:nvPr/>
        </p:nvSpPr>
        <p:spPr>
          <a:xfrm>
            <a:off x="59352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rain-output-7-6"/>
          <p:cNvSpPr/>
          <p:nvPr/>
        </p:nvSpPr>
        <p:spPr>
          <a:xfrm>
            <a:off x="6151418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rain-output-7-7"/>
          <p:cNvSpPr/>
          <p:nvPr/>
        </p:nvSpPr>
        <p:spPr>
          <a:xfrm>
            <a:off x="63675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rain-output-7-8"/>
          <p:cNvSpPr/>
          <p:nvPr/>
        </p:nvSpPr>
        <p:spPr>
          <a:xfrm>
            <a:off x="658368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rain-output-7-9"/>
          <p:cNvSpPr/>
          <p:nvPr/>
        </p:nvSpPr>
        <p:spPr>
          <a:xfrm>
            <a:off x="67998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rain-output-7-10"/>
          <p:cNvSpPr/>
          <p:nvPr/>
        </p:nvSpPr>
        <p:spPr>
          <a:xfrm>
            <a:off x="70159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rain-output-7-11"/>
          <p:cNvSpPr/>
          <p:nvPr/>
        </p:nvSpPr>
        <p:spPr>
          <a:xfrm>
            <a:off x="723207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rain-output-7-12"/>
          <p:cNvSpPr/>
          <p:nvPr/>
        </p:nvSpPr>
        <p:spPr>
          <a:xfrm>
            <a:off x="74482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rain-output-7-13"/>
          <p:cNvSpPr/>
          <p:nvPr/>
        </p:nvSpPr>
        <p:spPr>
          <a:xfrm>
            <a:off x="76643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rain-output-7-14"/>
          <p:cNvSpPr/>
          <p:nvPr/>
        </p:nvSpPr>
        <p:spPr>
          <a:xfrm>
            <a:off x="78804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rain-output-7-15"/>
          <p:cNvSpPr/>
          <p:nvPr/>
        </p:nvSpPr>
        <p:spPr>
          <a:xfrm>
            <a:off x="80965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rain-output-8-0"/>
          <p:cNvSpPr/>
          <p:nvPr/>
        </p:nvSpPr>
        <p:spPr>
          <a:xfrm>
            <a:off x="48546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rain-output-8-1"/>
          <p:cNvSpPr/>
          <p:nvPr/>
        </p:nvSpPr>
        <p:spPr>
          <a:xfrm>
            <a:off x="50707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rain-output-8-2"/>
          <p:cNvSpPr/>
          <p:nvPr/>
        </p:nvSpPr>
        <p:spPr>
          <a:xfrm>
            <a:off x="52868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rain-output-8-3"/>
          <p:cNvSpPr/>
          <p:nvPr/>
        </p:nvSpPr>
        <p:spPr>
          <a:xfrm>
            <a:off x="55030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rain-output-8-4"/>
          <p:cNvSpPr/>
          <p:nvPr/>
        </p:nvSpPr>
        <p:spPr>
          <a:xfrm>
            <a:off x="57191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rain-output-8-5"/>
          <p:cNvSpPr/>
          <p:nvPr/>
        </p:nvSpPr>
        <p:spPr>
          <a:xfrm>
            <a:off x="59352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rain-output-8-6"/>
          <p:cNvSpPr/>
          <p:nvPr/>
        </p:nvSpPr>
        <p:spPr>
          <a:xfrm>
            <a:off x="61514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rain-output-8-7"/>
          <p:cNvSpPr/>
          <p:nvPr/>
        </p:nvSpPr>
        <p:spPr>
          <a:xfrm>
            <a:off x="63675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rain-output-8-8"/>
          <p:cNvSpPr/>
          <p:nvPr/>
        </p:nvSpPr>
        <p:spPr>
          <a:xfrm>
            <a:off x="658368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rain-output-8-9"/>
          <p:cNvSpPr/>
          <p:nvPr/>
        </p:nvSpPr>
        <p:spPr>
          <a:xfrm>
            <a:off x="67998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rain-output-8-10"/>
          <p:cNvSpPr/>
          <p:nvPr/>
        </p:nvSpPr>
        <p:spPr>
          <a:xfrm>
            <a:off x="70159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rain-output-8-11"/>
          <p:cNvSpPr/>
          <p:nvPr/>
        </p:nvSpPr>
        <p:spPr>
          <a:xfrm>
            <a:off x="72320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rain-output-8-12"/>
          <p:cNvSpPr/>
          <p:nvPr/>
        </p:nvSpPr>
        <p:spPr>
          <a:xfrm>
            <a:off x="74482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rain-output-8-13"/>
          <p:cNvSpPr/>
          <p:nvPr/>
        </p:nvSpPr>
        <p:spPr>
          <a:xfrm>
            <a:off x="76643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rain-output-8-14"/>
          <p:cNvSpPr/>
          <p:nvPr/>
        </p:nvSpPr>
        <p:spPr>
          <a:xfrm>
            <a:off x="78804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rain-output-8-15"/>
          <p:cNvSpPr/>
          <p:nvPr/>
        </p:nvSpPr>
        <p:spPr>
          <a:xfrm>
            <a:off x="80965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rain-output-9-0"/>
          <p:cNvSpPr/>
          <p:nvPr/>
        </p:nvSpPr>
        <p:spPr>
          <a:xfrm>
            <a:off x="48546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rain-output-9-1"/>
          <p:cNvSpPr/>
          <p:nvPr/>
        </p:nvSpPr>
        <p:spPr>
          <a:xfrm>
            <a:off x="50707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rain-output-9-2"/>
          <p:cNvSpPr/>
          <p:nvPr/>
        </p:nvSpPr>
        <p:spPr>
          <a:xfrm>
            <a:off x="52868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rain-output-9-3"/>
          <p:cNvSpPr/>
          <p:nvPr/>
        </p:nvSpPr>
        <p:spPr>
          <a:xfrm>
            <a:off x="55030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rain-output-9-4"/>
          <p:cNvSpPr/>
          <p:nvPr/>
        </p:nvSpPr>
        <p:spPr>
          <a:xfrm>
            <a:off x="57191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rain-output-9-5"/>
          <p:cNvSpPr/>
          <p:nvPr/>
        </p:nvSpPr>
        <p:spPr>
          <a:xfrm>
            <a:off x="59352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rain-output-9-6"/>
          <p:cNvSpPr/>
          <p:nvPr/>
        </p:nvSpPr>
        <p:spPr>
          <a:xfrm>
            <a:off x="6151418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rain-output-9-7"/>
          <p:cNvSpPr/>
          <p:nvPr/>
        </p:nvSpPr>
        <p:spPr>
          <a:xfrm>
            <a:off x="63675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rain-output-9-8"/>
          <p:cNvSpPr/>
          <p:nvPr/>
        </p:nvSpPr>
        <p:spPr>
          <a:xfrm>
            <a:off x="658368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rain-output-9-9"/>
          <p:cNvSpPr/>
          <p:nvPr/>
        </p:nvSpPr>
        <p:spPr>
          <a:xfrm>
            <a:off x="67998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rain-output-9-10"/>
          <p:cNvSpPr/>
          <p:nvPr/>
        </p:nvSpPr>
        <p:spPr>
          <a:xfrm>
            <a:off x="7015941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rain-output-9-11"/>
          <p:cNvSpPr/>
          <p:nvPr/>
        </p:nvSpPr>
        <p:spPr>
          <a:xfrm>
            <a:off x="72320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rain-output-9-12"/>
          <p:cNvSpPr/>
          <p:nvPr/>
        </p:nvSpPr>
        <p:spPr>
          <a:xfrm>
            <a:off x="74482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rain-output-9-13"/>
          <p:cNvSpPr/>
          <p:nvPr/>
        </p:nvSpPr>
        <p:spPr>
          <a:xfrm>
            <a:off x="76643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rain-output-9-14"/>
          <p:cNvSpPr/>
          <p:nvPr/>
        </p:nvSpPr>
        <p:spPr>
          <a:xfrm>
            <a:off x="788046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rain-output-9-15"/>
          <p:cNvSpPr/>
          <p:nvPr/>
        </p:nvSpPr>
        <p:spPr>
          <a:xfrm>
            <a:off x="80965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rain-output-10-0"/>
          <p:cNvSpPr/>
          <p:nvPr/>
        </p:nvSpPr>
        <p:spPr>
          <a:xfrm>
            <a:off x="48546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rain-output-10-1"/>
          <p:cNvSpPr/>
          <p:nvPr/>
        </p:nvSpPr>
        <p:spPr>
          <a:xfrm>
            <a:off x="50707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rain-output-10-2"/>
          <p:cNvSpPr/>
          <p:nvPr/>
        </p:nvSpPr>
        <p:spPr>
          <a:xfrm>
            <a:off x="52868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rain-output-10-3"/>
          <p:cNvSpPr/>
          <p:nvPr/>
        </p:nvSpPr>
        <p:spPr>
          <a:xfrm>
            <a:off x="55030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rain-output-10-4"/>
          <p:cNvSpPr/>
          <p:nvPr/>
        </p:nvSpPr>
        <p:spPr>
          <a:xfrm>
            <a:off x="57191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rain-output-10-5"/>
          <p:cNvSpPr/>
          <p:nvPr/>
        </p:nvSpPr>
        <p:spPr>
          <a:xfrm>
            <a:off x="59352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rain-output-10-6"/>
          <p:cNvSpPr/>
          <p:nvPr/>
        </p:nvSpPr>
        <p:spPr>
          <a:xfrm>
            <a:off x="61514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rain-output-10-7"/>
          <p:cNvSpPr/>
          <p:nvPr/>
        </p:nvSpPr>
        <p:spPr>
          <a:xfrm>
            <a:off x="63675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rain-output-10-8"/>
          <p:cNvSpPr/>
          <p:nvPr/>
        </p:nvSpPr>
        <p:spPr>
          <a:xfrm>
            <a:off x="658368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rain-output-10-9"/>
          <p:cNvSpPr/>
          <p:nvPr/>
        </p:nvSpPr>
        <p:spPr>
          <a:xfrm>
            <a:off x="67998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rain-output-10-10"/>
          <p:cNvSpPr/>
          <p:nvPr/>
        </p:nvSpPr>
        <p:spPr>
          <a:xfrm>
            <a:off x="70159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rain-output-10-11"/>
          <p:cNvSpPr/>
          <p:nvPr/>
        </p:nvSpPr>
        <p:spPr>
          <a:xfrm>
            <a:off x="72320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rain-output-10-12"/>
          <p:cNvSpPr/>
          <p:nvPr/>
        </p:nvSpPr>
        <p:spPr>
          <a:xfrm>
            <a:off x="74482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rain-output-10-13"/>
          <p:cNvSpPr/>
          <p:nvPr/>
        </p:nvSpPr>
        <p:spPr>
          <a:xfrm>
            <a:off x="76643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rain-output-10-14"/>
          <p:cNvSpPr/>
          <p:nvPr/>
        </p:nvSpPr>
        <p:spPr>
          <a:xfrm>
            <a:off x="78804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rain-output-10-15"/>
          <p:cNvSpPr/>
          <p:nvPr/>
        </p:nvSpPr>
        <p:spPr>
          <a:xfrm>
            <a:off x="80965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提示例は全3組、テスト入力は全3個。ここでは各1番目を表示。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1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1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1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1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1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1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1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1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1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1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1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1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1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1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1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1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1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1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1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1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1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1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1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1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1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1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1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1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1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1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1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1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1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1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1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1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1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1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1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1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1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1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1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1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1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1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1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1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1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境界の片側にある色列を、同じ周期を使って反対側へ延長する。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2-train-input-0-0"/>
          <p:cNvSpPr/>
          <p:nvPr/>
        </p:nvSpPr>
        <p:spPr>
          <a:xfrm>
            <a:off x="685799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rain-input-0-1"/>
          <p:cNvSpPr/>
          <p:nvPr/>
        </p:nvSpPr>
        <p:spPr>
          <a:xfrm>
            <a:off x="92354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rain-input-0-2"/>
          <p:cNvSpPr/>
          <p:nvPr/>
        </p:nvSpPr>
        <p:spPr>
          <a:xfrm>
            <a:off x="116128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rain-input-0-3"/>
          <p:cNvSpPr/>
          <p:nvPr/>
        </p:nvSpPr>
        <p:spPr>
          <a:xfrm>
            <a:off x="139903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rain-input-0-4"/>
          <p:cNvSpPr/>
          <p:nvPr/>
        </p:nvSpPr>
        <p:spPr>
          <a:xfrm>
            <a:off x="163677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rain-input-0-5"/>
          <p:cNvSpPr/>
          <p:nvPr/>
        </p:nvSpPr>
        <p:spPr>
          <a:xfrm>
            <a:off x="187451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rain-input-0-6"/>
          <p:cNvSpPr/>
          <p:nvPr/>
        </p:nvSpPr>
        <p:spPr>
          <a:xfrm>
            <a:off x="211226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rain-input-0-7"/>
          <p:cNvSpPr/>
          <p:nvPr/>
        </p:nvSpPr>
        <p:spPr>
          <a:xfrm>
            <a:off x="23500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rain-input-0-8"/>
          <p:cNvSpPr/>
          <p:nvPr/>
        </p:nvSpPr>
        <p:spPr>
          <a:xfrm>
            <a:off x="258775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rain-input-0-9"/>
          <p:cNvSpPr/>
          <p:nvPr/>
        </p:nvSpPr>
        <p:spPr>
          <a:xfrm>
            <a:off x="282549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rain-input-0-10"/>
          <p:cNvSpPr/>
          <p:nvPr/>
        </p:nvSpPr>
        <p:spPr>
          <a:xfrm>
            <a:off x="306323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rain-input-0-11"/>
          <p:cNvSpPr/>
          <p:nvPr/>
        </p:nvSpPr>
        <p:spPr>
          <a:xfrm>
            <a:off x="330098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rain-input-0-12"/>
          <p:cNvSpPr/>
          <p:nvPr/>
        </p:nvSpPr>
        <p:spPr>
          <a:xfrm>
            <a:off x="353872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rain-input-0-13"/>
          <p:cNvSpPr/>
          <p:nvPr/>
        </p:nvSpPr>
        <p:spPr>
          <a:xfrm>
            <a:off x="377647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rain-input-0-14"/>
          <p:cNvSpPr/>
          <p:nvPr/>
        </p:nvSpPr>
        <p:spPr>
          <a:xfrm>
            <a:off x="401421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rain-input-1-0"/>
          <p:cNvSpPr/>
          <p:nvPr/>
        </p:nvSpPr>
        <p:spPr>
          <a:xfrm>
            <a:off x="685799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rain-input-1-1"/>
          <p:cNvSpPr/>
          <p:nvPr/>
        </p:nvSpPr>
        <p:spPr>
          <a:xfrm>
            <a:off x="92354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rain-input-1-2"/>
          <p:cNvSpPr/>
          <p:nvPr/>
        </p:nvSpPr>
        <p:spPr>
          <a:xfrm>
            <a:off x="116128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rain-input-1-3"/>
          <p:cNvSpPr/>
          <p:nvPr/>
        </p:nvSpPr>
        <p:spPr>
          <a:xfrm>
            <a:off x="139903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rain-input-1-4"/>
          <p:cNvSpPr/>
          <p:nvPr/>
        </p:nvSpPr>
        <p:spPr>
          <a:xfrm>
            <a:off x="1636775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rain-input-1-5"/>
          <p:cNvSpPr/>
          <p:nvPr/>
        </p:nvSpPr>
        <p:spPr>
          <a:xfrm>
            <a:off x="187451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rain-input-1-6"/>
          <p:cNvSpPr/>
          <p:nvPr/>
        </p:nvSpPr>
        <p:spPr>
          <a:xfrm>
            <a:off x="211226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rain-input-1-7"/>
          <p:cNvSpPr/>
          <p:nvPr/>
        </p:nvSpPr>
        <p:spPr>
          <a:xfrm>
            <a:off x="23500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rain-input-1-8"/>
          <p:cNvSpPr/>
          <p:nvPr/>
        </p:nvSpPr>
        <p:spPr>
          <a:xfrm>
            <a:off x="258775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rain-input-1-9"/>
          <p:cNvSpPr/>
          <p:nvPr/>
        </p:nvSpPr>
        <p:spPr>
          <a:xfrm>
            <a:off x="282549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rain-input-1-10"/>
          <p:cNvSpPr/>
          <p:nvPr/>
        </p:nvSpPr>
        <p:spPr>
          <a:xfrm>
            <a:off x="306323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rain-input-1-11"/>
          <p:cNvSpPr/>
          <p:nvPr/>
        </p:nvSpPr>
        <p:spPr>
          <a:xfrm>
            <a:off x="330098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rain-input-1-12"/>
          <p:cNvSpPr/>
          <p:nvPr/>
        </p:nvSpPr>
        <p:spPr>
          <a:xfrm>
            <a:off x="353872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rain-input-1-13"/>
          <p:cNvSpPr/>
          <p:nvPr/>
        </p:nvSpPr>
        <p:spPr>
          <a:xfrm>
            <a:off x="377647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rain-input-1-14"/>
          <p:cNvSpPr/>
          <p:nvPr/>
        </p:nvSpPr>
        <p:spPr>
          <a:xfrm>
            <a:off x="401421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rain-input-2-0"/>
          <p:cNvSpPr/>
          <p:nvPr/>
        </p:nvSpPr>
        <p:spPr>
          <a:xfrm>
            <a:off x="68579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rain-input-2-1"/>
          <p:cNvSpPr/>
          <p:nvPr/>
        </p:nvSpPr>
        <p:spPr>
          <a:xfrm>
            <a:off x="92354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rain-input-2-2"/>
          <p:cNvSpPr/>
          <p:nvPr/>
        </p:nvSpPr>
        <p:spPr>
          <a:xfrm>
            <a:off x="116128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rain-input-2-3"/>
          <p:cNvSpPr/>
          <p:nvPr/>
        </p:nvSpPr>
        <p:spPr>
          <a:xfrm>
            <a:off x="139903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rain-input-2-4"/>
          <p:cNvSpPr/>
          <p:nvPr/>
        </p:nvSpPr>
        <p:spPr>
          <a:xfrm>
            <a:off x="1636775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rain-input-2-5"/>
          <p:cNvSpPr/>
          <p:nvPr/>
        </p:nvSpPr>
        <p:spPr>
          <a:xfrm>
            <a:off x="187451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rain-input-2-6"/>
          <p:cNvSpPr/>
          <p:nvPr/>
        </p:nvSpPr>
        <p:spPr>
          <a:xfrm>
            <a:off x="211226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rain-input-2-7"/>
          <p:cNvSpPr/>
          <p:nvPr/>
        </p:nvSpPr>
        <p:spPr>
          <a:xfrm>
            <a:off x="23500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rain-input-2-8"/>
          <p:cNvSpPr/>
          <p:nvPr/>
        </p:nvSpPr>
        <p:spPr>
          <a:xfrm>
            <a:off x="258775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rain-input-2-9"/>
          <p:cNvSpPr/>
          <p:nvPr/>
        </p:nvSpPr>
        <p:spPr>
          <a:xfrm>
            <a:off x="282549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rain-input-2-10"/>
          <p:cNvSpPr/>
          <p:nvPr/>
        </p:nvSpPr>
        <p:spPr>
          <a:xfrm>
            <a:off x="306323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rain-input-2-11"/>
          <p:cNvSpPr/>
          <p:nvPr/>
        </p:nvSpPr>
        <p:spPr>
          <a:xfrm>
            <a:off x="330098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rain-input-2-12"/>
          <p:cNvSpPr/>
          <p:nvPr/>
        </p:nvSpPr>
        <p:spPr>
          <a:xfrm>
            <a:off x="353872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rain-input-2-13"/>
          <p:cNvSpPr/>
          <p:nvPr/>
        </p:nvSpPr>
        <p:spPr>
          <a:xfrm>
            <a:off x="377647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rain-input-2-14"/>
          <p:cNvSpPr/>
          <p:nvPr/>
        </p:nvSpPr>
        <p:spPr>
          <a:xfrm>
            <a:off x="401421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rain-input-3-0"/>
          <p:cNvSpPr/>
          <p:nvPr/>
        </p:nvSpPr>
        <p:spPr>
          <a:xfrm>
            <a:off x="68579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rain-input-3-1"/>
          <p:cNvSpPr/>
          <p:nvPr/>
        </p:nvSpPr>
        <p:spPr>
          <a:xfrm>
            <a:off x="92354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rain-input-3-2"/>
          <p:cNvSpPr/>
          <p:nvPr/>
        </p:nvSpPr>
        <p:spPr>
          <a:xfrm>
            <a:off x="116128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rain-input-3-3"/>
          <p:cNvSpPr/>
          <p:nvPr/>
        </p:nvSpPr>
        <p:spPr>
          <a:xfrm>
            <a:off x="139903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rain-input-3-4"/>
          <p:cNvSpPr/>
          <p:nvPr/>
        </p:nvSpPr>
        <p:spPr>
          <a:xfrm>
            <a:off x="1636775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rain-input-3-5"/>
          <p:cNvSpPr/>
          <p:nvPr/>
        </p:nvSpPr>
        <p:spPr>
          <a:xfrm>
            <a:off x="187451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rain-input-3-6"/>
          <p:cNvSpPr/>
          <p:nvPr/>
        </p:nvSpPr>
        <p:spPr>
          <a:xfrm>
            <a:off x="211226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rain-input-3-7"/>
          <p:cNvSpPr/>
          <p:nvPr/>
        </p:nvSpPr>
        <p:spPr>
          <a:xfrm>
            <a:off x="23500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rain-input-3-8"/>
          <p:cNvSpPr/>
          <p:nvPr/>
        </p:nvSpPr>
        <p:spPr>
          <a:xfrm>
            <a:off x="258775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rain-input-3-9"/>
          <p:cNvSpPr/>
          <p:nvPr/>
        </p:nvSpPr>
        <p:spPr>
          <a:xfrm>
            <a:off x="282549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rain-input-3-10"/>
          <p:cNvSpPr/>
          <p:nvPr/>
        </p:nvSpPr>
        <p:spPr>
          <a:xfrm>
            <a:off x="306323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rain-input-3-11"/>
          <p:cNvSpPr/>
          <p:nvPr/>
        </p:nvSpPr>
        <p:spPr>
          <a:xfrm>
            <a:off x="330098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rain-input-3-12"/>
          <p:cNvSpPr/>
          <p:nvPr/>
        </p:nvSpPr>
        <p:spPr>
          <a:xfrm>
            <a:off x="353872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rain-input-3-13"/>
          <p:cNvSpPr/>
          <p:nvPr/>
        </p:nvSpPr>
        <p:spPr>
          <a:xfrm>
            <a:off x="377647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rain-input-3-14"/>
          <p:cNvSpPr/>
          <p:nvPr/>
        </p:nvSpPr>
        <p:spPr>
          <a:xfrm>
            <a:off x="401421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rain-input-4-0"/>
          <p:cNvSpPr/>
          <p:nvPr/>
        </p:nvSpPr>
        <p:spPr>
          <a:xfrm>
            <a:off x="68579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rain-input-4-1"/>
          <p:cNvSpPr/>
          <p:nvPr/>
        </p:nvSpPr>
        <p:spPr>
          <a:xfrm>
            <a:off x="92354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rain-input-4-2"/>
          <p:cNvSpPr/>
          <p:nvPr/>
        </p:nvSpPr>
        <p:spPr>
          <a:xfrm>
            <a:off x="116128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rain-input-4-3"/>
          <p:cNvSpPr/>
          <p:nvPr/>
        </p:nvSpPr>
        <p:spPr>
          <a:xfrm>
            <a:off x="139903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rain-input-4-4"/>
          <p:cNvSpPr/>
          <p:nvPr/>
        </p:nvSpPr>
        <p:spPr>
          <a:xfrm>
            <a:off x="1636775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rain-input-4-5"/>
          <p:cNvSpPr/>
          <p:nvPr/>
        </p:nvSpPr>
        <p:spPr>
          <a:xfrm>
            <a:off x="187451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rain-input-4-6"/>
          <p:cNvSpPr/>
          <p:nvPr/>
        </p:nvSpPr>
        <p:spPr>
          <a:xfrm>
            <a:off x="211226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rain-input-4-7"/>
          <p:cNvSpPr/>
          <p:nvPr/>
        </p:nvSpPr>
        <p:spPr>
          <a:xfrm>
            <a:off x="2350008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rain-input-4-8"/>
          <p:cNvSpPr/>
          <p:nvPr/>
        </p:nvSpPr>
        <p:spPr>
          <a:xfrm>
            <a:off x="258775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rain-input-4-9"/>
          <p:cNvSpPr/>
          <p:nvPr/>
        </p:nvSpPr>
        <p:spPr>
          <a:xfrm>
            <a:off x="282549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rain-input-4-10"/>
          <p:cNvSpPr/>
          <p:nvPr/>
        </p:nvSpPr>
        <p:spPr>
          <a:xfrm>
            <a:off x="306323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rain-input-4-11"/>
          <p:cNvSpPr/>
          <p:nvPr/>
        </p:nvSpPr>
        <p:spPr>
          <a:xfrm>
            <a:off x="330098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rain-input-4-12"/>
          <p:cNvSpPr/>
          <p:nvPr/>
        </p:nvSpPr>
        <p:spPr>
          <a:xfrm>
            <a:off x="353872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rain-input-4-13"/>
          <p:cNvSpPr/>
          <p:nvPr/>
        </p:nvSpPr>
        <p:spPr>
          <a:xfrm>
            <a:off x="377647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rain-input-4-14"/>
          <p:cNvSpPr/>
          <p:nvPr/>
        </p:nvSpPr>
        <p:spPr>
          <a:xfrm>
            <a:off x="401421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rain-input-5-0"/>
          <p:cNvSpPr/>
          <p:nvPr/>
        </p:nvSpPr>
        <p:spPr>
          <a:xfrm>
            <a:off x="68579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rain-input-5-1"/>
          <p:cNvSpPr/>
          <p:nvPr/>
        </p:nvSpPr>
        <p:spPr>
          <a:xfrm>
            <a:off x="92354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rain-input-5-2"/>
          <p:cNvSpPr/>
          <p:nvPr/>
        </p:nvSpPr>
        <p:spPr>
          <a:xfrm>
            <a:off x="116128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rain-input-5-3"/>
          <p:cNvSpPr/>
          <p:nvPr/>
        </p:nvSpPr>
        <p:spPr>
          <a:xfrm>
            <a:off x="139903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rain-input-5-4"/>
          <p:cNvSpPr/>
          <p:nvPr/>
        </p:nvSpPr>
        <p:spPr>
          <a:xfrm>
            <a:off x="1636775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rain-input-5-5"/>
          <p:cNvSpPr/>
          <p:nvPr/>
        </p:nvSpPr>
        <p:spPr>
          <a:xfrm>
            <a:off x="187451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rain-input-5-6"/>
          <p:cNvSpPr/>
          <p:nvPr/>
        </p:nvSpPr>
        <p:spPr>
          <a:xfrm>
            <a:off x="211226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rain-input-5-7"/>
          <p:cNvSpPr/>
          <p:nvPr/>
        </p:nvSpPr>
        <p:spPr>
          <a:xfrm>
            <a:off x="2350008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rain-input-5-8"/>
          <p:cNvSpPr/>
          <p:nvPr/>
        </p:nvSpPr>
        <p:spPr>
          <a:xfrm>
            <a:off x="258775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rain-input-5-9"/>
          <p:cNvSpPr/>
          <p:nvPr/>
        </p:nvSpPr>
        <p:spPr>
          <a:xfrm>
            <a:off x="282549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rain-input-5-10"/>
          <p:cNvSpPr/>
          <p:nvPr/>
        </p:nvSpPr>
        <p:spPr>
          <a:xfrm>
            <a:off x="306323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rain-input-5-11"/>
          <p:cNvSpPr/>
          <p:nvPr/>
        </p:nvSpPr>
        <p:spPr>
          <a:xfrm>
            <a:off x="330098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rain-input-5-12"/>
          <p:cNvSpPr/>
          <p:nvPr/>
        </p:nvSpPr>
        <p:spPr>
          <a:xfrm>
            <a:off x="353872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rain-input-5-13"/>
          <p:cNvSpPr/>
          <p:nvPr/>
        </p:nvSpPr>
        <p:spPr>
          <a:xfrm>
            <a:off x="377647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rain-input-5-14"/>
          <p:cNvSpPr/>
          <p:nvPr/>
        </p:nvSpPr>
        <p:spPr>
          <a:xfrm>
            <a:off x="401421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rain-input-6-0"/>
          <p:cNvSpPr/>
          <p:nvPr/>
        </p:nvSpPr>
        <p:spPr>
          <a:xfrm>
            <a:off x="68579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rain-input-6-1"/>
          <p:cNvSpPr/>
          <p:nvPr/>
        </p:nvSpPr>
        <p:spPr>
          <a:xfrm>
            <a:off x="92354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rain-input-6-2"/>
          <p:cNvSpPr/>
          <p:nvPr/>
        </p:nvSpPr>
        <p:spPr>
          <a:xfrm>
            <a:off x="1161287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rain-input-6-3"/>
          <p:cNvSpPr/>
          <p:nvPr/>
        </p:nvSpPr>
        <p:spPr>
          <a:xfrm>
            <a:off x="139903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rain-input-6-4"/>
          <p:cNvSpPr/>
          <p:nvPr/>
        </p:nvSpPr>
        <p:spPr>
          <a:xfrm>
            <a:off x="1636775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rain-input-6-5"/>
          <p:cNvSpPr/>
          <p:nvPr/>
        </p:nvSpPr>
        <p:spPr>
          <a:xfrm>
            <a:off x="187451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rain-input-6-6"/>
          <p:cNvSpPr/>
          <p:nvPr/>
        </p:nvSpPr>
        <p:spPr>
          <a:xfrm>
            <a:off x="211226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rain-input-6-7"/>
          <p:cNvSpPr/>
          <p:nvPr/>
        </p:nvSpPr>
        <p:spPr>
          <a:xfrm>
            <a:off x="235000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rain-input-6-8"/>
          <p:cNvSpPr/>
          <p:nvPr/>
        </p:nvSpPr>
        <p:spPr>
          <a:xfrm>
            <a:off x="258775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rain-input-6-9"/>
          <p:cNvSpPr/>
          <p:nvPr/>
        </p:nvSpPr>
        <p:spPr>
          <a:xfrm>
            <a:off x="282549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rain-input-6-10"/>
          <p:cNvSpPr/>
          <p:nvPr/>
        </p:nvSpPr>
        <p:spPr>
          <a:xfrm>
            <a:off x="306323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rain-input-6-11"/>
          <p:cNvSpPr/>
          <p:nvPr/>
        </p:nvSpPr>
        <p:spPr>
          <a:xfrm>
            <a:off x="330098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rain-input-6-12"/>
          <p:cNvSpPr/>
          <p:nvPr/>
        </p:nvSpPr>
        <p:spPr>
          <a:xfrm>
            <a:off x="3538727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rain-input-6-13"/>
          <p:cNvSpPr/>
          <p:nvPr/>
        </p:nvSpPr>
        <p:spPr>
          <a:xfrm>
            <a:off x="377647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rain-input-6-14"/>
          <p:cNvSpPr/>
          <p:nvPr/>
        </p:nvSpPr>
        <p:spPr>
          <a:xfrm>
            <a:off x="401421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rain-input-7-0"/>
          <p:cNvSpPr/>
          <p:nvPr/>
        </p:nvSpPr>
        <p:spPr>
          <a:xfrm>
            <a:off x="68579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rain-input-7-1"/>
          <p:cNvSpPr/>
          <p:nvPr/>
        </p:nvSpPr>
        <p:spPr>
          <a:xfrm>
            <a:off x="92354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rain-input-7-2"/>
          <p:cNvSpPr/>
          <p:nvPr/>
        </p:nvSpPr>
        <p:spPr>
          <a:xfrm>
            <a:off x="1161287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rain-input-7-3"/>
          <p:cNvSpPr/>
          <p:nvPr/>
        </p:nvSpPr>
        <p:spPr>
          <a:xfrm>
            <a:off x="139903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rain-input-7-4"/>
          <p:cNvSpPr/>
          <p:nvPr/>
        </p:nvSpPr>
        <p:spPr>
          <a:xfrm>
            <a:off x="1636775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rain-input-7-5"/>
          <p:cNvSpPr/>
          <p:nvPr/>
        </p:nvSpPr>
        <p:spPr>
          <a:xfrm>
            <a:off x="187451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rain-input-7-6"/>
          <p:cNvSpPr/>
          <p:nvPr/>
        </p:nvSpPr>
        <p:spPr>
          <a:xfrm>
            <a:off x="211226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rain-input-7-7"/>
          <p:cNvSpPr/>
          <p:nvPr/>
        </p:nvSpPr>
        <p:spPr>
          <a:xfrm>
            <a:off x="235000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rain-input-7-8"/>
          <p:cNvSpPr/>
          <p:nvPr/>
        </p:nvSpPr>
        <p:spPr>
          <a:xfrm>
            <a:off x="258775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rain-input-7-9"/>
          <p:cNvSpPr/>
          <p:nvPr/>
        </p:nvSpPr>
        <p:spPr>
          <a:xfrm>
            <a:off x="282549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rain-input-7-10"/>
          <p:cNvSpPr/>
          <p:nvPr/>
        </p:nvSpPr>
        <p:spPr>
          <a:xfrm>
            <a:off x="306323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rain-input-7-11"/>
          <p:cNvSpPr/>
          <p:nvPr/>
        </p:nvSpPr>
        <p:spPr>
          <a:xfrm>
            <a:off x="330098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rain-input-7-12"/>
          <p:cNvSpPr/>
          <p:nvPr/>
        </p:nvSpPr>
        <p:spPr>
          <a:xfrm>
            <a:off x="3538727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rain-input-7-13"/>
          <p:cNvSpPr/>
          <p:nvPr/>
        </p:nvSpPr>
        <p:spPr>
          <a:xfrm>
            <a:off x="377647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rain-input-7-14"/>
          <p:cNvSpPr/>
          <p:nvPr/>
        </p:nvSpPr>
        <p:spPr>
          <a:xfrm>
            <a:off x="401421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rain-input-8-0"/>
          <p:cNvSpPr/>
          <p:nvPr/>
        </p:nvSpPr>
        <p:spPr>
          <a:xfrm>
            <a:off x="68579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rain-input-8-1"/>
          <p:cNvSpPr/>
          <p:nvPr/>
        </p:nvSpPr>
        <p:spPr>
          <a:xfrm>
            <a:off x="92354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rain-input-8-2"/>
          <p:cNvSpPr/>
          <p:nvPr/>
        </p:nvSpPr>
        <p:spPr>
          <a:xfrm>
            <a:off x="1161287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rain-input-8-3"/>
          <p:cNvSpPr/>
          <p:nvPr/>
        </p:nvSpPr>
        <p:spPr>
          <a:xfrm>
            <a:off x="139903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rain-input-8-4"/>
          <p:cNvSpPr/>
          <p:nvPr/>
        </p:nvSpPr>
        <p:spPr>
          <a:xfrm>
            <a:off x="1636775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rain-input-8-5"/>
          <p:cNvSpPr/>
          <p:nvPr/>
        </p:nvSpPr>
        <p:spPr>
          <a:xfrm>
            <a:off x="187451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rain-input-8-6"/>
          <p:cNvSpPr/>
          <p:nvPr/>
        </p:nvSpPr>
        <p:spPr>
          <a:xfrm>
            <a:off x="211226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rain-input-8-7"/>
          <p:cNvSpPr/>
          <p:nvPr/>
        </p:nvSpPr>
        <p:spPr>
          <a:xfrm>
            <a:off x="235000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rain-input-8-8"/>
          <p:cNvSpPr/>
          <p:nvPr/>
        </p:nvSpPr>
        <p:spPr>
          <a:xfrm>
            <a:off x="258775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rain-input-8-9"/>
          <p:cNvSpPr/>
          <p:nvPr/>
        </p:nvSpPr>
        <p:spPr>
          <a:xfrm>
            <a:off x="282549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rain-input-8-10"/>
          <p:cNvSpPr/>
          <p:nvPr/>
        </p:nvSpPr>
        <p:spPr>
          <a:xfrm>
            <a:off x="306323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rain-input-8-11"/>
          <p:cNvSpPr/>
          <p:nvPr/>
        </p:nvSpPr>
        <p:spPr>
          <a:xfrm>
            <a:off x="330098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rain-input-8-12"/>
          <p:cNvSpPr/>
          <p:nvPr/>
        </p:nvSpPr>
        <p:spPr>
          <a:xfrm>
            <a:off x="3538727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rain-input-8-13"/>
          <p:cNvSpPr/>
          <p:nvPr/>
        </p:nvSpPr>
        <p:spPr>
          <a:xfrm>
            <a:off x="377647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rain-input-8-14"/>
          <p:cNvSpPr/>
          <p:nvPr/>
        </p:nvSpPr>
        <p:spPr>
          <a:xfrm>
            <a:off x="401421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rain-input-9-0"/>
          <p:cNvSpPr/>
          <p:nvPr/>
        </p:nvSpPr>
        <p:spPr>
          <a:xfrm>
            <a:off x="68579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rain-input-9-1"/>
          <p:cNvSpPr/>
          <p:nvPr/>
        </p:nvSpPr>
        <p:spPr>
          <a:xfrm>
            <a:off x="92354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rain-input-9-2"/>
          <p:cNvSpPr/>
          <p:nvPr/>
        </p:nvSpPr>
        <p:spPr>
          <a:xfrm>
            <a:off x="1161287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rain-input-9-3"/>
          <p:cNvSpPr/>
          <p:nvPr/>
        </p:nvSpPr>
        <p:spPr>
          <a:xfrm>
            <a:off x="139903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rain-input-9-4"/>
          <p:cNvSpPr/>
          <p:nvPr/>
        </p:nvSpPr>
        <p:spPr>
          <a:xfrm>
            <a:off x="1636775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rain-input-9-5"/>
          <p:cNvSpPr/>
          <p:nvPr/>
        </p:nvSpPr>
        <p:spPr>
          <a:xfrm>
            <a:off x="187451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rain-input-9-6"/>
          <p:cNvSpPr/>
          <p:nvPr/>
        </p:nvSpPr>
        <p:spPr>
          <a:xfrm>
            <a:off x="211226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rain-input-9-7"/>
          <p:cNvSpPr/>
          <p:nvPr/>
        </p:nvSpPr>
        <p:spPr>
          <a:xfrm>
            <a:off x="23500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rain-input-9-8"/>
          <p:cNvSpPr/>
          <p:nvPr/>
        </p:nvSpPr>
        <p:spPr>
          <a:xfrm>
            <a:off x="258775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rain-input-9-9"/>
          <p:cNvSpPr/>
          <p:nvPr/>
        </p:nvSpPr>
        <p:spPr>
          <a:xfrm>
            <a:off x="282549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rain-input-9-10"/>
          <p:cNvSpPr/>
          <p:nvPr/>
        </p:nvSpPr>
        <p:spPr>
          <a:xfrm>
            <a:off x="306323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rain-input-9-11"/>
          <p:cNvSpPr/>
          <p:nvPr/>
        </p:nvSpPr>
        <p:spPr>
          <a:xfrm>
            <a:off x="330098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rain-input-9-12"/>
          <p:cNvSpPr/>
          <p:nvPr/>
        </p:nvSpPr>
        <p:spPr>
          <a:xfrm>
            <a:off x="3538727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rain-input-9-13"/>
          <p:cNvSpPr/>
          <p:nvPr/>
        </p:nvSpPr>
        <p:spPr>
          <a:xfrm>
            <a:off x="377647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rain-input-9-14"/>
          <p:cNvSpPr/>
          <p:nvPr/>
        </p:nvSpPr>
        <p:spPr>
          <a:xfrm>
            <a:off x="401421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rain-output-0-0"/>
          <p:cNvSpPr/>
          <p:nvPr/>
        </p:nvSpPr>
        <p:spPr>
          <a:xfrm>
            <a:off x="4800600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rain-output-0-1"/>
          <p:cNvSpPr/>
          <p:nvPr/>
        </p:nvSpPr>
        <p:spPr>
          <a:xfrm>
            <a:off x="503834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rain-output-0-2"/>
          <p:cNvSpPr/>
          <p:nvPr/>
        </p:nvSpPr>
        <p:spPr>
          <a:xfrm>
            <a:off x="527608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rain-output-0-3"/>
          <p:cNvSpPr/>
          <p:nvPr/>
        </p:nvSpPr>
        <p:spPr>
          <a:xfrm>
            <a:off x="551383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rain-output-0-4"/>
          <p:cNvSpPr/>
          <p:nvPr/>
        </p:nvSpPr>
        <p:spPr>
          <a:xfrm>
            <a:off x="575157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rain-output-0-5"/>
          <p:cNvSpPr/>
          <p:nvPr/>
        </p:nvSpPr>
        <p:spPr>
          <a:xfrm>
            <a:off x="598932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rain-output-0-6"/>
          <p:cNvSpPr/>
          <p:nvPr/>
        </p:nvSpPr>
        <p:spPr>
          <a:xfrm>
            <a:off x="622706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rain-output-0-7"/>
          <p:cNvSpPr/>
          <p:nvPr/>
        </p:nvSpPr>
        <p:spPr>
          <a:xfrm>
            <a:off x="64648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rain-output-0-8"/>
          <p:cNvSpPr/>
          <p:nvPr/>
        </p:nvSpPr>
        <p:spPr>
          <a:xfrm>
            <a:off x="670255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rain-output-0-9"/>
          <p:cNvSpPr/>
          <p:nvPr/>
        </p:nvSpPr>
        <p:spPr>
          <a:xfrm>
            <a:off x="694029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rain-output-0-10"/>
          <p:cNvSpPr/>
          <p:nvPr/>
        </p:nvSpPr>
        <p:spPr>
          <a:xfrm>
            <a:off x="717804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rain-output-0-11"/>
          <p:cNvSpPr/>
          <p:nvPr/>
        </p:nvSpPr>
        <p:spPr>
          <a:xfrm>
            <a:off x="741578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rain-output-0-12"/>
          <p:cNvSpPr/>
          <p:nvPr/>
        </p:nvSpPr>
        <p:spPr>
          <a:xfrm>
            <a:off x="765352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rain-output-0-13"/>
          <p:cNvSpPr/>
          <p:nvPr/>
        </p:nvSpPr>
        <p:spPr>
          <a:xfrm>
            <a:off x="789127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rain-output-0-14"/>
          <p:cNvSpPr/>
          <p:nvPr/>
        </p:nvSpPr>
        <p:spPr>
          <a:xfrm>
            <a:off x="812901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rain-output-1-0"/>
          <p:cNvSpPr/>
          <p:nvPr/>
        </p:nvSpPr>
        <p:spPr>
          <a:xfrm>
            <a:off x="4800600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rain-output-1-1"/>
          <p:cNvSpPr/>
          <p:nvPr/>
        </p:nvSpPr>
        <p:spPr>
          <a:xfrm>
            <a:off x="503834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rain-output-1-2"/>
          <p:cNvSpPr/>
          <p:nvPr/>
        </p:nvSpPr>
        <p:spPr>
          <a:xfrm>
            <a:off x="527608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rain-output-1-3"/>
          <p:cNvSpPr/>
          <p:nvPr/>
        </p:nvSpPr>
        <p:spPr>
          <a:xfrm>
            <a:off x="551383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rain-output-1-4"/>
          <p:cNvSpPr/>
          <p:nvPr/>
        </p:nvSpPr>
        <p:spPr>
          <a:xfrm>
            <a:off x="5751576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rain-output-1-5"/>
          <p:cNvSpPr/>
          <p:nvPr/>
        </p:nvSpPr>
        <p:spPr>
          <a:xfrm>
            <a:off x="598932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rain-output-1-6"/>
          <p:cNvSpPr/>
          <p:nvPr/>
        </p:nvSpPr>
        <p:spPr>
          <a:xfrm>
            <a:off x="622706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rain-output-1-7"/>
          <p:cNvSpPr/>
          <p:nvPr/>
        </p:nvSpPr>
        <p:spPr>
          <a:xfrm>
            <a:off x="64648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rain-output-1-8"/>
          <p:cNvSpPr/>
          <p:nvPr/>
        </p:nvSpPr>
        <p:spPr>
          <a:xfrm>
            <a:off x="670255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rain-output-1-9"/>
          <p:cNvSpPr/>
          <p:nvPr/>
        </p:nvSpPr>
        <p:spPr>
          <a:xfrm>
            <a:off x="694029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rain-output-1-10"/>
          <p:cNvSpPr/>
          <p:nvPr/>
        </p:nvSpPr>
        <p:spPr>
          <a:xfrm>
            <a:off x="717804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rain-output-1-11"/>
          <p:cNvSpPr/>
          <p:nvPr/>
        </p:nvSpPr>
        <p:spPr>
          <a:xfrm>
            <a:off x="741578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rain-output-1-12"/>
          <p:cNvSpPr/>
          <p:nvPr/>
        </p:nvSpPr>
        <p:spPr>
          <a:xfrm>
            <a:off x="765352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rain-output-1-13"/>
          <p:cNvSpPr/>
          <p:nvPr/>
        </p:nvSpPr>
        <p:spPr>
          <a:xfrm>
            <a:off x="789127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rain-output-1-14"/>
          <p:cNvSpPr/>
          <p:nvPr/>
        </p:nvSpPr>
        <p:spPr>
          <a:xfrm>
            <a:off x="812901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rain-output-2-0"/>
          <p:cNvSpPr/>
          <p:nvPr/>
        </p:nvSpPr>
        <p:spPr>
          <a:xfrm>
            <a:off x="480060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rain-output-2-1"/>
          <p:cNvSpPr/>
          <p:nvPr/>
        </p:nvSpPr>
        <p:spPr>
          <a:xfrm>
            <a:off x="503834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rain-output-2-2"/>
          <p:cNvSpPr/>
          <p:nvPr/>
        </p:nvSpPr>
        <p:spPr>
          <a:xfrm>
            <a:off x="527608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rain-output-2-3"/>
          <p:cNvSpPr/>
          <p:nvPr/>
        </p:nvSpPr>
        <p:spPr>
          <a:xfrm>
            <a:off x="551383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rain-output-2-4"/>
          <p:cNvSpPr/>
          <p:nvPr/>
        </p:nvSpPr>
        <p:spPr>
          <a:xfrm>
            <a:off x="5751576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rain-output-2-5"/>
          <p:cNvSpPr/>
          <p:nvPr/>
        </p:nvSpPr>
        <p:spPr>
          <a:xfrm>
            <a:off x="598932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rain-output-2-6"/>
          <p:cNvSpPr/>
          <p:nvPr/>
        </p:nvSpPr>
        <p:spPr>
          <a:xfrm>
            <a:off x="622706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rain-output-2-7"/>
          <p:cNvSpPr/>
          <p:nvPr/>
        </p:nvSpPr>
        <p:spPr>
          <a:xfrm>
            <a:off x="64648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rain-output-2-8"/>
          <p:cNvSpPr/>
          <p:nvPr/>
        </p:nvSpPr>
        <p:spPr>
          <a:xfrm>
            <a:off x="670255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rain-output-2-9"/>
          <p:cNvSpPr/>
          <p:nvPr/>
        </p:nvSpPr>
        <p:spPr>
          <a:xfrm>
            <a:off x="694029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rain-output-2-10"/>
          <p:cNvSpPr/>
          <p:nvPr/>
        </p:nvSpPr>
        <p:spPr>
          <a:xfrm>
            <a:off x="717804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rain-output-2-11"/>
          <p:cNvSpPr/>
          <p:nvPr/>
        </p:nvSpPr>
        <p:spPr>
          <a:xfrm>
            <a:off x="741578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rain-output-2-12"/>
          <p:cNvSpPr/>
          <p:nvPr/>
        </p:nvSpPr>
        <p:spPr>
          <a:xfrm>
            <a:off x="765352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rain-output-2-13"/>
          <p:cNvSpPr/>
          <p:nvPr/>
        </p:nvSpPr>
        <p:spPr>
          <a:xfrm>
            <a:off x="789127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rain-output-2-14"/>
          <p:cNvSpPr/>
          <p:nvPr/>
        </p:nvSpPr>
        <p:spPr>
          <a:xfrm>
            <a:off x="812901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rain-output-3-0"/>
          <p:cNvSpPr/>
          <p:nvPr/>
        </p:nvSpPr>
        <p:spPr>
          <a:xfrm>
            <a:off x="480060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rain-output-3-1"/>
          <p:cNvSpPr/>
          <p:nvPr/>
        </p:nvSpPr>
        <p:spPr>
          <a:xfrm>
            <a:off x="503834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rain-output-3-2"/>
          <p:cNvSpPr/>
          <p:nvPr/>
        </p:nvSpPr>
        <p:spPr>
          <a:xfrm>
            <a:off x="527608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rain-output-3-3"/>
          <p:cNvSpPr/>
          <p:nvPr/>
        </p:nvSpPr>
        <p:spPr>
          <a:xfrm>
            <a:off x="551383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rain-output-3-4"/>
          <p:cNvSpPr/>
          <p:nvPr/>
        </p:nvSpPr>
        <p:spPr>
          <a:xfrm>
            <a:off x="5751576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rain-output-3-5"/>
          <p:cNvSpPr/>
          <p:nvPr/>
        </p:nvSpPr>
        <p:spPr>
          <a:xfrm>
            <a:off x="598932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rain-output-3-6"/>
          <p:cNvSpPr/>
          <p:nvPr/>
        </p:nvSpPr>
        <p:spPr>
          <a:xfrm>
            <a:off x="622706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rain-output-3-7"/>
          <p:cNvSpPr/>
          <p:nvPr/>
        </p:nvSpPr>
        <p:spPr>
          <a:xfrm>
            <a:off x="64648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rain-output-3-8"/>
          <p:cNvSpPr/>
          <p:nvPr/>
        </p:nvSpPr>
        <p:spPr>
          <a:xfrm>
            <a:off x="670255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rain-output-3-9"/>
          <p:cNvSpPr/>
          <p:nvPr/>
        </p:nvSpPr>
        <p:spPr>
          <a:xfrm>
            <a:off x="694029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rain-output-3-10"/>
          <p:cNvSpPr/>
          <p:nvPr/>
        </p:nvSpPr>
        <p:spPr>
          <a:xfrm>
            <a:off x="717804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rain-output-3-11"/>
          <p:cNvSpPr/>
          <p:nvPr/>
        </p:nvSpPr>
        <p:spPr>
          <a:xfrm>
            <a:off x="741578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rain-output-3-12"/>
          <p:cNvSpPr/>
          <p:nvPr/>
        </p:nvSpPr>
        <p:spPr>
          <a:xfrm>
            <a:off x="765352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rain-output-3-13"/>
          <p:cNvSpPr/>
          <p:nvPr/>
        </p:nvSpPr>
        <p:spPr>
          <a:xfrm>
            <a:off x="789127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rain-output-3-14"/>
          <p:cNvSpPr/>
          <p:nvPr/>
        </p:nvSpPr>
        <p:spPr>
          <a:xfrm>
            <a:off x="812901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rain-output-4-0"/>
          <p:cNvSpPr/>
          <p:nvPr/>
        </p:nvSpPr>
        <p:spPr>
          <a:xfrm>
            <a:off x="480060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rain-output-4-1"/>
          <p:cNvSpPr/>
          <p:nvPr/>
        </p:nvSpPr>
        <p:spPr>
          <a:xfrm>
            <a:off x="503834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rain-output-4-2"/>
          <p:cNvSpPr/>
          <p:nvPr/>
        </p:nvSpPr>
        <p:spPr>
          <a:xfrm>
            <a:off x="527608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rain-output-4-3"/>
          <p:cNvSpPr/>
          <p:nvPr/>
        </p:nvSpPr>
        <p:spPr>
          <a:xfrm>
            <a:off x="551383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rain-output-4-4"/>
          <p:cNvSpPr/>
          <p:nvPr/>
        </p:nvSpPr>
        <p:spPr>
          <a:xfrm>
            <a:off x="5751576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rain-output-4-5"/>
          <p:cNvSpPr/>
          <p:nvPr/>
        </p:nvSpPr>
        <p:spPr>
          <a:xfrm>
            <a:off x="598932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rain-output-4-6"/>
          <p:cNvSpPr/>
          <p:nvPr/>
        </p:nvSpPr>
        <p:spPr>
          <a:xfrm>
            <a:off x="622706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rain-output-4-7"/>
          <p:cNvSpPr/>
          <p:nvPr/>
        </p:nvSpPr>
        <p:spPr>
          <a:xfrm>
            <a:off x="6464808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rain-output-4-8"/>
          <p:cNvSpPr/>
          <p:nvPr/>
        </p:nvSpPr>
        <p:spPr>
          <a:xfrm>
            <a:off x="670255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rain-output-4-9"/>
          <p:cNvSpPr/>
          <p:nvPr/>
        </p:nvSpPr>
        <p:spPr>
          <a:xfrm>
            <a:off x="694029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rain-output-4-10"/>
          <p:cNvSpPr/>
          <p:nvPr/>
        </p:nvSpPr>
        <p:spPr>
          <a:xfrm>
            <a:off x="717804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rain-output-4-11"/>
          <p:cNvSpPr/>
          <p:nvPr/>
        </p:nvSpPr>
        <p:spPr>
          <a:xfrm>
            <a:off x="741578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rain-output-4-12"/>
          <p:cNvSpPr/>
          <p:nvPr/>
        </p:nvSpPr>
        <p:spPr>
          <a:xfrm>
            <a:off x="765352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rain-output-4-13"/>
          <p:cNvSpPr/>
          <p:nvPr/>
        </p:nvSpPr>
        <p:spPr>
          <a:xfrm>
            <a:off x="789127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rain-output-4-14"/>
          <p:cNvSpPr/>
          <p:nvPr/>
        </p:nvSpPr>
        <p:spPr>
          <a:xfrm>
            <a:off x="812901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rain-output-5-0"/>
          <p:cNvSpPr/>
          <p:nvPr/>
        </p:nvSpPr>
        <p:spPr>
          <a:xfrm>
            <a:off x="480060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rain-output-5-1"/>
          <p:cNvSpPr/>
          <p:nvPr/>
        </p:nvSpPr>
        <p:spPr>
          <a:xfrm>
            <a:off x="503834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rain-output-5-2"/>
          <p:cNvSpPr/>
          <p:nvPr/>
        </p:nvSpPr>
        <p:spPr>
          <a:xfrm>
            <a:off x="527608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rain-output-5-3"/>
          <p:cNvSpPr/>
          <p:nvPr/>
        </p:nvSpPr>
        <p:spPr>
          <a:xfrm>
            <a:off x="551383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rain-output-5-4"/>
          <p:cNvSpPr/>
          <p:nvPr/>
        </p:nvSpPr>
        <p:spPr>
          <a:xfrm>
            <a:off x="5751576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rain-output-5-5"/>
          <p:cNvSpPr/>
          <p:nvPr/>
        </p:nvSpPr>
        <p:spPr>
          <a:xfrm>
            <a:off x="598932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rain-output-5-6"/>
          <p:cNvSpPr/>
          <p:nvPr/>
        </p:nvSpPr>
        <p:spPr>
          <a:xfrm>
            <a:off x="622706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rain-output-5-7"/>
          <p:cNvSpPr/>
          <p:nvPr/>
        </p:nvSpPr>
        <p:spPr>
          <a:xfrm>
            <a:off x="6464808" y="292608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rain-output-5-8"/>
          <p:cNvSpPr/>
          <p:nvPr/>
        </p:nvSpPr>
        <p:spPr>
          <a:xfrm>
            <a:off x="670255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rain-output-5-9"/>
          <p:cNvSpPr/>
          <p:nvPr/>
        </p:nvSpPr>
        <p:spPr>
          <a:xfrm>
            <a:off x="694029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rain-output-5-10"/>
          <p:cNvSpPr/>
          <p:nvPr/>
        </p:nvSpPr>
        <p:spPr>
          <a:xfrm>
            <a:off x="717804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rain-output-5-11"/>
          <p:cNvSpPr/>
          <p:nvPr/>
        </p:nvSpPr>
        <p:spPr>
          <a:xfrm>
            <a:off x="741578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rain-output-5-12"/>
          <p:cNvSpPr/>
          <p:nvPr/>
        </p:nvSpPr>
        <p:spPr>
          <a:xfrm>
            <a:off x="765352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rain-output-5-13"/>
          <p:cNvSpPr/>
          <p:nvPr/>
        </p:nvSpPr>
        <p:spPr>
          <a:xfrm>
            <a:off x="789127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rain-output-5-14"/>
          <p:cNvSpPr/>
          <p:nvPr/>
        </p:nvSpPr>
        <p:spPr>
          <a:xfrm>
            <a:off x="812901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rain-output-6-0"/>
          <p:cNvSpPr/>
          <p:nvPr/>
        </p:nvSpPr>
        <p:spPr>
          <a:xfrm>
            <a:off x="480060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rain-output-6-1"/>
          <p:cNvSpPr/>
          <p:nvPr/>
        </p:nvSpPr>
        <p:spPr>
          <a:xfrm>
            <a:off x="503834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rain-output-6-2"/>
          <p:cNvSpPr/>
          <p:nvPr/>
        </p:nvSpPr>
        <p:spPr>
          <a:xfrm>
            <a:off x="527608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rain-output-6-3"/>
          <p:cNvSpPr/>
          <p:nvPr/>
        </p:nvSpPr>
        <p:spPr>
          <a:xfrm>
            <a:off x="551383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rain-output-6-4"/>
          <p:cNvSpPr/>
          <p:nvPr/>
        </p:nvSpPr>
        <p:spPr>
          <a:xfrm>
            <a:off x="575157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rain-output-6-5"/>
          <p:cNvSpPr/>
          <p:nvPr/>
        </p:nvSpPr>
        <p:spPr>
          <a:xfrm>
            <a:off x="598932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rain-output-6-6"/>
          <p:cNvSpPr/>
          <p:nvPr/>
        </p:nvSpPr>
        <p:spPr>
          <a:xfrm>
            <a:off x="622706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rain-output-6-7"/>
          <p:cNvSpPr/>
          <p:nvPr/>
        </p:nvSpPr>
        <p:spPr>
          <a:xfrm>
            <a:off x="646480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rain-output-6-8"/>
          <p:cNvSpPr/>
          <p:nvPr/>
        </p:nvSpPr>
        <p:spPr>
          <a:xfrm>
            <a:off x="670255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rain-output-6-9"/>
          <p:cNvSpPr/>
          <p:nvPr/>
        </p:nvSpPr>
        <p:spPr>
          <a:xfrm>
            <a:off x="694029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rain-output-6-10"/>
          <p:cNvSpPr/>
          <p:nvPr/>
        </p:nvSpPr>
        <p:spPr>
          <a:xfrm>
            <a:off x="717804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rain-output-6-11"/>
          <p:cNvSpPr/>
          <p:nvPr/>
        </p:nvSpPr>
        <p:spPr>
          <a:xfrm>
            <a:off x="741578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rain-output-6-12"/>
          <p:cNvSpPr/>
          <p:nvPr/>
        </p:nvSpPr>
        <p:spPr>
          <a:xfrm>
            <a:off x="765352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rain-output-6-13"/>
          <p:cNvSpPr/>
          <p:nvPr/>
        </p:nvSpPr>
        <p:spPr>
          <a:xfrm>
            <a:off x="789127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rain-output-6-14"/>
          <p:cNvSpPr/>
          <p:nvPr/>
        </p:nvSpPr>
        <p:spPr>
          <a:xfrm>
            <a:off x="812901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rain-output-7-0"/>
          <p:cNvSpPr/>
          <p:nvPr/>
        </p:nvSpPr>
        <p:spPr>
          <a:xfrm>
            <a:off x="480060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rain-output-7-1"/>
          <p:cNvSpPr/>
          <p:nvPr/>
        </p:nvSpPr>
        <p:spPr>
          <a:xfrm>
            <a:off x="503834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rain-output-7-2"/>
          <p:cNvSpPr/>
          <p:nvPr/>
        </p:nvSpPr>
        <p:spPr>
          <a:xfrm>
            <a:off x="527608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rain-output-7-3"/>
          <p:cNvSpPr/>
          <p:nvPr/>
        </p:nvSpPr>
        <p:spPr>
          <a:xfrm>
            <a:off x="551383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rain-output-7-4"/>
          <p:cNvSpPr/>
          <p:nvPr/>
        </p:nvSpPr>
        <p:spPr>
          <a:xfrm>
            <a:off x="5751576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rain-output-7-5"/>
          <p:cNvSpPr/>
          <p:nvPr/>
        </p:nvSpPr>
        <p:spPr>
          <a:xfrm>
            <a:off x="598932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rain-output-7-6"/>
          <p:cNvSpPr/>
          <p:nvPr/>
        </p:nvSpPr>
        <p:spPr>
          <a:xfrm>
            <a:off x="622706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rain-output-7-7"/>
          <p:cNvSpPr/>
          <p:nvPr/>
        </p:nvSpPr>
        <p:spPr>
          <a:xfrm>
            <a:off x="6464808" y="340156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rain-output-7-8"/>
          <p:cNvSpPr/>
          <p:nvPr/>
        </p:nvSpPr>
        <p:spPr>
          <a:xfrm>
            <a:off x="670255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rain-output-7-9"/>
          <p:cNvSpPr/>
          <p:nvPr/>
        </p:nvSpPr>
        <p:spPr>
          <a:xfrm>
            <a:off x="694029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rain-output-7-10"/>
          <p:cNvSpPr/>
          <p:nvPr/>
        </p:nvSpPr>
        <p:spPr>
          <a:xfrm>
            <a:off x="717804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rain-output-7-11"/>
          <p:cNvSpPr/>
          <p:nvPr/>
        </p:nvSpPr>
        <p:spPr>
          <a:xfrm>
            <a:off x="741578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rain-output-7-12"/>
          <p:cNvSpPr/>
          <p:nvPr/>
        </p:nvSpPr>
        <p:spPr>
          <a:xfrm>
            <a:off x="765352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rain-output-7-13"/>
          <p:cNvSpPr/>
          <p:nvPr/>
        </p:nvSpPr>
        <p:spPr>
          <a:xfrm>
            <a:off x="789127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rain-output-7-14"/>
          <p:cNvSpPr/>
          <p:nvPr/>
        </p:nvSpPr>
        <p:spPr>
          <a:xfrm>
            <a:off x="812901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rain-output-8-0"/>
          <p:cNvSpPr/>
          <p:nvPr/>
        </p:nvSpPr>
        <p:spPr>
          <a:xfrm>
            <a:off x="480060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rain-output-8-1"/>
          <p:cNvSpPr/>
          <p:nvPr/>
        </p:nvSpPr>
        <p:spPr>
          <a:xfrm>
            <a:off x="503834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rain-output-8-2"/>
          <p:cNvSpPr/>
          <p:nvPr/>
        </p:nvSpPr>
        <p:spPr>
          <a:xfrm>
            <a:off x="527608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rain-output-8-3"/>
          <p:cNvSpPr/>
          <p:nvPr/>
        </p:nvSpPr>
        <p:spPr>
          <a:xfrm>
            <a:off x="551383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rain-output-8-4"/>
          <p:cNvSpPr/>
          <p:nvPr/>
        </p:nvSpPr>
        <p:spPr>
          <a:xfrm>
            <a:off x="5751576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rain-output-8-5"/>
          <p:cNvSpPr/>
          <p:nvPr/>
        </p:nvSpPr>
        <p:spPr>
          <a:xfrm>
            <a:off x="598932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rain-output-8-6"/>
          <p:cNvSpPr/>
          <p:nvPr/>
        </p:nvSpPr>
        <p:spPr>
          <a:xfrm>
            <a:off x="622706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rain-output-8-7"/>
          <p:cNvSpPr/>
          <p:nvPr/>
        </p:nvSpPr>
        <p:spPr>
          <a:xfrm>
            <a:off x="6464808" y="3639312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rain-output-8-8"/>
          <p:cNvSpPr/>
          <p:nvPr/>
        </p:nvSpPr>
        <p:spPr>
          <a:xfrm>
            <a:off x="670255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rain-output-8-9"/>
          <p:cNvSpPr/>
          <p:nvPr/>
        </p:nvSpPr>
        <p:spPr>
          <a:xfrm>
            <a:off x="694029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rain-output-8-10"/>
          <p:cNvSpPr/>
          <p:nvPr/>
        </p:nvSpPr>
        <p:spPr>
          <a:xfrm>
            <a:off x="717804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rain-output-8-11"/>
          <p:cNvSpPr/>
          <p:nvPr/>
        </p:nvSpPr>
        <p:spPr>
          <a:xfrm>
            <a:off x="741578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rain-output-8-12"/>
          <p:cNvSpPr/>
          <p:nvPr/>
        </p:nvSpPr>
        <p:spPr>
          <a:xfrm>
            <a:off x="765352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rain-output-8-13"/>
          <p:cNvSpPr/>
          <p:nvPr/>
        </p:nvSpPr>
        <p:spPr>
          <a:xfrm>
            <a:off x="789127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rain-output-8-14"/>
          <p:cNvSpPr/>
          <p:nvPr/>
        </p:nvSpPr>
        <p:spPr>
          <a:xfrm>
            <a:off x="812901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rain-output-9-0"/>
          <p:cNvSpPr/>
          <p:nvPr/>
        </p:nvSpPr>
        <p:spPr>
          <a:xfrm>
            <a:off x="480060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rain-output-9-1"/>
          <p:cNvSpPr/>
          <p:nvPr/>
        </p:nvSpPr>
        <p:spPr>
          <a:xfrm>
            <a:off x="503834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rain-output-9-2"/>
          <p:cNvSpPr/>
          <p:nvPr/>
        </p:nvSpPr>
        <p:spPr>
          <a:xfrm>
            <a:off x="527608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rain-output-9-3"/>
          <p:cNvSpPr/>
          <p:nvPr/>
        </p:nvSpPr>
        <p:spPr>
          <a:xfrm>
            <a:off x="551383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rain-output-9-4"/>
          <p:cNvSpPr/>
          <p:nvPr/>
        </p:nvSpPr>
        <p:spPr>
          <a:xfrm>
            <a:off x="5751576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rain-output-9-5"/>
          <p:cNvSpPr/>
          <p:nvPr/>
        </p:nvSpPr>
        <p:spPr>
          <a:xfrm>
            <a:off x="598932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rain-output-9-6"/>
          <p:cNvSpPr/>
          <p:nvPr/>
        </p:nvSpPr>
        <p:spPr>
          <a:xfrm>
            <a:off x="622706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rain-output-9-7"/>
          <p:cNvSpPr/>
          <p:nvPr/>
        </p:nvSpPr>
        <p:spPr>
          <a:xfrm>
            <a:off x="64648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rain-output-9-8"/>
          <p:cNvSpPr/>
          <p:nvPr/>
        </p:nvSpPr>
        <p:spPr>
          <a:xfrm>
            <a:off x="670255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rain-output-9-9"/>
          <p:cNvSpPr/>
          <p:nvPr/>
        </p:nvSpPr>
        <p:spPr>
          <a:xfrm>
            <a:off x="694029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rain-output-9-10"/>
          <p:cNvSpPr/>
          <p:nvPr/>
        </p:nvSpPr>
        <p:spPr>
          <a:xfrm>
            <a:off x="717804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rain-output-9-11"/>
          <p:cNvSpPr/>
          <p:nvPr/>
        </p:nvSpPr>
        <p:spPr>
          <a:xfrm>
            <a:off x="741578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rain-output-9-12"/>
          <p:cNvSpPr/>
          <p:nvPr/>
        </p:nvSpPr>
        <p:spPr>
          <a:xfrm>
            <a:off x="765352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rain-output-9-13"/>
          <p:cNvSpPr/>
          <p:nvPr/>
        </p:nvSpPr>
        <p:spPr>
          <a:xfrm>
            <a:off x="789127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rain-output-9-14"/>
          <p:cNvSpPr/>
          <p:nvPr/>
        </p:nvSpPr>
        <p:spPr>
          <a:xfrm>
            <a:off x="812901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2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2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2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2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2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2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2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2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2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2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2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2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2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2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2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2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2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2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2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2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2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2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2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2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2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2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2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2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2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2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2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2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2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2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2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2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2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2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2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2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2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2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2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2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2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2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2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2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2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2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2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2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2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2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2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2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2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2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2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2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2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2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2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2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2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2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2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2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2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2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2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2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2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2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2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2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2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2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2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2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2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2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2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2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2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2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2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2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2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2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2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2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2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2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2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2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2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2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2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2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2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端の色付きセルを手掛かりに、条件に合う高さの棒の内部を同じ色にする。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公開データと採点の詳細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学習集合と公開評価集合のレコード数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805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提示例の入出力ペア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テスト入力と正解のペア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両集合の公開JSONを全件集計。格子は各ペアに入力と出力の2枚ある。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公開学習1,000課題・公開評価120課題のJSONを全件集計。2026-10-16。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実例の正解と候補を完全一致で比較する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gold = task["test"][0]["output"]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 = [row[:] for row in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wrong[0][0] = (wrong[0][0] + 1) % 10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candidates = [wrong,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any(pred == gold for pred in candidates)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correct: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正解を複製して1セル変えた候補と、正解の候補を比較する採点例。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公式実装は課題ごとの得点と費用を集計する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score_taskは各テスト入力の候補を正解と比較し、一つでも完全一致すれば1点とする。課題の得点は、その平均。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score_submissionは各課題の得点を合計し、採点した課題数で割る。併せて費用、トークン数、処理時間を集計する。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公開の評価コードには複数モデルのアダプターがあり、同じ形式で出力と実行条件を保存できる。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人のテストを使って評価集合の難度を調整する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参加者は90分のセッションに参加し、課題を解くごとに追加の報酬を得た。各候補の解けた割合を難度の指標とした。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評価の3集合は人の平均正解率が1ポイント以内でそろうよう構成した。新作は優先して非公開集合へ割り当てた。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最終採用課題の人によるテスト入力の正解率は66%。論文の人による実験で得られた基準値である。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CholletのARCをARC Prize Foundationが発展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第一著者のFrançois Cholletは、2019年のOn the Measure of IntelligenceでARCと評価の考え方を提案した。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ARC-AGI-2の共著者はMike Knoop、Gregory Kamradt、Bryan Landers、Henry Pinkard。論文は課題設計、人による実験、評価集合を説明する。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初公開は2025年3月。技術報告の初稿は2025年5月で、本資料では2026年1月の第2版を参照する。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-2: A New Challenge for Frontier AI Reasoning Systems"/>
          <p:cNvSpPr txBox="1"/>
          <p:nvPr/>
        </p:nvSpPr>
        <p:spPr>
          <a:xfrm>
            <a:off x="548640" y="1371600"/>
            <a:ext cx="8046720" cy="162090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ARC-AGI-2: A New Challenge for Frontier AI Reasoning Systems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Chollet, Mike Knoop, Gregory Kamradt, Bryan Landers, Henry Pinkard</a:t>
            </a:r>
            <a:br/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2025初稿・2026改訂 / arXiv:2505.11831v2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複数規則の課題設計、選別と難度調整、初期モデル評価を報告する。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  <p:sp>
        <p:nvSpPr>
          <p:cNvPr id="5" name="文献 2: On the Measure of Intelligence"/>
          <p:cNvSpPr txBox="1"/>
          <p:nvPr/>
        </p:nvSpPr>
        <p:spPr>
          <a:xfrm>
            <a:off x="548640" y="3224149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the Measure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 / 2019 / arXiv:1911.01547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技能の水準と、新しい課題へ適応する効率を区別し、ARCの形式と基礎となる知識を提案した。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https://arxiv.org/abs/1911.01547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bstraction and Reasoning Corpus for Artificial General Intelligence v2 (ARC-AGI-2)"/>
          <p:cNvSpPr txBox="1"/>
          <p:nvPr/>
        </p:nvSpPr>
        <p:spPr>
          <a:xfrm>
            <a:off x="548640" y="1371600"/>
            <a:ext cx="8046720" cy="14471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Abstraction and Reasoning Corpus for Artificial General Intelligence v2 (ARC-AGI-2)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公開の学習・評価課題、JSONの形式、利用条件、変更履歴を配布する。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  <p:sp>
        <p:nvSpPr>
          <p:cNvPr id="5" name="文献 2: Testing systems with ARC-AGI"/>
          <p:cNvSpPr txBox="1"/>
          <p:nvPr/>
        </p:nvSpPr>
        <p:spPr>
          <a:xfrm>
            <a:off x="548640" y="3291712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Testing systems with ARC-AGI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モデルへの出題、出力の保存、完全一致による採点、費用・トークン数の集計を行う公式実装。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 Toolkit"/>
          <p:cNvSpPr txBox="1"/>
          <p:nvPr/>
        </p:nvSpPr>
        <p:spPr>
          <a:xfrm>
            <a:off x="548640" y="137160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 Toolkit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ARC-AGI-3の対話的な環境を作り、行動・観測・ゲームの進行を扱うPython APIを提供する。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25729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ARC-AGI-2を含むモデル比較と、ARC Prize Verifiedの結果を掲載する。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ARC-AGI-2 — datasets in 10 minutes</dc:title>
  <dc:subject>色付き格子の抽象推論、作成方法、公開評価と採点、ARC-AGI-3との違い</dc:subject>
  <dc:creator>sasakiy84</dc:creator>
  <cp:keywords>ARC-AGI-2,ARC,abstract reasoning,dataset</cp:keywords>
</cp:coreProperties>
</file>