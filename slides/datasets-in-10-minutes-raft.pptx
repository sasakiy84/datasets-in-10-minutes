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5" r:id="rId35"/>
    <p:sldId id="286" r:id="rId36"/>
    <p:sldId id="287" r:id="rId37"/>
    <p:sldId id="288" r:id="rId38"/>
    <p:sldId id="289" r:id="rId39"/>
    <p:sldId id="290" r:id="rId40"/>
    <p:sldId id="293" r:id="rId43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3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oughtinc/raft-baseline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Relationship Id="rId3" Type="http://schemas.openxmlformats.org/officeDocument/2006/relationships/hyperlink" Target="https://huggingface.co/datasets/ought/raft" TargetMode="External"/><Relationship Id="rId4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ught/raf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ughtinc/raft-baseline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ughtinc/raft-baseline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ught/raf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Real-world Annotated Few-shot Tasks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各50件の教師から、実務的な文章分類を学ぶ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少数の教師で、役に立つ分類ができるか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薬の有害作用、銀行への問い合わせ、利用規約、研究文献の選別など、実務に近い11種類の文章分類を集めた。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各課題に公開するラベル付き例は50件。長い記事や、多数のラベルを持つ課題も含め、少数の例から各課題に対応できるかを比べる。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116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課題ごとの本文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Sentence、Query、Articleなど。内容に応じて異なる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課題ごとに定義された正解クラス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課題内のレコード番号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実例1：薬の有害作用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closer look at septic shock.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ADE-related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入力：敗血症性ショックを詳しく検討する。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配布ラベル：薬の有害作用とは関係がない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ade_corpus_v2 / train ID 20。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実例2：銀行の問い合わせ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limits on top ups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top_up_limits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入力：チャージ額の上限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配布ラベル：チャージの上限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banking_77 / train ID 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実例3：利用規約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may revise these terms from time to time.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potentially unfair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入力：当社は、随時これらの規約を改訂することがあります。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配布ラベル：不公正な可能性あり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terms_of_service / train ID 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既存の少数例評価には、短い文章や研究用に整理しやすい分類が多かった。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実際の仕事で価値のある分類に、少数例学習がどこまで届くかを調べるため、専門性や文章量の異なる課題を選んだ。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既存の公開課題に加え、研究の影響声明や半導体関連組織などの分類を用意し、自然言語の説明とラベルを整理した。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各課題から50件を公開し、テストの予測ラベルを提出する形式を採用した。専門知識のない人の比較評価も行った。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6557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11課題のtrain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公開ラベル付き、合計550件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課題ごとに異なる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正解ラベルは提出評価用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HELM内の再分割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10／40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公開50件を提示候補と評価へ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ought/raft、改訂9ee50172。2026-10-18参照。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https://huggingface.co/datasets/ought/raft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[2] Stanford CRFM. HELM Classic v0.4.0. 公開run_specs。2023-11-17のリリース。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4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50例に対して、クラス数は2〜77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11課題とも公開trainは50件だが、分類先の数は異なる。銀行の問い合わせは77種類、記事の難易度と半導体関連組織は3種類、ほかは2種類である。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banking_77では、公開50件に77種類すべては現れない。自然言語のラベル名と課題の説明も、少数例学習の手掛かりになる。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クラスごとに適合率Pと再現率Rを求め、F1 = 2PR/(P+R)を計算する。P=0.75、R=0.60なら、F1は約0.667。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公式の課題スコアはクラスごとのF1を等しく平均するmacro-F1。全体は11課題のスコアを等しく平均する。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2021年の公式評価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11課題の平均F1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人（クラウドソーシング）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GPT-3 175B（few-shot）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AdaBoost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GPT-Neo 2.7B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各課題のmacro-F1を等しく平均した値。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公式testの正解を使わず、公開trainの50件を乱数seed 42で10件と40件に再分割する。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表はtwitter_complaintsの40件、最大5例提示、3試行。HELMの完全一致率を示し、公式の11課題平均macro-F1と区別する。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twitter_complaintsの再分割40件、最大5例提示。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公開の少数例から、再現可能な比較へ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RAFTの公式評価は、仕事ごとに定義した分類と、少数例という条件を重視した。HELMは公開ラベルだけで実行できる再分割を採用した。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2026-10-18時点で、ought/raftの11課題と、公式のベースライン実装・説明が公開されている。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ought/raftでは、課題名ごとのtrain.csv、test_unlabeled.csv、task.jsonを取得できる。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複数の元データを集めた集合なので、ライセンスは各課題の出所と条件を確認する。banking_77の77クラスは、50例にすべて現れるわけではない。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実務的な11課題を、各50件の公開教師で扱う少数例文章分類の集合である。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課題ごとに本文の形式、クラス数、専門性が異なり、同じ少数例でも難しさが変わる。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追加例1：研究の影響声明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neurips_impact_statement_risks / train ID 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990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原文（抜粋）</a:t>
            </a:r>
          </a:p>
        </p:txBody>
      </p:sp>
      <p:sp>
        <p:nvSpPr>
          <p:cNvPr id="9" name="translation-label"/>
          <p:cNvSpPr txBox="1"/>
          <p:nvPr/>
        </p:nvSpPr>
        <p:spPr>
          <a:xfrm>
            <a:off x="5212079" y="139903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original-panel"/>
          <p:cNvSpPr txBox="1"/>
          <p:nvPr/>
        </p:nvSpPr>
        <p:spPr>
          <a:xfrm>
            <a:off x="548640" y="1655064"/>
            <a:ext cx="4389120" cy="25471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 (excerpt): Paper title: Improving Local Identifiability in Probabilistic Box Embeddings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Impact statement: This work does not present any foreseeable societal consequence.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Label: doesn't mention a harmful application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212079" y="1664208"/>
            <a:ext cx="3383280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入力：論文名：確率的ボックス埋め込みにおける局所的な識別可能性の改善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影響声明：この研究には、予測可能な社会的影響はない。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配布ラベル：有害な応用への言及なし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追加例2：記事の難易度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mothers in South Africa have found out that they are raising each other ’s daughters after someone switched them at birth by mistake in a hospital in 2010.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elementary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入力（抜粋）：南アフリカの2人の母親は、2010年に病院で赤ちゃんを誤って取り違えられたため、互いの娘を育てていることが分かった。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配布ラベル：初級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one_stop_english / train ID 44。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実例の補足：記事の難易度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入力は記事全体。ここでは冒頭1段落を抜粋し、記事全体に付いた配布ラベルを示す。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追加例3：判例の変更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recognize that this reading of fager disapproves prior cases.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overruling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入力：このようにFagerを解釈すると、従来の判例を否定することになると認める。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配布ラベル：判例の変更あり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overruling / train ID 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追加例4：半導体関連組織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Paper title: Design of the Power6 Microprocessor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Organization name: IBM Systems Group,Austin,TX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入力：論文名：Power6マイクロプロセッサの設計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組織名：IBM Systems Group（米国テキサス州オースティン）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配布ラベル：企業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semiconductor_org_types / train ID 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追加例5：レビューへの採否（原文）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systematic_review_inclusion / train ID 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原文（Title・Abstract・Label）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93116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Title: Imagine being a nice guy: A note on hypothetical vs. Incentivized social preferences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conducted an experimental study on social preferences using dictator games similar to Fehr et al. (2008).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Our results show that social preferences differ between subjects who receive low-stakes monetary rewards for their decisions and subjects who consider hypothetical stakes.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Our findings indicate that, apart from incentives, gender plays an important role for the categorization of different social preferences.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© 2015. The authors license.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Label: not included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追加例5：レビューへの採否（日本語訳）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systematic_review_inclusion / train ID 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655064"/>
            <a:ext cx="7955279" cy="25165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題名：いい人になったつもりで――仮想的な社会的選好と、報酬を伴う社会的選好について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Fehrら（2008）と同様の独裁者ゲームを用い、社会的選好に関する実験を行った。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意思決定に対して少額の金銭報酬を受け取る参加者と、仮想的な報酬を考える参加者では、社会的選好が異なった。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報酬に加え、性別も社会的選好の分類に重要な役割を持つことが示された。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© 2015。著者によるライセンス表記。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配布ラベル：レビューに含めない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追加例6：変革的AIの安全性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Title: Economics of the singularity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Author: Hanson, Robin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Publication Year: 2008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Publication Title: IEEE Spectrum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 safety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入力（抜粋）：題名：シンギュラリティの経済学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著者：ロビン・ハンソン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発表年：2008年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掲載先：IEEE Spectrum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
変革的AIの安全性研究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tai_safety_research / train ID 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追加例7：ヘイトスピーチ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to Twitter-- any men on here know what the process is to get #verified?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hate speech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入力：Twitterを始めたばかりです。ここにいる男性で、認証済みになる手続きを知っている人はいますか？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配布ラベル：ヘイトスピーチではない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tweet_eval_hate / train ID 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追加例8：投稿の苦情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@Wavy2Timez for real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入力：@Wavy2Timez 本当にそう。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配布ラベル：苦情ではない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twitter_complaints / train ID 46。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追加例9：銀行の問い合わせ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currencies can I use?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supported_cards_
and_currencies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入力：どの通貨を使えますか？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配布ラベル：対応するカードと通貨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banking_77 / train ID 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追加例10：投稿の苦情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@TopmanAskUs please just give me my money back.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入力：@TopmanAskUs お願いだから、お金を返してください。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配布ラベル：苦情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twitter_complaints / train ID 28。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11課題の公開教師とクラス数（1/2）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公開教師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ade corpus 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banking 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neurips impact statement risks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one stop english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overruling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semiconductor org types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11課題の公開教師とクラス数（2/2）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19322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公開教師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systematic review inclusion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tai safety research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terms of service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tweet eval hate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twitter complaints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Neel AlexとEli Liflandは等しく貢献したと記載されている。最終著者はAndreas Stuhlmüller。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Ought、Hugging Faceなどの共同研究で、NeurIPS Datasets and Benchmarks 2021で発表した。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RAFT: A Real-World Few-Shot Text Classification Benchmark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RAFT: A Real-World Few-Shot Text Classification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Neel Alex, Eli Lifland, Lewis Tunstall, Abhishek Thakur, Pegah Maham, C. Jess Riedel, Emmie Hine, Carolyn Ashurst, Paul Sedille, Alexis Carlier, Michael Noetel, Andreas Stuhlmüller / NeurIPS Datasets and Benchmarks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RAFT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ought/raft / 改訂9ee50172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2026-10-18T00:20:59Z</dcterms:modified>
  <dc:title>raft</dc:title>
  <dc:creator>sasakiy84</dc:creator>
  <dcterms:created xsi:type="dcterms:W3CDTF">2026-10-18T00:20:59Z</dcterms:created>
  <dc:language>ja-JP</dc:language>
</cp:coreProperties>
</file>