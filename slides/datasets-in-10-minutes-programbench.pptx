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programbench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03546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0354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03546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605.03546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03546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03546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605.03546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anthropic.com/claude-fable-and-mythos-5-1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rogrambench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03546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facebookresearch/ProgramBench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facebookresearch/ProgramBench/blob/main/docs/README.m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programbench/ProgramBench-Tests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03546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facebookresearch/ProgramBench/blob/main/docs/README.md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605.03546" TargetMode="External"/><Relationship Id="rId3" Type="http://schemas.openxmlformats.org/officeDocument/2006/relationships/hyperlink" Target="https://github.com/facebookresearch/ProgramBench/blob/main/docs/README.md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programbench/ProgramBench-Tests" TargetMode="External"/><Relationship Id="rId3" Type="http://schemas.openxmlformats.org/officeDocument/2006/relationships/hyperlink" Target="https://www.anthropic.com/claude-fable-and-mythos-5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53439"/>
            <a:ext cx="8046720" cy="1049273"/>
          </a:xfrm>
        </p:spPr>
        <p:txBody>
          <a:bodyPr wrap="square" lIns="0" rIns="0" tIns="0" bIns="508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ProgramBench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99665"/>
            <a:ext cx="8046720" cy="885190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実行ファイルの振る舞いから
コードベースを作り直す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プログラムを再構築する課題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課題の作成とデータの構成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採点方法と到達水準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評価での利用と入手方法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ProgramBench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プログラムを再構築する課題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" y="1353312"/>
            <a:ext cx="5925312" cy="3127248"/>
          </a:xfrm>
          <a:prstGeom prst="rect">
            <a:avLst/>
          </a:prstGeom>
        </p:spPr>
      </p:pic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https://programbench.com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66751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プログラムを再構築する課題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プログラムを再構築する課題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求めるのは、一つのプログラム全体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入力は、参照用の実行ファイルと使い方の文書。エージェントはその動作を調べる。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提出するのは、同じ動作を再現するソースコードとビルドスクリプト。実装言語とコードの分け方を自分で決める。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元のソースコードの復元ではなく、入出力やファイルの変化を再現する課題である。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プログラムを再構築する課題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実行して調べ、隠されたテストで評価する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参照プログラムには任意の入力を与え、標準出力・標準エラー・終了コード・生成ファイルを観察できる。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解答中はネット接続と逆コンパイルを使えず、元のソースコードや採点用テストは渡されない。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以下の実例は、公開配布された採点用テストから選んだ。単発の出力を答えるのではなく、こうした動作を持つプログラムを作る。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プログラムを再構築する課題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実例1：ripgrepの文字列検索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プログラムを再構築する課題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134213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test.txt の内容: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foo.*bar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[hello]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-F "foo.*bar" test.txt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34944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7552"/>
            <a:ext cx="7955279" cy="379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終了コードは0。出力に foo.*bar を含む。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17073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-F は正規表現の記号を文字そのものとして扱う。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burntsushi/ripgrep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実例2：SQLiteの問い合わせとJSON出力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プログラムを再構築する課題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7980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./executable -json :memory: \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"SELECT 1 as a, 'hello' as b;"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087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960" y="2983484"/>
            <a:ext cx="7980679" cy="379793"/>
          </a:xfrm>
          <a:prstGeom prst="rect">
            <a:avLst/>
          </a:prstGeom>
          <a:noFill/>
        </p:spPr>
        <p:txBody>
          <a:bodyPr wrap="square" lIns="2540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JSON配列の要素は1件で、a は1、b は "hello"。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3005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SQLの計算だけでなく、指定された形式で結果を出す動作を再現する。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sqlite/sqlite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実例3：xsvのCSV行数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プログラムを再構築する課題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107010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test.csv の内容（\n は改行）: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name,age\nAlice,30\nBob,25\nCarol,35\n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count test.csv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6291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55518"/>
            <a:ext cx="7955279" cy="379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出力の前後の空白を除くと 3。標準エラーは空。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5039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見出しをデータ行に数えないことまで、テストで確かめる。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burntsushi/xsv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66751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課題の作成とデータの構成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課題の作成とデータの構成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既存のソフトウェアから課題を作る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単体の実行プログラムを作れる、コンパイル型言語のオープンソースプロジェクトを候補にする。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エージェントがソースから参照プログラムをビルドし、その手順を保存する。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動作テストを作った後、ソース・テスト・実装を明かす生成物を除いて、解答環境を用意する。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課題の作成とデータの構成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200課題は小さな道具から大規模システムまで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5025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用途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含まれるプログラム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検索・データ処理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ripgrep、jq、xsv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圧縮・メディア処理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zstd、xz、FFmpeg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言語の実行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PHP、Lua、tinycc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データベース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SQLite、DuckDB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参照プログラムの言語構成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課題の作成とデータの構成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38400"/>
        </p:xfrm>
        <a:graphic>
          <a:graphicData uri="http://schemas.openxmlformats.org/drawingml/2006/table">
            <a:tbl>
              <a:tblPr firstRow="0" bandRow="0"/>
              <a:tblGrid>
                <a:gridCol w="5029200"/>
                <a:gridCol w="30175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Rust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C++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Haskell / Java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751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既存プロジェクトの言語。解答には別の言語も使える。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テスト生成と解答では、見える情報が違う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テストを作るエージェントは、実行ファイルに加えてソース・既存テスト・文書も参照する。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コードのどこを通ったかを測り、未確認の動作を追加で調べる。既存の動作テストも取り込む。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参照プログラムで安定して通るか、弱い判定や何もしないダミープログラムでも通るテストがないかを確認し、除外・修正する。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課題の作成とデータの構成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66751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完全解決率と、テスト通過率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完全解決率は、すべての採点テストに通った課題の割合。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テスト通過率は、各課題で通ったテストの割合。途中までの進歩を見るためにも使う。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判定方法はテストごとに異なる。文字列の一致、JSONの値、終了コード、生成ファイルなど、外から観察できる動作を確認する。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初期評価では、完全解決は0件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完全解決率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95%以上通過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 5.4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200課題、mini-SWE-agent。最大1,000ステップ・6時間（2026年公表）。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右列は95%以上通る課題の割合。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2026年9月には、長文脈の評価にも採用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Claude Fable 5.1の評価では、参照実行ファイルのテスト通過率が90%未満の34課題を除き、166課題を使った。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残った課題でも、参照実行ファイルが通るテストだけを採点し、6時間の制限を外した。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この条件での隠しテスト通過率は、Fable 5.1が87.6%、Fable 5が86.3%、Opus 5が85.4%。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Anthropic (2026), Claude Fable 5.1 &amp; Claude Mythos 5.1 System Card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https://www.anthropic.com/claude-fable-and-mythos-5-1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公式の公開結果では、完全解決も現れた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36192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2103120"/>
                <a:gridCol w="210312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完全解決率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95%以上通過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5 (xhigh)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Muse Spark 1.3 (max)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GPT-5.6 Sol (xhigh)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17296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2026-10-21参照。200課題、mini-SWE-agent。右列は95%以上通る課題の割合。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https://programbench.com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66751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一つの課題にも、多数の動作テストがある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200課題に合計248,853件のテスト関数がある。検索や変換の基本機能に加え、引数・出力形式・例外時の動作まで調べる。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各プロジェクトの難しさは大きく異なる。小さなCLIの操作と、FFmpegや言語処理系の再実装を同じ枠組みで評価する。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参照プログラムの動作を調べ、実装・実行・修正を繰り返すため、長い作業履歴を扱う。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配布先と、そこで手に入るもの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56692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公式サイト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課題の紹介・結果・論文への入口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GitHub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評価用コード・課題の情報・利用ガイド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Hugging Face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生成した動作テスト・帰属情報・ライセンス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Docker Hub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推論と評価に使う環境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Meta FAIR (2026), ProgramBench（2026-10-21参照）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https://github.com/facebookresearch/ProgramBench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評価環境を用意して、コードベースを提出する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公式ガイドはLinuxのx86_64環境を案内している。課題用のコンテナには、参照実行ファイルと文書がある。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解答中のネット接続を止め、完成したコードベースをアーカイブにして提出する。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評価用のコマンドが、課題ごとのテストを取得して実行し、通過・失敗と集計結果を出す。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Usage Guide（2026-10-21参照）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https://github.com/facebookresearch/ProgramBench/blob/main/docs/README.md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コードとテストの利用条件を確かめる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ProgramBenchの評価用コードはMITライセンスで公開されている。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テストはAIが生成し、元のプロジェクトのテストに由来する部分を含みうる。各課題の帰属情報とライセンスが付いている。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再配布や改変では、使う課題のATTRIBUTION.mdとLICENSEを確認する。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ProgramBenchが測るもの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実行ファイルと文書だけを手がかりに、同じ動作をするコードベースをゼロから作る。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200の既存ソフトウェアと、外部動作を確かめる多数のテストにより、プログラム全体を実装する能力を測る。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完全解決、部分的な通過、作業の進め方を見ることで、長時間のソフトウェア開発を評価できる。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評価での利用と入手方法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Yang et al. (2026), ProgramBench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39115"/>
            <a:ext cx="8046720" cy="75895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異なる動作の追加例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評価環境と利用条件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追加例1：sdの空パターン置換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7980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標準入力: abc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"" "X"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087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3484"/>
            <a:ext cx="7955279" cy="379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終了コードは0。出力に XaXbXcX を含む。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3005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空の検索パターンは、各文字の前後の位置に一致する。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chmln/sd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追加例2：DuckDBの出力モード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107010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--batch --no-init \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-cmd ".mode csv"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標準入力: SELECT 42 as x;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6291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55518"/>
            <a:ext cx="7955279" cy="7047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出力に x と42を含み、罫線の ┌ は含まない。</a:t>
            </a:r>
          </a:p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終了コードは0。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969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先に指定したCSV出力の設定を、標準入力のSQLにも適用する。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duckdb/duckdb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追加例3：zstdの圧縮と復元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107010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標準入力: "Hello, World! " を100回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1. ./executable -c で圧縮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2. 圧縮結果を ./executable -dc に渡す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6291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55518"/>
            <a:ext cx="7955279" cy="379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復元後のバイト列が、入力と完全に一致する。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5039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圧縮ファイルの見た目だけでなく、復元可能かを確認する。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facebook/zstd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追加例4：FFmpegへ標準入力で動画を渡す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7980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入力: 配布テストの2秒の test.mp4 のバイト列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-i - -f null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087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3484"/>
            <a:ext cx="7955279" cy="7047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終了コードは0。標準エラーに</a:t>
            </a:r>
          </a:p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Input #0 と Stream #0:0 を含む。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97935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ファイルパスの代わりに - を指定して、動画を標準入力から読ませる。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ffmpeg/ffmpeg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追加例5：jqの名前付き変数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7980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標準入力: {}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--arg foo bar '$foo'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087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3484"/>
            <a:ext cx="7955279" cy="379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出力の前後の空白を除くと "bar"。終了コードは0。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3005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--arg は変数名と値の二つの引数を消費し、その変数をフィルターで参照できる。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jqlang/jq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追加例6：PHPのスクリプト引数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7980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./executable -r 'echo json_encode($argv);' \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-- test 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087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3484"/>
            <a:ext cx="7955279" cy="379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終了コードは0。出力に "test" と "123" を含む。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3005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-- より後の文字列を、実行するPHPコードから引数として読める。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php/php-src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追加例7：yjでYAMLをJSONへ変換する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107010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標準入力（\n は改行）: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key: value\nnumber: 42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6291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55518"/>
            <a:ext cx="7955279" cy="7047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出力に "key"、"value"、"number"、42を含む。</a:t>
            </a:r>
          </a:p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終了コードは0。標準エラーは空。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969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引数を省いたときにも、既定のYAMLからJSONへの変換を行う。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sclevine/yj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追加例8：fdの探索の深さ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107010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探索先: file.txt、sub/file2.txt、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sub/deep/file3.txt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--max-depth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6291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55518"/>
            <a:ext cx="7955279" cy="7047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出力に file.txt と sub を含み、</a:t>
            </a:r>
          </a:p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file2.txt と deep は含まない。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969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一つ下の階層までを調べ、より深い場所へ進まない。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sharkdp/fd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追加例9：hexylの16進数表示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107010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標準入力のバイト: 00 10 20 FF（16進数）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--base=hexadecimal \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--color=never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6291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55518"/>
            <a:ext cx="7955279" cy="379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終了コードは0。出力に00、10、20、ffを含む。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5039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表示の基数と色の有無を、引数で切り替える。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sharkdp/hexyl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追加例10：gronのJSON展開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公開テストに含まれる入力・操作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134213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標準入力（JSON）: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{"string":"hello","number":42,"float":3.14,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"bool":true,"null_val":null}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操作: ./executable -m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34944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期待する動作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7552"/>
            <a:ext cx="7955279" cy="379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各値を代入文へ展開し、参照結果と一致する。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17073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数値・文字列・真偽値・nullの型を保つ。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tomnomnom/gron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追加例10：gronの期待出力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異なる動作の追加例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参照テキスト（全文）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709928"/>
            <a:ext cx="8046720" cy="215823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json = {};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json.bool = true;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json.float = 3.14;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json.null_val = null;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json.number = 42;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json.string = "hello";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69080"/>
            <a:ext cx="7955279" cy="3722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出力全体をこのテキストと比較する。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 tomnomnom/gron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動作を調べる環境と、採点環境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推論用コンテナでは参照プログラムの実行だけを許し、ソースやビルド成果物へのアクセスを除く。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提出されたコードを別の評価用環境でビルドし、参照プログラムに対して作られたテストを実行する。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配布テストには、個別に採点から除いたものも記録される。採点では、除外されたテストを通過率の分母から外す。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評価環境と利用条件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Usage Guide（2026-10-21参照）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https://github.com/facebookresearch/ProgramBench/blob/main/docs/README.md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掲載例に付属する元プロジェクトの条件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評価環境と利用条件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2024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438912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配布物のライセンス表示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今回扱うプロジェクト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Unlicense / Public-Domain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ripgrep、xsv / SQLite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sd、DuckDB、jq、gron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Apache-2.0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yj、fd、hexyl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BSD-3-Clause / LGPL-2.1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zstd、PHP / FFmpeg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205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公式テスト配布の各課題に、帰属情報とライセンス本文が付属する。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ProgramBench (2026), Generated Tests（2026-10-21参照）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ProgramBench: Can Language Models Rebuild Programs From Scratch?"/>
          <p:cNvSpPr txBox="1"/>
          <p:nvPr/>
        </p:nvSpPr>
        <p:spPr>
          <a:xfrm>
            <a:off x="548640" y="1463040"/>
            <a:ext cx="8046720" cy="162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ProgramBench: Can Language Models Rebuild Programs From Scratch?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Yang et al. (2026), arXiv:2605.03546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課題の定義、作成工程、初期評価、コード構造の分析を報告する。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https://arxiv.org/abs/2605.03546</a:t>
            </a:r>
          </a:p>
        </p:txBody>
      </p:sp>
      <p:sp>
        <p:nvSpPr>
          <p:cNvPr id="5" name="文献 2: ProgramBench Usage Guide"/>
          <p:cNvSpPr txBox="1"/>
          <p:nvPr/>
        </p:nvSpPr>
        <p:spPr>
          <a:xfrm>
            <a:off x="548640" y="3327019"/>
            <a:ext cx="8046720" cy="13336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ProgramBench Usage Guide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Meta FAIR (2026), GitHub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推論用環境、提出物、採点と集計の手順を案内する。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https://github.com/facebookresearch/ProgramBench/blob/main/docs/README.md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ProgramBench Generated Tests"/>
          <p:cNvSpPr txBox="1"/>
          <p:nvPr/>
        </p:nvSpPr>
        <p:spPr>
          <a:xfrm>
            <a:off x="548640" y="1463040"/>
            <a:ext cx="8046720" cy="1586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ProgramBench Generated Tests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ProgramBench (2026), Hugging Face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プログラムごとの動作テストと、元プロジェクトへの帰属・利用条件を公開する。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https://huggingface.co/datasets/programbench/ProgramBench-Tests</a:t>
            </a:r>
          </a:p>
        </p:txBody>
      </p:sp>
      <p:sp>
        <p:nvSpPr>
          <p:cNvPr id="5" name="文献 2: System Card: Claude Fable 5.1 &amp; Claude Mythos 5.1"/>
          <p:cNvSpPr txBox="1"/>
          <p:nvPr/>
        </p:nvSpPr>
        <p:spPr>
          <a:xfrm>
            <a:off x="548640" y="3290824"/>
            <a:ext cx="8046720" cy="1586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System Card: Claude Fable 5.1 &amp; Claude Mythos 5.1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Anthropic (2026), System Card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長文脈・複数エージェントの評価における、ProgramBenchの使用条件と結果を報告する。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https://www.anthropic.com/claude-fable-and-mythos-5-1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2026-10-21T12:32:42Z</dcterms:modified>
  <dc:title>programbench</dc:title>
  <dc:creator>sasakiy84</dc:creator>
  <dcterms:created xsi:type="dcterms:W3CDTF">2026-10-21T12:32:42Z</dcterms:created>
  <dc:language>ja-JP</dc:language>
</cp:coreProperties>
</file>