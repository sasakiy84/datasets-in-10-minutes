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FewCLU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4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tree/main/datasets/eprstm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Relationship Id="rId3" Type="http://schemas.openxmlformats.org/officeDocument/2006/relationships/hyperlink" Target="https://aclanthology.org/2023.emnlp-demo.17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6300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72652"/>
            <a:ext cx="8046720" cy="13392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E-commerce Product Review Dataset for Sentiment Analysis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中国語の商品レビューを、肯定的・否定的に分類する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86" y="1481328"/>
            <a:ext cx="5583627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商品レビューの評価を、二つのラベルで表す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EPRSTMTは、中国語の商品レビューを、肯定的な評価と否定的な評価に分類するデータセット。肯定的ならPositive、否定的ならNegativeというラベルを付ける。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FewCLUEではEPR-sentimentとも呼ばれる。少数のラベル付きデータから学習するモデルを評価するために使われる。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入力はレビュー文、出力は感情のラベル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sentenceには商品レビューの本文、labelにはPositiveかNegativeが入っている。モデルはレビュー文を読み、二つのラベルのどちらかを予測する。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レビューには、配送、価格、音質、使いやすさなどへの評価が含まれる。一つの文に、良い点と不満が一緒に書かれることもある。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実例1：通話中の雑音と、正規品への疑念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今天刚拿到手机，打电话时发现手机听筒有吱吱吱的杂声，不满意，真怀疑是不是正品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今日、携帯電話を受け取りました。電話をかけると受話口からジージーという雑音がすることに気づきました。不満です。本当に正規品なのか疑ってしまいます。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train_4.json.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https://github.com/CLUEbenchmark/FewCLUE/blob/main/datasets/eprstmt/train_4.json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実例2：速さ・良さ・安さを繰り返す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商城就是快好省，快好省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この通販サイトは、速い、良い、お得。速い、良い、お得。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実例3：包装の傷より、試聴後の評価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外包装上有点磨损，试听后感觉不错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外箱に少し擦れがありますが、試聴した感じはよいです。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良い点と不満が、一つのレビューに混在する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包装の傷を挙げつつ、試聴した感想を「よい」とするレビューには、Positiveが付いている。投稿者が何を評価し、最後にどのような感想を述べているかが、分類の手掛かりになる。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一方、音や装着感への不満が続いていてもPositiveとなっている例がある。文章から受ける印象と正解ラベルが合いにくい例も含まれるため、感情の解釈とラベルの品質が評価上の課題になる。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商品レビューを、少数例学習の評価用に整備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北京師範大学のICIP Labが集めた商品レビューをもとに、FewCLUE向けにフィルタリング・検査・再構成した。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FewCLUEは、中国語の少数例学習を9課題で評価するベンチマーク。EPRSTMTは、その中の商品レビューの感情分析課題に当たる。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FewCLUEの説明では、元のレビューの収集先や、ラベル付けの具体的な基準までは分からない。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学習・開発は各32件、テストは二種類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011680"/>
                <a:gridCol w="21945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レビュー数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評価提出用テスト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ラベルなしデータ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19,565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ラベルなしデータは、教師なし学習や半教師あり学習にも利用する。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学習する32件を変えて、結果の安定性を調べる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少数例で学習すると、どのレビューが学習用に選ばれるかによって結果が変わりやすい。そこで、学習用と開発用を5組ずつ用意している。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各組の32件は、肯定的・否定的なレビューを合わせた件数。二つのラベルの内訳は、組によって異なる。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5組をまとめた学習用・開発用ファイルもある。複数の組に共通するレビューがあるため、まとめたファイルには同じ文が含まれる。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正答率で、感情の分類結果を評価する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予測したラベルが正解と一致したレビューの割合を、正答率（Accuracy）として報告する。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公開テストは、肯定的305件・否定的305件の計610件。全てに同じラベルを答えた場合の正答率は50%になる。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正解が非公開のテスト753件は、評価用の予測を提出するためのもの。公開テストでは、手元で予測と正解を比べられる。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2021年のFewCLUE実験における正答率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いずれもRoBERTaを使ったEPRSTMTの報告値。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人による評価では、正答率90%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人手によるEPRSTMTの評価では、テストから選んだ100件に対する正答率が90.0%だった。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モデルの報告値はテスト全体を対象とするため、人手評価とは対象件数が異なる。短いレビューでも、評価の混在や解釈の揺れが残る。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少数例を生かす、入力の工夫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PETは、レビューを穴埋め形式の文にし、感情に対応する語をモデルに選ばせる。公開実装では「不」「很」をラベルに対応させる。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EFLは、レビューと「肯定的な感情を表す」といった説明文を組にし、その説明が成り立つかを判定する問題へ変換する。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P-tuningは、モデルへの指示に相当する表現も学習する方法。少数のラベル付きデータから、事前学習したモデルの知識を引き出すことを目指す。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公式配布先と、利用条件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FewCLUEの公式リポジトリから、EPRSTMTの学習用・開発用・テスト用データを入手できる。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付属するBERTコードにはApache 2.0が適用される。一方、商品レビュー本文を含むデータ全体の利用条件は明示されていないため、再利用の条件は配布元への確認が必要。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JSONファイルから、レビューとラベルを読む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456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0536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open('train_0.json', encoding='utf-8') as f: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review = json.loads(next(f))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print(review['sentence'])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661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1行が1件のレビュー。sentenceが本文、labelがPositiveまたはNegative。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短いレビューで、少数例学習の力を測る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EPRSTMTは、中国語の商品レビューを肯定的・否定的に分類するデータセット。32件ずつの小さな学習セットで、少数例から学ぶ方法を評価する。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短い文章にも、複数の評価や皮肉が含まれる。良い点と不満の両方があるレビューや、文章の印象とラベルが合いにくい例が、分類の難しさを表している。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入手方法と利用条件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281121"/>
            <a:ext cx="7863840" cy="112776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実例4：配送への皮肉を読む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呵呵了 这物流速度也是没谁了 同城网购竟然三天了还不到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いやあ、この配送の遅さにはあきれます。同じ市内なのに、ネットで注文してから3日たっても届きません。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実例5：短い肯定と、今後の試用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还不错，等试用一段时间再说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悪くありません。しばらく使ってから、また評価します。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実例6：使わなくても電池がなくなる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冲满电2天没用过就没电   客服说正常的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満充電にしてから2日間使っていないのに、電池が切れました。カスタマーサービスは正常だと言っています。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実例7：高齢者にも使いやすい携帯電話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手机好用，声音大，手写流利，老人非常中意。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携帯電話は使いやすく、音が大きく、手書き入力もスムーズです。高齢の人がとても気に入っています。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実例8：音や装着感への不満と肯定的ラベル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耳机做工还行，音效的话没有想象中的那么好，可能需要煲机吧，耳机戴了一两个小时耳朵就有点疼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66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011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イヤホンの作りはまあまあです。音は想像していたほどよくなく、慣らし運転が必要なのかもしれません。1、2時間着けると、耳が少し痛くなります。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実例9：中国製品を応援しつつ、操作に戸惑う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支持国产，用起来挺好的，操作有点不习惯。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中国製品を応援します。使い心地はよいですが、操作には少し不慣れです。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04482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実例10：厚さが期待と合わない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太厚了，和期待值有差距.夏天揣口袋里绝对不和谐.看来只能应急用用了.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厚すぎて、期待していたものとは違いました。夏にポケットへ入れたら、どう見ても不格好です。どうやら非常用に使うしかなさそうです。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実例11：使って分かった複数の問題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用了几天，发现很多问题，无线网容易掉线，屏幕容易刮花，打开网页容易死掉，不值的买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数日使って、多くの問題に気づきました。無線ネットワークは切れやすく、画面は傷つきやすく、ウェブページを開くとフリーズしやすいです。買う価値はありません。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実例12：イヤホンが見当たらず、気分が変わる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收到手机的时候挺高兴的。 但是我找了半天都没有找到耳机，跟我想象的不太一样 心情立马不好了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携帯電話が届いたときはうれしかったです。でも、ずいぶん探してもイヤホンが見つからず、想像していたものとは少し違いました。たちまち嫌な気分になりました。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実例13：イヤホンへの不満と肯定的ラベル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一分钱一分货嘛，毕竟价格在这里，也不错了，没送耳机，本人不高兴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値段なりですよね。結局この価格ですし、悪くありません。イヤホンが付いてこなかったので、私は不満です。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2021年：学習方法による成績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LM-BFF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 / GPT系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sp>
        <p:nvSpPr>
          <p:cNvPr id="4" name="文献 1: FewCLUE: A Chinese Few-shot Learning Evaluation Benchmark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A Chinese Few-shot Learning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 et al. · 2021 · arXiv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中国語の少数例学習を9課題で比較する研究。EPRSTMTの構成と学習方式別の評価を報告する。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  <p:sp>
        <p:nvSpPr>
          <p:cNvPr id="5" name="文献 2: FewCLUE: 小样本学习测评基准，中文版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小样本学习测评基准，中文版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n.d. · GitHub。参照2026-10-19。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EPRSTMTなどの学習・開発・テスト用データと、少数例学習の実装を公開する。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2026-10-18T12:25:19Z</dcterms:modified>
  <dc:title>eprstmt</dc:title>
  <dc:creator>sasakiy84</dc:creator>
  <dcterms:created xsi:type="dcterms:W3CDTF">2026-10-18T12:25:19Z</dcterms:created>
  <dc:language>ja-JP</dc:language>
</cp:coreProperties>
</file>