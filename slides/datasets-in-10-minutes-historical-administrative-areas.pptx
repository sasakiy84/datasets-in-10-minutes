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eoshape.ex.nii.ac.jp/city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eoshape.ex.nii.ac.jp/city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hyperlink" Target="https://geoshape.ex.nii.ac.jp/city/geojson/20230101/01/01202A1968.geojson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hyperlink" Target="https://geoshape.ex.nii.ac.jp/city/resource/01202A1968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hyperlink" Target="https://geoshape.ex.nii.ac.jp/city/geojson/19231231/01/01202A1968.geojson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city/resource/01202A1968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city/resource/01202A1968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city/geojson/20230101/01/01202A1968.geojson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city/geojson/20230101/01/01202A1968.geojson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city/geojson/19231231/01/01202A1968.geojson" TargetMode="External"/><Relationship Id="rId3" Type="http://schemas.openxmlformats.org/officeDocument/2006/relationships/hyperlink" Target="https://www.rfc-editor.org/rfc/rfc7946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topojson/topojson-specification" TargetMode="External"/><Relationship Id="rId3" Type="http://schemas.openxmlformats.org/officeDocument/2006/relationships/hyperlink" Target="https://geoshape.ex.nii.ac.jp/city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city/geojson/19231231/01/01202A1968.geojson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city/dataset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city/dataset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city/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eoshape.ex.nii.ac.jp/city/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city/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city/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city/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eoshape.ex.nii.ac.jp/city/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city/geojson/20230101/01/01202A1968.geojson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eoshape.ex.nii.ac.jp/city/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eoshape.ex.nii.ac.jp/city/dataset/" TargetMode="External"/><Relationship Id="rId3" Type="http://schemas.openxmlformats.org/officeDocument/2006/relationships/hyperlink" Target="https://creativecommons.org/licenses/by-sa/4.0/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eoshape.ex.nii.ac.jp/city/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hyperlink" Target="https://geoshape.ex.nii.ac.jp/city/resource/14104A1968.html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hyperlink" Target="https://geoshape.ex.nii.ac.jp/city/resource/26103A1968.html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hyperlink" Target="https://geoshape.ex.nii.ac.jp/city/resource/21203A1968.html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hyperlink" Target="https://geoshape.ex.nii.ac.jp/city/resource/13381A1968.html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hyperlink" Target="https://geoshape.ex.nii.ac.jp/city/resource/01340A1985.html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city/geojson/19231231/01/01202A1968.geojson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city/" TargetMode="External"/><Relationship Id="rId3" Type="http://schemas.openxmlformats.org/officeDocument/2006/relationships/hyperlink" Target="https://geoshape.ex.nii.ac.jp/city/resource/01202A1968.html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eoshape.ex.nii.ac.jp/city/dataset/" TargetMode="External"/><Relationship Id="rId3" Type="http://schemas.openxmlformats.org/officeDocument/2006/relationships/hyperlink" Target="https://www.rfc-editor.org/rfc/rfc7946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opojson/topojson-specification" TargetMode="External"/><Relationship Id="rId3" Type="http://schemas.openxmlformats.org/officeDocument/2006/relationships/hyperlink" Target="https://creativecommons.org/licenses/by-sa/4.0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459827"/>
            <a:ext cx="8046720" cy="1836420"/>
          </a:xfrm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歴史的行政区域
データセットβ版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326727"/>
            <a:ext cx="8046720" cy="48831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市区町村のIDと、時点ごとの境界を読む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公式サイトから、過去の市区町村を探す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公式サイト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64" y="1481328"/>
            <a:ext cx="4579070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人文学オープンデータ共同利用センター. 歴史的行政区域データセットβ版.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https://geoshape.ex.nii.ac.jp/city/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同じ市の境界を時点で比べる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形状・属性・IDの形式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データの作成と収録範囲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取得と歴史地理への利用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37355"/>
            <a:ext cx="8412480" cy="56083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200" b="0">
                <a:solidFill>
                  <a:srgbClr val="303437"/>
                </a:solidFill>
                <a:latin typeface="Noto Sans"/>
              </a:defRPr>
            </a:pPr>
            <a:r>
              <a:rPr sz="3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同じ市の境界を時点で比べる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同じ市の境界を時点で比べる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過去の市区町村と、その時点の形を結ぶ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歴史的に存在した市区町村へIDを付け、異なる時点の行政区域の境界を結び付けた地理データ。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現在の自治体だけでなく、過去に消滅した市町村も探せる。境界は面の形を持つポリゴンとして配布される。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歴史地名の位置確認、地図の比較、過去の地域区分を使った集計の手掛かりになる。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同じ市の境界を時点で比べる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人文学オープンデータ共同利用センター. 歴史的行政区域データセットβ版.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函館市の区域を、配布ポリゴンから描く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同じ市の境界を時点で比べる</a:t>
            </a:r>
          </a:p>
        </p:txBody>
      </p:sp>
      <p:pic>
        <p:nvPicPr>
          <p:cNvPr id="4" name="Picture 3" descr="map-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4" y="1307592"/>
            <a:ext cx="7184571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270248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2023-01-01基準。緑が区域、赤点は公式ページに示された代表点。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函館市 2023-01-01 境界データ（国土数値情報をNIIが加工）.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https://geoshape.ex.nii.ac.jp/city/geojson/20230101/01/01202A1968.geojson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同じ市区町村IDでも、時点により形が変わる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同じ市の境界を時点で比べる</a:t>
            </a:r>
          </a:p>
        </p:txBody>
      </p:sp>
      <p:pic>
        <p:nvPicPr>
          <p:cNvPr id="4" name="Picture 3" descr="compare-hako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0605"/>
            <a:ext cx="8046720" cy="24714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270248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三つの基準日の境界を、同じ範囲と縮尺で比較した。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人文学オープンデータ共同利用センター. 北海道函館市 [01202A1968].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https://geoshape.ex.nii.ac.jp/city/resource/01202A1968.html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1923年の境界を拡大して見る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同じ市の境界を時点で比べる</a:t>
            </a:r>
          </a:p>
        </p:txBody>
      </p:sp>
      <p:pic>
        <p:nvPicPr>
          <p:cNvPr id="4" name="Picture 3" descr="map-19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4" y="1307592"/>
            <a:ext cx="7184571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270248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基準日：1923-12-31。配布データの形をそのまま描画した。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函館市 1923-12-31 境界データ（筑波大学資料をNIIが加工）.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https://geoshape.ex.nii.ac.jp/city/geojson/19231231/01/01202A1968.geojson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市区町村の有効期間と、境界の基準日は別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同じ市の境界を時点で比べる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25600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502920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情報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函館市の実データ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市区町村ID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01202A1968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市区町村の有効期間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1922-08-01〜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境界データの基準日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1923-12-31／1975-10-01／2023-01-01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623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一つのIDに、複数の時点の境界が対応する。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人文学オープンデータ共同利用センター. 北海道函館市 [01202A1968].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https://geoshape.ex.nii.ac.jp/city/resource/01202A1968.html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代表点は、区域の形とは異なる情報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同じ市の境界を時点で比べる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74244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5120640"/>
              </a:tblGrid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函館市の公式ページの値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代表点の名称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函館市役所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住所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函館市東雲町4-13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緯度・経度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41.768712, 140.729108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7921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代表点は地名の表示や検索に使う一点。区域全体はポリゴンで表す。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人文学オープンデータ共同利用センター. 北海道函館市 [01202A1968].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https://geoshape.ex.nii.ac.jp/city/resource/01202A1968.html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37355"/>
            <a:ext cx="8412480" cy="56083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200" b="0">
                <a:solidFill>
                  <a:srgbClr val="303437"/>
                </a:solidFill>
                <a:latin typeface="Noto Sans"/>
              </a:defRPr>
            </a:pPr>
            <a:r>
              <a:rPr sz="3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形状・属性・IDの形式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形状・属性・IDの形式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GeoJSONは、形と属性を一緒に持つ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形状・属性・IDの形式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530352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構造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函館市の配布ファイルの内容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FeatureCollection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地物をまとめたファイル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metadata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出典、基準日、帰属など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Feature.properties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市区町村名、コード、IDなど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Feature.geometry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MultiPolygonの座標列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687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取得した函館市ファイルには、地物が1件含まれる。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函館市 2023-01-01 境界データ（国土数値情報をNIIが加工）.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https://geoshape.ex.nii.ac.jp/city/geojson/20230101/01/01202A1968.geojson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属性から、名称と識別子を読み取る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形状・属性・IDの形式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413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"properties": {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"N03_001": "北海道",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"N03_002": "渡島総合振興局",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"N03_003": null,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"N03_004": "函館市",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"N03_007": "01202",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"id": "gci:01202A1968"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22927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2023-01-01基準の実データから、propertiesを抜粋。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函館市 2023-01-01 境界データ（国土数値情報をNIIが加工）.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https://geoshape.ex.nii.ac.jp/city/geojson/20230101/01/01202A1968.geojson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座標の並びは、経度・緯度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形状・属性・IDの形式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413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"geometry": {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"type": "MultiPolygon",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"coordinates": [ [ [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[140.7269041, 41.78473249],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[140.72693278, 41.78472829],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...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] ] ]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22927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1923年の座標列の冒頭。経緯度は度単位。...は省略した部分。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函館市 1923-12-31 境界データ（筑波大学資料をNIIが加工）.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https://geoshape.ex.nii.ac.jp/city/geojson/19231231/01/01202A1968.geojson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Butler, H. et al. 2016. The GeoJSON Format. RFC 7946.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https://www.rfc-editor.org/rfc/rfc7946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TopoJSONは、境界線を共有できる形式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GeoJSONが各地物に座標列を持つのに対し、TopoJSONは線分列をarcsにまとめ、形状から参照する。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隣接する区域が境界線を共有できる。配布ファイルでは、整数の座標差分と変換情報を使って位置を表す。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地理情報システムで読むならGeoJSON、ウェブで多数の区域を軽量に表示するならTopoJSONやベクトルタイルが選択肢になる。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形状・属性・IDの形式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Bostock, M. et al. TopoJSON Format Specification.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https://github.com/topojson/topojson-specification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人文学オープンデータ共同利用センター. 歴史的行政区域データセットβ版.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https://geoshape.ex.nii.ac.jp/city/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同じ函館市・同じ基準日の二つの配布形式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形状・属性・IDの形式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63015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3017520"/>
                <a:gridCol w="283464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形式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ファイル容量（kB）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最上位のtype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GeoJSON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38.4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FeatureCollection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TopoJSON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Topology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89979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1923-12-31のフル解像度ファイルを取得して測定。1 kB＝1,000 bytes。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函館市 1923-12-31 境界データ（筑波大学資料をNIIが加工）.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https://geoshape.ex.nii.ac.jp/city/geojson/19231231/01/01202A1968.geojson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市区町村IDの一覧は、CSVで入手できる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形状・属性・IDの形式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38400"/>
        </p:xfrm>
        <a:graphic>
          <a:graphicData uri="http://schemas.openxmlformats.org/drawingml/2006/table">
            <a:tbl>
              <a:tblPr firstRow="0" bandRow="0"/>
              <a:tblGrid>
                <a:gridCol w="3566160"/>
                <a:gridCol w="448056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CSVの列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函館市の行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geoshape_city_id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01202A1968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都道府県名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北海道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郡／政令指定都市名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空欄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市区町村名・接尾辞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函館・市/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住所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北海道函館市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7517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実CSVは6列。「市区町村名」と「接尾辞」は別の列。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人文学オープンデータ共同利用センター. Geoshape市区町村IDデータセット.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https://geoshape.ex.nii.ac.jp/city/dataset/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標準地域コードとの対応表もある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形状・属性・IDの形式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635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303437"/>
                </a:solidFill>
                <a:latin typeface="Noto Sans"/>
              </a:defRPr>
            </a:pPr>
            <a:r>
              <a:rPr sz="24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01202,01202A1968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44928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code_gci.csvの函館市の行。ヘッダなしの2列CSVで、左が標準地域コード、右がGeoshape市区町村ID。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人文学オープンデータ共同利用センター. Geoshape市区町村IDデータセット.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https://geoshape.ex.nii.ac.jp/city/dataset/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37355"/>
            <a:ext cx="8412480" cy="56083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200" b="0">
                <a:solidFill>
                  <a:srgbClr val="303437"/>
                </a:solidFill>
                <a:latin typeface="Noto Sans"/>
              </a:defRPr>
            </a:pPr>
            <a:r>
              <a:rPr sz="3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データの作成と収録範囲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データの作成と収録範囲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異なる資料を組み合わせ、時代をさかのぼる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データの作成と収録範囲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511300"/>
        </p:xfrm>
        <a:graphic>
          <a:graphicData uri="http://schemas.openxmlformats.org/drawingml/2006/table">
            <a:tbl>
              <a:tblPr firstRow="0" bandRow="0"/>
              <a:tblGrid>
                <a:gridCol w="4114800"/>
                <a:gridCol w="393192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主な境界の出典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このデータセットでの利用範囲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国土数値情報「行政区域データ」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1920〜2023年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98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筑波大学
「行政界変遷データベース」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1889〜1968年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1480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1889〜1919年の収録は一部の都道府県。1920年以降は、二つの資料を統合している。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人文学オープンデータ共同利用センター. 歴史的行政区域データセットβ版.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元資料の境界に、IDと時点を対応付ける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元の境界データをGeoJSON・TopoJSONへ変換し、名称、標準地域コード、合併などの履歴から市区町村IDを付ける。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筑波大学の資料には、測地系の変換、ポリゴンの結合、名称などの属性の修正も施している。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IDを軸に、現在は存在しない自治体の境界や、異なる時点の重なりをたどれるようにした。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データの作成と収録範囲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人文学オープンデータ共同利用センター. 歴史的行政区域データセットβ版.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代表点は、公的施設などから選ぶ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データの作成と収録範囲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530352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候補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選び方の考え方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市区町村役場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現存する自治体の中心施設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支所・出張所など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過去の役場の痕跡や集落の位置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郵便局など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公的施設を代表点の候補にする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ポリゴンの重心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施設から決まらない場合に補正して使う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687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過去の自治体の代表点が、当時の役場の位置とは限らない。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人文学オープンデータ共同利用センター. 歴史的行政区域データセットβ版.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区域の件数と、境界レコードの件数を分ける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データの作成と収録範囲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54480" y="1508760"/>
          <a:ext cx="6035040" cy="1800860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2377440"/>
              </a:tblGrid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公式サイトの集計対象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行政区域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16,856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行政区域境界データ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577,857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うち統合境界データ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31,432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43763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2023年10月時点の公式値。一つの区域に複数の時点・出典の境界が対応する。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人文学オープンデータ共同利用センター. 歴史的行政区域データセットβ版.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公開後も、境界データが追加された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データの作成と収録範囲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25600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576072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時期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公式サイトで確認できる更新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2017-01-15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データセットを公開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2019-07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2019年の境界データを追加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2023-07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2023年の境界データを追加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623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ファイルの作成・取得日時と、境界が表す基準日を分けて読む。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人文学オープンデータ共同利用センター. 歴史的行政区域データセットβ版.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境界線の差には、元資料の違いも表れる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元資料や作成方法が年代で変わるため、同じ場所でも線の位置や、隣接・重なりの判定が異なることがある。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小さな飛地の省略や、細部が正確でない境界もある。β版は、過去の地図を調べるための補助データとして公開されている。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合併や編入の時期を確かめるときは、区域の履歴や公的記録、古地図と合わせて読む。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データの作成と収録範囲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人文学オープンデータ共同利用センター. 歴史的行政区域データセットβ版.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37355"/>
            <a:ext cx="8412480" cy="56083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200" b="0">
                <a:solidFill>
                  <a:srgbClr val="303437"/>
                </a:solidFill>
                <a:latin typeface="Noto Sans"/>
              </a:defRPr>
            </a:pPr>
            <a:r>
              <a:rPr sz="3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取得と歴史地理への利用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取得と歴史地理への利用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GeoJSONを読み、地物の属性を確かめる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取得と歴史地理への利用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286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json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urllib.request import urlopen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base = "https://geoshape.ex.nii.ac.jp/city/"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path = "geojson/20230101/01/01202A1968.geojson"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with urlopen(base + path) as response: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data = json.load(response)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feature = data["features"][0]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print(feature["properties"]["N03_004"])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95928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実行結果：函館市。geometryをGISへ渡すと区域を描画できる。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函館市 2023-01-01 境界データ（国土数値情報をNIIが加工）.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https://geoshape.ex.nii.ac.jp/city/geojson/20230101/01/01202A1968.geojson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過去の地域区分を、調査と集計に使う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古い地名を探し、その自治体が存在した時期と、利用できる境界データの基準日を確かめる。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人口などの統計を地図へ結ぶなら、統計の地域区分と境界の時点をそろえる。現在の区域へ読み替えるときは、合併や編入を確認する。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ウェブ上の一覧地図や時点別の表示で全体を見たうえで、必要な区域のファイルをGISへ読み込める。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取得と歴史地理への利用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人文学オープンデータ共同利用センター. 歴史的行政区域データセットβ版.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取得するデータの条件と帰属を保つ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公式ウェブサイトのコンテンツと、市区町村IDのCSVはCC BY 4.0で公開されている。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本資料で取得した境界GeoJSON・TopoJSONには、CC BY-SA 4.0の表示と、元資料からNIIが加工した旨の帰属がある。図にもその表示を付けた。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データを加工・再配布するときは、取得ファイルにあるライセンス、出典、帰属を確認して保つ。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取得と歴史地理への利用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人文学オープンデータ共同利用センター. Geoshape市区町村IDデータセット.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https://geoshape.ex.nii.ac.jp/city/dataset/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Creative Commons. 表示－継承 4.0 国際.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https://creativecommons.org/licenses/by-sa/4.0/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ID・時点・境界を合わせて読む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市区町村IDが、現在と過去の自治体を識別する。境界データの基準日が、その時点の区域を示す。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GeoJSONは形状と属性を持ち、TopoJSONは境界線を共有できる。代表点とID一覧のCSVも、用途に応じて組み合わせられる。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実地図を手掛かりに歴史地名や統計を調べ、精密な境界や変更の根拠は元資料へたどる。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取得と歴史地理への利用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人文学オープンデータ共同利用センター. 歴史的行政区域データセットβ版.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454355"/>
            <a:ext cx="8412480" cy="733551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000" b="0">
                <a:solidFill>
                  <a:srgbClr val="303437"/>
                </a:solidFill>
                <a:latin typeface="Noto Sans"/>
              </a:defRPr>
            </a:pPr>
            <a:r>
              <a:rPr sz="4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81121"/>
            <a:ext cx="7863840" cy="112776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異なる地域の実データ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補足と参考文献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横浜市中区：政令指定都市の区を読む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異なる地域の実データ</a:t>
            </a:r>
          </a:p>
        </p:txBody>
      </p:sp>
      <p:pic>
        <p:nvPicPr>
          <p:cNvPr id="4" name="Picture 3" descr="map-yokoh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4" y="1307592"/>
            <a:ext cx="7184571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270248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2023-01-01基準。propertiesでは、横浜市と中区が別の属性に入る。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神奈川県横浜市中区.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https://geoshape.ex.nii.ac.jp/city/resource/14104A1968.html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京都市左京区：区の区域全体を読む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異なる地域の実データ</a:t>
            </a:r>
          </a:p>
        </p:txBody>
      </p:sp>
      <p:pic>
        <p:nvPicPr>
          <p:cNvPr id="4" name="Picture 3" descr="map-sak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4" y="1307592"/>
            <a:ext cx="7184571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270248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2023-01-01基準。市街地だけでなく、区のポリゴン全体を描く。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京都府京都市左京区.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https://geoshape.ex.nii.ac.jp/city/resource/26103A1968.html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高山市：広い区域も一つの地物になる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異なる地域の実データ</a:t>
            </a:r>
          </a:p>
        </p:txBody>
      </p:sp>
      <p:pic>
        <p:nvPicPr>
          <p:cNvPr id="4" name="Picture 3" descr="map-takay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4" y="1307592"/>
            <a:ext cx="7184571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270248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2023-01-01基準。一つの地物の中に、詳細な境界の座標列を持つ。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岐阜県高山市.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https://geoshape.ex.nii.ac.jp/city/resource/21203A1968.html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三宅村：離れた形も一つの地物に入る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異なる地域の実データ</a:t>
            </a:r>
          </a:p>
        </p:txBody>
      </p:sp>
      <p:pic>
        <p:nvPicPr>
          <p:cNvPr id="4" name="Picture 3" descr="map-miy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4" y="1307592"/>
            <a:ext cx="7184571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270248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2023-01-01基準。MultiPolygonは、複数の離れたポリゴンをまとめられる。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東京都三宅支庁三宅村.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https://geoshape.ex.nii.ac.jp/city/resource/13381A1968.html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恵山町：消滅した自治体の境界を探す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異なる地域の実データ</a:t>
            </a:r>
          </a:p>
        </p:txBody>
      </p:sp>
      <p:pic>
        <p:nvPicPr>
          <p:cNvPr id="4" name="Picture 3" descr="map-e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4" y="1307592"/>
            <a:ext cx="7184571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270248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2000-10-01基準。市区町村IDは01340A1985。2004-12-01まで存在した町。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北海道亀田郡恵山町.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https://geoshape.ex.nii.ac.jp/city/resource/01340A1985.html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基準日は、配布ファイルのメタデータで読める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補足と参考文献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19" cy="2236470"/>
        </p:xfrm>
        <a:graphic>
          <a:graphicData uri="http://schemas.openxmlformats.org/drawingml/2006/table">
            <a:tbl>
              <a:tblPr firstRow="0" bandRow="0"/>
              <a:tblGrid>
                <a:gridCol w="3749039"/>
                <a:gridCol w="429768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函館市1923年の実ファイル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dc:issued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1923-12-31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dc:source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jpn1923geo.shp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cc:license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CC BY-SA 4.0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692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地物の属性STARTYEAR・ENDYEAR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1923・1938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7324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境界の基準日と、元資料にある年の属性を混同しない。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CODH. 函館市 1923-12-31 境界データ（筑波大学資料をNIIが加工）.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https://geoshape.ex.nii.ac.jp/city/geojson/19231231/01/01202A1968.geojson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補足と参考文献</a:t>
            </a:r>
          </a:p>
        </p:txBody>
      </p:sp>
      <p:sp>
        <p:nvSpPr>
          <p:cNvPr id="4" name="文献 1: 歴史的行政区域データセットβ版"/>
          <p:cNvSpPr txBox="1"/>
          <p:nvPr/>
        </p:nvSpPr>
        <p:spPr>
          <a:xfrm>
            <a:off x="548640" y="1463040"/>
            <a:ext cx="8046720" cy="12696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歴史的行政区域データセットβ版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人文学オープンデータ共同利用センター. 2017年公開. 参照：2026-10-28.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収録対象、境界の出典、IDと代表点の付け方、更新内容を説明する。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</a:t>
            </a:r>
          </a:p>
        </p:txBody>
      </p:sp>
      <p:sp>
        <p:nvSpPr>
          <p:cNvPr id="5" name="文献 2: 北海道函館市 [01202A1968]"/>
          <p:cNvSpPr txBox="1"/>
          <p:nvPr/>
        </p:nvSpPr>
        <p:spPr>
          <a:xfrm>
            <a:off x="548640" y="2999359"/>
            <a:ext cx="8046720" cy="12696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北海道函館市 [01202A1968]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人文学オープンデータ共同利用センター. 参照：2026-10-28.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一つの市に属する複数時点の境界と、代表点・有効期間を調べる。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https://geoshape.ex.nii.ac.jp/city/resource/01202A1968.html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補足と参考文献</a:t>
            </a:r>
          </a:p>
        </p:txBody>
      </p:sp>
      <p:sp>
        <p:nvSpPr>
          <p:cNvPr id="4" name="文献 1: Geoshape市区町村IDデータセット"/>
          <p:cNvSpPr txBox="1"/>
          <p:nvPr/>
        </p:nvSpPr>
        <p:spPr>
          <a:xfrm>
            <a:off x="548640" y="1463040"/>
            <a:ext cx="8046720" cy="12696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Geoshape市区町村IDデータセット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人文学オープンデータ共同利用センター. 2023-10-18版.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市区町村IDの一覧と、標準地域コードとの対応表を入手する。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https://geoshape.ex.nii.ac.jp/city/dataset/</a:t>
            </a:r>
          </a:p>
        </p:txBody>
      </p:sp>
      <p:sp>
        <p:nvSpPr>
          <p:cNvPr id="5" name="文献 2: The GeoJSON Format"/>
          <p:cNvSpPr txBox="1"/>
          <p:nvPr/>
        </p:nvSpPr>
        <p:spPr>
          <a:xfrm>
            <a:off x="548640" y="2999359"/>
            <a:ext cx="8046720" cy="12696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GeoJSON Format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Howard Butler et al. 2016. RFC 7946. Internet Engineering Task Force.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地物・形状・属性と、座標の順序を定めるGeoJSONの仕様。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https://www.rfc-editor.org/rfc/rfc7946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補足と参考文献</a:t>
            </a:r>
          </a:p>
        </p:txBody>
      </p:sp>
      <p:sp>
        <p:nvSpPr>
          <p:cNvPr id="4" name="文献 1: TopoJSON Format Specification"/>
          <p:cNvSpPr txBox="1"/>
          <p:nvPr/>
        </p:nvSpPr>
        <p:spPr>
          <a:xfrm>
            <a:off x="548640" y="1463040"/>
            <a:ext cx="8046720" cy="12696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TopoJSON Format Specification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Mike Bostock et al. TopoJSON. 参照：2026-10-28.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線分列の共有、整数の差分座標、変換情報からなる構造を説明する。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https://github.com/topojson/topojson-specification</a:t>
            </a:r>
          </a:p>
        </p:txBody>
      </p:sp>
      <p:sp>
        <p:nvSpPr>
          <p:cNvPr id="5" name="文献 2: 表示－継承 4.0 国際"/>
          <p:cNvSpPr txBox="1"/>
          <p:nvPr/>
        </p:nvSpPr>
        <p:spPr>
          <a:xfrm>
            <a:off x="548640" y="2999359"/>
            <a:ext cx="8046720" cy="12696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表示－継承 4.0 国際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Creative Commons. CC BY-SA 4.0.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取得した境界ファイルに表示されているライセンスの利用条件。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https://creativecommons.org/licenses/by-sa/4.0/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2026-10-27T17:51:15Z</dcterms:modified>
  <dc:title>historical-administrative-areas</dc:title>
  <dc:creator>sasakiy84</dc:creator>
  <dcterms:created xsi:type="dcterms:W3CDTF">2026-10-27T17:51:15Z</dcterms:created>
  <dc:language>ja-JP</dc:language>
</cp:coreProperties>
</file>