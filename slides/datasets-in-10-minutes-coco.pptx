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276" r:id="rId26"/>
    <p:sldId id="336" r:id="rId83"/>
    <p:sldId id="337" r:id="rId84"/>
    <p:sldId id="277" r:id="rId27"/>
    <p:sldId id="289" r:id="rId39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2.xml"/><Relationship Id="rId27" Type="http://schemas.openxmlformats.org/officeDocument/2006/relationships/slide" Target="slides/slide45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3.xml"/><Relationship Id="rId34" Type="http://schemas.openxmlformats.org/officeDocument/2006/relationships/slide" Target="slides/slide55.xml"/><Relationship Id="rId35" Type="http://schemas.openxmlformats.org/officeDocument/2006/relationships/slide" Target="slides/slide56.xml"/><Relationship Id="rId36" Type="http://schemas.openxmlformats.org/officeDocument/2006/relationships/slide" Target="slides/slide57.xml"/><Relationship Id="rId37" Type="http://schemas.openxmlformats.org/officeDocument/2006/relationships/slide" Target="slides/slide58.xml"/><Relationship Id="rId38" Type="http://schemas.openxmlformats.org/officeDocument/2006/relationships/slide" Target="slides/slide59.xml"/><Relationship Id="rId39" Type="http://schemas.openxmlformats.org/officeDocument/2006/relationships/slide" Target="slides/slide46.xml"/><Relationship Id="rId40" Type="http://schemas.openxmlformats.org/officeDocument/2006/relationships/slide" Target="slides/slide60.xml"/><Relationship Id="rId41" Type="http://schemas.openxmlformats.org/officeDocument/2006/relationships/slide" Target="slides/slide61.xml"/><Relationship Id="rId42" Type="http://schemas.openxmlformats.org/officeDocument/2006/relationships/slide" Target="slides/slide62.xml"/><Relationship Id="rId43" Type="http://schemas.openxmlformats.org/officeDocument/2006/relationships/slide" Target="slides/slide63.xml"/><Relationship Id="rId44" Type="http://schemas.openxmlformats.org/officeDocument/2006/relationships/slide" Target="slides/slide64.xml"/><Relationship Id="rId45" Type="http://schemas.openxmlformats.org/officeDocument/2006/relationships/slide" Target="slides/slide65.xml"/><Relationship Id="rId46" Type="http://schemas.openxmlformats.org/officeDocument/2006/relationships/slide" Target="slides/slide66.xml"/><Relationship Id="rId47" Type="http://schemas.openxmlformats.org/officeDocument/2006/relationships/slide" Target="slides/slide67.xml"/><Relationship Id="rId48" Type="http://schemas.openxmlformats.org/officeDocument/2006/relationships/slide" Target="slides/slide68.xml"/><Relationship Id="rId49" Type="http://schemas.openxmlformats.org/officeDocument/2006/relationships/slide" Target="slides/slide69.xml"/><Relationship Id="rId50" Type="http://schemas.openxmlformats.org/officeDocument/2006/relationships/slide" Target="slides/slide70.xml"/><Relationship Id="rId51" Type="http://schemas.openxmlformats.org/officeDocument/2006/relationships/slide" Target="slides/slide71.xml"/><Relationship Id="rId52" Type="http://schemas.openxmlformats.org/officeDocument/2006/relationships/slide" Target="slides/slide72.xml"/><Relationship Id="rId53" Type="http://schemas.openxmlformats.org/officeDocument/2006/relationships/slide" Target="slides/slide73.xml"/><Relationship Id="rId54" Type="http://schemas.openxmlformats.org/officeDocument/2006/relationships/slide" Target="slides/slide74.xml"/><Relationship Id="rId55" Type="http://schemas.openxmlformats.org/officeDocument/2006/relationships/slide" Target="slides/slide75.xml"/><Relationship Id="rId56" Type="http://schemas.openxmlformats.org/officeDocument/2006/relationships/slide" Target="slides/slide76.xml"/><Relationship Id="rId57" Type="http://schemas.openxmlformats.org/officeDocument/2006/relationships/slide" Target="slides/slide77.xml"/><Relationship Id="rId58" Type="http://schemas.openxmlformats.org/officeDocument/2006/relationships/slide" Target="slides/slide78.xml"/><Relationship Id="rId59" Type="http://schemas.openxmlformats.org/officeDocument/2006/relationships/slide" Target="slides/slide79.xml"/><Relationship Id="rId60" Type="http://schemas.openxmlformats.org/officeDocument/2006/relationships/slide" Target="slides/slide80.xml"/><Relationship Id="rId61" Type="http://schemas.openxmlformats.org/officeDocument/2006/relationships/slide" Target="slides/slide81.xml"/><Relationship Id="rId62" Type="http://schemas.openxmlformats.org/officeDocument/2006/relationships/slide" Target="slides/slide82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4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6" Type="http://schemas.openxmlformats.org/officeDocument/2006/relationships/slide" Target="slides/slide52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76616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2012では、1,000クラスの画像分類タスクが広く使われた。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COCOの80物体カテゴリは、VOCの20カテゴリの4倍に当たる。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先行データとCOCOの正解単位とカテゴリ数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カテゴリの存在確認、個体の特定、輪郭の作成に段階を分け、各段階で注釈品質を確認した。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個体の特定では、人や傘の数と、それぞれの位置を区別する。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7173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areaは物体の領域マスクの面積を表す。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2017のデータ分割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2017年に、2014年版のtrain 83K／val 41Kを同じ画像で再分割した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4569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0.50では一致と判定されない。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正しいカテゴリで正解領域と一致した予測を真陽性TPとする。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crowd注釈と検出誤差の扱い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R50は50層の画像特徴モデル、FPNは多解像度の特徴統合、3xは学習期間の設定を表す。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8392" y="4006114"/>
            <a:ext cx="2758407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3598" y="4361713"/>
            <a:ext cx="510320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8753" y="4717326"/>
            <a:ext cx="2128046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4725" y="4183913"/>
            <a:ext cx="402207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4365" y="4539526"/>
            <a:ext cx="461243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4031" y="4539526"/>
            <a:ext cx="743276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2017の配布ファイルと圧縮容量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検出・個体分割はAP、Panoptic分割はPQで評価する。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001897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COCOの研究はECCV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4851" y="4539526"/>
            <a:ext cx="15619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各カテゴリ・各IoU閾値で、信頼度順の予測から適合率・再現率を算出する。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240"/>
            <a:ext cx="8206740" cy="594360"/>
          </a:xfrm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2794000"/>
          </a:xfrm>
        </p:spPr>
        <p:txBody>
          <a:bodyPr wrap="square" anchor="t" tIns="0" bIns="0" lIns="0" rIns="0"/>
          <a:lstStyle/>
          <a:p>
            <a:pPr algn="l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分析には、COCO128-segの128枚の画像を使う [1]。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変換・公開された領域注釈を画像ごとに数え、注釈ファイルがない2枚は領域数を0として集計に含める。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