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276" r:id="rId26"/>
    <p:sldId id="336" r:id="rId83"/>
    <p:sldId id="337" r:id="rId84"/>
    <p:sldId id="277" r:id="rId27"/>
    <p:sldId id="289" r:id="rId39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2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3.xml"/><Relationship Id="rId84" Type="http://schemas.openxmlformats.org/officeDocument/2006/relationships/slide" Target="slides/slide44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76616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2012では、1,000クラスの画像分類タスクが広く使われた。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COCOの80物体カテゴリは、VOCの20カテゴリの4倍に当たる。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先行データとCOCOの正解単位とカテゴリ数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カテゴリの存在確認、個体の特定、輪郭の作成に段階を分け、各段階で注釈品質を確認した。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個体の特定では、人や傘の数と、それぞれの位置を区別する。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areaは物体の領域マスクの面積を表す。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2017のデータ分割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2017年に、2014年版のtrain 83K／val 41Kを同じ画像で再分割した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4569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0.50では一致と判定されない。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正しいカテゴリで正解領域と一致した予測を真陽性TPとする。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正解と一致しない予測や、同じ物体への重複した予測を偽陽性FPとする。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crowd注釈と検出誤差の扱い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R50は50層の画像特徴モデル、FPNは多解像度の特徴統合、3xは学習期間の設定を表す。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8392" y="4006114"/>
            <a:ext cx="2758407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3598" y="4361713"/>
            <a:ext cx="510320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8753" y="4717326"/>
            <a:ext cx="212804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4725" y="4183913"/>
            <a:ext cx="402207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4365" y="4539526"/>
            <a:ext cx="461243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5395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2017の配布ファイルと圧縮容量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検出・個体分割はAP、Panoptic分割はPQで評価する。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001897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各カテゴリ・各IoU閾値で、信頼度順の予測から適合率・再現率を算出する。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1306154"/>
            <a:ext cx="8206740" cy="594360"/>
          </a:xfrm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220554"/>
            <a:ext cx="7955279" cy="1737360"/>
          </a:xfrm>
        </p:spPr>
        <p:txBody>
          <a:bodyPr wrap="square" anchor="t" tIns="0" bIns="0" lIns="0" rIns="0"/>
          <a:lstStyle/>
          <a:p>
            <a:pPr algn="ctr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分析対象はCOCO128-segの128画像である [1]。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変換して公開された領域注釈を画像ごとに数え、注釈ファイルがない2画像は領域数0として含める。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