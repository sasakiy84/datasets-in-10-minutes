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Override PartName="/ppt/webextensions/taskpanes.xml" ContentType="application/vnd.ms-office.webextensiontaskpanes+xml"/>
  <Override PartName="/ppt/webextensions/webextension1.xml" ContentType="application/vnd.ms-office.webextension+xml"/>
</Types>
</file>

<file path=_rels/.rels><?xml version='1.0' encoding='UTF-8' standalone='yes'?>
<Relationships xmlns="http://schemas.openxmlformats.org/package/2006/relationships"><Relationship Id="rId1" Type="http://schemas.microsoft.com/office/2011/relationships/webextensiontaskpanes" Target="ppt/webextensions/taskpanes.xml"/><Relationship Id="rId2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62" r:id="rId1"/>
  </p:sldMasterIdLst>
  <p:sldIdLst>
    <p:sldId id="256" r:id="rId6"/>
    <p:sldId id="257" r:id="rId7"/>
    <p:sldId id="258" r:id="rId8"/>
    <p:sldId id="259" r:id="rId9"/>
    <p:sldId id="260" r:id="rId10"/>
    <p:sldId id="261" r:id="rId5"/>
    <p:sldId id="262" r:id="rId4"/>
    <p:sldId id="263" r:id="rId3"/>
    <p:sldId id="264" r:id="rId2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316" r:id="rId66"/>
    <p:sldId id="284" r:id="rId34"/>
    <p:sldId id="285" r:id="rId35"/>
    <p:sldId id="286" r:id="rId36"/>
    <p:sldId id="287" r:id="rId37"/>
    <p:sldId id="288" r:id="rId38"/>
    <p:sldId id="289" r:id="rId39"/>
    <p:sldId id="290" r:id="rId40"/>
    <p:sldId id="291" r:id="rId41"/>
    <p:sldId id="292" r:id="rId42"/>
    <p:sldId id="293" r:id="rId43"/>
    <p:sldId id="294" r:id="rId44"/>
    <p:sldId id="295" r:id="rId45"/>
    <p:sldId id="296" r:id="rId46"/>
    <p:sldId id="297" r:id="rId47"/>
    <p:sldId id="298" r:id="rId48"/>
    <p:sldId id="299" r:id="rId49"/>
    <p:sldId id="300" r:id="rId50"/>
    <p:sldId id="301" r:id="rId51"/>
    <p:sldId id="302" r:id="rId52"/>
    <p:sldId id="303" r:id="rId53"/>
    <p:sldId id="304" r:id="rId54"/>
    <p:sldId id="305" r:id="rId55"/>
    <p:sldId id="306" r:id="rId56"/>
    <p:sldId id="307" r:id="rId57"/>
    <p:sldId id="308" r:id="rId58"/>
    <p:sldId id="309" r:id="rId59"/>
    <p:sldId id="310" r:id="rId60"/>
    <p:sldId id="311" r:id="rId61"/>
    <p:sldId id="312" r:id="rId62"/>
  </p:sldIdLst>
  <p:sldSz cx="9144000" cy="5143500" type="screen16x9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Noto Sans CJK JP"/>
      <a:defRPr sz="1400" b="0" i="0" u="none" strike="noStrike" cap="none" lang="ja-JP">
        <a:solidFill>
          <a:srgbClr val="000000"/>
        </a:solidFill>
        <a:latin typeface="Noto Sans"/>
        <a:ea typeface="Noto Sans CJK JP"/>
        <a:cs typeface="Noto Sans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Noto Sans CJK JP"/>
      <a:defRPr sz="1400" b="0" i="0" u="none" strike="noStrike" cap="none" lang="ja-JP">
        <a:solidFill>
          <a:srgbClr val="000000"/>
        </a:solidFill>
        <a:latin typeface="Noto Sans"/>
        <a:ea typeface="Noto Sans CJK JP"/>
        <a:cs typeface="Noto Sans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Noto Sans CJK JP"/>
      <a:defRPr sz="1400" b="0" i="0" u="none" strike="noStrike" cap="none" lang="ja-JP">
        <a:solidFill>
          <a:srgbClr val="000000"/>
        </a:solidFill>
        <a:latin typeface="Noto Sans"/>
        <a:ea typeface="Noto Sans CJK JP"/>
        <a:cs typeface="Noto Sans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Noto Sans CJK JP"/>
      <a:defRPr sz="1400" b="0" i="0" u="none" strike="noStrike" cap="none" lang="ja-JP">
        <a:solidFill>
          <a:srgbClr val="000000"/>
        </a:solidFill>
        <a:latin typeface="Noto Sans"/>
        <a:ea typeface="Noto Sans CJK JP"/>
        <a:cs typeface="Noto Sans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Noto Sans CJK JP"/>
      <a:defRPr sz="1400" b="0" i="0" u="none" strike="noStrike" cap="none" lang="ja-JP">
        <a:solidFill>
          <a:srgbClr val="000000"/>
        </a:solidFill>
        <a:latin typeface="Noto Sans"/>
        <a:ea typeface="Noto Sans CJK JP"/>
        <a:cs typeface="Noto Sans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Noto Sans CJK JP"/>
      <a:defRPr sz="1400" b="0" i="0" u="none" strike="noStrike" cap="none" lang="ja-JP">
        <a:solidFill>
          <a:srgbClr val="000000"/>
        </a:solidFill>
        <a:latin typeface="Noto Sans"/>
        <a:ea typeface="Noto Sans CJK JP"/>
        <a:cs typeface="Noto Sans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Noto Sans CJK JP"/>
      <a:defRPr sz="1400" b="0" i="0" u="none" strike="noStrike" cap="none" lang="ja-JP">
        <a:solidFill>
          <a:srgbClr val="000000"/>
        </a:solidFill>
        <a:latin typeface="Noto Sans"/>
        <a:ea typeface="Noto Sans CJK JP"/>
        <a:cs typeface="Noto Sans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Noto Sans CJK JP"/>
      <a:defRPr sz="1400" b="0" i="0" u="none" strike="noStrike" cap="none" lang="ja-JP">
        <a:solidFill>
          <a:srgbClr val="000000"/>
        </a:solidFill>
        <a:latin typeface="Noto Sans"/>
        <a:ea typeface="Noto Sans CJK JP"/>
        <a:cs typeface="Noto Sans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Noto Sans CJK JP"/>
      <a:defRPr sz="1400" b="0" i="0" u="none" strike="noStrike" cap="none" lang="ja-JP">
        <a:solidFill>
          <a:srgbClr val="000000"/>
        </a:solidFill>
        <a:latin typeface="Noto Sans"/>
        <a:ea typeface="Noto Sans CJK JP"/>
        <a:cs typeface="Noto Sans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590">
          <p15:clr>
            <a:srgbClr val="747775"/>
          </p15:clr>
        </p15:guide>
        <p15:guide id="2" pos="1271">
          <p15:clr>
            <a:srgbClr val="747775"/>
          </p15:clr>
        </p15:guide>
        <p15:guide id="3" orient="horz" pos="1584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E77B4"/>
    <a:srgbClr val="7A81FF"/>
    <a:srgbClr val="0096FF"/>
    <a:srgbClr val="011893"/>
    <a:srgbClr val="B13731"/>
    <a:srgbClr val="EF8600"/>
    <a:srgbClr val="FFCD8C"/>
    <a:srgbClr val="0036FF"/>
    <a:srgbClr val="00D989"/>
    <a:srgbClr val="01D8A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FD8A3C8B-3693-4FF3-BE57-18EF887A9C23}">
  <a:tblStyle styleId="{FD8A3C8B-3693-4FF3-BE57-18EF887A9C23}" styleName="Table_0">
    <a:wholeTbl>
      <a:tcTxStyle>
        <a:font>
          <a:latin typeface="Noto Sans"/>
          <a:ea typeface="Noto Sans CJK JP"/>
          <a:cs typeface="Noto Sans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1082"/>
    <p:restoredTop sz="87828"/>
  </p:normalViewPr>
  <p:slideViewPr>
    <p:cSldViewPr snapToGrid="0">
      <p:cViewPr varScale="1">
        <p:scale>
          <a:sx n="169" d="100"/>
          <a:sy n="169" d="100"/>
        </p:scale>
        <p:origin x="520" y="192"/>
      </p:cViewPr>
      <p:guideLst>
        <p:guide orient="horz" pos="590"/>
        <p:guide pos="1271"/>
        <p:guide orient="horz" pos="1584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9.xml"/><Relationship Id="rId3" Type="http://schemas.openxmlformats.org/officeDocument/2006/relationships/slide" Target="slides/slide8.xml"/><Relationship Id="rId4" Type="http://schemas.openxmlformats.org/officeDocument/2006/relationships/slide" Target="slides/slide7.xml"/><Relationship Id="rId5" Type="http://schemas.openxmlformats.org/officeDocument/2006/relationships/slide" Target="slides/slide6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Relationship Id="rId15" Type="http://schemas.openxmlformats.org/officeDocument/2006/relationships/slide" Target="slides/slide10.xml"/><Relationship Id="rId16" Type="http://schemas.openxmlformats.org/officeDocument/2006/relationships/slide" Target="slides/slide11.xml"/><Relationship Id="rId17" Type="http://schemas.openxmlformats.org/officeDocument/2006/relationships/slide" Target="slides/slide12.xml"/><Relationship Id="rId18" Type="http://schemas.openxmlformats.org/officeDocument/2006/relationships/slide" Target="slides/slide13.xml"/><Relationship Id="rId19" Type="http://schemas.openxmlformats.org/officeDocument/2006/relationships/slide" Target="slides/slide14.xml"/><Relationship Id="rId20" Type="http://schemas.openxmlformats.org/officeDocument/2006/relationships/slide" Target="slides/slide15.xml"/><Relationship Id="rId21" Type="http://schemas.openxmlformats.org/officeDocument/2006/relationships/slide" Target="slides/slide16.xml"/><Relationship Id="rId22" Type="http://schemas.openxmlformats.org/officeDocument/2006/relationships/slide" Target="slides/slide17.xml"/><Relationship Id="rId23" Type="http://schemas.openxmlformats.org/officeDocument/2006/relationships/slide" Target="slides/slide18.xml"/><Relationship Id="rId24" Type="http://schemas.openxmlformats.org/officeDocument/2006/relationships/slide" Target="slides/slide19.xml"/><Relationship Id="rId25" Type="http://schemas.openxmlformats.org/officeDocument/2006/relationships/slide" Target="slides/slide20.xml"/><Relationship Id="rId26" Type="http://schemas.openxmlformats.org/officeDocument/2006/relationships/slide" Target="slides/slide21.xml"/><Relationship Id="rId27" Type="http://schemas.openxmlformats.org/officeDocument/2006/relationships/slide" Target="slides/slide22.xml"/><Relationship Id="rId28" Type="http://schemas.openxmlformats.org/officeDocument/2006/relationships/slide" Target="slides/slide23.xml"/><Relationship Id="rId29" Type="http://schemas.openxmlformats.org/officeDocument/2006/relationships/slide" Target="slides/slide24.xml"/><Relationship Id="rId30" Type="http://schemas.openxmlformats.org/officeDocument/2006/relationships/slide" Target="slides/slide25.xml"/><Relationship Id="rId31" Type="http://schemas.openxmlformats.org/officeDocument/2006/relationships/slide" Target="slides/slide26.xml"/><Relationship Id="rId32" Type="http://schemas.openxmlformats.org/officeDocument/2006/relationships/slide" Target="slides/slide27.xml"/><Relationship Id="rId33" Type="http://schemas.openxmlformats.org/officeDocument/2006/relationships/slide" Target="slides/slide28.xml"/><Relationship Id="rId34" Type="http://schemas.openxmlformats.org/officeDocument/2006/relationships/slide" Target="slides/slide30.xml"/><Relationship Id="rId35" Type="http://schemas.openxmlformats.org/officeDocument/2006/relationships/slide" Target="slides/slide31.xml"/><Relationship Id="rId36" Type="http://schemas.openxmlformats.org/officeDocument/2006/relationships/slide" Target="slides/slide32.xml"/><Relationship Id="rId37" Type="http://schemas.openxmlformats.org/officeDocument/2006/relationships/slide" Target="slides/slide33.xml"/><Relationship Id="rId38" Type="http://schemas.openxmlformats.org/officeDocument/2006/relationships/slide" Target="slides/slide34.xml"/><Relationship Id="rId39" Type="http://schemas.openxmlformats.org/officeDocument/2006/relationships/slide" Target="slides/slide35.xml"/><Relationship Id="rId40" Type="http://schemas.openxmlformats.org/officeDocument/2006/relationships/slide" Target="slides/slide36.xml"/><Relationship Id="rId41" Type="http://schemas.openxmlformats.org/officeDocument/2006/relationships/slide" Target="slides/slide37.xml"/><Relationship Id="rId42" Type="http://schemas.openxmlformats.org/officeDocument/2006/relationships/slide" Target="slides/slide38.xml"/><Relationship Id="rId43" Type="http://schemas.openxmlformats.org/officeDocument/2006/relationships/slide" Target="slides/slide39.xml"/><Relationship Id="rId44" Type="http://schemas.openxmlformats.org/officeDocument/2006/relationships/slide" Target="slides/slide40.xml"/><Relationship Id="rId45" Type="http://schemas.openxmlformats.org/officeDocument/2006/relationships/slide" Target="slides/slide41.xml"/><Relationship Id="rId46" Type="http://schemas.openxmlformats.org/officeDocument/2006/relationships/slide" Target="slides/slide42.xml"/><Relationship Id="rId47" Type="http://schemas.openxmlformats.org/officeDocument/2006/relationships/slide" Target="slides/slide43.xml"/><Relationship Id="rId48" Type="http://schemas.openxmlformats.org/officeDocument/2006/relationships/slide" Target="slides/slide44.xml"/><Relationship Id="rId49" Type="http://schemas.openxmlformats.org/officeDocument/2006/relationships/slide" Target="slides/slide45.xml"/><Relationship Id="rId50" Type="http://schemas.openxmlformats.org/officeDocument/2006/relationships/slide" Target="slides/slide46.xml"/><Relationship Id="rId51" Type="http://schemas.openxmlformats.org/officeDocument/2006/relationships/slide" Target="slides/slide47.xml"/><Relationship Id="rId52" Type="http://schemas.openxmlformats.org/officeDocument/2006/relationships/slide" Target="slides/slide48.xml"/><Relationship Id="rId53" Type="http://schemas.openxmlformats.org/officeDocument/2006/relationships/slide" Target="slides/slide49.xml"/><Relationship Id="rId54" Type="http://schemas.openxmlformats.org/officeDocument/2006/relationships/slide" Target="slides/slide50.xml"/><Relationship Id="rId55" Type="http://schemas.openxmlformats.org/officeDocument/2006/relationships/slide" Target="slides/slide51.xml"/><Relationship Id="rId56" Type="http://schemas.openxmlformats.org/officeDocument/2006/relationships/slide" Target="slides/slide52.xml"/><Relationship Id="rId57" Type="http://schemas.openxmlformats.org/officeDocument/2006/relationships/slide" Target="slides/slide53.xml"/><Relationship Id="rId58" Type="http://schemas.openxmlformats.org/officeDocument/2006/relationships/slide" Target="slides/slide54.xml"/><Relationship Id="rId59" Type="http://schemas.openxmlformats.org/officeDocument/2006/relationships/slide" Target="slides/slide55.xml"/><Relationship Id="rId60" Type="http://schemas.openxmlformats.org/officeDocument/2006/relationships/slide" Target="slides/slide56.xml"/><Relationship Id="rId61" Type="http://schemas.openxmlformats.org/officeDocument/2006/relationships/slide" Target="slides/slide57.xml"/><Relationship Id="rId62" Type="http://schemas.openxmlformats.org/officeDocument/2006/relationships/slide" Target="slides/slide58.xml"/><Relationship Id="rId66" Type="http://schemas.openxmlformats.org/officeDocument/2006/relationships/slide" Target="slides/slide2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12471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None/>
              <a:defRPr sz="5200" b="1" lang="ja-JP">
                <a:solidFill>
                  <a:schemeClr val="dk1"/>
                </a:solidFill>
                <a:latin typeface="Noto Sans"/>
                <a:ea typeface="Noto Sans CJK JP"/>
                <a:cs typeface="Noto Sans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None/>
              <a:defRPr sz="5200" lang="ja-JP">
                <a:latin typeface="Noto Sans"/>
                <a:ea typeface="Noto Sans CJK JP"/>
                <a:cs typeface="Noto Sans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None/>
              <a:defRPr sz="5200" lang="ja-JP">
                <a:latin typeface="Noto Sans"/>
                <a:ea typeface="Noto Sans CJK JP"/>
                <a:cs typeface="Noto Sans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None/>
              <a:defRPr sz="5200" lang="ja-JP">
                <a:latin typeface="Noto Sans"/>
                <a:ea typeface="Noto Sans CJK JP"/>
                <a:cs typeface="Noto Sans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None/>
              <a:defRPr sz="5200" lang="ja-JP">
                <a:latin typeface="Noto Sans"/>
                <a:ea typeface="Noto Sans CJK JP"/>
                <a:cs typeface="Noto Sans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None/>
              <a:defRPr sz="5200" lang="ja-JP">
                <a:latin typeface="Noto Sans"/>
                <a:ea typeface="Noto Sans CJK JP"/>
                <a:cs typeface="Noto Sans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None/>
              <a:defRPr sz="5200" lang="ja-JP">
                <a:latin typeface="Noto Sans"/>
                <a:ea typeface="Noto Sans CJK JP"/>
                <a:cs typeface="Noto Sans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None/>
              <a:defRPr sz="5200" lang="ja-JP">
                <a:latin typeface="Noto Sans"/>
                <a:ea typeface="Noto Sans CJK JP"/>
                <a:cs typeface="Noto Sans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None/>
              <a:defRPr sz="5200" lang="ja-JP">
                <a:latin typeface="Noto Sans"/>
                <a:ea typeface="Noto Sans CJK JP"/>
                <a:cs typeface="Noto Sans"/>
              </a:defRPr>
            </a:lvl9pPr>
          </a:lstStyle>
          <a:p>
            <a:endParaRPr lang="ja-JP">
              <a:latin typeface="Noto Sans"/>
              <a:ea typeface="Noto Sans CJK JP"/>
              <a:cs typeface="Noto Sans"/>
            </a:endParaRPr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3657600"/>
            <a:ext cx="8520600" cy="36576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None/>
              <a:defRPr sz="2800" lang="ja-JP">
                <a:solidFill>
                  <a:schemeClr val="dk1"/>
                </a:solidFill>
                <a:latin typeface="Noto Sans"/>
                <a:ea typeface="Noto Sans CJK JP"/>
                <a:cs typeface="Noto Sans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lang="ja-JP">
                <a:latin typeface="Noto Sans"/>
                <a:ea typeface="Noto Sans CJK JP"/>
                <a:cs typeface="Noto Sans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lang="ja-JP">
                <a:latin typeface="Noto Sans"/>
                <a:ea typeface="Noto Sans CJK JP"/>
                <a:cs typeface="Noto Sans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lang="ja-JP">
                <a:latin typeface="Noto Sans"/>
                <a:ea typeface="Noto Sans CJK JP"/>
                <a:cs typeface="Noto Sans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lang="ja-JP">
                <a:latin typeface="Noto Sans"/>
                <a:ea typeface="Noto Sans CJK JP"/>
                <a:cs typeface="Noto Sans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lang="ja-JP">
                <a:latin typeface="Noto Sans"/>
                <a:ea typeface="Noto Sans CJK JP"/>
                <a:cs typeface="Noto Sans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lang="ja-JP">
                <a:latin typeface="Noto Sans"/>
                <a:ea typeface="Noto Sans CJK JP"/>
                <a:cs typeface="Noto Sans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lang="ja-JP">
                <a:latin typeface="Noto Sans"/>
                <a:ea typeface="Noto Sans CJK JP"/>
                <a:cs typeface="Noto Sans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lang="ja-JP">
                <a:latin typeface="Noto Sans"/>
                <a:ea typeface="Noto Sans CJK JP"/>
                <a:cs typeface="Noto Sans"/>
              </a:defRPr>
            </a:lvl9pPr>
          </a:lstStyle>
          <a:p>
            <a:pPr>
              <a:defRPr sz="2200" lang="ja-JP">
                <a:latin typeface="Noto Sans"/>
                <a:ea typeface="Noto Sans CJK JP"/>
                <a:cs typeface="Noto Sans"/>
              </a:defRPr>
            </a:pPr>
            <a:endParaRPr lang="ja-JP">
              <a:latin typeface="Noto Sans"/>
              <a:ea typeface="Noto Sans CJK JP"/>
              <a:cs typeface="Noto Sans"/>
            </a:endParaRPr>
          </a:p>
        </p:txBody>
      </p:sp>
      <p:sp>
        <p:nvSpPr>
          <p:cNvPr id="2" name="Google Shape;22;p5">
            <a:extLst>
              <a:ext uri="{FF2B5EF4-FFF2-40B4-BE49-F238E27FC236}">
                <a16:creationId xmlns:a16="http://schemas.microsoft.com/office/drawing/2014/main" id="{97A17C7E-5073-6B99-C91A-19299DA839DE}"/>
              </a:ext>
            </a:extLst>
          </p:cNvPr>
          <p:cNvSpPr/>
          <p:nvPr userDrawn="1"/>
        </p:nvSpPr>
        <p:spPr>
          <a:xfrm>
            <a:off x="8607898" y="-10450"/>
            <a:ext cx="548701" cy="4797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ja-JP">
              <a:latin typeface="Noto Sans"/>
              <a:ea typeface="Noto Sans CJK JP"/>
              <a:cs typeface="Noto Sans"/>
            </a:endParaRPr>
          </a:p>
        </p:txBody>
      </p:sp>
      <p:sp>
        <p:nvSpPr>
          <p:cNvPr id="7" name="Slide Number">
            <a:extLst>
              <a:ext uri="{FF2B5EF4-FFF2-40B4-BE49-F238E27FC236}">
                <a16:creationId xmlns:a16="http://schemas.microsoft.com/office/drawing/2014/main" id="{2BE9CD3C-2632-D40F-DBD2-47ACED4F9A3C}"/>
              </a:ext>
            </a:extLst>
          </p:cNvPr>
          <p:cNvSpPr txBox="1"/>
          <p:nvPr userDrawn="1"/>
        </p:nvSpPr>
        <p:spPr>
          <a:xfrm>
            <a:off x="8607898" y="-10450"/>
            <a:ext cx="548701" cy="479700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/>
          <a:p>
            <a:pPr algn="ctr"/>
            <a:fld id="{00000000-1234-1234-1234-000000000999}" type="slidenum">
              <a:rPr lang="ja-JP" sz="1800" b="1">
                <a:solidFill>
                  <a:schemeClr val="lt1"/>
                </a:solidFill>
                <a:latin typeface="Noto Sans"/>
                <a:ea typeface="Noto Sans CJK JP"/>
                <a:cs typeface="Noto Sans"/>
              </a:rPr>
              <a:pPr algn="ctr"/>
              <a:t>‹#›</a:t>
            </a:fld>
            <a:endParaRPr lang="ja-JP" sz="1800" b="1" dirty="0">
              <a:latin typeface="Noto Sans"/>
              <a:ea typeface="Noto Sans CJK JP"/>
              <a:cs typeface="Noto Sans"/>
            </a:endParaRPr>
          </a:p>
        </p:txBody>
      </p:sp>
      <p:sp>
        <p:nvSpPr>
          <p:cNvPr id="110" name="Author affiliation"/>
          <p:cNvSpPr txBox="1">
            <a:spLocks noGrp="1"/>
          </p:cNvSpPr>
          <p:nvPr>
            <p:ph type="body" idx="10"/>
          </p:nvPr>
        </p:nvSpPr>
        <p:spPr>
          <a:xfrm>
            <a:off x="5486400" y="4224528"/>
            <a:ext cx="3108960" cy="228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●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1pPr>
            <a:lvl2pPr marL="914400" lvl="1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2pPr>
            <a:lvl3pPr marL="1371600" lvl="2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3pPr>
            <a:lvl4pPr marL="1828800" lvl="3" indent="-3683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0455"/>
              <a:buFont typeface="Noto Sans CJK JP"/>
              <a:buChar char="●"/>
              <a:defRPr sz="22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4pPr>
            <a:lvl5pPr marL="2286000" lvl="4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5pPr>
            <a:lvl6pPr marL="2743200" lvl="5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6pPr>
            <a:lvl7pPr marL="3200400" lvl="6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●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7pPr>
            <a:lvl8pPr marL="3657600" lvl="7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8pPr>
            <a:lvl9pPr marL="4114800" lvl="8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9pPr>
          </a:lstStyle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400" b="0" lang="ja-JP">
                <a:solidFill>
                  <a:srgbClr val="626669"/>
                </a:solidFill>
                <a:latin typeface="Noto Sans"/>
                <a:ea typeface="Noto Sans CJK JP"/>
                <a:cs typeface="Noto Sans"/>
              </a:defRPr>
            </a:pPr>
            <a:r>
              <a:t>所属　［所属］</a:t>
            </a:r>
          </a:p>
        </p:txBody>
      </p:sp>
      <p:sp>
        <p:nvSpPr>
          <p:cNvPr id="111" name="Author name"/>
          <p:cNvSpPr txBox="1">
            <a:spLocks noGrp="1"/>
          </p:cNvSpPr>
          <p:nvPr>
            <p:ph type="body" idx="11"/>
          </p:nvPr>
        </p:nvSpPr>
        <p:spPr>
          <a:xfrm>
            <a:off x="5486400" y="4416552"/>
            <a:ext cx="3108960" cy="402336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●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1pPr>
            <a:lvl2pPr marL="914400" lvl="1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2pPr>
            <a:lvl3pPr marL="1371600" lvl="2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3pPr>
            <a:lvl4pPr marL="1828800" lvl="3" indent="-3683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0455"/>
              <a:buFont typeface="Noto Sans CJK JP"/>
              <a:buChar char="●"/>
              <a:defRPr sz="22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4pPr>
            <a:lvl5pPr marL="2286000" lvl="4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5pPr>
            <a:lvl6pPr marL="2743200" lvl="5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6pPr>
            <a:lvl7pPr marL="3200400" lvl="6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●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7pPr>
            <a:lvl8pPr marL="3657600" lvl="7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8pPr>
            <a:lvl9pPr marL="4114800" lvl="8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9pPr>
          </a:lstStyle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2000" b="0" lang="ja-JP">
                <a:solidFill>
                  <a:srgbClr val="626669"/>
                </a:solidFill>
                <a:latin typeface="Noto Sans"/>
                <a:ea typeface="Noto Sans CJK JP"/>
                <a:cs typeface="Noto Sans"/>
              </a:defRPr>
            </a:pPr>
            <a:r>
              <a: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氏名　［氏名］</a:t>
            </a:r>
          </a:p>
        </p:txBody>
      </p:sp>
      <p:sp>
        <p:nvSpPr>
          <p:cNvPr id="112" name="Creation date"/>
          <p:cNvSpPr txBox="1">
            <a:spLocks noGrp="1"/>
          </p:cNvSpPr>
          <p:nvPr>
            <p:ph type="body" idx="12"/>
          </p:nvPr>
        </p:nvSpPr>
        <p:spPr>
          <a:xfrm>
            <a:off x="457200" y="274320"/>
            <a:ext cx="3657600" cy="228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●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1pPr>
            <a:lvl2pPr marL="914400" lvl="1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2pPr>
            <a:lvl3pPr marL="1371600" lvl="2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3pPr>
            <a:lvl4pPr marL="1828800" lvl="3" indent="-3683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0455"/>
              <a:buFont typeface="Noto Sans CJK JP"/>
              <a:buChar char="●"/>
              <a:defRPr sz="22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4pPr>
            <a:lvl5pPr marL="2286000" lvl="4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5pPr>
            <a:lvl6pPr marL="2743200" lvl="5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6pPr>
            <a:lvl7pPr marL="3200400" lvl="6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●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7pPr>
            <a:lvl8pPr marL="3657600" lvl="7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8pPr>
            <a:lvl9pPr marL="4114800" lvl="8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9pPr>
          </a:lstStyle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400" b="0" lang="ja-JP">
                <a:solidFill>
                  <a:srgbClr val="626669"/>
                </a:solidFill>
                <a:latin typeface="Noto Sans"/>
                <a:ea typeface="Noto Sans CJK JP"/>
                <a:cs typeface="Noto Sans"/>
              </a:defRPr>
            </a:pPr>
            <a:r>
              <a:t>作成日　YYYY-MM-DD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カスタム レイアウト 1">
  <p:cSld name="CUSTOM">
    <p:spTree>
      <p:nvGrpSpPr>
        <p:cNvPr id="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1"/>
          <p:cNvSpPr/>
          <p:nvPr/>
        </p:nvSpPr>
        <p:spPr>
          <a:xfrm>
            <a:off x="-12600" y="0"/>
            <a:ext cx="9169200" cy="48005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0" rIns="91425" bIns="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ja-JP">
              <a:latin typeface="Noto Sans"/>
              <a:ea typeface="Noto Sans CJK JP"/>
              <a:cs typeface="Noto Sans"/>
            </a:endParaRPr>
          </a:p>
        </p:txBody>
      </p:sp>
      <p:sp>
        <p:nvSpPr>
          <p:cNvPr id="75" name="Google Shape;75;p11"/>
          <p:cNvSpPr txBox="1"/>
          <p:nvPr/>
        </p:nvSpPr>
        <p:spPr>
          <a:xfrm>
            <a:off x="76100" y="0"/>
            <a:ext cx="8059500" cy="4800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91425" bIns="0" anchor="ctr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ja-JP" altLang="ja" b="1" dirty="0">
                <a:solidFill>
                  <a:schemeClr val="lt1"/>
                </a:solidFill>
                <a:latin typeface="Noto Sans"/>
                <a:ea typeface="Noto Sans CJK JP"/>
                <a:cs typeface="Noto Sans"/>
              </a:rPr>
              <a:t>T</a:t>
            </a:r>
            <a:r>
              <a:rPr lang="ja-JP" b="1" dirty="0">
                <a:solidFill>
                  <a:schemeClr val="lt1"/>
                </a:solidFill>
                <a:latin typeface="Noto Sans"/>
                <a:ea typeface="Noto Sans CJK JP"/>
                <a:cs typeface="Noto Sans"/>
              </a:rPr>
              <a:t>able of </a:t>
            </a:r>
            <a:r>
              <a:rPr lang="ja-JP" altLang="ja" b="1" dirty="0">
                <a:solidFill>
                  <a:schemeClr val="lt1"/>
                </a:solidFill>
                <a:latin typeface="Noto Sans"/>
                <a:ea typeface="Noto Sans CJK JP"/>
                <a:cs typeface="Noto Sans"/>
              </a:rPr>
              <a:t>C</a:t>
            </a:r>
            <a:r>
              <a:rPr lang="ja-JP" b="1" dirty="0">
                <a:solidFill>
                  <a:schemeClr val="lt1"/>
                </a:solidFill>
                <a:latin typeface="Noto Sans"/>
                <a:ea typeface="Noto Sans CJK JP"/>
                <a:cs typeface="Noto Sans"/>
              </a:rPr>
              <a:t>ontents</a:t>
            </a:r>
            <a:endParaRPr b="1" dirty="0" lang="ja-JP">
              <a:solidFill>
                <a:schemeClr val="lt1"/>
              </a:solidFill>
              <a:latin typeface="Noto Sans"/>
              <a:ea typeface="Noto Sans CJK JP"/>
              <a:cs typeface="Noto Sans"/>
            </a:endParaRPr>
          </a:p>
        </p:txBody>
      </p:sp>
      <p:sp>
        <p:nvSpPr>
          <p:cNvPr id="76" name="Google Shape;76;p11"/>
          <p:cNvSpPr txBox="1"/>
          <p:nvPr/>
        </p:nvSpPr>
        <p:spPr>
          <a:xfrm>
            <a:off x="1236712" y="842226"/>
            <a:ext cx="5764979" cy="59397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Noto Sans CJK JP"/>
              <a:buNone/>
              <a:tabLst/>
              <a:defRPr lang="ja-JP">
                <a:latin typeface="Noto Sans"/>
                <a:ea typeface="Noto Sans CJK JP"/>
                <a:cs typeface="Noto Sans"/>
              </a:defRPr>
            </a:pPr>
            <a:r>
              <a:rPr lang="ja-JP" sz="2800" b="1" dirty="0">
                <a:solidFill>
                  <a:schemeClr val="accent2"/>
                </a:solidFill>
                <a:latin typeface="Noto Sans"/>
                <a:ea typeface="Noto Sans CJK JP"/>
                <a:cs typeface="Noto Sans"/>
              </a:rPr>
              <a:t>1.</a:t>
            </a:r>
            <a:r>
              <a:rPr lang="ja-JP" altLang="ja" sz="2800" b="1" dirty="0">
                <a:solidFill>
                  <a:schemeClr val="accent2"/>
                </a:solidFill>
                <a:latin typeface="Noto Sans"/>
                <a:ea typeface="Noto Sans CJK JP"/>
                <a:cs typeface="Noto Sans"/>
              </a:rPr>
              <a:t> </a:t>
            </a:r>
            <a:r>
              <a:rPr lang="ja-JP" altLang="ja" sz="2800" b="1" dirty="0">
                <a:solidFill>
                  <a:schemeClr val="dk1"/>
                </a:solidFill>
                <a:latin typeface="Noto Sans"/>
                <a:ea typeface="Noto Sans CJK JP"/>
                <a:cs typeface="Noto Sans"/>
              </a:rPr>
              <a:t>Background &amp; Purpose</a:t>
            </a:r>
            <a:endParaRPr lang="ja-JP" altLang="ja-JP" sz="2800" b="1" dirty="0">
              <a:solidFill>
                <a:schemeClr val="dk1"/>
              </a:solidFill>
              <a:latin typeface="Noto Sans"/>
              <a:ea typeface="Noto Sans CJK JP"/>
              <a:cs typeface="Noto Sans"/>
            </a:endParaRPr>
          </a:p>
        </p:txBody>
      </p:sp>
      <p:sp>
        <p:nvSpPr>
          <p:cNvPr id="79" name="Google Shape;79;p11"/>
          <p:cNvSpPr txBox="1"/>
          <p:nvPr/>
        </p:nvSpPr>
        <p:spPr>
          <a:xfrm>
            <a:off x="1236712" y="1664913"/>
            <a:ext cx="5412281" cy="59397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Noto Sans CJK JP"/>
              <a:buNone/>
              <a:tabLst/>
              <a:defRPr lang="ja-JP">
                <a:latin typeface="Noto Sans"/>
                <a:ea typeface="Noto Sans CJK JP"/>
                <a:cs typeface="Noto Sans"/>
              </a:defRPr>
            </a:pPr>
            <a:r>
              <a:rPr lang="ja-JP" sz="2800" b="1" dirty="0">
                <a:solidFill>
                  <a:schemeClr val="accent2"/>
                </a:solidFill>
                <a:latin typeface="Noto Sans"/>
                <a:ea typeface="Noto Sans CJK JP"/>
                <a:cs typeface="Noto Sans"/>
              </a:rPr>
              <a:t>2.</a:t>
            </a:r>
            <a:r>
              <a:rPr lang="ja-JP" altLang="ja" sz="2800" b="1" dirty="0">
                <a:solidFill>
                  <a:schemeClr val="accent2"/>
                </a:solidFill>
                <a:latin typeface="Noto Sans"/>
                <a:ea typeface="Noto Sans CJK JP"/>
                <a:cs typeface="Noto Sans"/>
              </a:rPr>
              <a:t> </a:t>
            </a:r>
            <a:r>
              <a:rPr lang="ja-JP" altLang="ja" sz="2800" b="1" dirty="0">
                <a:solidFill>
                  <a:schemeClr val="dk1"/>
                </a:solidFill>
                <a:latin typeface="Noto Sans"/>
                <a:ea typeface="Noto Sans CJK JP"/>
                <a:cs typeface="Noto Sans"/>
              </a:rPr>
              <a:t>Methodology</a:t>
            </a:r>
            <a:endParaRPr lang="ja-JP" altLang="ja-JP" sz="2800" b="1" dirty="0">
              <a:solidFill>
                <a:schemeClr val="dk1"/>
              </a:solidFill>
              <a:latin typeface="Noto Sans"/>
              <a:ea typeface="Noto Sans CJK JP"/>
              <a:cs typeface="Noto Sans"/>
            </a:endParaRPr>
          </a:p>
        </p:txBody>
      </p:sp>
      <p:sp>
        <p:nvSpPr>
          <p:cNvPr id="82" name="Google Shape;82;p11"/>
          <p:cNvSpPr txBox="1"/>
          <p:nvPr/>
        </p:nvSpPr>
        <p:spPr>
          <a:xfrm>
            <a:off x="1236712" y="2487598"/>
            <a:ext cx="6688590" cy="59397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Noto Sans CJK JP"/>
              <a:buNone/>
              <a:tabLst/>
              <a:defRPr lang="ja-JP">
                <a:latin typeface="Noto Sans"/>
                <a:ea typeface="Noto Sans CJK JP"/>
                <a:cs typeface="Noto Sans"/>
              </a:defRPr>
            </a:pPr>
            <a:r>
              <a:rPr lang="ja-JP" sz="2800" b="1" dirty="0">
                <a:solidFill>
                  <a:schemeClr val="accent2"/>
                </a:solidFill>
                <a:latin typeface="Noto Sans"/>
                <a:ea typeface="Noto Sans CJK JP"/>
                <a:cs typeface="Noto Sans"/>
              </a:rPr>
              <a:t>3.</a:t>
            </a:r>
            <a:r>
              <a:rPr lang="ja-JP" altLang="ja" sz="2800" b="1" dirty="0">
                <a:solidFill>
                  <a:schemeClr val="accent2"/>
                </a:solidFill>
                <a:latin typeface="Noto Sans"/>
                <a:ea typeface="Noto Sans CJK JP"/>
                <a:cs typeface="Noto Sans"/>
              </a:rPr>
              <a:t> </a:t>
            </a:r>
            <a:r>
              <a:rPr lang="ja-JP" altLang="ja" sz="2800" b="1" dirty="0">
                <a:solidFill>
                  <a:schemeClr val="dk1"/>
                </a:solidFill>
                <a:latin typeface="Noto Sans"/>
                <a:ea typeface="Noto Sans CJK JP"/>
                <a:cs typeface="Noto Sans"/>
              </a:rPr>
              <a:t>Classification Framework</a:t>
            </a:r>
            <a:endParaRPr lang="ja-JP" altLang="ja-JP" sz="2800" b="1" dirty="0">
              <a:solidFill>
                <a:schemeClr val="dk1"/>
              </a:solidFill>
              <a:latin typeface="Noto Sans"/>
              <a:ea typeface="Noto Sans CJK JP"/>
              <a:cs typeface="Noto Sans"/>
            </a:endParaRPr>
          </a:p>
        </p:txBody>
      </p:sp>
      <p:sp>
        <p:nvSpPr>
          <p:cNvPr id="85" name="Google Shape;85;p11"/>
          <p:cNvSpPr txBox="1"/>
          <p:nvPr userDrawn="1"/>
        </p:nvSpPr>
        <p:spPr>
          <a:xfrm>
            <a:off x="1236712" y="3310287"/>
            <a:ext cx="5020396" cy="59397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Noto Sans CJK JP"/>
              <a:buNone/>
              <a:tabLst/>
              <a:defRPr lang="ja-JP">
                <a:latin typeface="Noto Sans"/>
                <a:ea typeface="Noto Sans CJK JP"/>
                <a:cs typeface="Noto Sans"/>
              </a:defRPr>
            </a:pPr>
            <a:r>
              <a:rPr lang="ja-JP" sz="2800" b="1" dirty="0">
                <a:solidFill>
                  <a:schemeClr val="accent2"/>
                </a:solidFill>
                <a:latin typeface="Noto Sans"/>
                <a:ea typeface="Noto Sans CJK JP"/>
                <a:cs typeface="Noto Sans"/>
              </a:rPr>
              <a:t>4.</a:t>
            </a:r>
            <a:r>
              <a:rPr lang="ja-JP" altLang="ja" sz="2800" b="1" dirty="0">
                <a:solidFill>
                  <a:schemeClr val="accent2"/>
                </a:solidFill>
                <a:latin typeface="Noto Sans"/>
                <a:ea typeface="Noto Sans CJK JP"/>
                <a:cs typeface="Noto Sans"/>
              </a:rPr>
              <a:t> </a:t>
            </a:r>
            <a:r>
              <a:rPr lang="ja-JP" altLang="ja" sz="2800" b="1" dirty="0">
                <a:solidFill>
                  <a:schemeClr val="dk1"/>
                </a:solidFill>
                <a:latin typeface="Noto Sans"/>
                <a:ea typeface="Noto Sans CJK JP"/>
                <a:cs typeface="Noto Sans"/>
              </a:rPr>
              <a:t>Results &amp; Analysis</a:t>
            </a:r>
            <a:endParaRPr lang="ja-JP" altLang="ja-JP" sz="2800" b="1" dirty="0">
              <a:solidFill>
                <a:schemeClr val="dk1"/>
              </a:solidFill>
              <a:latin typeface="Noto Sans"/>
              <a:ea typeface="Noto Sans CJK JP"/>
              <a:cs typeface="Noto Sans"/>
            </a:endParaRPr>
          </a:p>
        </p:txBody>
      </p:sp>
      <p:sp>
        <p:nvSpPr>
          <p:cNvPr id="87" name="Google Shape;87;p11"/>
          <p:cNvSpPr txBox="1"/>
          <p:nvPr/>
        </p:nvSpPr>
        <p:spPr>
          <a:xfrm>
            <a:off x="1929203" y="3891800"/>
            <a:ext cx="5996100" cy="43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900" dirty="0" lang="ja-JP">
              <a:solidFill>
                <a:schemeClr val="dk1"/>
              </a:solidFill>
              <a:latin typeface="Noto Sans"/>
              <a:ea typeface="Noto Sans CJK JP"/>
              <a:cs typeface="Noto Sans"/>
            </a:endParaRPr>
          </a:p>
        </p:txBody>
      </p:sp>
      <p:sp>
        <p:nvSpPr>
          <p:cNvPr id="88" name="Google Shape;88;p11"/>
          <p:cNvSpPr txBox="1"/>
          <p:nvPr/>
        </p:nvSpPr>
        <p:spPr>
          <a:xfrm>
            <a:off x="1236712" y="4132975"/>
            <a:ext cx="6196053" cy="59397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Noto Sans CJK JP"/>
              <a:buNone/>
              <a:tabLst/>
              <a:defRPr lang="ja-JP">
                <a:latin typeface="Noto Sans"/>
                <a:ea typeface="Noto Sans CJK JP"/>
                <a:cs typeface="Noto Sans"/>
              </a:defRPr>
            </a:pPr>
            <a:r>
              <a:rPr lang="ja-JP" sz="2800" b="1" dirty="0">
                <a:solidFill>
                  <a:schemeClr val="accent2"/>
                </a:solidFill>
                <a:latin typeface="Noto Sans"/>
                <a:ea typeface="Noto Sans CJK JP"/>
                <a:cs typeface="Noto Sans"/>
              </a:rPr>
              <a:t>5.</a:t>
            </a:r>
            <a:r>
              <a:rPr lang="ja-JP" altLang="ja" sz="2800" b="1" dirty="0">
                <a:solidFill>
                  <a:schemeClr val="accent2"/>
                </a:solidFill>
                <a:latin typeface="Noto Sans"/>
                <a:ea typeface="Noto Sans CJK JP"/>
                <a:cs typeface="Noto Sans"/>
              </a:rPr>
              <a:t> </a:t>
            </a:r>
            <a:r>
              <a:rPr lang="ja-JP" altLang="ja" sz="2800" b="1" dirty="0">
                <a:solidFill>
                  <a:schemeClr val="dk1"/>
                </a:solidFill>
                <a:latin typeface="Noto Sans"/>
                <a:ea typeface="Noto Sans CJK JP"/>
                <a:cs typeface="Noto Sans"/>
              </a:rPr>
              <a:t>Conclusions and future work</a:t>
            </a:r>
            <a:endParaRPr lang="ja-JP" altLang="ja-JP" sz="2800" b="1" dirty="0">
              <a:solidFill>
                <a:schemeClr val="dk1"/>
              </a:solidFill>
              <a:latin typeface="Noto Sans"/>
              <a:ea typeface="Noto Sans CJK JP"/>
              <a:cs typeface="Noto Sans"/>
            </a:endParaRPr>
          </a:p>
        </p:txBody>
      </p:sp>
      <p:sp>
        <p:nvSpPr>
          <p:cNvPr id="999" name="Slide Number"/>
          <p:cNvSpPr txBox="1"/>
          <p:nvPr/>
        </p:nvSpPr>
        <p:spPr>
          <a:xfrm>
            <a:off x="8501908" y="28683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/>
          <a:p>
            <a:pPr algn="r"/>
            <a:fld id="{00000000-1234-1234-1234-000000000999}" type="slidenum">
              <a:rPr lang="ja-JP" sz="1800" b="1">
                <a:solidFill>
                  <a:schemeClr val="lt1"/>
                </a:solidFill>
                <a:latin typeface="Noto Sans"/>
                <a:ea typeface="Noto Sans CJK JP"/>
                <a:cs typeface="Noto Sans"/>
              </a:rPr>
              <a:t>‹#›</a:t>
            </a:fld>
            <a:endParaRPr lang="ja-JP" sz="1800" b="1">
              <a:latin typeface="Noto Sans"/>
              <a:ea typeface="Noto Sans CJK JP"/>
              <a:cs typeface="Noto Sans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normal">
  <p:cSld name="ONE_COLUMN_TEXT_1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5"/>
          <p:cNvSpPr/>
          <p:nvPr/>
        </p:nvSpPr>
        <p:spPr>
          <a:xfrm>
            <a:off x="-12600" y="0"/>
            <a:ext cx="9169200" cy="48005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0" rIns="91425" bIns="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ja-JP">
              <a:latin typeface="Noto Sans"/>
              <a:ea typeface="Noto Sans CJK JP"/>
              <a:cs typeface="Noto Sans"/>
            </a:endParaRPr>
          </a:p>
        </p:txBody>
      </p:sp>
      <p:sp>
        <p:nvSpPr>
          <p:cNvPr id="24" name="Google Shape;24;p5"/>
          <p:cNvSpPr txBox="1">
            <a:spLocks noGrp="1"/>
          </p:cNvSpPr>
          <p:nvPr>
            <p:ph type="title"/>
          </p:nvPr>
        </p:nvSpPr>
        <p:spPr>
          <a:xfrm>
            <a:off x="468600" y="748150"/>
            <a:ext cx="8394600" cy="616200"/>
          </a:xfrm>
          <a:prstGeom prst="rect">
            <a:avLst/>
          </a:prstGeom>
        </p:spPr>
        <p:txBody>
          <a:bodyPr spcFirstLastPara="1" wrap="non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None/>
              <a:defRPr sz="3000" b="1" lang="ja-JP">
                <a:solidFill>
                  <a:schemeClr val="dk1"/>
                </a:solidFill>
                <a:latin typeface="Noto Sans"/>
                <a:ea typeface="Noto Sans CJK JP"/>
                <a:cs typeface="Noto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lang="ja-JP">
                <a:latin typeface="Noto Sans"/>
                <a:ea typeface="Noto Sans CJK JP"/>
                <a:cs typeface="Noto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lang="ja-JP">
                <a:latin typeface="Noto Sans"/>
                <a:ea typeface="Noto Sans CJK JP"/>
                <a:cs typeface="Noto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lang="ja-JP">
                <a:latin typeface="Noto Sans"/>
                <a:ea typeface="Noto Sans CJK JP"/>
                <a:cs typeface="Noto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lang="ja-JP">
                <a:latin typeface="Noto Sans"/>
                <a:ea typeface="Noto Sans CJK JP"/>
                <a:cs typeface="Noto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lang="ja-JP">
                <a:latin typeface="Noto Sans"/>
                <a:ea typeface="Noto Sans CJK JP"/>
                <a:cs typeface="Noto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lang="ja-JP">
                <a:latin typeface="Noto Sans"/>
                <a:ea typeface="Noto Sans CJK JP"/>
                <a:cs typeface="Noto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lang="ja-JP">
                <a:latin typeface="Noto Sans"/>
                <a:ea typeface="Noto Sans CJK JP"/>
                <a:cs typeface="Noto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lang="ja-JP">
                <a:latin typeface="Noto Sans"/>
                <a:ea typeface="Noto Sans CJK JP"/>
                <a:cs typeface="Noto Sans"/>
              </a:defRPr>
            </a:lvl9pPr>
          </a:lstStyle>
          <a:p>
            <a:endParaRPr lang="ja-JP">
              <a:latin typeface="Noto Sans"/>
              <a:ea typeface="Noto Sans CJK JP"/>
              <a:cs typeface="Noto Sans"/>
            </a:endParaRPr>
          </a:p>
        </p:txBody>
      </p:sp>
      <p:sp>
        <p:nvSpPr>
          <p:cNvPr id="25" name="Google Shape;25;p5"/>
          <p:cNvSpPr txBox="1">
            <a:spLocks noGrp="1"/>
          </p:cNvSpPr>
          <p:nvPr>
            <p:ph type="body" idx="1"/>
          </p:nvPr>
        </p:nvSpPr>
        <p:spPr>
          <a:xfrm>
            <a:off x="589650" y="1474850"/>
            <a:ext cx="7964700" cy="3458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●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1pPr>
            <a:lvl2pPr marL="914400" lvl="1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2pPr>
            <a:lvl3pPr marL="1371600" lvl="2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3pPr>
            <a:lvl4pPr marL="1828800" lvl="3" indent="-3683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0455"/>
              <a:buFont typeface="Noto Sans CJK JP"/>
              <a:buChar char="●"/>
              <a:defRPr sz="22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4pPr>
            <a:lvl5pPr marL="2286000" lvl="4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5pPr>
            <a:lvl6pPr marL="2743200" lvl="5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6pPr>
            <a:lvl7pPr marL="3200400" lvl="6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●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7pPr>
            <a:lvl8pPr marL="3657600" lvl="7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8pPr>
            <a:lvl9pPr marL="4114800" lvl="8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9pPr>
          </a:lstStyle>
          <a:p>
            <a:endParaRPr lang="ja-JP">
              <a:latin typeface="Noto Sans"/>
              <a:ea typeface="Noto Sans CJK JP"/>
              <a:cs typeface="Noto Sans"/>
            </a:endParaRPr>
          </a:p>
        </p:txBody>
      </p:sp>
      <p:sp>
        <p:nvSpPr>
          <p:cNvPr id="26" name="Google Shape;26;p5"/>
          <p:cNvSpPr txBox="1">
            <a:spLocks noGrp="1"/>
          </p:cNvSpPr>
          <p:nvPr>
            <p:ph type="title" idx="2"/>
          </p:nvPr>
        </p:nvSpPr>
        <p:spPr>
          <a:xfrm>
            <a:off x="76100" y="0"/>
            <a:ext cx="8048100" cy="480059"/>
          </a:xfrm>
          <a:prstGeom prst="rect">
            <a:avLst/>
          </a:prstGeom>
          <a:ln>
            <a:noFill/>
          </a:ln>
        </p:spPr>
        <p:txBody>
          <a:bodyPr spcFirstLastPara="1" wrap="square" lIns="91425" tIns="0" rIns="91425" bIns="0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None/>
              <a:defRPr sz="1400" b="1" lang="ja-JP">
                <a:solidFill>
                  <a:schemeClr val="lt1"/>
                </a:solidFill>
                <a:latin typeface="Noto Sans"/>
                <a:ea typeface="Noto Sans CJK JP"/>
                <a:cs typeface="Noto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lang="ja-JP">
                <a:latin typeface="Noto Sans"/>
                <a:ea typeface="Noto Sans CJK JP"/>
                <a:cs typeface="Noto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lang="ja-JP">
                <a:latin typeface="Noto Sans"/>
                <a:ea typeface="Noto Sans CJK JP"/>
                <a:cs typeface="Noto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lang="ja-JP">
                <a:latin typeface="Noto Sans"/>
                <a:ea typeface="Noto Sans CJK JP"/>
                <a:cs typeface="Noto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lang="ja-JP">
                <a:latin typeface="Noto Sans"/>
                <a:ea typeface="Noto Sans CJK JP"/>
                <a:cs typeface="Noto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lang="ja-JP">
                <a:latin typeface="Noto Sans"/>
                <a:ea typeface="Noto Sans CJK JP"/>
                <a:cs typeface="Noto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lang="ja-JP">
                <a:latin typeface="Noto Sans"/>
                <a:ea typeface="Noto Sans CJK JP"/>
                <a:cs typeface="Noto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lang="ja-JP">
                <a:latin typeface="Noto Sans"/>
                <a:ea typeface="Noto Sans CJK JP"/>
                <a:cs typeface="Noto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lang="ja-JP">
                <a:latin typeface="Noto Sans"/>
                <a:ea typeface="Noto Sans CJK JP"/>
                <a:cs typeface="Noto Sans"/>
              </a:defRPr>
            </a:lvl9pPr>
          </a:lstStyle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endParaRPr lang="ja-JP">
              <a:latin typeface="Noto Sans"/>
              <a:ea typeface="Noto Sans CJK JP"/>
              <a:cs typeface="Noto Sans"/>
            </a:endParaRPr>
          </a:p>
        </p:txBody>
      </p:sp>
      <p:sp>
        <p:nvSpPr>
          <p:cNvPr id="999" name="Slide Number"/>
          <p:cNvSpPr txBox="1"/>
          <p:nvPr/>
        </p:nvSpPr>
        <p:spPr>
          <a:xfrm>
            <a:off x="8501908" y="28683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/>
          <a:p>
            <a:pPr algn="r"/>
            <a:fld id="{00000000-1234-1234-1234-000000000999}" type="slidenum">
              <a:rPr lang="ja-JP" sz="1800" b="1">
                <a:solidFill>
                  <a:schemeClr val="lt1"/>
                </a:solidFill>
                <a:latin typeface="Noto Sans"/>
                <a:ea typeface="Noto Sans CJK JP"/>
                <a:cs typeface="Noto Sans"/>
              </a:rPr>
              <a:t>‹#›</a:t>
            </a:fld>
            <a:endParaRPr lang="ja-JP" sz="1800" b="1" dirty="0">
              <a:latin typeface="Noto Sans"/>
              <a:ea typeface="Noto Sans CJK JP"/>
              <a:cs typeface="Noto Sans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タイトルのみ">
  <p:cSld name="ONE_COLUMN_TEXT_1_4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6"/>
          <p:cNvSpPr/>
          <p:nvPr/>
        </p:nvSpPr>
        <p:spPr>
          <a:xfrm>
            <a:off x="-12600" y="0"/>
            <a:ext cx="9169200" cy="48005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0" rIns="91425" bIns="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ja-JP">
              <a:latin typeface="Noto Sans"/>
              <a:ea typeface="Noto Sans CJK JP"/>
              <a:cs typeface="Noto Sans"/>
            </a:endParaRPr>
          </a:p>
        </p:txBody>
      </p:sp>
      <p:sp>
        <p:nvSpPr>
          <p:cNvPr id="30" name="Google Shape;30;p6"/>
          <p:cNvSpPr txBox="1">
            <a:spLocks noGrp="1"/>
          </p:cNvSpPr>
          <p:nvPr>
            <p:ph type="title"/>
          </p:nvPr>
        </p:nvSpPr>
        <p:spPr>
          <a:xfrm>
            <a:off x="468600" y="649825"/>
            <a:ext cx="8206800" cy="616200"/>
          </a:xfrm>
          <a:prstGeom prst="rect">
            <a:avLst/>
          </a:prstGeom>
        </p:spPr>
        <p:txBody>
          <a:bodyPr spcFirstLastPara="1" wrap="none" lIns="91425" tIns="91425" rIns="91425" bIns="91425" anchor="t" anchorCtr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None/>
              <a:defRPr sz="3000" b="1" lang="ja-JP">
                <a:solidFill>
                  <a:schemeClr val="dk1"/>
                </a:solidFill>
                <a:latin typeface="Noto Sans"/>
                <a:ea typeface="Noto Sans CJK JP"/>
                <a:cs typeface="Noto Sans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lang="ja-JP">
                <a:latin typeface="Noto Sans"/>
                <a:ea typeface="Noto Sans CJK JP"/>
                <a:cs typeface="Noto Sans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lang="ja-JP">
                <a:latin typeface="Noto Sans"/>
                <a:ea typeface="Noto Sans CJK JP"/>
                <a:cs typeface="Noto Sans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lang="ja-JP">
                <a:latin typeface="Noto Sans"/>
                <a:ea typeface="Noto Sans CJK JP"/>
                <a:cs typeface="Noto Sans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lang="ja-JP">
                <a:latin typeface="Noto Sans"/>
                <a:ea typeface="Noto Sans CJK JP"/>
                <a:cs typeface="Noto Sans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lang="ja-JP">
                <a:latin typeface="Noto Sans"/>
                <a:ea typeface="Noto Sans CJK JP"/>
                <a:cs typeface="Noto Sans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lang="ja-JP">
                <a:latin typeface="Noto Sans"/>
                <a:ea typeface="Noto Sans CJK JP"/>
                <a:cs typeface="Noto Sans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lang="ja-JP">
                <a:latin typeface="Noto Sans"/>
                <a:ea typeface="Noto Sans CJK JP"/>
                <a:cs typeface="Noto Sans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lang="ja-JP">
                <a:latin typeface="Noto Sans"/>
                <a:ea typeface="Noto Sans CJK JP"/>
                <a:cs typeface="Noto Sans"/>
              </a:defRPr>
            </a:lvl9pPr>
          </a:lstStyle>
          <a:p>
            <a:endParaRPr lang="ja-JP">
              <a:latin typeface="Noto Sans"/>
              <a:ea typeface="Noto Sans CJK JP"/>
              <a:cs typeface="Noto Sans"/>
            </a:endParaRPr>
          </a:p>
        </p:txBody>
      </p:sp>
      <p:sp>
        <p:nvSpPr>
          <p:cNvPr id="31" name="Google Shape;31;p6"/>
          <p:cNvSpPr txBox="1">
            <a:spLocks noGrp="1"/>
          </p:cNvSpPr>
          <p:nvPr>
            <p:ph type="title" idx="2"/>
          </p:nvPr>
        </p:nvSpPr>
        <p:spPr>
          <a:xfrm>
            <a:off x="76100" y="0"/>
            <a:ext cx="8115300" cy="480059"/>
          </a:xfrm>
          <a:prstGeom prst="rect">
            <a:avLst/>
          </a:prstGeom>
          <a:ln>
            <a:noFill/>
          </a:ln>
        </p:spPr>
        <p:txBody>
          <a:bodyPr spcFirstLastPara="1" wrap="square" lIns="91425" tIns="0" rIns="91425" bIns="0" anchor="ctr" anchorCtr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None/>
              <a:defRPr sz="1400" b="1" lang="ja-JP">
                <a:solidFill>
                  <a:schemeClr val="lt1"/>
                </a:solidFill>
                <a:latin typeface="Noto Sans"/>
                <a:ea typeface="Noto Sans CJK JP"/>
                <a:cs typeface="Noto Sans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lang="ja-JP">
                <a:latin typeface="Noto Sans"/>
                <a:ea typeface="Noto Sans CJK JP"/>
                <a:cs typeface="Noto Sans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lang="ja-JP">
                <a:latin typeface="Noto Sans"/>
                <a:ea typeface="Noto Sans CJK JP"/>
                <a:cs typeface="Noto Sans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lang="ja-JP">
                <a:latin typeface="Noto Sans"/>
                <a:ea typeface="Noto Sans CJK JP"/>
                <a:cs typeface="Noto Sans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lang="ja-JP">
                <a:latin typeface="Noto Sans"/>
                <a:ea typeface="Noto Sans CJK JP"/>
                <a:cs typeface="Noto Sans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lang="ja-JP">
                <a:latin typeface="Noto Sans"/>
                <a:ea typeface="Noto Sans CJK JP"/>
                <a:cs typeface="Noto Sans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lang="ja-JP">
                <a:latin typeface="Noto Sans"/>
                <a:ea typeface="Noto Sans CJK JP"/>
                <a:cs typeface="Noto Sans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lang="ja-JP">
                <a:latin typeface="Noto Sans"/>
                <a:ea typeface="Noto Sans CJK JP"/>
                <a:cs typeface="Noto Sans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lang="ja-JP">
                <a:latin typeface="Noto Sans"/>
                <a:ea typeface="Noto Sans CJK JP"/>
                <a:cs typeface="Noto Sans"/>
              </a:defRPr>
            </a:lvl9pPr>
          </a:lstStyle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endParaRPr lang="ja-JP">
              <a:latin typeface="Noto Sans"/>
              <a:ea typeface="Noto Sans CJK JP"/>
              <a:cs typeface="Noto Sans"/>
            </a:endParaRPr>
          </a:p>
        </p:txBody>
      </p:sp>
      <p:sp>
        <p:nvSpPr>
          <p:cNvPr id="999" name="Slide Number"/>
          <p:cNvSpPr txBox="1"/>
          <p:nvPr/>
        </p:nvSpPr>
        <p:spPr>
          <a:xfrm>
            <a:off x="8501908" y="28683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/>
          <a:p>
            <a:pPr algn="r"/>
            <a:fld id="{00000000-1234-1234-1234-000000000999}" type="slidenum">
              <a:rPr lang="ja-JP" sz="1800" b="1">
                <a:solidFill>
                  <a:schemeClr val="lt1"/>
                </a:solidFill>
                <a:latin typeface="Noto Sans"/>
                <a:ea typeface="Noto Sans CJK JP"/>
                <a:cs typeface="Noto Sans"/>
              </a:rPr>
              <a:t>‹#›</a:t>
            </a:fld>
            <a:endParaRPr lang="ja-JP" sz="1800" b="1">
              <a:latin typeface="Noto Sans"/>
              <a:ea typeface="Noto Sans CJK JP"/>
              <a:cs typeface="Noto Sans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ransition">
  <p:cSld name="ONE_COLUMN_TEXT_1_4_1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7"/>
          <p:cNvSpPr/>
          <p:nvPr/>
        </p:nvSpPr>
        <p:spPr>
          <a:xfrm>
            <a:off x="-12600" y="0"/>
            <a:ext cx="9169200" cy="48005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0" rIns="91425" bIns="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ja-JP">
              <a:latin typeface="Noto Sans"/>
              <a:ea typeface="Noto Sans CJK JP"/>
              <a:cs typeface="Noto Sans"/>
            </a:endParaRPr>
          </a:p>
        </p:txBody>
      </p:sp>
      <p:sp>
        <p:nvSpPr>
          <p:cNvPr id="35" name="Google Shape;35;p7"/>
          <p:cNvSpPr txBox="1">
            <a:spLocks noGrp="1"/>
          </p:cNvSpPr>
          <p:nvPr>
            <p:ph type="title"/>
          </p:nvPr>
        </p:nvSpPr>
        <p:spPr>
          <a:xfrm>
            <a:off x="468600" y="2263650"/>
            <a:ext cx="8206800" cy="616200"/>
          </a:xfrm>
          <a:prstGeom prst="rect">
            <a:avLst/>
          </a:prstGeom>
        </p:spPr>
        <p:txBody>
          <a:bodyPr spcFirstLastPara="1" wrap="none" lIns="91425" tIns="91425" rIns="91425" bIns="91425" anchor="t" anchorCtr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None/>
              <a:defRPr sz="3000" b="1" lang="ja-JP">
                <a:solidFill>
                  <a:schemeClr val="dk1"/>
                </a:solidFill>
                <a:latin typeface="Noto Sans"/>
                <a:ea typeface="Noto Sans CJK JP"/>
                <a:cs typeface="Noto Sans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lang="ja-JP">
                <a:latin typeface="Noto Sans"/>
                <a:ea typeface="Noto Sans CJK JP"/>
                <a:cs typeface="Noto Sans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lang="ja-JP">
                <a:latin typeface="Noto Sans"/>
                <a:ea typeface="Noto Sans CJK JP"/>
                <a:cs typeface="Noto Sans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lang="ja-JP">
                <a:latin typeface="Noto Sans"/>
                <a:ea typeface="Noto Sans CJK JP"/>
                <a:cs typeface="Noto Sans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lang="ja-JP">
                <a:latin typeface="Noto Sans"/>
                <a:ea typeface="Noto Sans CJK JP"/>
                <a:cs typeface="Noto Sans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lang="ja-JP">
                <a:latin typeface="Noto Sans"/>
                <a:ea typeface="Noto Sans CJK JP"/>
                <a:cs typeface="Noto Sans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lang="ja-JP">
                <a:latin typeface="Noto Sans"/>
                <a:ea typeface="Noto Sans CJK JP"/>
                <a:cs typeface="Noto Sans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lang="ja-JP">
                <a:latin typeface="Noto Sans"/>
                <a:ea typeface="Noto Sans CJK JP"/>
                <a:cs typeface="Noto Sans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lang="ja-JP">
                <a:latin typeface="Noto Sans"/>
                <a:ea typeface="Noto Sans CJK JP"/>
                <a:cs typeface="Noto Sans"/>
              </a:defRPr>
            </a:lvl9pPr>
          </a:lstStyle>
          <a:p>
            <a:endParaRPr lang="ja-JP">
              <a:latin typeface="Noto Sans"/>
              <a:ea typeface="Noto Sans CJK JP"/>
              <a:cs typeface="Noto Sans"/>
            </a:endParaRPr>
          </a:p>
        </p:txBody>
      </p:sp>
      <p:sp>
        <p:nvSpPr>
          <p:cNvPr id="36" name="Google Shape;36;p7"/>
          <p:cNvSpPr txBox="1">
            <a:spLocks noGrp="1"/>
          </p:cNvSpPr>
          <p:nvPr>
            <p:ph type="title" idx="2"/>
          </p:nvPr>
        </p:nvSpPr>
        <p:spPr>
          <a:xfrm>
            <a:off x="76100" y="0"/>
            <a:ext cx="8115300" cy="480059"/>
          </a:xfrm>
          <a:prstGeom prst="rect">
            <a:avLst/>
          </a:prstGeom>
          <a:ln>
            <a:noFill/>
          </a:ln>
        </p:spPr>
        <p:txBody>
          <a:bodyPr spcFirstLastPara="1" wrap="square" lIns="91425" tIns="0" rIns="91425" bIns="0" anchor="ctr" anchorCtr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None/>
              <a:defRPr sz="1400" b="1" lang="ja-JP">
                <a:solidFill>
                  <a:schemeClr val="lt1"/>
                </a:solidFill>
                <a:latin typeface="Noto Sans"/>
                <a:ea typeface="Noto Sans CJK JP"/>
                <a:cs typeface="Noto Sans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lang="ja-JP">
                <a:latin typeface="Noto Sans"/>
                <a:ea typeface="Noto Sans CJK JP"/>
                <a:cs typeface="Noto Sans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lang="ja-JP">
                <a:latin typeface="Noto Sans"/>
                <a:ea typeface="Noto Sans CJK JP"/>
                <a:cs typeface="Noto Sans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lang="ja-JP">
                <a:latin typeface="Noto Sans"/>
                <a:ea typeface="Noto Sans CJK JP"/>
                <a:cs typeface="Noto Sans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lang="ja-JP">
                <a:latin typeface="Noto Sans"/>
                <a:ea typeface="Noto Sans CJK JP"/>
                <a:cs typeface="Noto Sans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lang="ja-JP">
                <a:latin typeface="Noto Sans"/>
                <a:ea typeface="Noto Sans CJK JP"/>
                <a:cs typeface="Noto Sans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lang="ja-JP">
                <a:latin typeface="Noto Sans"/>
                <a:ea typeface="Noto Sans CJK JP"/>
                <a:cs typeface="Noto Sans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lang="ja-JP">
                <a:latin typeface="Noto Sans"/>
                <a:ea typeface="Noto Sans CJK JP"/>
                <a:cs typeface="Noto Sans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lang="ja-JP">
                <a:latin typeface="Noto Sans"/>
                <a:ea typeface="Noto Sans CJK JP"/>
                <a:cs typeface="Noto Sans"/>
              </a:defRPr>
            </a:lvl9pPr>
          </a:lstStyle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endParaRPr dirty="0" lang="ja-JP">
              <a:latin typeface="Noto Sans"/>
              <a:ea typeface="Noto Sans CJK JP"/>
              <a:cs typeface="Noto Sans"/>
            </a:endParaRPr>
          </a:p>
        </p:txBody>
      </p:sp>
      <p:sp>
        <p:nvSpPr>
          <p:cNvPr id="999" name="Slide Number"/>
          <p:cNvSpPr txBox="1"/>
          <p:nvPr/>
        </p:nvSpPr>
        <p:spPr>
          <a:xfrm>
            <a:off x="8501908" y="28683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/>
          <a:p>
            <a:pPr algn="r"/>
            <a:fld id="{00000000-1234-1234-1234-000000000999}" type="slidenum">
              <a:rPr lang="ja-JP" sz="1800" b="1">
                <a:solidFill>
                  <a:schemeClr val="lt1"/>
                </a:solidFill>
                <a:latin typeface="Noto Sans"/>
                <a:ea typeface="Noto Sans CJK JP"/>
                <a:cs typeface="Noto Sans"/>
              </a:rPr>
              <a:t>‹#›</a:t>
            </a:fld>
            <a:endParaRPr lang="ja-JP" sz="1800" b="1">
              <a:latin typeface="Noto Sans"/>
              <a:ea typeface="Noto Sans CJK JP"/>
              <a:cs typeface="Noto Sans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本文のみ">
  <p:cSld name="ONE_COLUMN_TEXT_1_3">
    <p:spTree>
      <p:nvGrpSpPr>
        <p:cNvPr id="1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8"/>
          <p:cNvSpPr/>
          <p:nvPr/>
        </p:nvSpPr>
        <p:spPr>
          <a:xfrm>
            <a:off x="-12600" y="0"/>
            <a:ext cx="9169200" cy="48005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0" rIns="91425" bIns="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ja-JP">
              <a:latin typeface="Noto Sans"/>
              <a:ea typeface="Noto Sans CJK JP"/>
              <a:cs typeface="Noto Sans"/>
            </a:endParaRPr>
          </a:p>
        </p:txBody>
      </p:sp>
      <p:sp>
        <p:nvSpPr>
          <p:cNvPr id="40" name="Google Shape;40;p8"/>
          <p:cNvSpPr txBox="1">
            <a:spLocks noGrp="1"/>
          </p:cNvSpPr>
          <p:nvPr>
            <p:ph type="body" idx="1"/>
          </p:nvPr>
        </p:nvSpPr>
        <p:spPr>
          <a:xfrm>
            <a:off x="589650" y="1185250"/>
            <a:ext cx="7964700" cy="3272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●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1pPr>
            <a:lvl2pPr marL="914400" lvl="1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2pPr>
            <a:lvl3pPr marL="1371600" lvl="2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3pPr>
            <a:lvl4pPr marL="1828800" lvl="3" indent="-3683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0455"/>
              <a:buFont typeface="Noto Sans CJK JP"/>
              <a:buChar char="●"/>
              <a:defRPr sz="22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4pPr>
            <a:lvl5pPr marL="2286000" lvl="4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5pPr>
            <a:lvl6pPr marL="2743200" lvl="5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6pPr>
            <a:lvl7pPr marL="3200400" lvl="6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●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7pPr>
            <a:lvl8pPr marL="3657600" lvl="7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8pPr>
            <a:lvl9pPr marL="4114800" lvl="8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9pPr>
          </a:lstStyle>
          <a:p>
            <a:endParaRPr lang="ja-JP">
              <a:latin typeface="Noto Sans"/>
              <a:ea typeface="Noto Sans CJK JP"/>
              <a:cs typeface="Noto Sans"/>
            </a:endParaRPr>
          </a:p>
        </p:txBody>
      </p:sp>
      <p:sp>
        <p:nvSpPr>
          <p:cNvPr id="41" name="Google Shape;41;p8"/>
          <p:cNvSpPr txBox="1">
            <a:spLocks noGrp="1"/>
          </p:cNvSpPr>
          <p:nvPr>
            <p:ph type="title"/>
          </p:nvPr>
        </p:nvSpPr>
        <p:spPr>
          <a:xfrm>
            <a:off x="76100" y="0"/>
            <a:ext cx="8059500" cy="480059"/>
          </a:xfrm>
          <a:prstGeom prst="rect">
            <a:avLst/>
          </a:prstGeom>
          <a:ln>
            <a:noFill/>
          </a:ln>
        </p:spPr>
        <p:txBody>
          <a:bodyPr spcFirstLastPara="1" wrap="square" lIns="91425" tIns="0" rIns="91425" bIns="0" anchor="ctr" anchorCtr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None/>
              <a:defRPr sz="1400" b="1" lang="ja-JP">
                <a:solidFill>
                  <a:schemeClr val="lt1"/>
                </a:solidFill>
                <a:latin typeface="Noto Sans"/>
                <a:ea typeface="Noto Sans CJK JP"/>
                <a:cs typeface="Noto Sans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lang="ja-JP">
                <a:latin typeface="Noto Sans"/>
                <a:ea typeface="Noto Sans CJK JP"/>
                <a:cs typeface="Noto Sans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lang="ja-JP">
                <a:latin typeface="Noto Sans"/>
                <a:ea typeface="Noto Sans CJK JP"/>
                <a:cs typeface="Noto Sans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lang="ja-JP">
                <a:latin typeface="Noto Sans"/>
                <a:ea typeface="Noto Sans CJK JP"/>
                <a:cs typeface="Noto Sans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lang="ja-JP">
                <a:latin typeface="Noto Sans"/>
                <a:ea typeface="Noto Sans CJK JP"/>
                <a:cs typeface="Noto Sans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lang="ja-JP">
                <a:latin typeface="Noto Sans"/>
                <a:ea typeface="Noto Sans CJK JP"/>
                <a:cs typeface="Noto Sans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lang="ja-JP">
                <a:latin typeface="Noto Sans"/>
                <a:ea typeface="Noto Sans CJK JP"/>
                <a:cs typeface="Noto Sans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lang="ja-JP">
                <a:latin typeface="Noto Sans"/>
                <a:ea typeface="Noto Sans CJK JP"/>
                <a:cs typeface="Noto Sans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lang="ja-JP">
                <a:latin typeface="Noto Sans"/>
                <a:ea typeface="Noto Sans CJK JP"/>
                <a:cs typeface="Noto Sans"/>
              </a:defRPr>
            </a:lvl9pPr>
          </a:lstStyle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endParaRPr dirty="0" lang="ja-JP">
              <a:latin typeface="Noto Sans"/>
              <a:ea typeface="Noto Sans CJK JP"/>
              <a:cs typeface="Noto Sans"/>
            </a:endParaRPr>
          </a:p>
        </p:txBody>
      </p:sp>
      <p:sp>
        <p:nvSpPr>
          <p:cNvPr id="999" name="Slide Number"/>
          <p:cNvSpPr txBox="1"/>
          <p:nvPr/>
        </p:nvSpPr>
        <p:spPr>
          <a:xfrm>
            <a:off x="8501908" y="28683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/>
          <a:p>
            <a:pPr algn="r"/>
            <a:fld id="{00000000-1234-1234-1234-000000000999}" type="slidenum">
              <a:rPr lang="ja-JP" sz="1800" b="1">
                <a:solidFill>
                  <a:schemeClr val="lt1"/>
                </a:solidFill>
                <a:latin typeface="Noto Sans"/>
                <a:ea typeface="Noto Sans CJK JP"/>
                <a:cs typeface="Noto Sans"/>
              </a:rPr>
              <a:t>‹#›</a:t>
            </a:fld>
            <a:endParaRPr lang="ja-JP" sz="1800" b="1">
              <a:latin typeface="Noto Sans"/>
              <a:ea typeface="Noto Sans CJK JP"/>
              <a:cs typeface="Noto Sans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ヘッダーのみ">
  <p:cSld name="ONE_COLUMN_TEXT_1_1">
    <p:spTree>
      <p:nvGrpSpPr>
        <p:cNvPr id="1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9"/>
          <p:cNvSpPr/>
          <p:nvPr/>
        </p:nvSpPr>
        <p:spPr>
          <a:xfrm>
            <a:off x="-12600" y="0"/>
            <a:ext cx="9169200" cy="48005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0" rIns="91425" bIns="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ja-JP">
              <a:latin typeface="Noto Sans"/>
              <a:ea typeface="Noto Sans CJK JP"/>
              <a:cs typeface="Noto Sans"/>
            </a:endParaRPr>
          </a:p>
        </p:txBody>
      </p:sp>
      <p:sp>
        <p:nvSpPr>
          <p:cNvPr id="45" name="Google Shape;45;p9"/>
          <p:cNvSpPr txBox="1">
            <a:spLocks noGrp="1"/>
          </p:cNvSpPr>
          <p:nvPr>
            <p:ph type="title"/>
          </p:nvPr>
        </p:nvSpPr>
        <p:spPr>
          <a:xfrm>
            <a:off x="76100" y="0"/>
            <a:ext cx="8148900" cy="480059"/>
          </a:xfrm>
          <a:prstGeom prst="rect">
            <a:avLst/>
          </a:prstGeom>
          <a:ln>
            <a:noFill/>
          </a:ln>
        </p:spPr>
        <p:txBody>
          <a:bodyPr spcFirstLastPara="1" wrap="square" lIns="91425" tIns="0" rIns="91425" bIns="0" anchor="ctr" anchorCtr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None/>
              <a:defRPr sz="1400" b="1" lang="ja-JP">
                <a:solidFill>
                  <a:schemeClr val="lt1"/>
                </a:solidFill>
                <a:latin typeface="Noto Sans"/>
                <a:ea typeface="Noto Sans CJK JP"/>
                <a:cs typeface="Noto Sans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lang="ja-JP">
                <a:latin typeface="Noto Sans"/>
                <a:ea typeface="Noto Sans CJK JP"/>
                <a:cs typeface="Noto Sans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lang="ja-JP">
                <a:latin typeface="Noto Sans"/>
                <a:ea typeface="Noto Sans CJK JP"/>
                <a:cs typeface="Noto Sans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lang="ja-JP">
                <a:latin typeface="Noto Sans"/>
                <a:ea typeface="Noto Sans CJK JP"/>
                <a:cs typeface="Noto Sans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lang="ja-JP">
                <a:latin typeface="Noto Sans"/>
                <a:ea typeface="Noto Sans CJK JP"/>
                <a:cs typeface="Noto Sans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lang="ja-JP">
                <a:latin typeface="Noto Sans"/>
                <a:ea typeface="Noto Sans CJK JP"/>
                <a:cs typeface="Noto Sans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lang="ja-JP">
                <a:latin typeface="Noto Sans"/>
                <a:ea typeface="Noto Sans CJK JP"/>
                <a:cs typeface="Noto Sans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lang="ja-JP">
                <a:latin typeface="Noto Sans"/>
                <a:ea typeface="Noto Sans CJK JP"/>
                <a:cs typeface="Noto Sans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lang="ja-JP">
                <a:latin typeface="Noto Sans"/>
                <a:ea typeface="Noto Sans CJK JP"/>
                <a:cs typeface="Noto Sans"/>
              </a:defRPr>
            </a:lvl9pPr>
          </a:lstStyle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endParaRPr dirty="0" lang="ja-JP">
              <a:latin typeface="Noto Sans"/>
              <a:ea typeface="Noto Sans CJK JP"/>
              <a:cs typeface="Noto Sans"/>
            </a:endParaRPr>
          </a:p>
        </p:txBody>
      </p:sp>
      <p:sp>
        <p:nvSpPr>
          <p:cNvPr id="999" name="Slide Number"/>
          <p:cNvSpPr txBox="1"/>
          <p:nvPr/>
        </p:nvSpPr>
        <p:spPr>
          <a:xfrm>
            <a:off x="8501908" y="28683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/>
          <a:p>
            <a:pPr algn="r"/>
            <a:fld id="{00000000-1234-1234-1234-000000000999}" type="slidenum">
              <a:rPr lang="ja-JP" sz="1800" b="1">
                <a:solidFill>
                  <a:schemeClr val="lt1"/>
                </a:solidFill>
                <a:latin typeface="Noto Sans"/>
                <a:ea typeface="Noto Sans CJK JP"/>
                <a:cs typeface="Noto Sans"/>
              </a:rPr>
              <a:t>‹#›</a:t>
            </a:fld>
            <a:endParaRPr lang="ja-JP" sz="1800" b="1">
              <a:latin typeface="Noto Sans"/>
              <a:ea typeface="Noto Sans CJK JP"/>
              <a:cs typeface="Noto Sans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RT_AND_EXPLANA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band"/>
          <p:cNvSpPr txBox="1"/>
          <p:nvPr userDrawn="1"/>
        </p:nvSpPr>
        <p:spPr>
          <a:xfrm>
            <a:off x="0" y="0"/>
            <a:ext cx="9144000" cy="48005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wrap="square" anchor="ctr" tIns="0" b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endParaRPr lang="ja-JP" dirty="0">
              <a:latin typeface="Noto Sans"/>
              <a:ea typeface="Noto Sans CJK JP"/>
              <a:cs typeface="Noto Sans"/>
            </a:endParaRPr>
          </a:p>
        </p:txBody>
      </p:sp>
      <p:sp>
        <p:nvSpPr>
          <p:cNvPr id="4" name="Chart Placeholder"/>
          <p:cNvSpPr txBox="1">
            <a:spLocks noGrp="1"/>
          </p:cNvSpPr>
          <p:nvPr>
            <p:ph idx="1"/>
          </p:nvPr>
        </p:nvSpPr>
        <p:spPr>
          <a:xfrm>
            <a:off x="456520" y="1250000"/>
            <a:ext cx="5715000" cy="30000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wrap="square"/>
          <a:lstStyle/>
          <a:p>
            <a:r>
              <a:rPr lang="ja-JP" sz="1800" b="0">
                <a:solidFill>
                  <a:schemeClr val="dk2"/>
                </a:solidFill>
                <a:latin typeface="Noto Sans"/>
                <a:ea typeface="Noto Sans CJK JP"/>
                <a:cs typeface="Noto Sans"/>
              </a:rPr>
              <a:t>Insert chart</a:t>
            </a:r>
            <a:endParaRPr lang="ja-JP">
              <a:latin typeface="Noto Sans"/>
              <a:ea typeface="Noto Sans CJK JP"/>
              <a:cs typeface="Noto Sans"/>
            </a:endParaRPr>
          </a:p>
        </p:txBody>
      </p:sp>
      <p:sp>
        <p:nvSpPr>
          <p:cNvPr id="5" name="Explanation Placeholder"/>
          <p:cNvSpPr txBox="1">
            <a:spLocks noGrp="1"/>
          </p:cNvSpPr>
          <p:nvPr>
            <p:ph type="body" idx="2"/>
          </p:nvPr>
        </p:nvSpPr>
        <p:spPr>
          <a:xfrm>
            <a:off x="6295292" y="1550000"/>
            <a:ext cx="2500000" cy="2400000"/>
          </a:xfrm>
          <a:prstGeom prst="rect">
            <a:avLst/>
          </a:prstGeom>
          <a:noFill/>
          <a:ln>
            <a:noFill/>
          </a:ln>
        </p:spPr>
        <p:txBody>
          <a:bodyPr wrap="square" lIns="91425" rIns="91425" tIns="91425" bIns="91425"/>
          <a:lstStyle>
            <a:lvl1pPr marL="457200" lvl="0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●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1pPr>
            <a:lvl2pPr marL="914400" lvl="1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2pPr>
            <a:lvl3pPr marL="1371600" lvl="2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3pPr>
            <a:lvl4pPr marL="1828800" lvl="3" indent="-3683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0455"/>
              <a:buFont typeface="Noto Sans CJK JP"/>
              <a:buChar char="●"/>
              <a:defRPr sz="22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4pPr>
            <a:lvl5pPr marL="2286000" lvl="4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5pPr>
            <a:lvl6pPr marL="2743200" lvl="5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6pPr>
            <a:lvl7pPr marL="3200400" lvl="6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●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7pPr>
            <a:lvl8pPr marL="3657600" lvl="7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8pPr>
            <a:lvl9pPr marL="4114800" lvl="8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9pPr>
          </a:lstStyle>
          <a:p>
            <a:endParaRPr lang="ja-JP" dirty="0">
              <a:latin typeface="Noto Sans"/>
              <a:ea typeface="Noto Sans CJK JP"/>
              <a:cs typeface="Noto Sans"/>
            </a:endParaRPr>
          </a:p>
        </p:txBody>
      </p:sp>
      <p:sp>
        <p:nvSpPr>
          <p:cNvPr id="6" name="Supporting Text Placeholder"/>
          <p:cNvSpPr txBox="1">
            <a:spLocks noGrp="1"/>
          </p:cNvSpPr>
          <p:nvPr>
            <p:ph type="body" idx="3"/>
          </p:nvPr>
        </p:nvSpPr>
        <p:spPr>
          <a:xfrm>
            <a:off x="500000" y="4650000"/>
            <a:ext cx="8144000" cy="260000"/>
          </a:xfrm>
          <a:prstGeom prst="rect">
            <a:avLst/>
          </a:prstGeom>
          <a:noFill/>
          <a:ln>
            <a:noFill/>
          </a:ln>
        </p:spPr>
        <p:txBody>
          <a:bodyPr wrap="square" lIns="91425" rIns="91425" tIns="91425" bIns="91425"/>
          <a:lstStyle>
            <a:lvl1pPr marL="457200" lvl="0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●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1pPr>
            <a:lvl2pPr marL="914400" lvl="1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2pPr>
            <a:lvl3pPr marL="1371600" lvl="2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3pPr>
            <a:lvl4pPr marL="1828800" lvl="3" indent="-3683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0455"/>
              <a:buFont typeface="Noto Sans CJK JP"/>
              <a:buChar char="●"/>
              <a:defRPr sz="22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4pPr>
            <a:lvl5pPr marL="2286000" lvl="4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5pPr>
            <a:lvl6pPr marL="2743200" lvl="5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6pPr>
            <a:lvl7pPr marL="3200400" lvl="6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●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7pPr>
            <a:lvl8pPr marL="3657600" lvl="7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8pPr>
            <a:lvl9pPr marL="4114800" lvl="8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9pPr>
          </a:lstStyle>
          <a:p>
            <a:endParaRPr lang="ja-JP" dirty="0">
              <a:latin typeface="Noto Sans"/>
              <a:ea typeface="Noto Sans CJK JP"/>
              <a:cs typeface="Noto Sans"/>
            </a:endParaRPr>
          </a:p>
        </p:txBody>
      </p:sp>
      <p:sp>
        <p:nvSpPr>
          <p:cNvPr id="999" name="Slide Number"/>
          <p:cNvSpPr txBox="1"/>
          <p:nvPr/>
        </p:nvSpPr>
        <p:spPr>
          <a:xfrm>
            <a:off x="8501908" y="28683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/>
          <a:p>
            <a:pPr algn="r"/>
            <a:fld id="{00000000-1234-1234-1234-000000000999}" type="slidenum">
              <a:rPr lang="ja-JP" sz="1800" b="1">
                <a:solidFill>
                  <a:schemeClr val="lt1"/>
                </a:solidFill>
                <a:latin typeface="Noto Sans"/>
                <a:ea typeface="Noto Sans CJK JP"/>
                <a:cs typeface="Noto Sans"/>
              </a:rPr>
              <a:t>‹#›</a:t>
            </a:fld>
            <a:endParaRPr lang="ja-JP" sz="1800" b="1">
              <a:latin typeface="Noto Sans"/>
              <a:ea typeface="Noto Sans CJK JP"/>
              <a:cs typeface="Noto Sans"/>
            </a:endParaRPr>
          </a:p>
        </p:txBody>
      </p:sp>
      <p:sp>
        <p:nvSpPr>
          <p:cNvPr id="9" name="タイトル 8">
            <a:extLst>
              <a:ext uri="{FF2B5EF4-FFF2-40B4-BE49-F238E27FC236}">
                <a16:creationId xmlns:a16="http://schemas.microsoft.com/office/drawing/2014/main" id="{25C0E310-B322-8587-531C-0E2F5BB13C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kumimoji="1" lang="ja-JP" altLang="en-US">
              <a:latin typeface="Noto Sans"/>
              <a:ea typeface="Noto Sans CJK JP"/>
              <a:cs typeface="Noto Sans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ページ番号のみ 1">
  <p:cSld name="ONE_COLUMN_TEXT_1_2_1"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3"/>
          <p:cNvSpPr txBox="1">
            <a:spLocks noGrp="1"/>
          </p:cNvSpPr>
          <p:nvPr>
            <p:ph type="title"/>
          </p:nvPr>
        </p:nvSpPr>
        <p:spPr>
          <a:xfrm>
            <a:off x="5796650" y="4091225"/>
            <a:ext cx="3347400" cy="1052400"/>
          </a:xfrm>
          <a:prstGeom prst="rect">
            <a:avLst/>
          </a:prstGeom>
          <a:solidFill>
            <a:schemeClr val="accent2"/>
          </a:solidFill>
        </p:spPr>
        <p:txBody>
          <a:bodyPr spcFirstLastPara="1" wrap="square" lIns="126000" tIns="126000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None/>
              <a:defRPr b="1" lang="ja-JP">
                <a:solidFill>
                  <a:schemeClr val="lt1"/>
                </a:solidFill>
                <a:latin typeface="Noto Sans"/>
                <a:ea typeface="Noto Sans CJK JP"/>
                <a:cs typeface="Noto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None/>
              <a:defRPr sz="3200" b="1" lang="ja-JP">
                <a:solidFill>
                  <a:schemeClr val="lt1"/>
                </a:solidFill>
                <a:latin typeface="Noto Sans"/>
                <a:ea typeface="Noto Sans CJK JP"/>
                <a:cs typeface="Noto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None/>
              <a:defRPr sz="3200" b="1" lang="ja-JP">
                <a:solidFill>
                  <a:schemeClr val="lt1"/>
                </a:solidFill>
                <a:latin typeface="Noto Sans"/>
                <a:ea typeface="Noto Sans CJK JP"/>
                <a:cs typeface="Noto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None/>
              <a:defRPr sz="3200" b="1" lang="ja-JP">
                <a:solidFill>
                  <a:schemeClr val="lt1"/>
                </a:solidFill>
                <a:latin typeface="Noto Sans"/>
                <a:ea typeface="Noto Sans CJK JP"/>
                <a:cs typeface="Noto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None/>
              <a:defRPr sz="3200" b="1" lang="ja-JP">
                <a:solidFill>
                  <a:schemeClr val="lt1"/>
                </a:solidFill>
                <a:latin typeface="Noto Sans"/>
                <a:ea typeface="Noto Sans CJK JP"/>
                <a:cs typeface="Noto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None/>
              <a:defRPr sz="3200" b="1" lang="ja-JP">
                <a:solidFill>
                  <a:schemeClr val="lt1"/>
                </a:solidFill>
                <a:latin typeface="Noto Sans"/>
                <a:ea typeface="Noto Sans CJK JP"/>
                <a:cs typeface="Noto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None/>
              <a:defRPr sz="3200" b="1" lang="ja-JP">
                <a:solidFill>
                  <a:schemeClr val="lt1"/>
                </a:solidFill>
                <a:latin typeface="Noto Sans"/>
                <a:ea typeface="Noto Sans CJK JP"/>
                <a:cs typeface="Noto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None/>
              <a:defRPr sz="3200" b="1" lang="ja-JP">
                <a:solidFill>
                  <a:schemeClr val="lt1"/>
                </a:solidFill>
                <a:latin typeface="Noto Sans"/>
                <a:ea typeface="Noto Sans CJK JP"/>
                <a:cs typeface="Noto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None/>
              <a:defRPr sz="3200" b="1" lang="ja-JP">
                <a:solidFill>
                  <a:schemeClr val="lt1"/>
                </a:solidFill>
                <a:latin typeface="Noto Sans"/>
                <a:ea typeface="Noto Sans CJK JP"/>
                <a:cs typeface="Noto Sans"/>
              </a:defRPr>
            </a:lvl9pPr>
          </a:lstStyle>
          <a:p>
            <a:endParaRPr dirty="0" lang="ja-JP">
              <a:latin typeface="Noto Sans"/>
              <a:ea typeface="Noto Sans CJK JP"/>
              <a:cs typeface="Noto Sans"/>
            </a:endParaRPr>
          </a:p>
        </p:txBody>
      </p:sp>
      <p:sp>
        <p:nvSpPr>
          <p:cNvPr id="999" name="Slide Number"/>
          <p:cNvSpPr txBox="1"/>
          <p:nvPr/>
        </p:nvSpPr>
        <p:spPr>
          <a:xfrm>
            <a:off x="8472458" y="28683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/>
          <a:p>
            <a:pPr algn="r"/>
            <a:fld id="{00000000-1234-1234-1234-000000000999}" type="slidenum">
              <a:rPr lang="ja-JP" sz="1800" b="1">
                <a:solidFill>
                  <a:schemeClr val="dk2"/>
                </a:solidFill>
                <a:latin typeface="Noto Sans"/>
                <a:ea typeface="Noto Sans CJK JP"/>
                <a:cs typeface="Noto Sans"/>
              </a:rPr>
              <a:t>‹#›</a:t>
            </a:fld>
            <a:endParaRPr lang="ja-JP" sz="1800" b="1">
              <a:latin typeface="Noto Sans"/>
              <a:ea typeface="Noto Sans CJK JP"/>
              <a:cs typeface="Noto Sans"/>
            </a:endParaRPr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None/>
              <a:defRPr sz="2800" lang="ja-JP">
                <a:solidFill>
                  <a:schemeClr val="dk1"/>
                </a:solidFill>
                <a:latin typeface="Noto Sans"/>
                <a:ea typeface="Noto Sans CJK JP"/>
                <a:cs typeface="Noto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None/>
              <a:defRPr sz="2800" lang="ja-JP">
                <a:solidFill>
                  <a:schemeClr val="dk1"/>
                </a:solidFill>
                <a:latin typeface="Noto Sans"/>
                <a:ea typeface="Noto Sans CJK JP"/>
                <a:cs typeface="Noto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None/>
              <a:defRPr sz="2800" lang="ja-JP">
                <a:solidFill>
                  <a:schemeClr val="dk1"/>
                </a:solidFill>
                <a:latin typeface="Noto Sans"/>
                <a:ea typeface="Noto Sans CJK JP"/>
                <a:cs typeface="Noto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None/>
              <a:defRPr sz="2800" lang="ja-JP">
                <a:solidFill>
                  <a:schemeClr val="dk1"/>
                </a:solidFill>
                <a:latin typeface="Noto Sans"/>
                <a:ea typeface="Noto Sans CJK JP"/>
                <a:cs typeface="Noto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None/>
              <a:defRPr sz="2800" lang="ja-JP">
                <a:solidFill>
                  <a:schemeClr val="dk1"/>
                </a:solidFill>
                <a:latin typeface="Noto Sans"/>
                <a:ea typeface="Noto Sans CJK JP"/>
                <a:cs typeface="Noto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None/>
              <a:defRPr sz="2800" lang="ja-JP">
                <a:solidFill>
                  <a:schemeClr val="dk1"/>
                </a:solidFill>
                <a:latin typeface="Noto Sans"/>
                <a:ea typeface="Noto Sans CJK JP"/>
                <a:cs typeface="Noto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None/>
              <a:defRPr sz="2800" lang="ja-JP">
                <a:solidFill>
                  <a:schemeClr val="dk1"/>
                </a:solidFill>
                <a:latin typeface="Noto Sans"/>
                <a:ea typeface="Noto Sans CJK JP"/>
                <a:cs typeface="Noto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None/>
              <a:defRPr sz="2800" lang="ja-JP">
                <a:solidFill>
                  <a:schemeClr val="dk1"/>
                </a:solidFill>
                <a:latin typeface="Noto Sans"/>
                <a:ea typeface="Noto Sans CJK JP"/>
                <a:cs typeface="Noto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None/>
              <a:defRPr sz="2800" lang="ja-JP">
                <a:solidFill>
                  <a:schemeClr val="dk1"/>
                </a:solidFill>
                <a:latin typeface="Noto Sans"/>
                <a:ea typeface="Noto Sans CJK JP"/>
                <a:cs typeface="Noto Sans"/>
              </a:defRPr>
            </a:lvl9pPr>
          </a:lstStyle>
          <a:p>
            <a:endParaRPr lang="ja-JP">
              <a:latin typeface="Noto Sans"/>
              <a:ea typeface="Noto Sans CJK JP"/>
              <a:cs typeface="Noto Sans"/>
            </a:endParaRPr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203200" lvl="0" indent="-152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73889"/>
              <a:buFont typeface="Noto Sans CJK JP"/>
              <a:buChar char="●"/>
              <a:defRPr sz="1800" lang="ja-JP">
                <a:solidFill>
                  <a:schemeClr val="dk2"/>
                </a:solidFill>
                <a:latin typeface="Noto Sans"/>
                <a:ea typeface="Noto Sans CJK JP"/>
                <a:cs typeface="Noto Sans"/>
              </a:defRPr>
            </a:lvl1pPr>
            <a:lvl2pPr marL="482600" lvl="1" indent="-127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66500"/>
              <a:buFont typeface="Noto Sans CJK JP"/>
              <a:buChar char="○"/>
              <a:defRPr lang="ja-JP">
                <a:solidFill>
                  <a:schemeClr val="dk2"/>
                </a:solidFill>
                <a:latin typeface="Noto Sans"/>
                <a:ea typeface="Noto Sans CJK JP"/>
                <a:cs typeface="Noto Sans"/>
              </a:defRPr>
            </a:lvl2pPr>
            <a:lvl3pPr marL="762000" lvl="2" indent="-127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66500"/>
              <a:buFont typeface="Noto Sans CJK JP"/>
              <a:buChar char="○"/>
              <a:defRPr lang="ja-JP">
                <a:solidFill>
                  <a:schemeClr val="dk2"/>
                </a:solidFill>
                <a:latin typeface="Noto Sans"/>
                <a:ea typeface="Noto Sans CJK JP"/>
                <a:cs typeface="Noto Sans"/>
              </a:defRPr>
            </a:lvl3pPr>
            <a:lvl4pPr marL="1041400" lvl="3" indent="-127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66500"/>
              <a:buFont typeface="Noto Sans CJK JP"/>
              <a:buChar char="○"/>
              <a:defRPr lang="ja-JP">
                <a:solidFill>
                  <a:schemeClr val="dk2"/>
                </a:solidFill>
                <a:latin typeface="Noto Sans"/>
                <a:ea typeface="Noto Sans CJK JP"/>
                <a:cs typeface="Noto Sans"/>
              </a:defRPr>
            </a:lvl4pPr>
            <a:lvl5pPr marL="1320800" lvl="4" indent="-127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66500"/>
              <a:buFont typeface="Noto Sans CJK JP"/>
              <a:buChar char="○"/>
              <a:defRPr lang="ja-JP">
                <a:solidFill>
                  <a:schemeClr val="dk2"/>
                </a:solidFill>
                <a:latin typeface="Noto Sans"/>
                <a:ea typeface="Noto Sans CJK JP"/>
                <a:cs typeface="Noto Sans"/>
              </a:defRPr>
            </a:lvl5pPr>
            <a:lvl6pPr marL="1600200" lvl="5" indent="-127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66500"/>
              <a:buFont typeface="Noto Sans CJK JP"/>
              <a:buChar char="○"/>
              <a:defRPr lang="ja-JP">
                <a:solidFill>
                  <a:schemeClr val="dk2"/>
                </a:solidFill>
                <a:latin typeface="Noto Sans"/>
                <a:ea typeface="Noto Sans CJK JP"/>
                <a:cs typeface="Noto Sans"/>
              </a:defRPr>
            </a:lvl6pPr>
            <a:lvl7pPr marL="1879600" lvl="6" indent="-127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66500"/>
              <a:buFont typeface="Noto Sans CJK JP"/>
              <a:buChar char="○"/>
              <a:defRPr lang="ja-JP">
                <a:solidFill>
                  <a:schemeClr val="dk2"/>
                </a:solidFill>
                <a:latin typeface="Noto Sans"/>
                <a:ea typeface="Noto Sans CJK JP"/>
                <a:cs typeface="Noto Sans"/>
              </a:defRPr>
            </a:lvl7pPr>
            <a:lvl8pPr marL="2159000" lvl="7" indent="-127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66500"/>
              <a:buFont typeface="Noto Sans CJK JP"/>
              <a:buChar char="○"/>
              <a:defRPr lang="ja-JP">
                <a:solidFill>
                  <a:schemeClr val="dk2"/>
                </a:solidFill>
                <a:latin typeface="Noto Sans"/>
                <a:ea typeface="Noto Sans CJK JP"/>
                <a:cs typeface="Noto Sans"/>
              </a:defRPr>
            </a:lvl8pPr>
            <a:lvl9pPr marL="2438400" lvl="8" indent="-127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66500"/>
              <a:buFont typeface="Noto Sans CJK JP"/>
              <a:buChar char="○"/>
              <a:defRPr lang="ja-JP">
                <a:solidFill>
                  <a:schemeClr val="dk2"/>
                </a:solidFill>
                <a:latin typeface="Noto Sans"/>
                <a:ea typeface="Noto Sans CJK JP"/>
                <a:cs typeface="Noto Sans"/>
              </a:defRPr>
            </a:lvl9pPr>
          </a:lstStyle>
          <a:p>
            <a:endParaRPr lang="ja-JP">
              <a:latin typeface="Noto Sans"/>
              <a:ea typeface="Noto Sans CJK JP"/>
              <a:cs typeface="Noto Sans"/>
            </a:endParaRPr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 lang="ja-JP">
                <a:solidFill>
                  <a:schemeClr val="dk2"/>
                </a:solidFill>
                <a:latin typeface="Noto Sans"/>
                <a:ea typeface="Noto Sans CJK JP"/>
                <a:cs typeface="Noto Sans"/>
              </a:defRPr>
            </a:lvl1pPr>
            <a:lvl2pPr lvl="1" algn="r">
              <a:buNone/>
              <a:defRPr sz="1000" lang="ja-JP">
                <a:solidFill>
                  <a:schemeClr val="dk2"/>
                </a:solidFill>
                <a:latin typeface="Noto Sans"/>
                <a:ea typeface="Noto Sans CJK JP"/>
                <a:cs typeface="Noto Sans"/>
              </a:defRPr>
            </a:lvl2pPr>
            <a:lvl3pPr lvl="2" algn="r">
              <a:buNone/>
              <a:defRPr sz="1000" lang="ja-JP">
                <a:solidFill>
                  <a:schemeClr val="dk2"/>
                </a:solidFill>
                <a:latin typeface="Noto Sans"/>
                <a:ea typeface="Noto Sans CJK JP"/>
                <a:cs typeface="Noto Sans"/>
              </a:defRPr>
            </a:lvl3pPr>
            <a:lvl4pPr lvl="3" algn="r">
              <a:buNone/>
              <a:defRPr sz="1000" lang="ja-JP">
                <a:solidFill>
                  <a:schemeClr val="dk2"/>
                </a:solidFill>
                <a:latin typeface="Noto Sans"/>
                <a:ea typeface="Noto Sans CJK JP"/>
                <a:cs typeface="Noto Sans"/>
              </a:defRPr>
            </a:lvl4pPr>
            <a:lvl5pPr lvl="4" algn="r">
              <a:buNone/>
              <a:defRPr sz="1000" lang="ja-JP">
                <a:solidFill>
                  <a:schemeClr val="dk2"/>
                </a:solidFill>
                <a:latin typeface="Noto Sans"/>
                <a:ea typeface="Noto Sans CJK JP"/>
                <a:cs typeface="Noto Sans"/>
              </a:defRPr>
            </a:lvl5pPr>
            <a:lvl6pPr lvl="5" algn="r">
              <a:buNone/>
              <a:defRPr sz="1000" lang="ja-JP">
                <a:solidFill>
                  <a:schemeClr val="dk2"/>
                </a:solidFill>
                <a:latin typeface="Noto Sans"/>
                <a:ea typeface="Noto Sans CJK JP"/>
                <a:cs typeface="Noto Sans"/>
              </a:defRPr>
            </a:lvl6pPr>
            <a:lvl7pPr lvl="6" algn="r">
              <a:buNone/>
              <a:defRPr sz="1000" lang="ja-JP">
                <a:solidFill>
                  <a:schemeClr val="dk2"/>
                </a:solidFill>
                <a:latin typeface="Noto Sans"/>
                <a:ea typeface="Noto Sans CJK JP"/>
                <a:cs typeface="Noto Sans"/>
              </a:defRPr>
            </a:lvl7pPr>
            <a:lvl8pPr lvl="7" algn="r">
              <a:buNone/>
              <a:defRPr sz="1000" lang="ja-JP">
                <a:solidFill>
                  <a:schemeClr val="dk2"/>
                </a:solidFill>
                <a:latin typeface="Noto Sans"/>
                <a:ea typeface="Noto Sans CJK JP"/>
                <a:cs typeface="Noto Sans"/>
              </a:defRPr>
            </a:lvl8pPr>
            <a:lvl9pPr lvl="8" algn="r">
              <a:buNone/>
              <a:defRPr sz="1000" lang="ja-JP">
                <a:solidFill>
                  <a:schemeClr val="dk2"/>
                </a:solidFill>
                <a:latin typeface="Noto Sans"/>
                <a:ea typeface="Noto Sans CJK JP"/>
                <a:cs typeface="Noto Sans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-JP">
                <a:latin typeface="Noto Sans"/>
                <a:ea typeface="Noto Sans CJK JP"/>
                <a:cs typeface="Noto Sans"/>
              </a:rPr>
              <a:t>‹#›</a:t>
            </a:fld>
            <a:endParaRPr lang="ja-JP">
              <a:latin typeface="Noto Sans"/>
              <a:ea typeface="Noto Sans CJK JP"/>
              <a:cs typeface="Noto Sans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57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8" r:id="rId8"/>
    <p:sldLayoutId id="2147483659" r:id="rId9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chemeClr val="dk1"/>
        </a:buClr>
        <a:buFont typeface="Noto Sans CJK JP"/>
        <a:defRPr sz="1400" b="0" i="0" u="none" strike="noStrike" cap="none" lang="ja-JP">
          <a:solidFill>
            <a:schemeClr val="dk1"/>
          </a:solidFill>
          <a:latin typeface="Noto Sans"/>
          <a:ea typeface="Noto Sans CJK JP"/>
          <a:cs typeface="Noto Sans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chemeClr val="dk1"/>
        </a:buClr>
        <a:buFont typeface="Noto Sans CJK JP"/>
        <a:defRPr sz="1400" b="0" i="0" u="none" strike="noStrike" cap="none" lang="ja-JP">
          <a:solidFill>
            <a:schemeClr val="dk1"/>
          </a:solidFill>
          <a:latin typeface="Noto Sans"/>
          <a:ea typeface="Noto Sans CJK JP"/>
          <a:cs typeface="Noto Sans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chemeClr val="dk1"/>
        </a:buClr>
        <a:buFont typeface="Noto Sans CJK JP"/>
        <a:defRPr sz="1400" b="0" i="0" u="none" strike="noStrike" cap="none" lang="ja-JP">
          <a:solidFill>
            <a:schemeClr val="dk1"/>
          </a:solidFill>
          <a:latin typeface="Noto Sans"/>
          <a:ea typeface="Noto Sans CJK JP"/>
          <a:cs typeface="Noto Sans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chemeClr val="dk1"/>
        </a:buClr>
        <a:buFont typeface="Noto Sans CJK JP"/>
        <a:defRPr sz="1400" b="0" i="0" u="none" strike="noStrike" cap="none" lang="ja-JP">
          <a:solidFill>
            <a:schemeClr val="dk1"/>
          </a:solidFill>
          <a:latin typeface="Noto Sans"/>
          <a:ea typeface="Noto Sans CJK JP"/>
          <a:cs typeface="Noto Sans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chemeClr val="dk1"/>
        </a:buClr>
        <a:buFont typeface="Noto Sans CJK JP"/>
        <a:defRPr sz="1400" b="0" i="0" u="none" strike="noStrike" cap="none" lang="ja-JP">
          <a:solidFill>
            <a:schemeClr val="dk1"/>
          </a:solidFill>
          <a:latin typeface="Noto Sans"/>
          <a:ea typeface="Noto Sans CJK JP"/>
          <a:cs typeface="Noto Sans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chemeClr val="dk1"/>
        </a:buClr>
        <a:buFont typeface="Noto Sans CJK JP"/>
        <a:defRPr sz="1400" b="0" i="0" u="none" strike="noStrike" cap="none" lang="ja-JP">
          <a:solidFill>
            <a:schemeClr val="dk1"/>
          </a:solidFill>
          <a:latin typeface="Noto Sans"/>
          <a:ea typeface="Noto Sans CJK JP"/>
          <a:cs typeface="Noto Sans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chemeClr val="dk1"/>
        </a:buClr>
        <a:buFont typeface="Noto Sans CJK JP"/>
        <a:defRPr sz="1400" b="0" i="0" u="none" strike="noStrike" cap="none" lang="ja-JP">
          <a:solidFill>
            <a:schemeClr val="dk1"/>
          </a:solidFill>
          <a:latin typeface="Noto Sans"/>
          <a:ea typeface="Noto Sans CJK JP"/>
          <a:cs typeface="Noto Sans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chemeClr val="dk1"/>
        </a:buClr>
        <a:buFont typeface="Noto Sans CJK JP"/>
        <a:defRPr sz="1400" b="0" i="0" u="none" strike="noStrike" cap="none" lang="ja-JP">
          <a:solidFill>
            <a:schemeClr val="dk1"/>
          </a:solidFill>
          <a:latin typeface="Noto Sans"/>
          <a:ea typeface="Noto Sans CJK JP"/>
          <a:cs typeface="Noto Sans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chemeClr val="dk1"/>
        </a:buClr>
        <a:buFont typeface="Noto Sans CJK JP"/>
        <a:defRPr sz="1400" b="0" i="0" u="none" strike="noStrike" cap="none" lang="ja-JP">
          <a:solidFill>
            <a:schemeClr val="dk1"/>
          </a:solidFill>
          <a:latin typeface="Noto Sans"/>
          <a:ea typeface="Noto Sans CJK JP"/>
          <a:cs typeface="Noto Sans"/>
          <a:sym typeface="Arial"/>
        </a:defRPr>
      </a:lvl9pPr>
    </p:titleStyle>
    <p:bodyStyle>
      <a:lvl1pPr marL="457200" lvl="0" indent="-355600">
        <a:spcBef>
          <a:spcPts val="0"/>
        </a:spcBef>
        <a:spcAft>
          <a:spcPts val="0"/>
        </a:spcAft>
        <a:buClr>
          <a:srgbClr val="303437"/>
        </a:buClr>
        <a:buSzPct val="66500"/>
        <a:buFont typeface="Noto Sans CJK JP"/>
        <a:buChar char="●"/>
        <a:defRPr sz="2000" lang="ja-JP">
          <a:solidFill>
            <a:srgbClr val="303437"/>
          </a:solidFill>
          <a:latin typeface="Noto Sans"/>
          <a:ea typeface="Noto Sans CJK JP"/>
          <a:cs typeface="Noto Sans"/>
        </a:defRPr>
      </a:lvl1pPr>
      <a:lvl2pPr marL="914400" lvl="1" indent="-355600">
        <a:spcBef>
          <a:spcPts val="0"/>
        </a:spcBef>
        <a:spcAft>
          <a:spcPts val="0"/>
        </a:spcAft>
        <a:buClr>
          <a:srgbClr val="303437"/>
        </a:buClr>
        <a:buSzPct val="66500"/>
        <a:buFont typeface="Noto Sans CJK JP"/>
        <a:buChar char="○"/>
        <a:defRPr sz="2000" lang="ja-JP">
          <a:solidFill>
            <a:srgbClr val="303437"/>
          </a:solidFill>
          <a:latin typeface="Noto Sans"/>
          <a:ea typeface="Noto Sans CJK JP"/>
          <a:cs typeface="Noto Sans"/>
        </a:defRPr>
      </a:lvl2pPr>
      <a:lvl3pPr marL="1371600" lvl="2" indent="-355600">
        <a:spcBef>
          <a:spcPts val="0"/>
        </a:spcBef>
        <a:spcAft>
          <a:spcPts val="0"/>
        </a:spcAft>
        <a:buClr>
          <a:srgbClr val="303437"/>
        </a:buClr>
        <a:buSzPct val="66500"/>
        <a:buFont typeface="Noto Sans CJK JP"/>
        <a:buChar char="○"/>
        <a:defRPr sz="2000" lang="ja-JP">
          <a:solidFill>
            <a:srgbClr val="303437"/>
          </a:solidFill>
          <a:latin typeface="Noto Sans"/>
          <a:ea typeface="Noto Sans CJK JP"/>
          <a:cs typeface="Noto Sans"/>
        </a:defRPr>
      </a:lvl3pPr>
      <a:lvl4pPr marL="1828800" lvl="3" indent="-368300">
        <a:spcBef>
          <a:spcPts val="0"/>
        </a:spcBef>
        <a:spcAft>
          <a:spcPts val="0"/>
        </a:spcAft>
        <a:buClr>
          <a:srgbClr val="303437"/>
        </a:buClr>
        <a:buSzPct val="60455"/>
        <a:buFont typeface="Noto Sans CJK JP"/>
        <a:buChar char="●"/>
        <a:defRPr sz="2200" lang="ja-JP">
          <a:solidFill>
            <a:srgbClr val="303437"/>
          </a:solidFill>
          <a:latin typeface="Noto Sans"/>
          <a:ea typeface="Noto Sans CJK JP"/>
          <a:cs typeface="Noto Sans"/>
        </a:defRPr>
      </a:lvl4pPr>
      <a:lvl5pPr marL="2286000" lvl="4" indent="-355600">
        <a:spcBef>
          <a:spcPts val="0"/>
        </a:spcBef>
        <a:spcAft>
          <a:spcPts val="0"/>
        </a:spcAft>
        <a:buClr>
          <a:srgbClr val="303437"/>
        </a:buClr>
        <a:buSzPct val="66500"/>
        <a:buFont typeface="Noto Sans CJK JP"/>
        <a:buChar char="○"/>
        <a:defRPr sz="2000" lang="ja-JP">
          <a:solidFill>
            <a:srgbClr val="303437"/>
          </a:solidFill>
          <a:latin typeface="Noto Sans"/>
          <a:ea typeface="Noto Sans CJK JP"/>
          <a:cs typeface="Noto Sans"/>
        </a:defRPr>
      </a:lvl5pPr>
      <a:lvl6pPr marL="2743200" lvl="5" indent="-355600">
        <a:spcBef>
          <a:spcPts val="0"/>
        </a:spcBef>
        <a:spcAft>
          <a:spcPts val="0"/>
        </a:spcAft>
        <a:buClr>
          <a:srgbClr val="303437"/>
        </a:buClr>
        <a:buSzPct val="66500"/>
        <a:buFont typeface="Noto Sans CJK JP"/>
        <a:buChar char="○"/>
        <a:defRPr sz="2000" lang="ja-JP">
          <a:solidFill>
            <a:srgbClr val="303437"/>
          </a:solidFill>
          <a:latin typeface="Noto Sans"/>
          <a:ea typeface="Noto Sans CJK JP"/>
          <a:cs typeface="Noto Sans"/>
        </a:defRPr>
      </a:lvl6pPr>
      <a:lvl7pPr marL="3200400" lvl="6" indent="-355600">
        <a:spcBef>
          <a:spcPts val="0"/>
        </a:spcBef>
        <a:spcAft>
          <a:spcPts val="0"/>
        </a:spcAft>
        <a:buClr>
          <a:srgbClr val="303437"/>
        </a:buClr>
        <a:buSzPct val="66500"/>
        <a:buFont typeface="Noto Sans CJK JP"/>
        <a:buChar char="●"/>
        <a:defRPr sz="2000" lang="ja-JP">
          <a:solidFill>
            <a:srgbClr val="303437"/>
          </a:solidFill>
          <a:latin typeface="Noto Sans"/>
          <a:ea typeface="Noto Sans CJK JP"/>
          <a:cs typeface="Noto Sans"/>
        </a:defRPr>
      </a:lvl7pPr>
      <a:lvl8pPr marL="3657600" lvl="7" indent="-355600">
        <a:spcBef>
          <a:spcPts val="0"/>
        </a:spcBef>
        <a:spcAft>
          <a:spcPts val="0"/>
        </a:spcAft>
        <a:buClr>
          <a:srgbClr val="303437"/>
        </a:buClr>
        <a:buSzPct val="66500"/>
        <a:buFont typeface="Noto Sans CJK JP"/>
        <a:buChar char="○"/>
        <a:defRPr sz="2000" lang="ja-JP">
          <a:solidFill>
            <a:srgbClr val="303437"/>
          </a:solidFill>
          <a:latin typeface="Noto Sans"/>
          <a:ea typeface="Noto Sans CJK JP"/>
          <a:cs typeface="Noto Sans"/>
        </a:defRPr>
      </a:lvl8pPr>
      <a:lvl9pPr marL="4114800" lvl="8" indent="-355600">
        <a:spcBef>
          <a:spcPts val="0"/>
        </a:spcBef>
        <a:spcAft>
          <a:spcPts val="0"/>
        </a:spcAft>
        <a:buClr>
          <a:srgbClr val="303437"/>
        </a:buClr>
        <a:buSzPct val="66500"/>
        <a:buFont typeface="Noto Sans CJK JP"/>
        <a:buChar char="○"/>
        <a:defRPr sz="2000" lang="ja-JP">
          <a:solidFill>
            <a:srgbClr val="303437"/>
          </a:solidFill>
          <a:latin typeface="Noto Sans"/>
          <a:ea typeface="Noto Sans CJK JP"/>
          <a:cs typeface="Noto Sans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chemeClr val="dk1"/>
        </a:buClr>
        <a:buFont typeface="Noto Sans CJK JP"/>
        <a:defRPr sz="1400" b="0" i="0" u="none" strike="noStrike" cap="none" lang="ja-JP">
          <a:solidFill>
            <a:schemeClr val="dk1"/>
          </a:solidFill>
          <a:latin typeface="Noto Sans"/>
          <a:ea typeface="Noto Sans CJK JP"/>
          <a:cs typeface="Noto Sans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chemeClr val="dk1"/>
        </a:buClr>
        <a:buFont typeface="Noto Sans CJK JP"/>
        <a:defRPr sz="1400" b="0" i="0" u="none" strike="noStrike" cap="none" lang="ja-JP">
          <a:solidFill>
            <a:schemeClr val="dk1"/>
          </a:solidFill>
          <a:latin typeface="Noto Sans"/>
          <a:ea typeface="Noto Sans CJK JP"/>
          <a:cs typeface="Noto Sans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chemeClr val="dk1"/>
        </a:buClr>
        <a:buFont typeface="Noto Sans CJK JP"/>
        <a:defRPr sz="1400" b="0" i="0" u="none" strike="noStrike" cap="none" lang="ja-JP">
          <a:solidFill>
            <a:schemeClr val="dk1"/>
          </a:solidFill>
          <a:latin typeface="Noto Sans"/>
          <a:ea typeface="Noto Sans CJK JP"/>
          <a:cs typeface="Noto Sans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chemeClr val="dk1"/>
        </a:buClr>
        <a:buFont typeface="Noto Sans CJK JP"/>
        <a:defRPr sz="1400" b="0" i="0" u="none" strike="noStrike" cap="none" lang="ja-JP">
          <a:solidFill>
            <a:schemeClr val="dk1"/>
          </a:solidFill>
          <a:latin typeface="Noto Sans"/>
          <a:ea typeface="Noto Sans CJK JP"/>
          <a:cs typeface="Noto Sans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chemeClr val="dk1"/>
        </a:buClr>
        <a:buFont typeface="Noto Sans CJK JP"/>
        <a:defRPr sz="1400" b="0" i="0" u="none" strike="noStrike" cap="none" lang="ja-JP">
          <a:solidFill>
            <a:schemeClr val="dk1"/>
          </a:solidFill>
          <a:latin typeface="Noto Sans"/>
          <a:ea typeface="Noto Sans CJK JP"/>
          <a:cs typeface="Noto Sans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chemeClr val="dk1"/>
        </a:buClr>
        <a:buFont typeface="Noto Sans CJK JP"/>
        <a:defRPr sz="1400" b="0" i="0" u="none" strike="noStrike" cap="none" lang="ja-JP">
          <a:solidFill>
            <a:schemeClr val="dk1"/>
          </a:solidFill>
          <a:latin typeface="Noto Sans"/>
          <a:ea typeface="Noto Sans CJK JP"/>
          <a:cs typeface="Noto Sans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chemeClr val="dk1"/>
        </a:buClr>
        <a:buFont typeface="Noto Sans CJK JP"/>
        <a:defRPr sz="1400" b="0" i="0" u="none" strike="noStrike" cap="none" lang="ja-JP">
          <a:solidFill>
            <a:schemeClr val="dk1"/>
          </a:solidFill>
          <a:latin typeface="Noto Sans"/>
          <a:ea typeface="Noto Sans CJK JP"/>
          <a:cs typeface="Noto Sans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chemeClr val="dk1"/>
        </a:buClr>
        <a:buFont typeface="Noto Sans CJK JP"/>
        <a:defRPr sz="1400" b="0" i="0" u="none" strike="noStrike" cap="none" lang="ja-JP">
          <a:solidFill>
            <a:schemeClr val="dk1"/>
          </a:solidFill>
          <a:latin typeface="Noto Sans"/>
          <a:ea typeface="Noto Sans CJK JP"/>
          <a:cs typeface="Noto Sans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chemeClr val="dk1"/>
        </a:buClr>
        <a:buFont typeface="Noto Sans CJK JP"/>
        <a:defRPr sz="1400" b="0" i="0" u="none" strike="noStrike" cap="none" lang="ja-JP">
          <a:solidFill>
            <a:schemeClr val="dk1"/>
          </a:solidFill>
          <a:latin typeface="Noto Sans"/>
          <a:ea typeface="Noto Sans CJK JP"/>
          <a:cs typeface="Noto Sans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.png"/><Relationship Id="rId3" Type="http://schemas.openxmlformats.org/officeDocument/2006/relationships/hyperlink" Target="https://cocodataset.org/" TargetMode="Externa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hyperlink" Target="https://cocodataset.org/#panoptic-2018" TargetMode="Externa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2.jpg"/><Relationship Id="rId3" Type="http://schemas.openxmlformats.org/officeDocument/2006/relationships/hyperlink" Target="https://github.com/ultralytics/assets/releases/download/v0.0.0/coco128-seg.zip" TargetMode="Externa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3.jpg"/><Relationship Id="rId3" Type="http://schemas.openxmlformats.org/officeDocument/2006/relationships/hyperlink" Target="https://github.com/ultralytics/assets/releases/download/v0.0.0/coco128-seg.zip" TargetMode="Externa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4.jpg"/><Relationship Id="rId3" Type="http://schemas.openxmlformats.org/officeDocument/2006/relationships/hyperlink" Target="https://github.com/cocodataset/panopticapi" TargetMode="Externa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hyperlink" Target="https://arxiv.org/abs/1405.0312" TargetMode="Externa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hyperlink" Target="https://arxiv.org/abs/1405.0312" TargetMode="External"/><Relationship Id="rId3" Type="http://schemas.openxmlformats.org/officeDocument/2006/relationships/hyperlink" Target="https://cocodataset.org/#format-data" TargetMode="Externa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hyperlink" Target="https://cocodataset.org/#format-data" TargetMode="Externa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hyperlink" Target="https://cocodataset.org/#download" TargetMode="Externa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hyperlink" Target="https://cocodataset.org/" TargetMode="External"/><Relationship Id="rId3" Type="http://schemas.openxmlformats.org/officeDocument/2006/relationships/hyperlink" Target="https://cocodataset.org/#download" TargetMode="Externa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hyperlink" Target="https://github.com/nightrome/cocostuff" TargetMode="External"/><Relationship Id="rId3" Type="http://schemas.openxmlformats.org/officeDocument/2006/relationships/hyperlink" Target="https://github.com/cocodataset/panopticapi/blob/master/panoptic_coco_categories.json" TargetMode="Externa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5.png"/><Relationship Id="rId3" Type="http://schemas.openxmlformats.org/officeDocument/2006/relationships/hyperlink" Target="https://cocodataset.org/#detection-eval" TargetMode="Externa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hyperlink" Target="https://cocodataset.org/#detection-eval" TargetMode="Externa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hyperlink" Target="https://github.com/cocodataset/cocoapi/blob/master/PythonAPI/pycocotools/cocoeval.py" TargetMode="Externa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hyperlink" Target="https://github.com/cocodataset/cocoapi/blob/master/PythonAPI/pycocotools/cocoeval.py" TargetMode="Externa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hyperlink" Target="https://github.com/facebookresearch/detectron2/blob/main/MODEL_ZOO.md" TargetMode="External"/><Relationship Id="rId3" Type="http://schemas.openxmlformats.org/officeDocument/2006/relationships/hyperlink" Target="https://github.com/lyuwenyu/RT-DETR" TargetMode="Externa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hyperlink" Target="https://cocodataset.org/#panoptic-eval" TargetMode="Externa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hyperlink" Target="https://cocodataset.org/#download" TargetMode="External"/><Relationship Id="rId3" Type="http://schemas.openxmlformats.org/officeDocument/2006/relationships/hyperlink" Target="https://github.com/lyuwenyu/RT-DETR" TargetMode="Externa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hyperlink" Target="https://cocodataset.org/#external" TargetMode="External"/><Relationship Id="rId3" Type="http://schemas.openxmlformats.org/officeDocument/2006/relationships/hyperlink" Target="https://github.com/lvis-dataset/lvis-api" TargetMode="Externa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hyperlink" Target="https://cocodataset.org/#download" TargetMode="Externa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hyperlink" Target="https://github.com/cocodataset/cocoapi/blob/master/PythonAPI/pycocoDemo.ipynb" TargetMode="Externa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hyperlink" Target="https://arxiv.org/abs/1405.0312" TargetMode="Externa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hyperlink" Target="https://cocodataset.org/#panoptic-eval" TargetMode="External"/><Relationship Id="rId3" Type="http://schemas.openxmlformats.org/officeDocument/2006/relationships/hyperlink" Target="https://github.com/nightrome/cocostuff" TargetMode="Externa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hyperlink" Target="https://github.com/cocodataset/cocoapi/blob/master/common/maskApi.c" TargetMode="External"/><Relationship Id="rId3" Type="http://schemas.openxmlformats.org/officeDocument/2006/relationships/hyperlink" Target="https://github.com/cocodataset/cocoapi/blob/master/PythonAPI/pycocotools/cocoeval.py" TargetMode="Externa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hyperlink" Target="https://github.com/cocodataset/cocoapi/blob/master/PythonAPI/pycocotools/cocoeval.py" TargetMode="Externa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hyperlink" Target="https://github.com/cocodataset/panopticapi/blob/master/panopticapi/evaluation.py" TargetMode="Externa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hyperlink" Target="https://github.com/ultralytics/assets/releases/download/v0.0.0/coco128-seg.zip" TargetMode="Externa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6.png"/><Relationship Id="rId3" Type="http://schemas.openxmlformats.org/officeDocument/2006/relationships/hyperlink" Target="https://github.com/ultralytics/assets/releases/download/v0.0.0/coco128-seg.zip" TargetMode="Externa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hyperlink" Target="https://github.com/ultralytics/assets/releases/download/v0.0.0/coco128-seg.zip" TargetMode="Externa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7.jpg"/><Relationship Id="rId3" Type="http://schemas.openxmlformats.org/officeDocument/2006/relationships/hyperlink" Target="https://github.com/ultralytics/assets/releases/download/v0.0.0/coco128-seg.zip" TargetMode="Externa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8.jpg"/><Relationship Id="rId3" Type="http://schemas.openxmlformats.org/officeDocument/2006/relationships/hyperlink" Target="https://github.com/ultralytics/assets/releases/download/v0.0.0/coco128-seg.zip" TargetMode="Externa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9.jpg"/><Relationship Id="rId3" Type="http://schemas.openxmlformats.org/officeDocument/2006/relationships/hyperlink" Target="https://github.com/ultralytics/assets/releases/download/v0.0.0/coco128-seg.zip" TargetMode="Externa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0.jpg"/><Relationship Id="rId3" Type="http://schemas.openxmlformats.org/officeDocument/2006/relationships/hyperlink" Target="https://github.com/ultralytics/assets/releases/download/v0.0.0/coco128-seg.zip" TargetMode="Externa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1.jpg"/><Relationship Id="rId3" Type="http://schemas.openxmlformats.org/officeDocument/2006/relationships/hyperlink" Target="https://github.com/ultralytics/assets/releases/download/v0.0.0/coco128-seg.zip" TargetMode="Externa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2.jpg"/><Relationship Id="rId3" Type="http://schemas.openxmlformats.org/officeDocument/2006/relationships/hyperlink" Target="https://github.com/ultralytics/assets/releases/download/v0.0.0/coco128-seg.zip" TargetMode="Externa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3.jpg"/><Relationship Id="rId3" Type="http://schemas.openxmlformats.org/officeDocument/2006/relationships/hyperlink" Target="https://github.com/ultralytics/assets/releases/download/v0.0.0/coco128-seg.zip" TargetMode="Externa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4.jpg"/><Relationship Id="rId3" Type="http://schemas.openxmlformats.org/officeDocument/2006/relationships/hyperlink" Target="https://github.com/ultralytics/assets/releases/download/v0.0.0/coco128-seg.zip" TargetMode="Externa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5.jpg"/><Relationship Id="rId3" Type="http://schemas.openxmlformats.org/officeDocument/2006/relationships/hyperlink" Target="https://github.com/ultralytics/assets/releases/download/v0.0.0/coco128-seg.zip" TargetMode="Externa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6.jpg"/><Relationship Id="rId3" Type="http://schemas.openxmlformats.org/officeDocument/2006/relationships/hyperlink" Target="https://github.com/ultralytics/assets/releases/download/v0.0.0/coco128-seg.zip" TargetMode="Externa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7.jpg"/><Relationship Id="rId3" Type="http://schemas.openxmlformats.org/officeDocument/2006/relationships/hyperlink" Target="https://github.com/ultralytics/assets/releases/download/v0.0.0/coco128-seg.zip" TargetMode="Externa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8.jpg"/><Relationship Id="rId3" Type="http://schemas.openxmlformats.org/officeDocument/2006/relationships/hyperlink" Target="https://github.com/ultralytics/assets/releases/download/v0.0.0/coco128-seg.zip" TargetMode="Externa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hyperlink" Target="https://github.com/cocodataset/panopticapi/blob/master/panoptic_coco_categories.json" TargetMode="Externa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hyperlink" Target="https://github.com/cocodataset/panopticapi/blob/master/panoptic_coco_categories.json" TargetMode="Externa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hyperlink" Target="https://github.com/cocodataset/panopticapi/blob/master/panoptic_coco_categories.json" TargetMode="Externa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hyperlink" Target="https://github.com/cocodataset/panopticapi/blob/master/panoptic_coco_categories.json" TargetMode="External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hyperlink" Target="https://cocodataset.org/#termsofuse" TargetMode="External"/><Relationship Id="rId3" Type="http://schemas.openxmlformats.org/officeDocument/2006/relationships/hyperlink" Target="https://github.com/cocodataset/cocoapi/blob/master/license.txt" TargetMode="External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hyperlink" Target="https://arxiv.org/abs/1405.0312" TargetMode="External"/><Relationship Id="rId3" Type="http://schemas.openxmlformats.org/officeDocument/2006/relationships/hyperlink" Target="https://github.com/cocodataset/cocoapi" TargetMode="External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3" Type="http://schemas.openxmlformats.org/officeDocument/2006/relationships/hyperlink" Target="https://arxiv.org/abs/1612.03716" TargetMode="External"/><Relationship Id="rId4" Type="http://schemas.openxmlformats.org/officeDocument/2006/relationships/hyperlink" Target="https://arxiv.org/abs/1801.00868" TargetMode="External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3" Type="http://schemas.openxmlformats.org/officeDocument/2006/relationships/hyperlink" Target="https://arxiv.org/abs/1703.06870" TargetMode="External"/><Relationship Id="rId4" Type="http://schemas.openxmlformats.org/officeDocument/2006/relationships/hyperlink" Target="https://arxiv.org/abs/1908.03195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1097280"/>
            <a:ext cx="8229600" cy="2240280"/>
          </a:xfrm>
        </p:spPr>
        <p:txBody>
          <a:bodyPr wrap="square" anchor="ctr" lIns="0" rIns="0" tIns="0" bIns="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lang="ja-JP" sz="3400" b="1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pPr>
            <a:r>
              <a:rPr lang="ja-JP" sz="3400" b="1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領域認識用データセット</a:t>
            </a:r>
          </a:p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lang="ja-JP" sz="5800" b="1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pPr>
            <a:r>
              <a:rPr lang="ja-JP" sz="5800" b="1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MS COCO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48640" y="3657600"/>
            <a:ext cx="8046720" cy="365760"/>
          </a:xfrm>
        </p:spPr>
        <p:txBody>
          <a:bodyPr wrap="square" anchor="t" lIns="0" rIns="0" tIns="0" bIns="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lang="ja-JP" sz="2200" b="0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pPr>
            <a:r>
              <a:rPr lang="ja-JP" sz="2200" b="0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Microsoft COCO: Common Objects in Context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1"/>
          </p:nvPr>
        </p:nvSpPr>
        <p:spPr>
          <a:xfrm>
            <a:off x="5486400" y="4416552"/>
            <a:ext cx="3108960" cy="402336"/>
          </a:xfrm>
        </p:spPr>
        <p:txBody>
          <a:bodyPr wrap="square" anchor="ctr" lIns="0" rIns="0" tIns="0" bIns="0"/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lang="ja-JP" sz="2000" b="0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pPr>
            <a:r>
              <a:rPr lang="ja-JP" sz="2000" b="0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sasakiy84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12"/>
          </p:nvPr>
        </p:nvSpPr>
        <p:spPr>
          <a:xfrm>
            <a:off x="457200" y="274320"/>
            <a:ext cx="8046720" cy="274320"/>
          </a:xfrm>
        </p:spPr>
        <p:txBody>
          <a:bodyPr wrap="square" anchor="t" lIns="0" rIns="0" tIns="0" bIns="0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lang="ja-JP" sz="1400" b="0">
                <a:solidFill>
                  <a:srgbClr val="626669"/>
                </a:solidFill>
                <a:latin typeface="Noto Sans"/>
                <a:ea typeface="Noto Sans CJK JP"/>
                <a:cs typeface="Noto Sans"/>
              </a:defRPr>
            </a:pPr>
            <a:r>
              <a:rPr lang="ja-JP" sz="1400" b="0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datasets in 10 minutes (2026-10-15)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172" y="650138"/>
            <a:ext cx="8206740" cy="616305"/>
          </a:xfrm>
        </p:spPr>
        <p:txBody>
          <a:bodyPr wrap="square" anchor="t" lIns="0" rIns="0" tIns="0" bIns="0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lang="ja-JP" sz="2800" b="1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pPr>
            <a:r>
              <a:rPr lang="ja-JP" sz="2800" b="1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/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94360" y="960120"/>
            <a:ext cx="8138160" cy="3749039"/>
          </a:xfrm>
        </p:spPr>
        <p:txBody>
          <a:bodyPr wrap="square" anchor="t" tIns="91440" bIns="91440"/>
          <a:lstStyle/>
          <a:p>
            <a:pPr algn="l" marL="609600" indent="-457200" lvl="0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SzPct val="100000"/>
              <a:buFont typeface="Noto Sans CJK JP"/>
              <a:buAutoNum type="arabicPeriod"/>
              <a:defRPr lang="ja-JP" sz="3200" b="0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pPr>
            <a:r>
              <a:rPr lang="ja-JP" sz="3200" b="0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目的と実例</a:t>
            </a:r>
          </a:p>
          <a:p>
            <a:pPr algn="l" marL="609600" indent="-457200" lvl="0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SzPct val="100000"/>
              <a:buFont typeface="Noto Sans CJK JP"/>
              <a:buAutoNum type="arabicPeriod"/>
              <a:defRPr lang="ja-JP" sz="3200" b="0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pPr>
            <a:r>
              <a:rPr lang="ja-JP" sz="3200" b="0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作成方法とデータの範囲</a:t>
            </a:r>
          </a:p>
          <a:p>
            <a:pPr algn="l" marL="609600" indent="-457200" lvl="0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SzPct val="100000"/>
              <a:buFont typeface="Noto Sans CJK JP"/>
              <a:buAutoNum type="arabicPeriod"/>
              <a:defRPr lang="ja-JP" sz="3200" b="0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pPr>
            <a:r>
              <a:rPr lang="ja-JP" sz="3200" b="0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評価方法と代表モデル</a:t>
            </a:r>
          </a:p>
          <a:p>
            <a:pPr algn="l" marL="609600" indent="-457200" lvl="0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SzPct val="100000"/>
              <a:buFont typeface="Noto Sans CJK JP"/>
              <a:buAutoNum type="arabicPeriod"/>
              <a:defRPr lang="ja-JP" sz="3200" b="0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pPr>
            <a:r>
              <a:rPr lang="ja-JP" sz="3200" b="0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利用の変遷と入手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anchor="ctr" lIns="0" rIns="0" tIns="0" b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ja-JP" sz="1400" b="1">
                <a:solidFill>
                  <a:srgbClr val="FFFEF8"/>
                </a:solidFill>
                <a:latin typeface="Noto Sans"/>
                <a:ea typeface="Noto Sans CJK JP"/>
                <a:cs typeface="Noto Sans"/>
              </a:defRPr>
            </a:pPr>
            <a:r>
              <a:rPr lang="ja-JP" sz="1400" b="1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目次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554480"/>
            <a:ext cx="8229600" cy="1920240"/>
          </a:xfrm>
        </p:spPr>
        <p:txBody>
          <a:bodyPr wrap="square" anchor="ctr" lIns="0" rIns="0" tIns="0" bIns="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lang="ja-JP" sz="3400" b="1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pPr>
            <a:r>
              <a:rPr lang="ja-JP" sz="3400" b="1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1 目的と実例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anchor="ctr" lIns="0" rIns="0" tIns="0" bIns="0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lang="ja-JP" sz="1400" b="1">
                <a:solidFill>
                  <a:srgbClr val="FFFEF8"/>
                </a:solidFill>
                <a:latin typeface="Noto Sans"/>
                <a:ea typeface="Noto Sans CJK JP"/>
                <a:cs typeface="Noto Sans"/>
              </a:defRPr>
            </a:pPr>
            <a:r>
              <a:rPr lang="ja-JP" sz="1400" b="1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1 目的と実例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172" y="650138"/>
            <a:ext cx="8206740" cy="616305"/>
          </a:xfrm>
        </p:spPr>
        <p:txBody>
          <a:bodyPr wrap="square" anchor="t" lIns="0" rIns="0" tIns="0" bIns="0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lang="ja-JP" sz="2800" b="1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pPr>
            <a:r>
              <a:rPr lang="ja-JP" sz="2800" b="1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公式サイト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anchor="ctr" lIns="0" rIns="0" tIns="0" b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ja-JP" sz="1400" b="1">
                <a:solidFill>
                  <a:srgbClr val="FFFEF8"/>
                </a:solidFill>
                <a:latin typeface="Noto Sans"/>
                <a:ea typeface="Noto Sans CJK JP"/>
                <a:cs typeface="Noto Sans"/>
              </a:defRPr>
            </a:pPr>
            <a:r>
              <a:rPr lang="ja-JP" sz="1400" b="1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1 目的と実例</a:t>
            </a:r>
          </a:p>
        </p:txBody>
      </p:sp>
      <p:pic>
        <p:nvPicPr>
          <p:cNvPr id="4" name="Picture 3" descr="home-sour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11185" y="1371600"/>
            <a:ext cx="4721629" cy="324612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02920" y="4754880"/>
            <a:ext cx="8183879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lang="ja-JP" sz="800" b="0">
                <a:solidFill>
                  <a:srgbClr val="626669"/>
                </a:solidFill>
                <a:latin typeface="Noto Sans"/>
                <a:ea typeface="Noto Sans CJK JP"/>
                <a:cs typeface="Noto Sans"/>
              </a:defRPr>
            </a:pPr>
            <a:r>
              <a:rPr lang="ja-JP" sz="800" b="0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3"/>
              </a:rPr>
              <a:t>https://cocodataset.org/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172" y="650138"/>
            <a:ext cx="8206740" cy="616305"/>
          </a:xfrm>
        </p:spPr>
        <p:txBody>
          <a:bodyPr wrap="square" anchor="t" lIns="0" rIns="0" tIns="0" bIns="0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lang="ja-JP" sz="2800" b="1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pPr>
            <a:r>
              <a:rPr lang="ja-JP" sz="2800" b="1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何が、どこに、いくつあるかを認識する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94360" y="1508760"/>
            <a:ext cx="7955279" cy="3017520"/>
          </a:xfrm>
        </p:spPr>
        <p:txBody>
          <a:bodyPr wrap="square" anchor="t" tIns="91440" bIns="91440"/>
          <a:lstStyle/>
          <a:p>
            <a:pPr algn="l" lvl="0" marL="457200" indent="-355600"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  <a:buSzPct val="53200"/>
              <a:buFont typeface="Noto Sans CJK JP"/>
              <a:buChar char="●"/>
              <a:defRPr lang="ja-JP" sz="2500" b="0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pPr>
            <a:r>
              <a:rPr lang="ja-JP" sz="2500" b="0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画像を入力し、物体のカテゴリと位置を出力する。</a:t>
            </a:r>
          </a:p>
          <a:p>
            <a:pPr algn="l" lvl="0" marL="457200" indent="-355600"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  <a:buSzPct val="53200"/>
              <a:buFont typeface="Noto Sans CJK JP"/>
              <a:buChar char="●"/>
              <a:defRPr lang="ja-JP" sz="2500" b="0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pPr>
            <a:r>
              <a:rPr lang="ja-JP" sz="2500" b="0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物体検出は矩形、インスタンス分割は物体ごとの画素領域を予測する。</a:t>
            </a:r>
          </a:p>
          <a:p>
            <a:pPr algn="l" lvl="0" marL="457200" indent="-355600"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  <a:buSzPct val="53200"/>
              <a:buFont typeface="Noto Sans CJK JP"/>
              <a:buChar char="●"/>
              <a:defRPr lang="ja-JP" sz="2500" b="0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pPr>
            <a:r>
              <a:rPr lang="ja-JP" sz="2500" b="0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Panoptic分割は人・車などの個体と、空・道などの背景領域を一体で扱う [1]。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anchor="ctr" lIns="0" rIns="0" tIns="0" b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ja-JP" sz="1400" b="1">
                <a:solidFill>
                  <a:srgbClr val="FFFEF8"/>
                </a:solidFill>
                <a:latin typeface="Noto Sans"/>
                <a:ea typeface="Noto Sans CJK JP"/>
                <a:cs typeface="Noto Sans"/>
              </a:defRPr>
            </a:pPr>
            <a:r>
              <a:rPr lang="ja-JP" sz="1400" b="1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1 目的と実例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754880"/>
            <a:ext cx="8183879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lang="ja-JP" sz="800" b="0">
                <a:solidFill>
                  <a:srgbClr val="626669"/>
                </a:solidFill>
                <a:latin typeface="Noto Sans"/>
                <a:ea typeface="Noto Sans CJK JP"/>
                <a:cs typeface="Noto Sans"/>
              </a:defRPr>
            </a:pPr>
            <a:r>
              <a:rPr lang="ja-JP" sz="800" b="0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[1] </a:t>
            </a:r>
            <a:r>
              <a:rPr lang="ja-JP" sz="800" b="0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https://cocodataset.org/#panoptic-2018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172" y="650138"/>
            <a:ext cx="8206740" cy="616305"/>
          </a:xfrm>
        </p:spPr>
        <p:txBody>
          <a:bodyPr wrap="square" anchor="t" lIns="0" rIns="0" tIns="0" bIns="0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lang="ja-JP" sz="2800" b="1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pPr>
            <a:r>
              <a:rPr lang="ja-JP" sz="2800" b="1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食卓の複数の物体を領域ごとに分ける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anchor="ctr" lIns="0" rIns="0" tIns="0" b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ja-JP" sz="1400" b="1">
                <a:solidFill>
                  <a:srgbClr val="FFFEF8"/>
                </a:solidFill>
                <a:latin typeface="Noto Sans"/>
                <a:ea typeface="Noto Sans CJK JP"/>
                <a:cs typeface="Noto Sans"/>
              </a:defRPr>
            </a:pPr>
            <a:r>
              <a:rPr lang="ja-JP" sz="1400" b="1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1 目的と実例</a:t>
            </a:r>
          </a:p>
        </p:txBody>
      </p:sp>
      <p:pic>
        <p:nvPicPr>
          <p:cNvPr id="4" name="Picture 3" descr="9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68879" y="1417320"/>
            <a:ext cx="4206240" cy="31546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02920" y="4754880"/>
            <a:ext cx="8183879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lang="ja-JP" sz="800" b="0">
                <a:solidFill>
                  <a:srgbClr val="626669"/>
                </a:solidFill>
                <a:latin typeface="Noto Sans"/>
                <a:ea typeface="Noto Sans CJK JP"/>
                <a:cs typeface="Noto Sans"/>
              </a:defRPr>
            </a:pPr>
            <a:r>
              <a:rPr lang="ja-JP" sz="800" b="0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[1] </a:t>
            </a:r>
            <a:r>
              <a:rPr lang="ja-JP" sz="800" b="0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3"/>
              </a:rPr>
              <a:t>https://github.com/ultralytics/assets/releases/download/v0.0.0/coco128-seg.zip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lang="ja-JP" sz="800" b="0">
                <a:solidFill>
                  <a:srgbClr val="626669"/>
                </a:solidFill>
                <a:latin typeface="Noto Sans"/>
                <a:ea typeface="Noto Sans CJK JP"/>
                <a:cs typeface="Noto Sans"/>
              </a:defRPr>
            </a:pPr>
            <a:r>
              <a:rPr lang="ja-JP" sz="800" b="0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COCO image ID 000000000009 / COCO128-seg公開変換注釈の輪郭を重ねて表示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172" y="650138"/>
            <a:ext cx="8206740" cy="616305"/>
          </a:xfrm>
        </p:spPr>
        <p:txBody>
          <a:bodyPr wrap="square" anchor="t" lIns="0" rIns="0" tIns="0" bIns="0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lang="ja-JP" sz="2800" b="1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pPr>
            <a:r>
              <a:rPr lang="ja-JP" sz="2800" b="1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遮蔽された人と重なり合う傘を分ける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anchor="ctr" lIns="0" rIns="0" tIns="0" b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ja-JP" sz="1400" b="1">
                <a:solidFill>
                  <a:srgbClr val="FFFEF8"/>
                </a:solidFill>
                <a:latin typeface="Noto Sans"/>
                <a:ea typeface="Noto Sans CJK JP"/>
                <a:cs typeface="Noto Sans"/>
              </a:defRPr>
            </a:pPr>
            <a:r>
              <a:rPr lang="ja-JP" sz="1400" b="1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1 目的と実例</a:t>
            </a:r>
          </a:p>
        </p:txBody>
      </p:sp>
      <p:pic>
        <p:nvPicPr>
          <p:cNvPr id="4" name="Picture 3" descr="315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07837" y="1417320"/>
            <a:ext cx="4728325" cy="31546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02920" y="4754880"/>
            <a:ext cx="8183879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lang="ja-JP" sz="800" b="0">
                <a:solidFill>
                  <a:srgbClr val="626669"/>
                </a:solidFill>
                <a:latin typeface="Noto Sans"/>
                <a:ea typeface="Noto Sans CJK JP"/>
                <a:cs typeface="Noto Sans"/>
              </a:defRPr>
            </a:pPr>
            <a:r>
              <a:rPr lang="ja-JP" sz="800" b="0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[1] </a:t>
            </a:r>
            <a:r>
              <a:rPr lang="ja-JP" sz="800" b="0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3"/>
              </a:rPr>
              <a:t>https://github.com/ultralytics/assets/releases/download/v0.0.0/coco128-seg.zip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lang="ja-JP" sz="800" b="0">
                <a:solidFill>
                  <a:srgbClr val="626669"/>
                </a:solidFill>
                <a:latin typeface="Noto Sans"/>
                <a:ea typeface="Noto Sans CJK JP"/>
                <a:cs typeface="Noto Sans"/>
              </a:defRPr>
            </a:pPr>
            <a:r>
              <a:rPr lang="ja-JP" sz="800" b="0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COCO image ID 000000000315 / COCO128-seg公開変換注釈の輪郭を重ねて表示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172" y="650138"/>
            <a:ext cx="8206740" cy="616305"/>
          </a:xfrm>
        </p:spPr>
        <p:txBody>
          <a:bodyPr wrap="square" anchor="t" lIns="0" rIns="0" tIns="0" bIns="0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lang="ja-JP" sz="2800" b="1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pPr>
            <a:r>
              <a:rPr lang="ja-JP" sz="2800" b="1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人の個体と、芝・木・空の領域を分ける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anchor="ctr" lIns="0" rIns="0" tIns="0" b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ja-JP" sz="1400" b="1">
                <a:solidFill>
                  <a:srgbClr val="FFFEF8"/>
                </a:solidFill>
                <a:latin typeface="Noto Sans"/>
                <a:ea typeface="Noto Sans CJK JP"/>
                <a:cs typeface="Noto Sans"/>
              </a:defRPr>
            </a:pPr>
            <a:r>
              <a:rPr lang="ja-JP" sz="1400" b="1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1 目的と実例</a:t>
            </a:r>
          </a:p>
        </p:txBody>
      </p:sp>
      <p:pic>
        <p:nvPicPr>
          <p:cNvPr id="4" name="Picture 3" descr="panoptic-1422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07837" y="1417320"/>
            <a:ext cx="4728325" cy="31546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02920" y="4754880"/>
            <a:ext cx="8183879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lang="ja-JP" sz="800" b="0">
                <a:solidFill>
                  <a:srgbClr val="626669"/>
                </a:solidFill>
                <a:latin typeface="Noto Sans"/>
                <a:ea typeface="Noto Sans CJK JP"/>
                <a:cs typeface="Noto Sans"/>
              </a:defRPr>
            </a:pPr>
            <a:r>
              <a:rPr lang="ja-JP" sz="800" b="0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[1] </a:t>
            </a:r>
            <a:r>
              <a:rPr lang="ja-JP" sz="800" b="0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3"/>
              </a:rPr>
              <a:t>https://github.com/cocodataset/panopticapi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lang="ja-JP" sz="800" b="0">
                <a:solidFill>
                  <a:srgbClr val="626669"/>
                </a:solidFill>
                <a:latin typeface="Noto Sans"/>
                <a:ea typeface="Noto Sans CJK JP"/>
                <a:cs typeface="Noto Sans"/>
              </a:defRPr>
            </a:pPr>
            <a:r>
              <a:rPr lang="ja-JP" sz="800" b="0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COCO image ID 000000142238 / 公式Panoptic APIサンプルの正解領域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172" y="650138"/>
            <a:ext cx="8206740" cy="616305"/>
          </a:xfrm>
        </p:spPr>
        <p:txBody>
          <a:bodyPr wrap="square" anchor="t" lIns="0" rIns="0" tIns="0" bIns="0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lang="ja-JP" sz="2800" b="1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pPr>
            <a:r>
              <a:rPr lang="ja-JP" sz="2800" b="1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日常の文脈の中にある物体を集めた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94360" y="1508760"/>
            <a:ext cx="7955279" cy="3017520"/>
          </a:xfrm>
        </p:spPr>
        <p:txBody>
          <a:bodyPr wrap="square" anchor="t" tIns="91440" bIns="91440"/>
          <a:lstStyle/>
          <a:p>
            <a:pPr algn="l" lvl="0" marL="457200" indent="-355600"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  <a:buSzPct val="53200"/>
              <a:buFont typeface="Noto Sans CJK JP"/>
              <a:buChar char="●"/>
              <a:defRPr lang="ja-JP" sz="2500" b="0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pPr>
            <a:r>
              <a:rPr lang="ja-JP" sz="2500" b="0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大きな物体が中央に一つある画像だけでは、日常場面の認識を十分に試せない。</a:t>
            </a:r>
          </a:p>
          <a:p>
            <a:pPr algn="l" lvl="0" marL="457200" indent="-355600"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  <a:buSzPct val="53200"/>
              <a:buFont typeface="Noto Sans CJK JP"/>
              <a:buChar char="●"/>
              <a:defRPr lang="ja-JP" sz="2500" b="0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pPr>
            <a:r>
              <a:rPr lang="ja-JP" sz="2500" b="0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COCOは複数物体の共起、小さな物体、遮蔽を含む場面を重視した。</a:t>
            </a:r>
          </a:p>
          <a:p>
            <a:pPr algn="l" lvl="0" marL="457200" indent="-355600"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  <a:buSzPct val="53200"/>
              <a:buFont typeface="Noto Sans CJK JP"/>
              <a:buChar char="●"/>
              <a:defRPr lang="ja-JP" sz="2500" b="0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pPr>
            <a:r>
              <a:rPr lang="ja-JP" sz="2500" b="0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Tsung-Yi LinらがECCV 2014で発表。最終著者はC. Lawrence Zitnick [1]。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anchor="ctr" lIns="0" rIns="0" tIns="0" b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ja-JP" sz="1400" b="1">
                <a:solidFill>
                  <a:srgbClr val="FFFEF8"/>
                </a:solidFill>
                <a:latin typeface="Noto Sans"/>
                <a:ea typeface="Noto Sans CJK JP"/>
                <a:cs typeface="Noto Sans"/>
              </a:defRPr>
            </a:pPr>
            <a:r>
              <a:rPr lang="ja-JP" sz="1400" b="1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1 目的と実例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754880"/>
            <a:ext cx="8183879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lang="ja-JP" sz="800" b="0">
                <a:solidFill>
                  <a:srgbClr val="626669"/>
                </a:solidFill>
                <a:latin typeface="Noto Sans"/>
                <a:ea typeface="Noto Sans CJK JP"/>
                <a:cs typeface="Noto Sans"/>
              </a:defRPr>
            </a:pPr>
            <a:r>
              <a:rPr lang="ja-JP" sz="800" b="0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[1] </a:t>
            </a:r>
            <a:r>
              <a:rPr lang="ja-JP" sz="800" b="0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https://arxiv.org/abs/1405.0312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554480"/>
            <a:ext cx="8229600" cy="1920240"/>
          </a:xfrm>
        </p:spPr>
        <p:txBody>
          <a:bodyPr wrap="square" anchor="ctr" lIns="0" rIns="0" tIns="0" bIns="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lang="ja-JP" sz="3400" b="1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pPr>
            <a:r>
              <a:rPr lang="ja-JP" sz="3400" b="1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2 作成方法とデータの範囲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anchor="ctr" lIns="0" rIns="0" tIns="0" bIns="0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lang="ja-JP" sz="1400" b="1">
                <a:solidFill>
                  <a:srgbClr val="FFFEF8"/>
                </a:solidFill>
                <a:latin typeface="Noto Sans"/>
                <a:ea typeface="Noto Sans CJK JP"/>
                <a:cs typeface="Noto Sans"/>
              </a:defRPr>
            </a:pPr>
            <a:r>
              <a:rPr lang="ja-JP" sz="1400" b="1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2 作成方法とデータの範囲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172" y="650138"/>
            <a:ext cx="8206740" cy="616305"/>
          </a:xfrm>
        </p:spPr>
        <p:txBody>
          <a:bodyPr wrap="square" anchor="t" lIns="0" rIns="0" tIns="0" bIns="0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lang="ja-JP" sz="2800" b="1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pPr>
            <a:r>
              <a:rPr lang="ja-JP" sz="2800" b="1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画像選定と領域注釈を段階に分けた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94360" y="1508760"/>
            <a:ext cx="7955279" cy="3017520"/>
          </a:xfrm>
        </p:spPr>
        <p:txBody>
          <a:bodyPr wrap="square" anchor="t" tIns="91440" bIns="91440"/>
          <a:lstStyle/>
          <a:p>
            <a:pPr algn="l" lvl="0" marL="457200" indent="-355600"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  <a:buSzPct val="55417"/>
              <a:buFont typeface="Noto Sans CJK JP"/>
              <a:buChar char="●"/>
              <a:defRPr lang="ja-JP" sz="2400" b="0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pPr>
            <a:r>
              <a:rPr lang="ja-JP" sz="2400" b="0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Flickrから日常の場面を収集し、物体カテゴリの組合せで多様な文脈を探した。</a:t>
            </a:r>
          </a:p>
          <a:p>
            <a:pPr algn="l" lvl="0" marL="457200" indent="-355600"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  <a:buSzPct val="55417"/>
              <a:buFont typeface="Noto Sans CJK JP"/>
              <a:buChar char="●"/>
              <a:defRPr lang="ja-JP" sz="2400" b="0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pPr>
            <a:r>
              <a:rPr lang="ja-JP" sz="2400" b="0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カテゴリの存在確認、個体の特定、輪郭の作成を分業し、各段階で品質を確認した [1]。</a:t>
            </a:r>
          </a:p>
          <a:p>
            <a:pPr algn="l" lvl="0" marL="457200" indent="-355600"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  <a:buSzPct val="55417"/>
              <a:buFont typeface="Noto Sans CJK JP"/>
              <a:buChar char="●"/>
              <a:defRPr lang="ja-JP" sz="2400" b="0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pPr>
            <a:r>
              <a:rPr lang="ja-JP" sz="2400" b="0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現在の配布では矩形・カテゴリ・領域マスクを同じ物体注釈にまとめる [2]。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anchor="ctr" lIns="0" rIns="0" tIns="0" b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ja-JP" sz="1400" b="1">
                <a:solidFill>
                  <a:srgbClr val="FFFEF8"/>
                </a:solidFill>
                <a:latin typeface="Noto Sans"/>
                <a:ea typeface="Noto Sans CJK JP"/>
                <a:cs typeface="Noto Sans"/>
              </a:defRPr>
            </a:pPr>
            <a:r>
              <a:rPr lang="ja-JP" sz="1400" b="1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2 作成方法とデータの範囲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754880"/>
            <a:ext cx="8183879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lang="ja-JP" sz="800" b="0">
                <a:solidFill>
                  <a:srgbClr val="626669"/>
                </a:solidFill>
                <a:latin typeface="Noto Sans"/>
                <a:ea typeface="Noto Sans CJK JP"/>
                <a:cs typeface="Noto Sans"/>
              </a:defRPr>
            </a:pPr>
            <a:r>
              <a:rPr lang="ja-JP" sz="800" b="0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[1] </a:t>
            </a:r>
            <a:r>
              <a:rPr lang="ja-JP" sz="800" b="0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https://arxiv.org/abs/1405.0312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lang="ja-JP" sz="800" b="0">
                <a:solidFill>
                  <a:srgbClr val="626669"/>
                </a:solidFill>
                <a:latin typeface="Noto Sans"/>
                <a:ea typeface="Noto Sans CJK JP"/>
                <a:cs typeface="Noto Sans"/>
              </a:defRPr>
            </a:pPr>
            <a:r>
              <a:rPr lang="ja-JP" sz="800" b="0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[2] </a:t>
            </a:r>
            <a:r>
              <a:rPr lang="ja-JP" sz="800" b="0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3"/>
              </a:rPr>
              <a:t>https://cocodataset.org/#format-data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172" y="650138"/>
            <a:ext cx="8206740" cy="616305"/>
          </a:xfrm>
        </p:spPr>
        <p:txBody>
          <a:bodyPr wrap="square" anchor="t" lIns="0" rIns="0" tIns="0" bIns="0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lang="ja-JP" sz="2800" b="1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pPr>
            <a:r>
              <a:rPr lang="ja-JP" sz="2800" b="1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画像・物体・カテゴリを区別する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94360" y="1508760"/>
            <a:ext cx="7955279" cy="3017520"/>
          </a:xfrm>
        </p:spPr>
        <p:txBody>
          <a:bodyPr wrap="square" anchor="t" tIns="91440" bIns="91440"/>
          <a:lstStyle/>
          <a:p>
            <a:pPr algn="l" lvl="0" marL="457200" indent="-355600"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  <a:buSzPct val="51154"/>
              <a:buFont typeface="Noto Sans CJK JP"/>
              <a:buChar char="●"/>
              <a:defRPr lang="ja-JP" sz="2600" b="0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pPr>
            <a:r>
              <a:rPr lang="ja-JP" sz="2600" b="0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1枚の画像に複数の物体注釈が対応する。</a:t>
            </a:r>
          </a:p>
          <a:p>
            <a:pPr algn="l" lvl="0" marL="457200" indent="-355600"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  <a:buSzPct val="51154"/>
              <a:buFont typeface="Noto Sans CJK JP"/>
              <a:buChar char="●"/>
              <a:defRPr lang="ja-JP" sz="2600" b="0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pPr>
            <a:r>
              <a:rPr lang="ja-JP" sz="2600" b="0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物体注釈は画像ID、カテゴリID、矩形、領域、面積、iscrowdを持つ。</a:t>
            </a:r>
          </a:p>
          <a:p>
            <a:pPr algn="l" lvl="1" marL="914400" indent="-355600"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  <a:buSzPct val="55417"/>
              <a:buFont typeface="Noto Sans CJK JP"/>
              <a:buChar char="○"/>
              <a:defRPr lang="ja-JP" sz="2400" b="0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pPr>
            <a:r>
              <a:rPr lang="ja-JP" sz="2400" b="0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矩形は左上のx・yと幅・高さ。領域は多角形またはRLE形式で記録する [1]。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anchor="ctr" lIns="0" rIns="0" tIns="0" b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ja-JP" sz="1400" b="1">
                <a:solidFill>
                  <a:srgbClr val="FFFEF8"/>
                </a:solidFill>
                <a:latin typeface="Noto Sans"/>
                <a:ea typeface="Noto Sans CJK JP"/>
                <a:cs typeface="Noto Sans"/>
              </a:defRPr>
            </a:pPr>
            <a:r>
              <a:rPr lang="ja-JP" sz="1400" b="1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2 作成方法とデータの範囲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754880"/>
            <a:ext cx="8183879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lang="ja-JP" sz="800" b="0">
                <a:solidFill>
                  <a:srgbClr val="626669"/>
                </a:solidFill>
                <a:latin typeface="Noto Sans"/>
                <a:ea typeface="Noto Sans CJK JP"/>
                <a:cs typeface="Noto Sans"/>
              </a:defRPr>
            </a:pPr>
            <a:r>
              <a:rPr lang="ja-JP" sz="800" b="0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[1] </a:t>
            </a:r>
            <a:r>
              <a:rPr lang="ja-JP" sz="800" b="0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https://cocodataset.org/#format-data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172" y="650138"/>
            <a:ext cx="8206740" cy="616305"/>
          </a:xfrm>
        </p:spPr>
        <p:txBody>
          <a:bodyPr wrap="square" anchor="t" lIns="0" rIns="0" tIns="0" bIns="0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lang="ja-JP" sz="2800" b="1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pPr>
            <a:r>
              <a:rPr lang="ja-JP" sz="2800" b="1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COCO 2017の画像分割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anchor="ctr" lIns="0" rIns="0" tIns="0" b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ja-JP" sz="1400" b="1">
                <a:solidFill>
                  <a:srgbClr val="FFFEF8"/>
                </a:solidFill>
                <a:latin typeface="Noto Sans"/>
                <a:ea typeface="Noto Sans CJK JP"/>
                <a:cs typeface="Noto Sans"/>
              </a:defRPr>
            </a:pPr>
            <a:r>
              <a:rPr lang="ja-JP" sz="1400" b="1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2 作成方法とデータの範囲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1417320"/>
          <a:ext cx="8046720" cy="2084831"/>
        </p:xfrm>
        <a:graphic>
          <a:graphicData uri="http://schemas.openxmlformats.org/drawingml/2006/table">
            <a:tbl>
              <a:tblPr firstRow="0" bandRow="0" lastRow="0" firstCol="0" lastCol="0" bandCol="0"/>
              <a:tblGrid>
                <a:gridCol w="2103120"/>
                <a:gridCol w="2743200"/>
                <a:gridCol w="3200400"/>
              </a:tblGrid>
              <a:tr h="521207">
                <a:tc>
                  <a:txBody>
                    <a:bodyPr/>
                    <a:lstStyle/>
                    <a:p>
                      <a:pPr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lang="ja-JP" sz="2200" b="0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defRPr>
                      </a:pPr>
                      <a:r>
                        <a:rPr lang="ja-JP" sz="2200" b="0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分割</a:t>
                      </a:r>
                    </a:p>
                  </a:txBody>
                  <a:tcPr marL="76200" marR="76200" marT="38100" marB="38100" anchor="ctr">
                    <a:lnL w="0">
                      <a:noFill/>
                    </a:lnL>
                    <a:lnR w="0">
                      <a:noFill/>
                    </a:lnR>
                    <a:lnT w="10160">
                      <a:solidFill>
                        <a:srgbClr val="626669"/>
                      </a:solidFill>
                    </a:lnT>
                    <a:lnB w="10160">
                      <a:solidFill>
                        <a:srgbClr val="626669"/>
                      </a:solidFill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lang="ja-JP" sz="2200" b="0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defRPr>
                      </a:pPr>
                      <a:r>
                        <a:rPr lang="ja-JP" sz="2200" b="0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画像数の概数</a:t>
                      </a:r>
                    </a:p>
                  </a:txBody>
                  <a:tcPr marL="76200" marR="76200" marT="38100" marB="38100" anchor="ctr">
                    <a:lnL w="0">
                      <a:noFill/>
                    </a:lnL>
                    <a:lnR w="0">
                      <a:noFill/>
                    </a:lnR>
                    <a:lnT w="10160">
                      <a:solidFill>
                        <a:srgbClr val="626669"/>
                      </a:solidFill>
                    </a:lnT>
                    <a:lnB w="10160">
                      <a:solidFill>
                        <a:srgbClr val="626669"/>
                      </a:solidFill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lang="ja-JP" sz="2200" b="0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defRPr>
                      </a:pPr>
                      <a:r>
                        <a:rPr lang="ja-JP" sz="2200" b="0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正解領域</a:t>
                      </a:r>
                    </a:p>
                  </a:txBody>
                  <a:tcPr marL="203200" marR="76200" marT="38100" marB="38100" anchor="ctr">
                    <a:lnL w="0">
                      <a:noFill/>
                    </a:lnL>
                    <a:lnR w="0">
                      <a:noFill/>
                    </a:lnR>
                    <a:lnT w="10160">
                      <a:solidFill>
                        <a:srgbClr val="626669"/>
                      </a:solidFill>
                    </a:lnT>
                    <a:lnB w="10160">
                      <a:solidFill>
                        <a:srgbClr val="626669"/>
                      </a:solidFill>
                    </a:lnB>
                    <a:solidFill>
                      <a:srgbClr val="FFFEF8"/>
                    </a:solidFill>
                  </a:tcPr>
                </a:tc>
              </a:tr>
              <a:tr h="521207">
                <a:tc>
                  <a:txBody>
                    <a:bodyPr/>
                    <a:lstStyle/>
                    <a:p>
                      <a:pPr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lang="ja-JP" sz="2200" b="0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defRPr>
                      </a:pPr>
                      <a:r>
                        <a:rPr lang="ja-JP" sz="2200" b="0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train</a:t>
                      </a:r>
                    </a:p>
                  </a:txBody>
                  <a:tcPr marL="76200" marR="76200" marT="38100" marB="381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lang="ja-JP" sz="2200" b="0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defRPr>
                      </a:pPr>
                      <a:r>
                        <a:rPr lang="ja-JP" sz="2200" b="0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118K</a:t>
                      </a:r>
                    </a:p>
                  </a:txBody>
                  <a:tcPr marL="76200" marR="76200" marT="38100" marB="381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lang="ja-JP" sz="2200" b="0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defRPr>
                      </a:pPr>
                      <a:r>
                        <a:rPr lang="ja-JP" sz="2200" b="0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公開</a:t>
                      </a:r>
                    </a:p>
                  </a:txBody>
                  <a:tcPr marL="203200" marR="76200" marT="38100" marB="381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FFEF8"/>
                    </a:solidFill>
                  </a:tcPr>
                </a:tc>
              </a:tr>
              <a:tr h="521207">
                <a:tc>
                  <a:txBody>
                    <a:bodyPr/>
                    <a:lstStyle/>
                    <a:p>
                      <a:pPr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lang="ja-JP" sz="2200" b="0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defRPr>
                      </a:pPr>
                      <a:r>
                        <a:rPr lang="ja-JP" sz="2200" b="0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val</a:t>
                      </a:r>
                    </a:p>
                  </a:txBody>
                  <a:tcPr marL="76200" marR="76200" marT="38100" marB="381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lang="ja-JP" sz="2200" b="0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defRPr>
                      </a:pPr>
                      <a:r>
                        <a:rPr lang="ja-JP" sz="2200" b="0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5K</a:t>
                      </a:r>
                    </a:p>
                  </a:txBody>
                  <a:tcPr marL="76200" marR="76200" marT="38100" marB="381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lang="ja-JP" sz="2200" b="0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defRPr>
                      </a:pPr>
                      <a:r>
                        <a:rPr lang="ja-JP" sz="2200" b="0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公開</a:t>
                      </a:r>
                    </a:p>
                  </a:txBody>
                  <a:tcPr marL="203200" marR="76200" marT="38100" marB="381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FFEF8"/>
                    </a:solidFill>
                  </a:tcPr>
                </a:tc>
              </a:tr>
              <a:tr h="521207">
                <a:tc>
                  <a:txBody>
                    <a:bodyPr/>
                    <a:lstStyle/>
                    <a:p>
                      <a:pPr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lang="ja-JP" sz="2200" b="0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defRPr>
                      </a:pPr>
                      <a:r>
                        <a:rPr lang="ja-JP" sz="2200" b="0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test</a:t>
                      </a:r>
                    </a:p>
                  </a:txBody>
                  <a:tcPr marL="76200" marR="76200" marT="38100" marB="381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0160">
                      <a:solidFill>
                        <a:srgbClr val="626669"/>
                      </a:solidFill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lang="ja-JP" sz="2200" b="0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defRPr>
                      </a:pPr>
                      <a:r>
                        <a:rPr lang="ja-JP" sz="2200" b="0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41K</a:t>
                      </a:r>
                    </a:p>
                  </a:txBody>
                  <a:tcPr marL="76200" marR="76200" marT="38100" marB="381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0160">
                      <a:solidFill>
                        <a:srgbClr val="626669"/>
                      </a:solidFill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lang="ja-JP" sz="2200" b="0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defRPr>
                      </a:pPr>
                      <a:r>
                        <a:rPr lang="ja-JP" sz="2200" b="0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非公開</a:t>
                      </a:r>
                    </a:p>
                  </a:txBody>
                  <a:tcPr marL="203200" marR="76200" marT="38100" marB="381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0160">
                      <a:solidFill>
                        <a:srgbClr val="626669"/>
                      </a:solidFill>
                    </a:lnB>
                    <a:solidFill>
                      <a:srgbClr val="FFFEF8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94360" y="3705351"/>
            <a:ext cx="7955279" cy="7132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lang="ja-JP" sz="1900" b="0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pPr>
            <a:r>
              <a:rPr lang="ja-JP" sz="1900" b="0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2014年版のtrain 83K／val 41Kを、同じ画像で再分割した。2017は撮影年ではなく分割の公開年 [1]。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4754880"/>
            <a:ext cx="8183879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lang="ja-JP" sz="800" b="0">
                <a:solidFill>
                  <a:srgbClr val="626669"/>
                </a:solidFill>
                <a:latin typeface="Noto Sans"/>
                <a:ea typeface="Noto Sans CJK JP"/>
                <a:cs typeface="Noto Sans"/>
              </a:defRPr>
            </a:pPr>
            <a:r>
              <a:rPr lang="ja-JP" sz="800" b="0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[1] </a:t>
            </a:r>
            <a:r>
              <a:rPr lang="ja-JP" sz="800" b="0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https://cocodataset.org/#download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172" y="650138"/>
            <a:ext cx="8206740" cy="616305"/>
          </a:xfrm>
        </p:spPr>
        <p:txBody>
          <a:bodyPr wrap="square" anchor="t" lIns="0" rIns="0" tIns="0" bIns="0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lang="ja-JP" sz="2800" b="1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pPr>
            <a:r>
              <a:rPr lang="ja-JP" sz="2800" b="1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全体の規模と2017年版の範囲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94360" y="1508760"/>
            <a:ext cx="7955279" cy="3017520"/>
          </a:xfrm>
        </p:spPr>
        <p:txBody>
          <a:bodyPr wrap="square" anchor="t" tIns="91440" bIns="91440"/>
          <a:lstStyle/>
          <a:p>
            <a:pPr algn="l" lvl="0" marL="457200" indent="-355600"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  <a:buSzPct val="55417"/>
              <a:buFont typeface="Noto Sans CJK JP"/>
              <a:buChar char="●"/>
              <a:defRPr lang="ja-JP" sz="2400" b="0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pPr>
            <a:r>
              <a:rPr lang="ja-JP" sz="2400" b="0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公式サイトは全体を約330K画像、うち200K超を注釈付きとし、約150万物体を収録すると説明する。</a:t>
            </a:r>
          </a:p>
          <a:p>
            <a:pPr algn="l" lvl="0" marL="457200" indent="-355600"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  <a:buSzPct val="55417"/>
              <a:buFont typeface="Noto Sans CJK JP"/>
              <a:buChar char="●"/>
              <a:defRPr lang="ja-JP" sz="2400" b="0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pPr>
            <a:r>
              <a:rPr lang="ja-JP" sz="2400" b="0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2017年版のtrain＋valは約123K画像。検出用の正解領域が公開されている。</a:t>
            </a:r>
          </a:p>
          <a:p>
            <a:pPr algn="l" lvl="0" marL="457200" indent="-355600"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  <a:buSzPct val="55417"/>
              <a:buFont typeface="Noto Sans CJK JP"/>
              <a:buChar char="●"/>
              <a:defRPr lang="ja-JP" sz="2400" b="0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pPr>
            <a:r>
              <a:rPr lang="ja-JP" sz="2400" b="0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全体規模の概数と、手元のtrain＋valで数える件数は対象範囲が異なる [1]。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anchor="ctr" lIns="0" rIns="0" tIns="0" b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ja-JP" sz="1400" b="1">
                <a:solidFill>
                  <a:srgbClr val="FFFEF8"/>
                </a:solidFill>
                <a:latin typeface="Noto Sans"/>
                <a:ea typeface="Noto Sans CJK JP"/>
                <a:cs typeface="Noto Sans"/>
              </a:defRPr>
            </a:pPr>
            <a:r>
              <a:rPr lang="ja-JP" sz="1400" b="1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2 作成方法とデータの範囲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754880"/>
            <a:ext cx="8183879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lang="ja-JP" sz="800" b="0">
                <a:solidFill>
                  <a:srgbClr val="626669"/>
                </a:solidFill>
                <a:latin typeface="Noto Sans"/>
                <a:ea typeface="Noto Sans CJK JP"/>
                <a:cs typeface="Noto Sans"/>
              </a:defRPr>
            </a:pPr>
            <a:r>
              <a:rPr lang="ja-JP" sz="800" b="0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[1] </a:t>
            </a:r>
            <a:r>
              <a:rPr lang="ja-JP" sz="800" b="0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https://cocodataset.org/</a:t>
            </a:r>
            <a:r>
              <a:rPr lang="ja-JP" sz="800" b="0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 / </a:t>
            </a:r>
            <a:r>
              <a:rPr lang="ja-JP" sz="800" b="0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3"/>
              </a:rPr>
              <a:t>https://cocodataset.org/#download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172" y="650138"/>
            <a:ext cx="8206740" cy="616305"/>
          </a:xfrm>
        </p:spPr>
        <p:txBody>
          <a:bodyPr wrap="square" anchor="t" lIns="0" rIns="0" tIns="0" bIns="0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lang="ja-JP" sz="2800" b="1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pPr>
            <a:r>
              <a:rPr lang="ja-JP" sz="2800" b="1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80物体カテゴリと背景カテゴリ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94360" y="1508760"/>
            <a:ext cx="7955279" cy="3017520"/>
          </a:xfrm>
        </p:spPr>
        <p:txBody>
          <a:bodyPr wrap="square" anchor="t" tIns="91440" bIns="91440"/>
          <a:lstStyle/>
          <a:p>
            <a:pPr algn="l" lvl="0" marL="457200" indent="-355600"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  <a:buSzPct val="55417"/>
              <a:buFont typeface="Noto Sans CJK JP"/>
              <a:buChar char="●"/>
              <a:defRPr lang="ja-JP" sz="2400" b="0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pPr>
            <a:r>
              <a:rPr lang="ja-JP" sz="2400" b="0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物体検出・インスタンス分割は80カテゴリ。人、乗り物、動物、食品、家具などを含む。</a:t>
            </a:r>
          </a:p>
          <a:p>
            <a:pPr algn="l" lvl="0" marL="457200" indent="-355600"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  <a:buSzPct val="55417"/>
              <a:buFont typeface="Noto Sans CJK JP"/>
              <a:buChar char="●"/>
              <a:defRPr lang="ja-JP" sz="2400" b="0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pPr>
            <a:r>
              <a:rPr lang="ja-JP" sz="2400" b="0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COCO-Stuffは80物体＋91背景の171カテゴリ。</a:t>
            </a:r>
          </a:p>
          <a:p>
            <a:pPr algn="l" lvl="0" marL="457200" indent="-355600"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  <a:buSzPct val="55417"/>
              <a:buFont typeface="Noto Sans CJK JP"/>
              <a:buChar char="●"/>
              <a:defRPr lang="ja-JP" sz="2400" b="0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pPr>
            <a:r>
              <a:rPr lang="ja-JP" sz="2400" b="0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COCO Panopticは80物体＋53背景の133カテゴリ。背景カテゴリを統合した体系を使う [1, 2]。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anchor="ctr" lIns="0" rIns="0" tIns="0" b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ja-JP" sz="1400" b="1">
                <a:solidFill>
                  <a:srgbClr val="FFFEF8"/>
                </a:solidFill>
                <a:latin typeface="Noto Sans"/>
                <a:ea typeface="Noto Sans CJK JP"/>
                <a:cs typeface="Noto Sans"/>
              </a:defRPr>
            </a:pPr>
            <a:r>
              <a:rPr lang="ja-JP" sz="1400" b="1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2 作成方法とデータの範囲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754880"/>
            <a:ext cx="8183879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lang="ja-JP" sz="800" b="0">
                <a:solidFill>
                  <a:srgbClr val="626669"/>
                </a:solidFill>
                <a:latin typeface="Noto Sans"/>
                <a:ea typeface="Noto Sans CJK JP"/>
                <a:cs typeface="Noto Sans"/>
              </a:defRPr>
            </a:pPr>
            <a:r>
              <a:rPr lang="ja-JP" sz="800" b="0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[1] </a:t>
            </a:r>
            <a:r>
              <a:rPr lang="ja-JP" sz="800" b="0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https://github.com/nightrome/cocostuff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lang="ja-JP" sz="800" b="0">
                <a:solidFill>
                  <a:srgbClr val="626669"/>
                </a:solidFill>
                <a:latin typeface="Noto Sans"/>
                <a:ea typeface="Noto Sans CJK JP"/>
                <a:cs typeface="Noto Sans"/>
              </a:defRPr>
            </a:pPr>
            <a:r>
              <a:rPr lang="ja-JP" sz="800" b="0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[2] </a:t>
            </a:r>
            <a:r>
              <a:rPr lang="ja-JP" sz="800" b="0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3"/>
              </a:rPr>
              <a:t>https://github.com/cocodataset/panopticapi/blob/master/panoptic_coco_categories.json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172" y="650138"/>
            <a:ext cx="8206740" cy="616305"/>
          </a:xfrm>
        </p:spPr>
        <p:txBody>
          <a:bodyPr wrap="square" anchor="t" lIns="0" rIns="0" tIns="0" bIns="0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lang="ja-JP" sz="2800" b="1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pPr>
            <a:r>
              <a:rPr lang="ja-JP" sz="2800" b="1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32² px は、32×32画素ぶんの面積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anchor="ctr" lIns="0" rIns="0" tIns="0" b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ja-JP" sz="1400" b="1">
                <a:solidFill>
                  <a:srgbClr val="FFFEF8"/>
                </a:solidFill>
                <a:latin typeface="Noto Sans"/>
                <a:ea typeface="Noto Sans CJK JP"/>
                <a:cs typeface="Noto Sans"/>
              </a:defRPr>
            </a:pPr>
            <a:r>
              <a:rPr lang="ja-JP" sz="1400" b="1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2 作成方法とデータの範囲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435608"/>
            <a:ext cx="4114800" cy="3086100"/>
          </a:xfrm>
          <a:prstGeom prst="rect">
            <a:avLst/>
          </a:prstGeom>
          <a:solidFill>
            <a:srgbClr val="EBEDEB"/>
          </a:solidFill>
          <a:ln w="10160">
            <a:solidFill>
              <a:srgbClr val="62666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58952" y="1682496"/>
            <a:ext cx="3657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200" lang="ja-JP" b="0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pPr>
            <a:r>
              <a:rPr sz="2200" lang="ja-JP" b="0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640 × 480 pxの画像</a:t>
            </a:r>
          </a:p>
        </p:txBody>
      </p:sp>
      <p:sp>
        <p:nvSpPr>
          <p:cNvPr id="6" name="Rectangle 5"/>
          <p:cNvSpPr/>
          <p:nvPr/>
        </p:nvSpPr>
        <p:spPr>
          <a:xfrm>
            <a:off x="1234440" y="3337560"/>
            <a:ext cx="205740" cy="205740"/>
          </a:xfrm>
          <a:prstGeom prst="rect">
            <a:avLst/>
          </a:prstGeom>
          <a:solidFill>
            <a:srgbClr val="B13731"/>
          </a:solidFill>
          <a:ln w="6350">
            <a:solidFill>
              <a:srgbClr val="B1373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788920" y="2926080"/>
            <a:ext cx="617220" cy="617220"/>
          </a:xfrm>
          <a:prstGeom prst="rect">
            <a:avLst/>
          </a:prstGeom>
          <a:solidFill>
            <a:srgbClr val="2C9100"/>
          </a:solidFill>
          <a:ln w="6350">
            <a:solidFill>
              <a:srgbClr val="2C91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3767328"/>
            <a:ext cx="1371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800" lang="ja-JP" b="0">
                <a:solidFill>
                  <a:srgbClr val="B13731"/>
                </a:solidFill>
                <a:latin typeface="Noto Sans"/>
                <a:ea typeface="Noto Sans CJK JP"/>
                <a:cs typeface="Noto Sans"/>
              </a:defRPr>
            </a:pPr>
            <a:r>
              <a:rPr sz="1800" lang="ja-JP" b="0">
                <a:solidFill>
                  <a:srgbClr val="B13731"/>
                </a:solidFill>
                <a:latin typeface="Noto Sans"/>
                <a:ea typeface="Noto Sans CJK JP"/>
                <a:cs typeface="Noto Sans"/>
              </a:rPr>
              <a:t>32 × 32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651760" y="3767328"/>
            <a:ext cx="16459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800" lang="ja-JP" b="0">
                <a:solidFill>
                  <a:srgbClr val="2C9100"/>
                </a:solidFill>
                <a:latin typeface="Noto Sans"/>
                <a:ea typeface="Noto Sans CJK JP"/>
                <a:cs typeface="Noto Sans"/>
              </a:defRPr>
            </a:pPr>
            <a:r>
              <a:rPr sz="1800" lang="ja-JP" b="0">
                <a:solidFill>
                  <a:srgbClr val="2C9100"/>
                </a:solidFill>
                <a:latin typeface="Noto Sans"/>
                <a:ea typeface="Noto Sans CJK JP"/>
                <a:cs typeface="Noto Sans"/>
              </a:rPr>
              <a:t>96 × 96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58952" y="4242816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400" lang="ja-JP" b="0">
                <a:solidFill>
                  <a:srgbClr val="626669"/>
                </a:solidFill>
                <a:latin typeface="Noto Sans"/>
                <a:ea typeface="Noto Sans CJK JP"/>
                <a:cs typeface="Noto Sans"/>
              </a:defRPr>
            </a:pPr>
            <a:r>
              <a:rPr sz="1400" lang="ja-JP" b="0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正方形に置き換えた面積の例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983480" y="1481328"/>
            <a:ext cx="3657600" cy="3931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200" lang="ja-JP" b="1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pPr>
            <a:r>
              <a:rPr sz="2200" lang="ja-JP" b="1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32 × 32 = 1,024画素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983480" y="1965960"/>
            <a:ext cx="3657600" cy="685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800" lang="ja-JP" b="0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pPr>
            <a:r>
              <a:rPr sz="1800" lang="ja-JP" b="0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画像全体の約0.33%</a:t>
            </a:r>
          </a:p>
          <a:p>
            <a: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800" lang="ja-JP" b="0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pPr>
            <a:r>
              <a:rPr sz="1800" lang="ja-JP" b="0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16×64画素の領域も同じ面積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983480" y="2788920"/>
            <a:ext cx="3657600" cy="3931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200" lang="ja-JP" b="1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pPr>
            <a:r>
              <a:rPr sz="2200" lang="ja-JP" b="1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96 × 96 = 9,216画素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983480" y="3273552"/>
            <a:ext cx="3657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800" lang="ja-JP" b="0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pPr>
            <a:r>
              <a:rPr sz="1800" lang="ja-JP" b="0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画像全体の3%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983480" y="3685032"/>
            <a:ext cx="365760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600" lang="ja-JP" b="0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pPr>
            <a:r>
              <a:rPr sz="1600" lang="ja-JP" b="0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small &lt; 32²：42%</a:t>
            </a:r>
          </a:p>
          <a:p>
            <a: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600" lang="ja-JP" b="0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pPr>
            <a:r>
              <a:rPr sz="1600" lang="ja-JP" b="0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medium 32²〜96²：34%</a:t>
            </a:r>
          </a:p>
          <a:p>
            <a: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600" lang="ja-JP" b="0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pPr>
            <a:r>
              <a:rPr sz="1600" lang="ja-JP" b="0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large &gt; 96²：24%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4360" y="4608576"/>
            <a:ext cx="7955279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400" lang="ja-JP" b="0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pPr>
            <a:r>
              <a:rPr sz="1400" lang="ja-JP" b="0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区分は正解マスクの面積で決める。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" y="4965192"/>
            <a:ext cx="8183879" cy="137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800" lang="ja-JP" b="0">
                <a:solidFill>
                  <a:srgbClr val="626669"/>
                </a:solidFill>
                <a:latin typeface="Noto Sans"/>
                <a:ea typeface="Noto Sans CJK JP"/>
                <a:cs typeface="Noto Sans"/>
              </a:defRPr>
            </a:pPr>
            <a:r>
              <a:rPr sz="800" lang="ja-JP" b="0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[1] </a:t>
            </a:r>
            <a:r>
              <a:rPr sz="800" lang="ja-JP" b="0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3"/>
              </a:rPr>
              <a:t>https://cocodataset.org/#detection-eval</a:t>
            </a:r>
            <a:r>
              <a:rPr sz="800" lang="ja-JP" b="0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 （割合は公式の概数）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554480"/>
            <a:ext cx="8229600" cy="1920240"/>
          </a:xfrm>
        </p:spPr>
        <p:txBody>
          <a:bodyPr wrap="square" anchor="ctr" lIns="0" rIns="0" tIns="0" bIns="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lang="ja-JP" sz="3400" b="1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pPr>
            <a:r>
              <a:rPr lang="ja-JP" sz="3400" b="1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3 評価方法と代表モデル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anchor="ctr" lIns="0" rIns="0" tIns="0" bIns="0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lang="ja-JP" sz="1400" b="1">
                <a:solidFill>
                  <a:srgbClr val="FFFEF8"/>
                </a:solidFill>
                <a:latin typeface="Noto Sans"/>
                <a:ea typeface="Noto Sans CJK JP"/>
                <a:cs typeface="Noto Sans"/>
              </a:defRPr>
            </a:pPr>
            <a:r>
              <a:rPr lang="ja-JP" sz="1400" b="1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3 評価方法と代表モデル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172" y="650138"/>
            <a:ext cx="8206740" cy="616305"/>
          </a:xfrm>
        </p:spPr>
        <p:txBody>
          <a:bodyPr wrap="square" anchor="t" lIns="0" rIns="0" tIns="0" bIns="0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lang="ja-JP" sz="2800" b="1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pPr>
            <a:r>
              <a:rPr lang="ja-JP" sz="2800" b="1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IoUは領域の重なりを測る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anchor="ctr" lIns="0" rIns="0" tIns="0" b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ja-JP" sz="1400" b="1">
                <a:solidFill>
                  <a:srgbClr val="FFFEF8"/>
                </a:solidFill>
                <a:latin typeface="Noto Sans"/>
                <a:ea typeface="Noto Sans CJK JP"/>
                <a:cs typeface="Noto Sans"/>
              </a:defRPr>
            </a:pPr>
            <a:r>
              <a:rPr lang="ja-JP" sz="1400" b="1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3 評価方法と代表モデル</a:t>
            </a:r>
          </a:p>
        </p:txBody>
      </p:sp>
      <p:sp>
        <p:nvSpPr>
          <p:cNvPr id="4" name="Rectangle 3"/>
          <p:cNvSpPr/>
          <p:nvPr/>
        </p:nvSpPr>
        <p:spPr>
          <a:xfrm>
            <a:off x="1005840" y="1737360"/>
            <a:ext cx="1828800" cy="1828800"/>
          </a:xfrm>
          <a:prstGeom prst="rect">
            <a:avLst/>
          </a:prstGeom>
          <a:noFill/>
          <a:ln w="38100">
            <a:solidFill>
              <a:srgbClr val="2C91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920240" y="1737360"/>
            <a:ext cx="1828800" cy="1828800"/>
          </a:xfrm>
          <a:prstGeom prst="rect">
            <a:avLst/>
          </a:prstGeom>
          <a:noFill/>
          <a:ln w="38100">
            <a:solidFill>
              <a:srgbClr val="B137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371600"/>
            <a:ext cx="1645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lang="ja-JP" sz="2200" b="1">
                <a:solidFill>
                  <a:srgbClr val="2C9100"/>
                </a:solidFill>
                <a:latin typeface="Noto Sans"/>
                <a:ea typeface="Noto Sans CJK JP"/>
                <a:cs typeface="Noto Sans"/>
              </a:defRPr>
            </a:pPr>
            <a:r>
              <a:rPr lang="ja-JP" sz="2200" b="1">
                <a:solidFill>
                  <a:srgbClr val="2C9100"/>
                </a:solidFill>
                <a:latin typeface="Noto Sans"/>
                <a:ea typeface="Noto Sans CJK JP"/>
                <a:cs typeface="Noto Sans"/>
              </a:rPr>
              <a:t>正解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880360" y="3291840"/>
            <a:ext cx="10058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lang="ja-JP" sz="2200" b="1">
                <a:solidFill>
                  <a:srgbClr val="B13731"/>
                </a:solidFill>
                <a:latin typeface="Noto Sans"/>
                <a:ea typeface="Noto Sans CJK JP"/>
                <a:cs typeface="Noto Sans"/>
              </a:defRPr>
            </a:pPr>
            <a:r>
              <a:rPr lang="ja-JP" sz="2200" b="1">
                <a:solidFill>
                  <a:srgbClr val="B13731"/>
                </a:solidFill>
                <a:latin typeface="Noto Sans"/>
                <a:ea typeface="Noto Sans CJK JP"/>
                <a:cs typeface="Noto Sans"/>
              </a:rPr>
              <a:t>予測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0" y="1737360"/>
            <a:ext cx="43891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lang="ja-JP" sz="2500" b="1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pPr>
            <a:r>
              <a:rPr lang="ja-JP" sz="2500" b="1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IoU = 共通部分 ÷ 和集合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0" y="2560320"/>
            <a:ext cx="4389120" cy="1645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lang="ja-JP" sz="2200" b="0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pPr>
            <a:r>
              <a:rPr lang="ja-JP" sz="2200" b="0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この矩形例では 2 ÷ 6 = 1/3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lang="ja-JP" sz="2200" b="0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pPr>
            <a:r>
              <a:rPr lang="ja-JP" sz="2200" b="0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IoU 0.50で一致とはならない。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lang="ja-JP" sz="2200" b="0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pPr>
            <a:r>
              <a:rPr lang="ja-JP" sz="2200" b="0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マスクは画素単位で評価する。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4754880"/>
            <a:ext cx="8183879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lang="ja-JP" sz="800" b="0">
                <a:solidFill>
                  <a:srgbClr val="626669"/>
                </a:solidFill>
                <a:latin typeface="Noto Sans"/>
                <a:ea typeface="Noto Sans CJK JP"/>
                <a:cs typeface="Noto Sans"/>
              </a:defRPr>
            </a:pPr>
            <a:r>
              <a:rPr lang="ja-JP" sz="800" b="0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[1] </a:t>
            </a:r>
            <a:r>
              <a:rPr lang="ja-JP" sz="800" b="0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https://cocodataset.org/#detection-eval</a:t>
            </a:r>
            <a:r>
              <a:rPr lang="ja-JP" sz="800" b="0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 / 図は指標を説明する矩形例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172" y="650138"/>
            <a:ext cx="8206740" cy="616305"/>
          </a:xfrm>
        </p:spPr>
        <p:txBody>
          <a:bodyPr wrap="square" anchor="t" lIns="0" rIns="0" tIns="0" bIns="0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lang="ja-JP" sz="2800" b="1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pPr>
            <a:r>
              <a:rPr lang="ja-JP" sz="2800" b="1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APは全予測を集計して評価する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94360" y="1508760"/>
            <a:ext cx="7955279" cy="3017520"/>
          </a:xfrm>
        </p:spPr>
        <p:txBody>
          <a:bodyPr wrap="square" anchor="t" tIns="91440" bIns="91440"/>
          <a:lstStyle/>
          <a:p>
            <a:pPr algn="l" lvl="0" marL="457200" indent="-355600"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  <a:buSzPct val="55417"/>
              <a:buFont typeface="Noto Sans CJK JP"/>
              <a:buChar char="●"/>
              <a:defRPr lang="ja-JP" sz="2400" b="0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pPr>
            <a:r>
              <a:rPr lang="ja-JP" sz="2400" b="0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カテゴリごとに予測を信頼度順に並べ、同じ画像の正解へ対応付ける。</a:t>
            </a:r>
          </a:p>
          <a:p>
            <a:pPr algn="l" lvl="0" marL="457200" indent="-355600"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  <a:buSzPct val="55417"/>
              <a:buFont typeface="Noto Sans CJK JP"/>
              <a:buChar char="●"/>
              <a:defRPr lang="ja-JP" sz="2400" b="0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pPr>
            <a:r>
              <a:rPr lang="ja-JP" sz="2400" b="0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適合率・再現率からAPを計算する。</a:t>
            </a:r>
          </a:p>
          <a:p>
            <a:pPr algn="l" lvl="0" marL="457200" indent="-355600"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  <a:buSzPct val="55417"/>
              <a:buFont typeface="Noto Sans CJK JP"/>
              <a:buChar char="●"/>
              <a:defRPr lang="ja-JP" sz="2400" b="0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pPr>
            <a:r>
              <a:rPr lang="ja-JP" sz="2400" b="0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主指標はカテゴリとIoU 0.50〜0.95の10閾値で平均したAP。AP50より位置精度に厳しい [1]。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anchor="ctr" lIns="0" rIns="0" tIns="0" b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ja-JP" sz="1400" b="1">
                <a:solidFill>
                  <a:srgbClr val="FFFEF8"/>
                </a:solidFill>
                <a:latin typeface="Noto Sans"/>
                <a:ea typeface="Noto Sans CJK JP"/>
                <a:cs typeface="Noto Sans"/>
              </a:defRPr>
            </a:pPr>
            <a:r>
              <a:rPr lang="ja-JP" sz="1400" b="1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3 評価方法と代表モデル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754880"/>
            <a:ext cx="8183879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lang="ja-JP" sz="800" b="0">
                <a:solidFill>
                  <a:srgbClr val="626669"/>
                </a:solidFill>
                <a:latin typeface="Noto Sans"/>
                <a:ea typeface="Noto Sans CJK JP"/>
                <a:cs typeface="Noto Sans"/>
              </a:defRPr>
            </a:pPr>
            <a:r>
              <a:rPr lang="ja-JP" sz="800" b="0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[1] </a:t>
            </a:r>
            <a:r>
              <a:rPr lang="ja-JP" sz="800" b="0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https://github.com/cocodataset/cocoapi/blob/master/PythonAPI/pycocotools/cocoeval.py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172" y="650138"/>
            <a:ext cx="8206740" cy="616305"/>
          </a:xfrm>
        </p:spPr>
        <p:txBody>
          <a:bodyPr wrap="square" anchor="t" lIns="0" rIns="0" tIns="0" bIns="0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lang="ja-JP" sz="2800" b="1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pPr>
            <a:r>
              <a:rPr lang="ja-JP" sz="2800" b="1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数えにくい集団にはcrowd注釈がある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94360" y="1508760"/>
            <a:ext cx="7955279" cy="3017520"/>
          </a:xfrm>
        </p:spPr>
        <p:txBody>
          <a:bodyPr wrap="square" anchor="t" tIns="91440" bIns="91440"/>
          <a:lstStyle/>
          <a:p>
            <a:pPr algn="l" lvl="0" marL="457200" indent="-355600"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  <a:buSzPct val="53200"/>
              <a:buFont typeface="Noto Sans CJK JP"/>
              <a:buChar char="●"/>
              <a:defRPr lang="ja-JP" sz="2500" b="0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pPr>
            <a:r>
              <a:rPr lang="ja-JP" sz="2500" b="0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密集して個体ごとの区切りが難しい領域は、iscrowd=1でまとめて注釈する。</a:t>
            </a:r>
          </a:p>
          <a:p>
            <a:pPr algn="l" lvl="0" marL="457200" indent="-355600"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  <a:buSzPct val="53200"/>
              <a:buFont typeface="Noto Sans CJK JP"/>
              <a:buChar char="●"/>
              <a:defRPr lang="ja-JP" sz="2500" b="0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pPr>
            <a:r>
              <a:rPr lang="ja-JP" sz="2500" b="0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crowdへの一致は通常の真陽性に数えず、条件を満たす予測を評価から除外する。</a:t>
            </a:r>
          </a:p>
          <a:p>
            <a:pPr algn="l" lvl="0" marL="457200" indent="-355600"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  <a:buSzPct val="53200"/>
              <a:buFont typeface="Noto Sans CJK JP"/>
              <a:buChar char="●"/>
              <a:defRPr lang="ja-JP" sz="2500" b="0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pPr>
            <a:r>
              <a:rPr lang="ja-JP" sz="2500" b="0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同じ物体への重複検出や、小さい対象の見落としもAPに影響する [1]。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anchor="ctr" lIns="0" rIns="0" tIns="0" b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ja-JP" sz="1400" b="1">
                <a:solidFill>
                  <a:srgbClr val="FFFEF8"/>
                </a:solidFill>
                <a:latin typeface="Noto Sans"/>
                <a:ea typeface="Noto Sans CJK JP"/>
                <a:cs typeface="Noto Sans"/>
              </a:defRPr>
            </a:pPr>
            <a:r>
              <a:rPr lang="ja-JP" sz="1400" b="1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3 評価方法と代表モデル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754880"/>
            <a:ext cx="8183879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lang="ja-JP" sz="800" b="0">
                <a:solidFill>
                  <a:srgbClr val="626669"/>
                </a:solidFill>
                <a:latin typeface="Noto Sans"/>
                <a:ea typeface="Noto Sans CJK JP"/>
                <a:cs typeface="Noto Sans"/>
              </a:defRPr>
            </a:pPr>
            <a:r>
              <a:rPr lang="ja-JP" sz="800" b="0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[1] </a:t>
            </a:r>
            <a:r>
              <a:rPr lang="ja-JP" sz="800" b="0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https://github.com/cocodataset/cocoapi/blob/master/PythonAPI/pycocotools/cocoeval.py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172" y="650138"/>
            <a:ext cx="8206740" cy="616305"/>
          </a:xfrm>
        </p:spPr>
        <p:txBody>
          <a:bodyPr wrap="square" anchor="t" lIns="0" rIns="0" tIns="0" bIns="0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lang="ja-JP" sz="2800" b="1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pPr>
            <a:r>
              <a:rPr lang="ja-JP" sz="2800" b="1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異なる検出方式の公開結果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anchor="ctr" lIns="0" rIns="0" tIns="0" b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ja-JP" sz="1400" b="1">
                <a:solidFill>
                  <a:srgbClr val="FFFEF8"/>
                </a:solidFill>
                <a:latin typeface="Noto Sans"/>
                <a:ea typeface="Noto Sans CJK JP"/>
                <a:cs typeface="Noto Sans"/>
              </a:defRPr>
            </a:pPr>
            <a:r>
              <a:rPr lang="ja-JP" sz="1400" b="1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3 評価方法と代表モデル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1417320"/>
          <a:ext cx="8046720" cy="2084831"/>
        </p:xfrm>
        <a:graphic>
          <a:graphicData uri="http://schemas.openxmlformats.org/drawingml/2006/table">
            <a:tbl>
              <a:tblPr firstRow="0" bandRow="0" lastRow="0" firstCol="0" lastCol="0" bandCol="0"/>
              <a:tblGrid>
                <a:gridCol w="4754880"/>
                <a:gridCol w="1143000"/>
                <a:gridCol w="2148840"/>
              </a:tblGrid>
              <a:tr h="521207">
                <a:tc>
                  <a:txBody>
                    <a:bodyPr/>
                    <a:lstStyle/>
                    <a:p>
                      <a:pPr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lang="ja-JP" sz="1800" b="0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defRPr>
                      </a:pPr>
                      <a:r>
                        <a:rPr lang="ja-JP" sz="1800" b="0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方式・設定</a:t>
                      </a:r>
                    </a:p>
                  </a:txBody>
                  <a:tcPr marL="76200" marR="76200" marT="38100" marB="38100" anchor="ctr">
                    <a:lnL w="0">
                      <a:noFill/>
                    </a:lnL>
                    <a:lnR w="0">
                      <a:noFill/>
                    </a:lnR>
                    <a:lnT w="10160">
                      <a:solidFill>
                        <a:srgbClr val="626669"/>
                      </a:solidFill>
                    </a:lnT>
                    <a:lnB w="10160">
                      <a:solidFill>
                        <a:srgbClr val="626669"/>
                      </a:solidFill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lang="ja-JP" sz="1800" b="0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defRPr>
                      </a:pPr>
                      <a:r>
                        <a:rPr lang="ja-JP" sz="1800" b="0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box AP</a:t>
                      </a:r>
                    </a:p>
                  </a:txBody>
                  <a:tcPr marL="76200" marR="76200" marT="38100" marB="38100" anchor="ctr">
                    <a:lnL w="0">
                      <a:noFill/>
                    </a:lnL>
                    <a:lnR w="0">
                      <a:noFill/>
                    </a:lnR>
                    <a:lnT w="10160">
                      <a:solidFill>
                        <a:srgbClr val="626669"/>
                      </a:solidFill>
                    </a:lnT>
                    <a:lnB w="10160">
                      <a:solidFill>
                        <a:srgbClr val="626669"/>
                      </a:solidFill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lang="ja-JP" sz="1800" b="0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defRPr>
                      </a:pPr>
                      <a:r>
                        <a:rPr lang="ja-JP" sz="1800" b="0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評価集合</a:t>
                      </a:r>
                    </a:p>
                  </a:txBody>
                  <a:tcPr marL="203200" marR="76200" marT="38100" marB="38100" anchor="ctr">
                    <a:lnL w="0">
                      <a:noFill/>
                    </a:lnL>
                    <a:lnR w="0">
                      <a:noFill/>
                    </a:lnR>
                    <a:lnT w="10160">
                      <a:solidFill>
                        <a:srgbClr val="626669"/>
                      </a:solidFill>
                    </a:lnT>
                    <a:lnB w="10160">
                      <a:solidFill>
                        <a:srgbClr val="626669"/>
                      </a:solidFill>
                    </a:lnB>
                    <a:solidFill>
                      <a:srgbClr val="FFFEF8"/>
                    </a:solidFill>
                  </a:tcPr>
                </a:tc>
              </a:tr>
              <a:tr h="521207">
                <a:tc>
                  <a:txBody>
                    <a:bodyPr/>
                    <a:lstStyle/>
                    <a:p>
                      <a:pPr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lang="ja-JP" sz="1800" b="0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defRPr>
                      </a:pPr>
                      <a:r>
                        <a:rPr lang="ja-JP" sz="1800" b="0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Faster R-CNN R50-FPN 3x [1]</a:t>
                      </a:r>
                    </a:p>
                  </a:txBody>
                  <a:tcPr marL="76200" marR="76200" marT="38100" marB="381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lang="ja-JP" sz="1800" b="0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defRPr>
                      </a:pPr>
                      <a:r>
                        <a:rPr lang="ja-JP" sz="1800" b="0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40.2</a:t>
                      </a:r>
                    </a:p>
                  </a:txBody>
                  <a:tcPr marL="76200" marR="76200" marT="38100" marB="381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lang="ja-JP" sz="1800" b="0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defRPr>
                      </a:pPr>
                      <a:r>
                        <a:rPr lang="ja-JP" sz="1800" b="0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COCO val2017</a:t>
                      </a:r>
                    </a:p>
                  </a:txBody>
                  <a:tcPr marL="203200" marR="76200" marT="38100" marB="381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FFEF8"/>
                    </a:solidFill>
                  </a:tcPr>
                </a:tc>
              </a:tr>
              <a:tr h="521207">
                <a:tc>
                  <a:txBody>
                    <a:bodyPr/>
                    <a:lstStyle/>
                    <a:p>
                      <a:pPr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lang="ja-JP" sz="1800" b="0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defRPr>
                      </a:pPr>
                      <a:r>
                        <a:rPr lang="ja-JP" sz="1800" b="0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RetinaNet R50-FPN 3x [1]</a:t>
                      </a:r>
                    </a:p>
                  </a:txBody>
                  <a:tcPr marL="76200" marR="76200" marT="38100" marB="381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lang="ja-JP" sz="1800" b="0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defRPr>
                      </a:pPr>
                      <a:r>
                        <a:rPr lang="ja-JP" sz="1800" b="0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38.7</a:t>
                      </a:r>
                    </a:p>
                  </a:txBody>
                  <a:tcPr marL="76200" marR="76200" marT="38100" marB="381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lang="ja-JP" sz="1800" b="0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defRPr>
                      </a:pPr>
                      <a:r>
                        <a:rPr lang="ja-JP" sz="1800" b="0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COCO val2017</a:t>
                      </a:r>
                    </a:p>
                  </a:txBody>
                  <a:tcPr marL="203200" marR="76200" marT="38100" marB="381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FFEF8"/>
                    </a:solidFill>
                  </a:tcPr>
                </a:tc>
              </a:tr>
              <a:tr h="521207">
                <a:tc>
                  <a:txBody>
                    <a:bodyPr/>
                    <a:lstStyle/>
                    <a:p>
                      <a:pPr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lang="ja-JP" sz="1800" b="0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defRPr>
                      </a:pPr>
                      <a:r>
                        <a:rPr lang="ja-JP" sz="1800" b="0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RT-DETRv2-L 640 px [2]</a:t>
                      </a:r>
                    </a:p>
                  </a:txBody>
                  <a:tcPr marL="76200" marR="76200" marT="38100" marB="381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0160">
                      <a:solidFill>
                        <a:srgbClr val="626669"/>
                      </a:solidFill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lang="ja-JP" sz="1800" b="0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defRPr>
                      </a:pPr>
                      <a:r>
                        <a:rPr lang="ja-JP" sz="1800" b="0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53.4</a:t>
                      </a:r>
                    </a:p>
                  </a:txBody>
                  <a:tcPr marL="76200" marR="76200" marT="38100" marB="381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0160">
                      <a:solidFill>
                        <a:srgbClr val="626669"/>
                      </a:solidFill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lang="ja-JP" sz="1800" b="0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defRPr>
                      </a:pPr>
                      <a:r>
                        <a:rPr lang="ja-JP" sz="1800" b="0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COCO val</a:t>
                      </a:r>
                    </a:p>
                  </a:txBody>
                  <a:tcPr marL="203200" marR="76200" marT="38100" marB="381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0160">
                      <a:solidFill>
                        <a:srgbClr val="626669"/>
                      </a:solidFill>
                    </a:lnB>
                    <a:solidFill>
                      <a:srgbClr val="FFFEF8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94360" y="3705351"/>
            <a:ext cx="7955279" cy="7132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lang="ja-JP" sz="1900" b="0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pPr>
            <a:r>
              <a:rPr lang="ja-JP" sz="1900" b="0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各公開実装の単一モデルの値（%）。学習期間・入力解像度・事前学習などが異なるため、方式だけの優劣を示す比較ではない。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4754880"/>
            <a:ext cx="8183879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lang="ja-JP" sz="800" b="0">
                <a:solidFill>
                  <a:srgbClr val="626669"/>
                </a:solidFill>
                <a:latin typeface="Noto Sans"/>
                <a:ea typeface="Noto Sans CJK JP"/>
                <a:cs typeface="Noto Sans"/>
              </a:defRPr>
            </a:pPr>
            <a:r>
              <a:rPr lang="ja-JP" sz="800" b="0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[1] </a:t>
            </a:r>
            <a:r>
              <a:rPr lang="ja-JP" sz="800" b="0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https://github.com/facebookresearch/detectron2/blob/main/MODEL_ZOO.md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lang="ja-JP" sz="800" b="0">
                <a:solidFill>
                  <a:srgbClr val="626669"/>
                </a:solidFill>
                <a:latin typeface="Noto Sans"/>
                <a:ea typeface="Noto Sans CJK JP"/>
                <a:cs typeface="Noto Sans"/>
              </a:defRPr>
            </a:pPr>
            <a:r>
              <a:rPr lang="ja-JP" sz="800" b="0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[2] </a:t>
            </a:r>
            <a:r>
              <a:rPr lang="ja-JP" sz="800" b="0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3"/>
              </a:rPr>
              <a:t>https://github.com/lyuwenyu/RT-DETR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172" y="650138"/>
            <a:ext cx="8206740" cy="616305"/>
          </a:xfrm>
        </p:spPr>
        <p:txBody>
          <a:bodyPr wrap="square" anchor="t" lIns="0" rIns="0" tIns="0" bIns="0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lang="ja-JP" sz="2800" b="1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pPr>
            <a:r>
              <a:rPr lang="ja-JP" sz="2800" b="1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Panoptic分割にはPQを使う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94360" y="1508760"/>
            <a:ext cx="7955279" cy="3017520"/>
          </a:xfrm>
        </p:spPr>
        <p:txBody>
          <a:bodyPr wrap="square" anchor="t" tIns="91440" bIns="91440"/>
          <a:lstStyle/>
          <a:p>
            <a:pPr algn="l" lvl="0" marL="457200" indent="-355600"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  <a:buSzPct val="55417"/>
              <a:buFont typeface="Noto Sans CJK JP"/>
              <a:buChar char="●"/>
              <a:defRPr lang="ja-JP" sz="2400" b="0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pPr>
            <a:r>
              <a:rPr lang="ja-JP" sz="2400" b="0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同じカテゴリの正解と予測をIoU &gt; 0.50で対応付ける。</a:t>
            </a:r>
          </a:p>
          <a:p>
            <a:pPr algn="l" lvl="0" marL="457200" indent="-355600"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  <a:buSzPct val="55417"/>
              <a:buFont typeface="Noto Sans CJK JP"/>
              <a:buChar char="●"/>
              <a:defRPr lang="ja-JP" sz="2400" b="0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pPr>
            <a:r>
              <a:rPr lang="ja-JP" sz="2400" b="0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PQは対応した領域のIoUの和を、TP＋0.5FP＋0.5FNで割って求める。</a:t>
            </a:r>
          </a:p>
          <a:p>
            <a:pPr algn="l" lvl="0" marL="457200" indent="-355600"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  <a:buSzPct val="55417"/>
              <a:buFont typeface="Noto Sans CJK JP"/>
              <a:buChar char="●"/>
              <a:defRPr lang="ja-JP" sz="2400" b="0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pPr>
            <a:r>
              <a:rPr lang="ja-JP" sz="2400" b="0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領域形状の精度と、領域を見つけて数える精度を同時に測り、カテゴリ間で平均する [1]。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anchor="ctr" lIns="0" rIns="0" tIns="0" b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ja-JP" sz="1400" b="1">
                <a:solidFill>
                  <a:srgbClr val="FFFEF8"/>
                </a:solidFill>
                <a:latin typeface="Noto Sans"/>
                <a:ea typeface="Noto Sans CJK JP"/>
                <a:cs typeface="Noto Sans"/>
              </a:defRPr>
            </a:pPr>
            <a:r>
              <a:rPr lang="ja-JP" sz="1400" b="1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3 評価方法と代表モデル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754880"/>
            <a:ext cx="8183879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lang="ja-JP" sz="800" b="0">
                <a:solidFill>
                  <a:srgbClr val="626669"/>
                </a:solidFill>
                <a:latin typeface="Noto Sans"/>
                <a:ea typeface="Noto Sans CJK JP"/>
                <a:cs typeface="Noto Sans"/>
              </a:defRPr>
            </a:pPr>
            <a:r>
              <a:rPr lang="ja-JP" sz="800" b="0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[1] </a:t>
            </a:r>
            <a:r>
              <a:rPr lang="ja-JP" sz="800" b="0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https://cocodataset.org/#panoptic-eval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554480"/>
            <a:ext cx="8229600" cy="1920240"/>
          </a:xfrm>
        </p:spPr>
        <p:txBody>
          <a:bodyPr wrap="square" anchor="ctr" lIns="0" rIns="0" tIns="0" bIns="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lang="ja-JP" sz="3400" b="1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pPr>
            <a:r>
              <a:rPr lang="ja-JP" sz="3400" b="1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4 利用の変遷と入手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anchor="ctr" lIns="0" rIns="0" tIns="0" bIns="0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lang="ja-JP" sz="1400" b="1">
                <a:solidFill>
                  <a:srgbClr val="FFFEF8"/>
                </a:solidFill>
                <a:latin typeface="Noto Sans"/>
                <a:ea typeface="Noto Sans CJK JP"/>
                <a:cs typeface="Noto Sans"/>
              </a:defRPr>
            </a:pPr>
            <a:r>
              <a:rPr lang="ja-JP" sz="1400" b="1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4 利用の変遷と入手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172" y="650138"/>
            <a:ext cx="8206740" cy="616305"/>
          </a:xfrm>
        </p:spPr>
        <p:txBody>
          <a:bodyPr wrap="square" anchor="t" lIns="0" rIns="0" tIns="0" bIns="0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lang="ja-JP" sz="2800" b="1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pPr>
            <a:r>
              <a:rPr lang="ja-JP" sz="2800" b="1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公開から現在まで、共通の評価基盤へ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94360" y="1508760"/>
            <a:ext cx="7955279" cy="3017520"/>
          </a:xfrm>
        </p:spPr>
        <p:txBody>
          <a:bodyPr wrap="square" anchor="t" tIns="91440" bIns="91440"/>
          <a:lstStyle/>
          <a:p>
            <a:pPr algn="l" lvl="0" marL="457200" indent="-355600"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  <a:buSzPct val="55417"/>
              <a:buFont typeface="Noto Sans CJK JP"/>
              <a:buChar char="●"/>
              <a:defRPr lang="ja-JP" sz="2400" b="0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pPr>
            <a:r>
              <a:rPr lang="ja-JP" sz="2400" b="0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2014年に物体の文脈と領域を重視したデータとして登場し、2017年に学習・検証分割を再編した。</a:t>
            </a:r>
          </a:p>
          <a:p>
            <a:pPr algn="l" lvl="0" marL="457200" indent="-355600"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  <a:buSzPct val="55417"/>
              <a:buFont typeface="Noto Sans CJK JP"/>
              <a:buChar char="●"/>
              <a:defRPr lang="ja-JP" sz="2400" b="0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pPr>
            <a:r>
              <a:rPr lang="ja-JP" sz="2400" b="0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2018年にはPanoptic分割を追加した [1]。</a:t>
            </a:r>
          </a:p>
          <a:p>
            <a:pPr algn="l" lvl="0" marL="457200" indent="-355600"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  <a:buSzPct val="55417"/>
              <a:buFont typeface="Noto Sans CJK JP"/>
              <a:buChar char="●"/>
              <a:defRPr lang="ja-JP" sz="2400" b="0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pPr>
            <a:r>
              <a:rPr lang="ja-JP" sz="2400" b="0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2026-10-15の確認では、RT-DETR系の公式実装がCOCOでの評価設定と結果を公開している [2]。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anchor="ctr" lIns="0" rIns="0" tIns="0" b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ja-JP" sz="1400" b="1">
                <a:solidFill>
                  <a:srgbClr val="FFFEF8"/>
                </a:solidFill>
                <a:latin typeface="Noto Sans"/>
                <a:ea typeface="Noto Sans CJK JP"/>
                <a:cs typeface="Noto Sans"/>
              </a:defRPr>
            </a:pPr>
            <a:r>
              <a:rPr lang="ja-JP" sz="1400" b="1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4 利用の変遷と入手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754880"/>
            <a:ext cx="8183879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lang="ja-JP" sz="800" b="0">
                <a:solidFill>
                  <a:srgbClr val="626669"/>
                </a:solidFill>
                <a:latin typeface="Noto Sans"/>
                <a:ea typeface="Noto Sans CJK JP"/>
                <a:cs typeface="Noto Sans"/>
              </a:defRPr>
            </a:pPr>
            <a:r>
              <a:rPr lang="ja-JP" sz="800" b="0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[1] </a:t>
            </a:r>
            <a:r>
              <a:rPr lang="ja-JP" sz="800" b="0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https://cocodataset.org/#download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lang="ja-JP" sz="800" b="0">
                <a:solidFill>
                  <a:srgbClr val="626669"/>
                </a:solidFill>
                <a:latin typeface="Noto Sans"/>
                <a:ea typeface="Noto Sans CJK JP"/>
                <a:cs typeface="Noto Sans"/>
              </a:defRPr>
            </a:pPr>
            <a:r>
              <a:rPr lang="ja-JP" sz="800" b="0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[2] </a:t>
            </a:r>
            <a:r>
              <a:rPr lang="ja-JP" sz="800" b="0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3"/>
              </a:rPr>
              <a:t>https://github.com/lyuwenyu/RT-DETR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172" y="650138"/>
            <a:ext cx="8206740" cy="616305"/>
          </a:xfrm>
        </p:spPr>
        <p:txBody>
          <a:bodyPr wrap="square" anchor="t" lIns="0" rIns="0" tIns="0" bIns="0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lang="ja-JP" sz="2800" b="1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pPr>
            <a:r>
              <a:rPr lang="ja-JP" sz="2800" b="1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先行するVOC、後続のLVISとの関係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94360" y="1508760"/>
            <a:ext cx="7955279" cy="3017520"/>
          </a:xfrm>
        </p:spPr>
        <p:txBody>
          <a:bodyPr wrap="square" anchor="t" tIns="91440" bIns="91440"/>
          <a:lstStyle/>
          <a:p>
            <a:pPr algn="l" lvl="0" marL="457200" indent="-355600"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  <a:buSzPct val="55417"/>
              <a:buFont typeface="Noto Sans CJK JP"/>
              <a:buChar char="●"/>
              <a:defRPr lang="ja-JP" sz="2400" b="0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pPr>
            <a:r>
              <a:rPr lang="ja-JP" sz="2400" b="0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PASCAL VOCは20物体カテゴリ。COCOは80カテゴリで、複数物体の文脈を扱う [1]。</a:t>
            </a:r>
          </a:p>
          <a:p>
            <a:pPr algn="l" lvl="0" marL="457200" indent="-355600"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  <a:buSzPct val="55417"/>
              <a:buFont typeface="Noto Sans CJK JP"/>
              <a:buChar char="●"/>
              <a:defRPr lang="ja-JP" sz="2400" b="0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pPr>
            <a:r>
              <a:rPr lang="ja-JP" sz="2400" b="0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LVISはCOCO画像を使い、物体カテゴリを1,000以上へ拡張した [2]。</a:t>
            </a:r>
          </a:p>
          <a:p>
            <a:pPr algn="l" lvl="0" marL="457200" indent="-355600"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  <a:buSzPct val="55417"/>
              <a:buFont typeface="Noto Sans CJK JP"/>
              <a:buChar char="●"/>
              <a:defRPr lang="ja-JP" sz="2400" b="0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pPr>
            <a:r>
              <a:rPr lang="ja-JP" sz="2400" b="0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COCOの得点だけでは、まれな物体や専門領域への汎化は分からない。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anchor="ctr" lIns="0" rIns="0" tIns="0" b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ja-JP" sz="1400" b="1">
                <a:solidFill>
                  <a:srgbClr val="FFFEF8"/>
                </a:solidFill>
                <a:latin typeface="Noto Sans"/>
                <a:ea typeface="Noto Sans CJK JP"/>
                <a:cs typeface="Noto Sans"/>
              </a:defRPr>
            </a:pPr>
            <a:r>
              <a:rPr lang="ja-JP" sz="1400" b="1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4 利用の変遷と入手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754880"/>
            <a:ext cx="8183879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lang="ja-JP" sz="800" b="0">
                <a:solidFill>
                  <a:srgbClr val="626669"/>
                </a:solidFill>
                <a:latin typeface="Noto Sans"/>
                <a:ea typeface="Noto Sans CJK JP"/>
                <a:cs typeface="Noto Sans"/>
              </a:defRPr>
            </a:pPr>
            <a:r>
              <a:rPr lang="ja-JP" sz="800" b="0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[1] </a:t>
            </a:r>
            <a:r>
              <a:rPr lang="ja-JP" sz="800" b="0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https://cocodataset.org/#external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lang="ja-JP" sz="800" b="0">
                <a:solidFill>
                  <a:srgbClr val="626669"/>
                </a:solidFill>
                <a:latin typeface="Noto Sans"/>
                <a:ea typeface="Noto Sans CJK JP"/>
                <a:cs typeface="Noto Sans"/>
              </a:defRPr>
            </a:pPr>
            <a:r>
              <a:rPr lang="ja-JP" sz="800" b="0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[2] </a:t>
            </a:r>
            <a:r>
              <a:rPr lang="ja-JP" sz="800" b="0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3"/>
              </a:rPr>
              <a:t>https://github.com/lvis-dataset/lvis-api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172" y="650138"/>
            <a:ext cx="8206740" cy="616305"/>
          </a:xfrm>
        </p:spPr>
        <p:txBody>
          <a:bodyPr wrap="square" anchor="t" lIns="0" rIns="0" tIns="0" bIns="0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lang="ja-JP" sz="2800" b="1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pPr>
            <a:r>
              <a:rPr lang="ja-JP" sz="2800" b="1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画像と注釈を別々に入手する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anchor="ctr" lIns="0" rIns="0" tIns="0" b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ja-JP" sz="1400" b="1">
                <a:solidFill>
                  <a:srgbClr val="FFFEF8"/>
                </a:solidFill>
                <a:latin typeface="Noto Sans"/>
                <a:ea typeface="Noto Sans CJK JP"/>
                <a:cs typeface="Noto Sans"/>
              </a:defRPr>
            </a:pPr>
            <a:r>
              <a:rPr lang="ja-JP" sz="1400" b="1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4 利用の変遷と入手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1417320"/>
          <a:ext cx="8046720" cy="2377440"/>
        </p:xfrm>
        <a:graphic>
          <a:graphicData uri="http://schemas.openxmlformats.org/drawingml/2006/table">
            <a:tbl>
              <a:tblPr firstRow="0" bandRow="0" lastRow="0" firstCol="0" lastCol="0" bandCol="0"/>
              <a:tblGrid>
                <a:gridCol w="5212080"/>
                <a:gridCol w="2834640"/>
              </a:tblGrid>
              <a:tr h="475488">
                <a:tc>
                  <a:txBody>
                    <a:bodyPr/>
                    <a:lstStyle/>
                    <a:p>
                      <a:pPr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lang="ja-JP" sz="2100" b="0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defRPr>
                      </a:pPr>
                      <a:r>
                        <a:rPr lang="ja-JP" sz="2100" b="0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公式配布物</a:t>
                      </a:r>
                    </a:p>
                  </a:txBody>
                  <a:tcPr marL="76200" marR="76200" marT="38100" marB="38100" anchor="ctr">
                    <a:lnL w="0">
                      <a:noFill/>
                    </a:lnL>
                    <a:lnR w="0">
                      <a:noFill/>
                    </a:lnR>
                    <a:lnT w="10160">
                      <a:solidFill>
                        <a:srgbClr val="626669"/>
                      </a:solidFill>
                    </a:lnT>
                    <a:lnB w="10160">
                      <a:solidFill>
                        <a:srgbClr val="626669"/>
                      </a:solidFill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lang="ja-JP" sz="2100" b="0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defRPr>
                      </a:pPr>
                      <a:r>
                        <a:rPr lang="ja-JP" sz="2100" b="0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圧縮容量の目安</a:t>
                      </a:r>
                    </a:p>
                  </a:txBody>
                  <a:tcPr marL="76200" marR="76200" marT="38100" marB="38100" anchor="ctr">
                    <a:lnL w="0">
                      <a:noFill/>
                    </a:lnL>
                    <a:lnR w="0">
                      <a:noFill/>
                    </a:lnR>
                    <a:lnT w="10160">
                      <a:solidFill>
                        <a:srgbClr val="626669"/>
                      </a:solidFill>
                    </a:lnT>
                    <a:lnB w="10160">
                      <a:solidFill>
                        <a:srgbClr val="626669"/>
                      </a:solidFill>
                    </a:lnB>
                    <a:solidFill>
                      <a:srgbClr val="FFFEF8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lang="ja-JP" sz="2100" b="0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defRPr>
                      </a:pPr>
                      <a:r>
                        <a:rPr lang="ja-JP" sz="2100" b="0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train2017画像ZIP</a:t>
                      </a:r>
                    </a:p>
                  </a:txBody>
                  <a:tcPr marL="76200" marR="76200" marT="38100" marB="381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lang="ja-JP" sz="2100" b="0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defRPr>
                      </a:pPr>
                      <a:r>
                        <a:rPr lang="ja-JP" sz="2100" b="0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18 GB</a:t>
                      </a:r>
                    </a:p>
                  </a:txBody>
                  <a:tcPr marL="76200" marR="76200" marT="38100" marB="381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FFEF8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lang="ja-JP" sz="2100" b="0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defRPr>
                      </a:pPr>
                      <a:r>
                        <a:rPr lang="ja-JP" sz="2100" b="0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val2017画像ZIP</a:t>
                      </a:r>
                    </a:p>
                  </a:txBody>
                  <a:tcPr marL="76200" marR="76200" marT="38100" marB="381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lang="ja-JP" sz="2100" b="0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defRPr>
                      </a:pPr>
                      <a:r>
                        <a:rPr lang="ja-JP" sz="2100" b="0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1 GB</a:t>
                      </a:r>
                    </a:p>
                  </a:txBody>
                  <a:tcPr marL="76200" marR="76200" marT="38100" marB="381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FFEF8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lang="ja-JP" sz="2100" b="0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defRPr>
                      </a:pPr>
                      <a:r>
                        <a:rPr lang="ja-JP" sz="2100" b="0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train＋val注釈ZIP</a:t>
                      </a:r>
                    </a:p>
                  </a:txBody>
                  <a:tcPr marL="76200" marR="76200" marT="38100" marB="381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lang="ja-JP" sz="2100" b="0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defRPr>
                      </a:pPr>
                      <a:r>
                        <a:rPr lang="ja-JP" sz="2100" b="0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241 MB</a:t>
                      </a:r>
                    </a:p>
                  </a:txBody>
                  <a:tcPr marL="76200" marR="76200" marT="38100" marB="381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FFEF8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lang="ja-JP" sz="2100" b="0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defRPr>
                      </a:pPr>
                      <a:r>
                        <a:rPr lang="ja-JP" sz="2100" b="0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Panoptic注釈ZIP</a:t>
                      </a:r>
                    </a:p>
                  </a:txBody>
                  <a:tcPr marL="76200" marR="76200" marT="38100" marB="381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0160">
                      <a:solidFill>
                        <a:srgbClr val="626669"/>
                      </a:solidFill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lang="ja-JP" sz="2100" b="0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defRPr>
                      </a:pPr>
                      <a:r>
                        <a:rPr lang="ja-JP" sz="2100" b="0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821 MB</a:t>
                      </a:r>
                    </a:p>
                  </a:txBody>
                  <a:tcPr marL="76200" marR="76200" marT="38100" marB="381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0160">
                      <a:solidFill>
                        <a:srgbClr val="626669"/>
                      </a:solidFill>
                    </a:lnB>
                    <a:solidFill>
                      <a:srgbClr val="FFFEF8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94360" y="3959860"/>
            <a:ext cx="7955279" cy="7132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lang="ja-JP" sz="1900" b="0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pPr>
            <a:r>
              <a:rPr lang="ja-JP" sz="1900" b="0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公式ページの圧縮配布サイズ。展開後の容量ではない。画像の利用条件はFlickr側のライセンスも確認する [1]。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4754880"/>
            <a:ext cx="8183879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lang="ja-JP" sz="800" b="0">
                <a:solidFill>
                  <a:srgbClr val="626669"/>
                </a:solidFill>
                <a:latin typeface="Noto Sans"/>
                <a:ea typeface="Noto Sans CJK JP"/>
                <a:cs typeface="Noto Sans"/>
              </a:defRPr>
            </a:pPr>
            <a:r>
              <a:rPr lang="ja-JP" sz="800" b="0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[1] </a:t>
            </a:r>
            <a:r>
              <a:rPr lang="ja-JP" sz="800" b="0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https://cocodataset.org/#download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172" y="650138"/>
            <a:ext cx="8206740" cy="616305"/>
          </a:xfrm>
        </p:spPr>
        <p:txBody>
          <a:bodyPr wrap="square" anchor="t" lIns="0" rIns="0" tIns="0" bIns="0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lang="ja-JP" sz="2800" b="1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pPr>
            <a:r>
              <a:rPr lang="ja-JP" sz="2800" b="1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公式APIで物体注釈を読み込む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anchor="ctr" lIns="0" rIns="0" tIns="0" b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ja-JP" sz="1400" b="1">
                <a:solidFill>
                  <a:srgbClr val="FFFEF8"/>
                </a:solidFill>
                <a:latin typeface="Noto Sans"/>
                <a:ea typeface="Noto Sans CJK JP"/>
                <a:cs typeface="Noto Sans"/>
              </a:defRPr>
            </a:pPr>
            <a:r>
              <a:rPr lang="ja-JP" sz="1400" b="1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4 利用の変遷と入手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481328"/>
            <a:ext cx="8046720" cy="1737360"/>
          </a:xfrm>
          <a:prstGeom prst="rect">
            <a:avLst/>
          </a:prstGeom>
          <a:solidFill>
            <a:srgbClr val="EBED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481328"/>
            <a:ext cx="8046720" cy="1737360"/>
          </a:xfrm>
          <a:prstGeom prst="rect">
            <a:avLst/>
          </a:prstGeom>
          <a:noFill/>
        </p:spPr>
        <p:txBody>
          <a:bodyPr wrap="none" anchor="t" lIns="152400" rIns="152400" tIns="76200" bIns="11430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lang="ja-JP" sz="1500" b="0">
                <a:solidFill>
                  <a:srgbClr val="303437"/>
                </a:solidFill>
                <a:latin typeface="Liberation Mono"/>
                <a:ea typeface="Noto Sans CJK JP"/>
                <a:cs typeface="Noto Sans"/>
              </a:defRPr>
            </a:pPr>
            <a:r>
              <a:rPr lang="ja-JP" sz="1500" b="0">
                <a:solidFill>
                  <a:srgbClr val="303437"/>
                </a:solidFill>
                <a:latin typeface="Liberation Mono"/>
                <a:ea typeface="Noto Sans CJK JP"/>
                <a:cs typeface="Noto Sans"/>
              </a:rPr>
              <a:t>from pycocotools.coco import COCO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lang="ja-JP" sz="1500" b="0">
                <a:solidFill>
                  <a:srgbClr val="303437"/>
                </a:solidFill>
                <a:latin typeface="Liberation Mono"/>
                <a:ea typeface="Noto Sans CJK JP"/>
                <a:cs typeface="Noto Sans"/>
              </a:defRPr>
            </a:pP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lang="ja-JP" sz="1500" b="0">
                <a:solidFill>
                  <a:srgbClr val="303437"/>
                </a:solidFill>
                <a:latin typeface="Liberation Mono"/>
                <a:ea typeface="Noto Sans CJK JP"/>
                <a:cs typeface="Noto Sans"/>
              </a:defRPr>
            </a:pPr>
            <a:r>
              <a:rPr lang="ja-JP" sz="1500" b="0">
                <a:solidFill>
                  <a:srgbClr val="303437"/>
                </a:solidFill>
                <a:latin typeface="Liberation Mono"/>
                <a:ea typeface="Noto Sans CJK JP"/>
                <a:cs typeface="Noto Sans"/>
              </a:rPr>
              <a:t>coco = COCO("annotations/instances_val2017.json")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lang="ja-JP" sz="1500" b="0">
                <a:solidFill>
                  <a:srgbClr val="303437"/>
                </a:solidFill>
                <a:latin typeface="Liberation Mono"/>
                <a:ea typeface="Noto Sans CJK JP"/>
                <a:cs typeface="Noto Sans"/>
              </a:defRPr>
            </a:pPr>
            <a:r>
              <a:rPr lang="ja-JP" sz="1500" b="0">
                <a:solidFill>
                  <a:srgbClr val="303437"/>
                </a:solidFill>
                <a:latin typeface="Liberation Mono"/>
                <a:ea typeface="Noto Sans CJK JP"/>
                <a:cs typeface="Noto Sans"/>
              </a:rPr>
              <a:t>ids = coco.getImgIds(catIds=coco.getCatIds(catNms=["cat"]))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lang="ja-JP" sz="1500" b="0">
                <a:solidFill>
                  <a:srgbClr val="303437"/>
                </a:solidFill>
                <a:latin typeface="Liberation Mono"/>
                <a:ea typeface="Noto Sans CJK JP"/>
                <a:cs typeface="Noto Sans"/>
              </a:defRPr>
            </a:pPr>
            <a:r>
              <a:rPr lang="ja-JP" sz="1500" b="0">
                <a:solidFill>
                  <a:srgbClr val="303437"/>
                </a:solidFill>
                <a:latin typeface="Liberation Mono"/>
                <a:ea typeface="Noto Sans CJK JP"/>
                <a:cs typeface="Noto Sans"/>
              </a:rPr>
              <a:t>info = coco.loadImgs(ids[0])[0]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lang="ja-JP" sz="1500" b="0">
                <a:solidFill>
                  <a:srgbClr val="303437"/>
                </a:solidFill>
                <a:latin typeface="Liberation Mono"/>
                <a:ea typeface="Noto Sans CJK JP"/>
                <a:cs typeface="Noto Sans"/>
              </a:defRPr>
            </a:pPr>
            <a:r>
              <a:rPr lang="ja-JP" sz="1500" b="0">
                <a:solidFill>
                  <a:srgbClr val="303437"/>
                </a:solidFill>
                <a:latin typeface="Liberation Mono"/>
                <a:ea typeface="Noto Sans CJK JP"/>
                <a:cs typeface="Noto Sans"/>
              </a:rPr>
              <a:t>anns = coco.loadAnns(coco.getAnnIds(imgIds=[info["id"]]))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3703320"/>
            <a:ext cx="77724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lang="ja-JP" sz="2200" b="0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pPr>
            <a:r>
              <a:rPr lang="ja-JP" sz="2200" b="0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pycocotoolsを導入し、公式配布ZIPを展開して使う。画像ファイルは画像ZIPから別に取得する。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4754880"/>
            <a:ext cx="8183879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lang="ja-JP" sz="800" b="0">
                <a:solidFill>
                  <a:srgbClr val="626669"/>
                </a:solidFill>
                <a:latin typeface="Noto Sans"/>
                <a:ea typeface="Noto Sans CJK JP"/>
                <a:cs typeface="Noto Sans"/>
              </a:defRPr>
            </a:pPr>
            <a:r>
              <a:rPr lang="ja-JP" sz="800" b="0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[1] </a:t>
            </a:r>
            <a:r>
              <a:rPr lang="ja-JP" sz="800" b="0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https://github.com/cocodataset/cocoapi/blob/master/PythonAPI/pycocoDemo.ipynb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172" y="650138"/>
            <a:ext cx="8206740" cy="616305"/>
          </a:xfrm>
        </p:spPr>
        <p:txBody>
          <a:bodyPr wrap="square" anchor="t" lIns="0" rIns="0" tIns="0" bIns="0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lang="ja-JP" sz="2800" b="1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pPr>
            <a:r>
              <a:rPr lang="ja-JP" sz="2800" b="1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COCOが測る領域認識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94360" y="1508760"/>
            <a:ext cx="7955279" cy="3017520"/>
          </a:xfrm>
        </p:spPr>
        <p:txBody>
          <a:bodyPr wrap="square" anchor="t" tIns="91440" bIns="91440"/>
          <a:lstStyle/>
          <a:p>
            <a:pPr algn="l" lvl="0" marL="457200" indent="-355600"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  <a:buSzPct val="51154"/>
              <a:buFont typeface="Noto Sans CJK JP"/>
              <a:buChar char="●"/>
              <a:defRPr lang="ja-JP" sz="2600" b="0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pPr>
            <a:r>
              <a:rPr lang="ja-JP" sz="2600" b="0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日常場面の複数物体を、矩形・個体ごとの領域・背景を含む領域として扱う。</a:t>
            </a:r>
          </a:p>
          <a:p>
            <a:pPr algn="l" lvl="0" marL="457200" indent="-355600"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  <a:buSzPct val="51154"/>
              <a:buFont typeface="Noto Sans CJK JP"/>
              <a:buChar char="●"/>
              <a:defRPr lang="ja-JP" sz="2600" b="0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pPr>
            <a:r>
              <a:rPr lang="ja-JP" sz="2600" b="0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物体の80カテゴリと、Panopticの133カテゴリを区別する。</a:t>
            </a:r>
          </a:p>
          <a:p>
            <a:pPr algn="l" lvl="0" marL="457200" indent="-355600"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  <a:buSzPct val="51154"/>
              <a:buFont typeface="Noto Sans CJK JP"/>
              <a:buChar char="●"/>
              <a:defRPr lang="ja-JP" sz="2600" b="0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pPr>
            <a:r>
              <a:rPr lang="ja-JP" sz="2600" b="0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主指標APは位置精度を含み、PanopticのPQは領域形状と個体の検出を合わせて測る。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anchor="ctr" lIns="0" rIns="0" tIns="0" b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ja-JP" sz="1400" b="1">
                <a:solidFill>
                  <a:srgbClr val="FFFEF8"/>
                </a:solidFill>
                <a:latin typeface="Noto Sans"/>
                <a:ea typeface="Noto Sans CJK JP"/>
                <a:cs typeface="Noto Sans"/>
              </a:defRPr>
            </a:pPr>
            <a:r>
              <a:rPr lang="ja-JP" sz="1400" b="1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4 利用の変遷と入手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645920"/>
            <a:ext cx="8229600" cy="1280160"/>
          </a:xfrm>
        </p:spPr>
        <p:txBody>
          <a:bodyPr anchor="ctr"/>
          <a:lstStyle/>
          <a:p>
            <a:pPr algn="ctr">
              <a:defRPr sz="4800" b="1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pPr>
            <a:r>
              <a:rPr sz="4800" b="1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Appendix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172" y="650138"/>
            <a:ext cx="8206740" cy="616305"/>
          </a:xfrm>
        </p:spPr>
        <p:txBody>
          <a:bodyPr wrap="square" anchor="t" lIns="0" rIns="0" tIns="0" bIns="0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lang="ja-JP" sz="2800" b="1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pPr>
            <a:r>
              <a:rPr lang="ja-JP" sz="2800" b="1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/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94360" y="960120"/>
            <a:ext cx="8138160" cy="3749039"/>
          </a:xfrm>
        </p:spPr>
        <p:txBody>
          <a:bodyPr wrap="square" anchor="t" tIns="91440" bIns="91440"/>
          <a:lstStyle/>
          <a:p>
            <a:pPr algn="l" marL="609600" indent="-457200" lvl="0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SzPct val="100000"/>
              <a:buFont typeface="Noto Sans CJK JP"/>
              <a:buAutoNum type="arabicPeriod"/>
              <a:defRPr lang="ja-JP" sz="3200" b="0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pPr>
            <a:r>
              <a:rPr lang="ja-JP" sz="3200" b="0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定義・著者・評価の詳細</a:t>
            </a:r>
          </a:p>
          <a:p>
            <a:pPr algn="l" marL="609600" indent="-457200" lvl="0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SzPct val="100000"/>
              <a:buFont typeface="Noto Sans CJK JP"/>
              <a:buAutoNum type="arabicPeriod"/>
              <a:defRPr lang="ja-JP" sz="3200" b="0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pPr>
            <a:r>
              <a:rPr lang="ja-JP" sz="3200" b="0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128画像で見る注釈の分布</a:t>
            </a:r>
          </a:p>
          <a:p>
            <a:pPr algn="l" marL="609600" indent="-457200" lvl="0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SzPct val="100000"/>
              <a:buFont typeface="Noto Sans CJK JP"/>
              <a:buAutoNum type="arabicPeriod"/>
              <a:defRPr lang="ja-JP" sz="3200" b="0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pPr>
            <a:r>
              <a:rPr lang="ja-JP" sz="3200" b="0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追加の領域注釈例</a:t>
            </a:r>
          </a:p>
          <a:p>
            <a:pPr algn="l" marL="609600" indent="-457200" lvl="0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SzPct val="100000"/>
              <a:buFont typeface="Noto Sans CJK JP"/>
              <a:buAutoNum type="arabicPeriod"/>
              <a:defRPr lang="ja-JP" sz="3200" b="0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pPr>
            <a:r>
              <a:rPr lang="ja-JP" sz="3200" b="0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全80カテゴリと利用条件</a:t>
            </a:r>
          </a:p>
          <a:p>
            <a:pPr algn="l" marL="609600" indent="-457200" lvl="0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SzPct val="100000"/>
              <a:buFont typeface="Noto Sans CJK JP"/>
              <a:buAutoNum type="arabicPeriod"/>
              <a:defRPr lang="ja-JP" sz="3200" b="0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pPr>
            <a:r>
              <a:rPr lang="ja-JP" sz="3200" b="0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参考文献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anchor="ctr" lIns="0" rIns="0" tIns="0" b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ja-JP" sz="1400" b="1">
                <a:solidFill>
                  <a:srgbClr val="FFFEF8"/>
                </a:solidFill>
                <a:latin typeface="Noto Sans"/>
                <a:ea typeface="Noto Sans CJK JP"/>
                <a:cs typeface="Noto Sans"/>
              </a:defRPr>
            </a:pPr>
            <a:r>
              <a:rPr lang="ja-JP" sz="1400" b="1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Appendix: 目次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172" y="650138"/>
            <a:ext cx="8206740" cy="616305"/>
          </a:xfrm>
        </p:spPr>
        <p:txBody>
          <a:bodyPr wrap="square" anchor="t" lIns="0" rIns="0" tIns="0" bIns="0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lang="ja-JP" sz="2800" b="1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pPr>
            <a:r>
              <a:rPr lang="ja-JP" sz="2800" b="1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原著の著者と研究の位置付け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94360" y="1508760"/>
            <a:ext cx="7955279" cy="3017520"/>
          </a:xfrm>
        </p:spPr>
        <p:txBody>
          <a:bodyPr wrap="square" anchor="t" tIns="91440" bIns="91440"/>
          <a:lstStyle/>
          <a:p>
            <a:pPr algn="l" lvl="0" marL="457200" indent="-355600"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  <a:buSzPct val="57826"/>
              <a:buFont typeface="Noto Sans CJK JP"/>
              <a:buChar char="●"/>
              <a:defRPr lang="ja-JP" sz="2300" b="0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pPr>
            <a:r>
              <a:rPr lang="ja-JP" sz="2300" b="0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第一著者Tsung-Yi Linは、物体認識・検出の研究者。後のFeature Pyramid Networksでも第一著者を務めた。</a:t>
            </a:r>
          </a:p>
          <a:p>
            <a:pPr algn="l" lvl="0" marL="457200" indent="-355600"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  <a:buSzPct val="57826"/>
              <a:buFont typeface="Noto Sans CJK JP"/>
              <a:buChar char="●"/>
              <a:defRPr lang="ja-JP" sz="2300" b="0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pPr>
            <a:r>
              <a:rPr lang="ja-JP" sz="2300" b="0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最終著者C. Lawrence Zitnickは、視覚認識や画像理解の研究者。</a:t>
            </a:r>
          </a:p>
          <a:p>
            <a:pPr algn="l" lvl="0" marL="457200" indent="-355600"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  <a:buSzPct val="57826"/>
              <a:buFont typeface="Noto Sans CJK JP"/>
              <a:buChar char="●"/>
              <a:defRPr lang="ja-JP" sz="2300" b="0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pPr>
            <a:r>
              <a:rPr lang="ja-JP" sz="2300" b="0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原著はECCV 2014で発表され、日常場面の文脈と物体領域の注釈をデータ設計の中心に据えた [1]。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anchor="ctr" lIns="0" rIns="0" tIns="0" b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ja-JP" sz="1400" b="1">
                <a:solidFill>
                  <a:srgbClr val="FFFEF8"/>
                </a:solidFill>
                <a:latin typeface="Noto Sans"/>
                <a:ea typeface="Noto Sans CJK JP"/>
                <a:cs typeface="Noto Sans"/>
              </a:defRPr>
            </a:pPr>
            <a:r>
              <a:rPr lang="ja-JP" sz="1400" b="1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Appendix 1 定義・著者・評価の詳細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754880"/>
            <a:ext cx="8183879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lang="ja-JP" sz="800" b="0">
                <a:solidFill>
                  <a:srgbClr val="626669"/>
                </a:solidFill>
                <a:latin typeface="Noto Sans"/>
                <a:ea typeface="Noto Sans CJK JP"/>
                <a:cs typeface="Noto Sans"/>
              </a:defRPr>
            </a:pPr>
            <a:r>
              <a:rPr lang="ja-JP" sz="800" b="0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[1] </a:t>
            </a:r>
            <a:r>
              <a:rPr lang="ja-JP" sz="800" b="0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https://arxiv.org/abs/1405.0312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lang="ja-JP" sz="800" b="0">
                <a:solidFill>
                  <a:srgbClr val="626669"/>
                </a:solidFill>
                <a:latin typeface="Noto Sans"/>
                <a:ea typeface="Noto Sans CJK JP"/>
                <a:cs typeface="Noto Sans"/>
              </a:defRPr>
            </a:pPr>
            <a:r>
              <a:rPr lang="ja-JP" sz="800" b="0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Tsung-Yi Lin et al., Microsoft COCO: Common Objects in Context, ECCV 2014, pp. 740–755.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172" y="650138"/>
            <a:ext cx="8206740" cy="616305"/>
          </a:xfrm>
        </p:spPr>
        <p:txBody>
          <a:bodyPr wrap="square" anchor="t" lIns="0" rIns="0" tIns="0" bIns="0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lang="ja-JP" sz="2800" b="1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pPr>
            <a:r>
              <a:rPr lang="ja-JP" sz="2800" b="1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同じ画像でもタスクごとに正解が異なる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anchor="ctr" lIns="0" rIns="0" tIns="0" b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ja-JP" sz="1400" b="1">
                <a:solidFill>
                  <a:srgbClr val="FFFEF8"/>
                </a:solidFill>
                <a:latin typeface="Noto Sans"/>
                <a:ea typeface="Noto Sans CJK JP"/>
                <a:cs typeface="Noto Sans"/>
              </a:defRPr>
            </a:pPr>
            <a:r>
              <a:rPr lang="ja-JP" sz="1400" b="1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Appendix 1 定義・著者・評価の詳細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1417320"/>
          <a:ext cx="8046720" cy="2377440"/>
        </p:xfrm>
        <a:graphic>
          <a:graphicData uri="http://schemas.openxmlformats.org/drawingml/2006/table">
            <a:tbl>
              <a:tblPr firstRow="0" bandRow="0" lastRow="0" firstCol="0" lastCol="0" bandCol="0"/>
              <a:tblGrid>
                <a:gridCol w="2834640"/>
                <a:gridCol w="3566160"/>
                <a:gridCol w="1645920"/>
              </a:tblGrid>
              <a:tr h="475488">
                <a:tc>
                  <a:txBody>
                    <a:bodyPr/>
                    <a:lstStyle/>
                    <a:p>
                      <a:pPr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lang="ja-JP" sz="2000" b="0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defRPr>
                      </a:pPr>
                      <a:r>
                        <a:rPr lang="ja-JP" sz="2000" b="0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課題</a:t>
                      </a:r>
                    </a:p>
                  </a:txBody>
                  <a:tcPr marL="76200" marR="76200" marT="38100" marB="38100" anchor="ctr">
                    <a:lnL w="0">
                      <a:noFill/>
                    </a:lnL>
                    <a:lnR w="0">
                      <a:noFill/>
                    </a:lnR>
                    <a:lnT w="10160">
                      <a:solidFill>
                        <a:srgbClr val="626669"/>
                      </a:solidFill>
                    </a:lnT>
                    <a:lnB w="10160">
                      <a:solidFill>
                        <a:srgbClr val="626669"/>
                      </a:solidFill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lang="ja-JP" sz="2000" b="0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defRPr>
                      </a:pPr>
                      <a:r>
                        <a:rPr lang="ja-JP" sz="2000" b="0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出力単位</a:t>
                      </a:r>
                    </a:p>
                  </a:txBody>
                  <a:tcPr marL="76200" marR="76200" marT="38100" marB="38100" anchor="ctr">
                    <a:lnL w="0">
                      <a:noFill/>
                    </a:lnL>
                    <a:lnR w="0">
                      <a:noFill/>
                    </a:lnR>
                    <a:lnT w="10160">
                      <a:solidFill>
                        <a:srgbClr val="626669"/>
                      </a:solidFill>
                    </a:lnT>
                    <a:lnB w="10160">
                      <a:solidFill>
                        <a:srgbClr val="626669"/>
                      </a:solidFill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lang="ja-JP" sz="2000" b="0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defRPr>
                      </a:pPr>
                      <a:r>
                        <a:rPr lang="ja-JP" sz="2000" b="0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主指標</a:t>
                      </a:r>
                    </a:p>
                  </a:txBody>
                  <a:tcPr marL="76200" marR="76200" marT="38100" marB="38100" anchor="ctr">
                    <a:lnL w="0">
                      <a:noFill/>
                    </a:lnL>
                    <a:lnR w="0">
                      <a:noFill/>
                    </a:lnR>
                    <a:lnT w="10160">
                      <a:solidFill>
                        <a:srgbClr val="626669"/>
                      </a:solidFill>
                    </a:lnT>
                    <a:lnB w="10160">
                      <a:solidFill>
                        <a:srgbClr val="626669"/>
                      </a:solidFill>
                    </a:lnB>
                    <a:solidFill>
                      <a:srgbClr val="FFFEF8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lang="ja-JP" sz="2000" b="0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defRPr>
                      </a:pPr>
                      <a:r>
                        <a:rPr lang="ja-JP" sz="2000" b="0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物体検出</a:t>
                      </a:r>
                    </a:p>
                  </a:txBody>
                  <a:tcPr marL="76200" marR="76200" marT="38100" marB="381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lang="ja-JP" sz="2000" b="0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defRPr>
                      </a:pPr>
                      <a:r>
                        <a:rPr lang="ja-JP" sz="2000" b="0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物体ごとの矩形</a:t>
                      </a:r>
                    </a:p>
                  </a:txBody>
                  <a:tcPr marL="76200" marR="76200" marT="38100" marB="381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lang="ja-JP" sz="2000" b="0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defRPr>
                      </a:pPr>
                      <a:r>
                        <a:rPr lang="ja-JP" sz="2000" b="0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box AP</a:t>
                      </a:r>
                    </a:p>
                  </a:txBody>
                  <a:tcPr marL="76200" marR="76200" marT="38100" marB="381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FFEF8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lang="ja-JP" sz="2000" b="0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defRPr>
                      </a:pPr>
                      <a:r>
                        <a:rPr lang="ja-JP" sz="2000" b="0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インスタンス分割</a:t>
                      </a:r>
                    </a:p>
                  </a:txBody>
                  <a:tcPr marL="76200" marR="76200" marT="38100" marB="381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lang="ja-JP" sz="2000" b="0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defRPr>
                      </a:pPr>
                      <a:r>
                        <a:rPr lang="ja-JP" sz="2000" b="0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物体ごとの領域</a:t>
                      </a:r>
                    </a:p>
                  </a:txBody>
                  <a:tcPr marL="76200" marR="76200" marT="38100" marB="381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lang="ja-JP" sz="2000" b="0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defRPr>
                      </a:pPr>
                      <a:r>
                        <a:rPr lang="ja-JP" sz="2000" b="0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mask AP</a:t>
                      </a:r>
                    </a:p>
                  </a:txBody>
                  <a:tcPr marL="76200" marR="76200" marT="38100" marB="381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FFEF8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lang="ja-JP" sz="2000" b="0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defRPr>
                      </a:pPr>
                      <a:r>
                        <a:rPr lang="ja-JP" sz="2000" b="0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意味的領域分割</a:t>
                      </a:r>
                    </a:p>
                  </a:txBody>
                  <a:tcPr marL="76200" marR="76200" marT="38100" marB="381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lang="ja-JP" sz="2000" b="0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defRPr>
                      </a:pPr>
                      <a:r>
                        <a:rPr lang="ja-JP" sz="2000" b="0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各画素のカテゴリ</a:t>
                      </a:r>
                    </a:p>
                  </a:txBody>
                  <a:tcPr marL="76200" marR="76200" marT="38100" marB="381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lang="ja-JP" sz="2000" b="0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defRPr>
                      </a:pPr>
                      <a:r>
                        <a:rPr lang="ja-JP" sz="2000" b="0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mIoU</a:t>
                      </a:r>
                    </a:p>
                  </a:txBody>
                  <a:tcPr marL="76200" marR="76200" marT="38100" marB="381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FFEF8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lang="ja-JP" sz="2000" b="0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defRPr>
                      </a:pPr>
                      <a:r>
                        <a:rPr lang="ja-JP" sz="2000" b="0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Panoptic分割</a:t>
                      </a:r>
                    </a:p>
                  </a:txBody>
                  <a:tcPr marL="76200" marR="76200" marT="38100" marB="381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0160">
                      <a:solidFill>
                        <a:srgbClr val="626669"/>
                      </a:solidFill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lang="ja-JP" sz="2000" b="0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defRPr>
                      </a:pPr>
                      <a:r>
                        <a:rPr lang="ja-JP" sz="2000" b="0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カテゴリ＋個体ID</a:t>
                      </a:r>
                    </a:p>
                  </a:txBody>
                  <a:tcPr marL="76200" marR="76200" marT="38100" marB="381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0160">
                      <a:solidFill>
                        <a:srgbClr val="626669"/>
                      </a:solidFill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lang="ja-JP" sz="2000" b="0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defRPr>
                      </a:pPr>
                      <a:r>
                        <a:rPr lang="ja-JP" sz="2000" b="0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PQ</a:t>
                      </a:r>
                    </a:p>
                  </a:txBody>
                  <a:tcPr marL="76200" marR="76200" marT="38100" marB="381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0160">
                      <a:solidFill>
                        <a:srgbClr val="626669"/>
                      </a:solidFill>
                    </a:lnB>
                    <a:solidFill>
                      <a:srgbClr val="FFFEF8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94360" y="3959860"/>
            <a:ext cx="7955279" cy="7132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lang="ja-JP" sz="1900" b="0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pPr>
            <a:r>
              <a:rPr lang="ja-JP" sz="1900" b="0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意味的領域分割では、同じカテゴリに属する複数の人を個体として区別する必要がない。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4754880"/>
            <a:ext cx="8183879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lang="ja-JP" sz="800" b="0">
                <a:solidFill>
                  <a:srgbClr val="626669"/>
                </a:solidFill>
                <a:latin typeface="Noto Sans"/>
                <a:ea typeface="Noto Sans CJK JP"/>
                <a:cs typeface="Noto Sans"/>
              </a:defRPr>
            </a:pPr>
            <a:r>
              <a:rPr lang="ja-JP" sz="800" b="0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[1] </a:t>
            </a:r>
            <a:r>
              <a:rPr lang="ja-JP" sz="800" b="0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https://cocodataset.org/#panoptic-eval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lang="ja-JP" sz="800" b="0">
                <a:solidFill>
                  <a:srgbClr val="626669"/>
                </a:solidFill>
                <a:latin typeface="Noto Sans"/>
                <a:ea typeface="Noto Sans CJK JP"/>
                <a:cs typeface="Noto Sans"/>
              </a:defRPr>
            </a:pPr>
            <a:r>
              <a:rPr lang="ja-JP" sz="800" b="0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[2] </a:t>
            </a:r>
            <a:r>
              <a:rPr lang="ja-JP" sz="800" b="0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3"/>
              </a:rPr>
              <a:t>https://github.com/nightrome/cocostuff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172" y="650138"/>
            <a:ext cx="8206740" cy="616305"/>
          </a:xfrm>
        </p:spPr>
        <p:txBody>
          <a:bodyPr wrap="square" anchor="t" lIns="0" rIns="0" tIns="0" bIns="0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lang="ja-JP" sz="2800" b="1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pPr>
            <a:r>
              <a:rPr lang="ja-JP" sz="2800" b="1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通常注釈とcrowd注釈の扱い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94360" y="1508760"/>
            <a:ext cx="7955279" cy="3017520"/>
          </a:xfrm>
        </p:spPr>
        <p:txBody>
          <a:bodyPr wrap="square" anchor="t" tIns="91440" bIns="91440"/>
          <a:lstStyle/>
          <a:p>
            <a:pPr algn="l" lvl="0" marL="457200" indent="-355600"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  <a:buSzPct val="57826"/>
              <a:buFont typeface="Noto Sans CJK JP"/>
              <a:buChar char="●"/>
              <a:defRPr lang="ja-JP" sz="2300" b="0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pPr>
            <a:r>
              <a:rPr lang="ja-JP" sz="2300" b="0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通常の一致判定は、交差面積を和集合面積で割るIoUを用いる。</a:t>
            </a:r>
          </a:p>
          <a:p>
            <a:pPr algn="l" lvl="0" marL="457200" indent="-355600"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  <a:buSzPct val="57826"/>
              <a:buFont typeface="Noto Sans CJK JP"/>
              <a:buChar char="●"/>
              <a:defRPr lang="ja-JP" sz="2300" b="0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pPr>
            <a:r>
              <a:rPr lang="ja-JP" sz="2300" b="0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crowdとの判定は交差面積を予測面積で割る。一つのcrowd領域へ複数の予測を対応付けられる。</a:t>
            </a:r>
          </a:p>
          <a:p>
            <a:pPr algn="l" lvl="0" marL="457200" indent="-355600"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  <a:buSzPct val="57826"/>
              <a:buFont typeface="Noto Sans CJK JP"/>
              <a:buChar char="●"/>
              <a:defRPr lang="ja-JP" sz="2300" b="0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pPr>
            <a:r>
              <a:rPr lang="ja-JP" sz="2300" b="0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crowd正解は再現率の分母から除外され、そこへ一致した予測も適合率の集計から除外される [1]。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anchor="ctr" lIns="0" rIns="0" tIns="0" b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ja-JP" sz="1400" b="1">
                <a:solidFill>
                  <a:srgbClr val="FFFEF8"/>
                </a:solidFill>
                <a:latin typeface="Noto Sans"/>
                <a:ea typeface="Noto Sans CJK JP"/>
                <a:cs typeface="Noto Sans"/>
              </a:defRPr>
            </a:pPr>
            <a:r>
              <a:rPr lang="ja-JP" sz="1400" b="1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Appendix 1 定義・著者・評価の詳細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754880"/>
            <a:ext cx="8183879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lang="ja-JP" sz="800" b="0">
                <a:solidFill>
                  <a:srgbClr val="626669"/>
                </a:solidFill>
                <a:latin typeface="Noto Sans"/>
                <a:ea typeface="Noto Sans CJK JP"/>
                <a:cs typeface="Noto Sans"/>
              </a:defRPr>
            </a:pPr>
            <a:r>
              <a:rPr lang="ja-JP" sz="800" b="0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[1] </a:t>
            </a:r>
            <a:r>
              <a:rPr lang="ja-JP" sz="800" b="0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https://github.com/cocodataset/cocoapi/blob/master/common/maskApi.c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lang="ja-JP" sz="800" b="0">
                <a:solidFill>
                  <a:srgbClr val="626669"/>
                </a:solidFill>
                <a:latin typeface="Noto Sans"/>
                <a:ea typeface="Noto Sans CJK JP"/>
                <a:cs typeface="Noto Sans"/>
              </a:defRPr>
            </a:pPr>
            <a:r>
              <a:rPr lang="ja-JP" sz="800" b="0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3"/>
              </a:rPr>
              <a:t>https://github.com/cocodataset/cocoapi/blob/master/PythonAPI/pycocotools/cocoeval.py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172" y="650138"/>
            <a:ext cx="8206740" cy="616305"/>
          </a:xfrm>
        </p:spPr>
        <p:txBody>
          <a:bodyPr wrap="square" anchor="t" lIns="0" rIns="0" tIns="0" bIns="0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lang="ja-JP" sz="2800" b="1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pPr>
            <a:r>
              <a:rPr lang="ja-JP" sz="2800" b="1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APの平均には複数の軸がある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94360" y="1508760"/>
            <a:ext cx="7955279" cy="3017520"/>
          </a:xfrm>
        </p:spPr>
        <p:txBody>
          <a:bodyPr wrap="square" anchor="t" tIns="91440" bIns="91440"/>
          <a:lstStyle/>
          <a:p>
            <a:pPr algn="l" lvl="0" marL="457200" indent="-355600"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  <a:buSzPct val="57826"/>
              <a:buFont typeface="Noto Sans CJK JP"/>
              <a:buChar char="●"/>
              <a:defRPr lang="ja-JP" sz="2300" b="0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pPr>
            <a:r>
              <a:rPr lang="ja-JP" sz="2300" b="0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各カテゴリ・各IoU閾値で、信頼度順の予測から適合率・再現率を作る。</a:t>
            </a:r>
          </a:p>
          <a:p>
            <a:pPr algn="l" lvl="0" marL="457200" indent="-355600"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  <a:buSzPct val="57826"/>
              <a:buFont typeface="Noto Sans CJK JP"/>
              <a:buChar char="●"/>
              <a:defRPr lang="ja-JP" sz="2300" b="0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pPr>
            <a:r>
              <a:rPr lang="ja-JP" sz="2300" b="0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再現率0.00〜1.00の101点で補間した適合率を平均し、カテゴリと10個のIoU閾値で平均する。</a:t>
            </a:r>
          </a:p>
          <a:p>
            <a:pPr algn="l" lvl="0" marL="457200" indent="-355600"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  <a:buSzPct val="57826"/>
              <a:buFont typeface="Noto Sans CJK JP"/>
              <a:buChar char="●"/>
              <a:defRPr lang="ja-JP" sz="2300" b="0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pPr>
            <a:r>
              <a:rPr lang="ja-JP" sz="2300" b="0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通常APはmaxDets=100。公式Python実装では、画像・カテゴリごとに上位100予測を使う [1]。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anchor="ctr" lIns="0" rIns="0" tIns="0" b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ja-JP" sz="1400" b="1">
                <a:solidFill>
                  <a:srgbClr val="FFFEF8"/>
                </a:solidFill>
                <a:latin typeface="Noto Sans"/>
                <a:ea typeface="Noto Sans CJK JP"/>
                <a:cs typeface="Noto Sans"/>
              </a:defRPr>
            </a:pPr>
            <a:r>
              <a:rPr lang="ja-JP" sz="1400" b="1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Appendix 1 定義・著者・評価の詳細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754880"/>
            <a:ext cx="8183879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lang="ja-JP" sz="800" b="0">
                <a:solidFill>
                  <a:srgbClr val="626669"/>
                </a:solidFill>
                <a:latin typeface="Noto Sans"/>
                <a:ea typeface="Noto Sans CJK JP"/>
                <a:cs typeface="Noto Sans"/>
              </a:defRPr>
            </a:pPr>
            <a:r>
              <a:rPr lang="ja-JP" sz="800" b="0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[1] </a:t>
            </a:r>
            <a:r>
              <a:rPr lang="ja-JP" sz="800" b="0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https://github.com/cocodataset/cocoapi/blob/master/PythonAPI/pycocotools/cocoeval.py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172" y="650138"/>
            <a:ext cx="8206740" cy="616305"/>
          </a:xfrm>
        </p:spPr>
        <p:txBody>
          <a:bodyPr wrap="square" anchor="t" lIns="0" rIns="0" tIns="0" bIns="0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lang="ja-JP" sz="2800" b="1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pPr>
            <a:r>
              <a:rPr lang="ja-JP" sz="2800" b="1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1領域の一致と、PQ全体の計算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94360" y="1508760"/>
            <a:ext cx="7955279" cy="3017520"/>
          </a:xfrm>
        </p:spPr>
        <p:txBody>
          <a:bodyPr wrap="square" anchor="t" tIns="91440" bIns="91440"/>
          <a:lstStyle/>
          <a:p>
            <a:pPr algn="l" lvl="0" marL="457200" indent="-355600"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  <a:buSzPct val="55417"/>
              <a:buFont typeface="Noto Sans CJK JP"/>
              <a:buChar char="●"/>
              <a:defRPr lang="ja-JP" sz="2400" b="0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pPr>
            <a:r>
              <a:rPr lang="ja-JP" sz="2400" b="0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同一カテゴリの正解2領域に対し、予測2領域のうち1領域がIoU 0.80で一致したとする。</a:t>
            </a:r>
          </a:p>
          <a:p>
            <a:pPr algn="l" lvl="0" marL="457200" indent="-355600"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  <a:buSzPct val="55417"/>
              <a:buFont typeface="Noto Sans CJK JP"/>
              <a:buChar char="●"/>
              <a:defRPr lang="ja-JP" sz="2400" b="0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pPr>
            <a:r>
              <a:rPr lang="ja-JP" sz="2400" b="0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TP=1、FP=1、FN=1なので、PQ=0.80÷(1＋0.5＋0.5)=0.40。</a:t>
            </a:r>
          </a:p>
          <a:p>
            <a:pPr algn="l" lvl="0" marL="457200" indent="-355600"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  <a:buSzPct val="55417"/>
              <a:buFont typeface="Noto Sans CJK JP"/>
              <a:buChar char="●"/>
              <a:defRPr lang="ja-JP" sz="2400" b="0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pPr>
            <a:r>
              <a:rPr lang="ja-JP" sz="2400" b="0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実評価はカテゴリごとに全画像の一致・誤検出・見落としを集計し、カテゴリ間で平均する [1]。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anchor="ctr" lIns="0" rIns="0" tIns="0" b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ja-JP" sz="1400" b="1">
                <a:solidFill>
                  <a:srgbClr val="FFFEF8"/>
                </a:solidFill>
                <a:latin typeface="Noto Sans"/>
                <a:ea typeface="Noto Sans CJK JP"/>
                <a:cs typeface="Noto Sans"/>
              </a:defRPr>
            </a:pPr>
            <a:r>
              <a:rPr lang="ja-JP" sz="1400" b="1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Appendix 1 定義・著者・評価の詳細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754880"/>
            <a:ext cx="8183879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lang="ja-JP" sz="800" b="0">
                <a:solidFill>
                  <a:srgbClr val="626669"/>
                </a:solidFill>
                <a:latin typeface="Noto Sans"/>
                <a:ea typeface="Noto Sans CJK JP"/>
                <a:cs typeface="Noto Sans"/>
              </a:defRPr>
            </a:pPr>
            <a:r>
              <a:rPr lang="ja-JP" sz="800" b="0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[1] </a:t>
            </a:r>
            <a:r>
              <a:rPr lang="ja-JP" sz="800" b="0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https://github.com/cocodataset/panopticapi/blob/master/panopticapi/evaluation.py</a:t>
            </a:r>
            <a:r>
              <a:rPr lang="ja-JP" sz="800" b="0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 / 数値は計算説明の例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172" y="650138"/>
            <a:ext cx="8206740" cy="616305"/>
          </a:xfrm>
        </p:spPr>
        <p:txBody>
          <a:bodyPr wrap="square" anchor="t" lIns="0" rIns="0" tIns="0" bIns="0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lang="ja-JP" sz="2800" b="1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pPr>
            <a:r>
              <a:rPr lang="ja-JP" sz="2800" b="1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ここからは公開128画像の部分集合を見る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94360" y="1508760"/>
            <a:ext cx="7955279" cy="3017520"/>
          </a:xfrm>
        </p:spPr>
        <p:txBody>
          <a:bodyPr wrap="square" anchor="t" tIns="91440" bIns="91440"/>
          <a:lstStyle/>
          <a:p>
            <a:pPr algn="l" lvl="0" marL="457200" indent="-355600"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  <a:buSzPct val="55417"/>
              <a:buFont typeface="Noto Sans CJK JP"/>
              <a:buChar char="●"/>
              <a:defRPr lang="ja-JP" sz="2400" b="0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pPr>
            <a:r>
              <a:rPr lang="ja-JP" sz="2400" b="0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全体の配布画像は約330K枚だが、以下の集計はCOCO128-segの128画像に限定する。</a:t>
            </a:r>
          </a:p>
          <a:p>
            <a:pPr algn="l" lvl="0" marL="457200" indent="-355600"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  <a:buSzPct val="55417"/>
              <a:buFont typeface="Noto Sans CJK JP"/>
              <a:buChar char="●"/>
              <a:defRPr lang="ja-JP" sz="2400" b="0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pPr>
            <a:r>
              <a:rPr lang="ja-JP" sz="2400" b="0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公開変換された領域注釈を画像ごとに数え、注釈ファイルがない2画像は0領域として含める。</a:t>
            </a:r>
          </a:p>
          <a:p>
            <a:pPr algn="l" lvl="0" marL="457200" indent="-355600"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  <a:buSzPct val="55417"/>
              <a:buFont typeface="Noto Sans CJK JP"/>
              <a:buChar char="●"/>
              <a:defRPr lang="ja-JP" sz="2400" b="0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pPr>
            <a:r>
              <a:rPr lang="ja-JP" sz="2400" b="0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これは例示用の小さな部分集合。カテゴリ頻度や領域数の分布をCOCO全体へ一般化しない [1]。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anchor="ctr" lIns="0" rIns="0" tIns="0" b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ja-JP" sz="1400" b="1">
                <a:solidFill>
                  <a:srgbClr val="FFFEF8"/>
                </a:solidFill>
                <a:latin typeface="Noto Sans"/>
                <a:ea typeface="Noto Sans CJK JP"/>
                <a:cs typeface="Noto Sans"/>
              </a:defRPr>
            </a:pPr>
            <a:r>
              <a:rPr lang="ja-JP" sz="1400" b="1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Appendix 2 128画像で見る注釈の分布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754880"/>
            <a:ext cx="8183879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lang="ja-JP" sz="800" b="0">
                <a:solidFill>
                  <a:srgbClr val="626669"/>
                </a:solidFill>
                <a:latin typeface="Noto Sans"/>
                <a:ea typeface="Noto Sans CJK JP"/>
                <a:cs typeface="Noto Sans"/>
              </a:defRPr>
            </a:pPr>
            <a:r>
              <a:rPr lang="ja-JP" sz="800" b="0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[1] </a:t>
            </a:r>
            <a:r>
              <a:rPr lang="ja-JP" sz="800" b="0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https://github.com/ultralytics/assets/releases/download/v0.0.0/coco128-seg.zip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172" y="650138"/>
            <a:ext cx="8206740" cy="616305"/>
          </a:xfrm>
        </p:spPr>
        <p:txBody>
          <a:bodyPr wrap="square" anchor="t" lIns="0" rIns="0" tIns="0" bIns="0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lang="ja-JP" sz="2800" b="1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pPr>
            <a:r>
              <a:rPr lang="ja-JP" sz="2800" b="1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128画像の注釈領域数の分布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anchor="ctr" lIns="0" rIns="0" tIns="0" b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ja-JP" sz="1400" b="1">
                <a:solidFill>
                  <a:srgbClr val="FFFEF8"/>
                </a:solidFill>
                <a:latin typeface="Noto Sans"/>
                <a:ea typeface="Noto Sans CJK JP"/>
                <a:cs typeface="Noto Sans"/>
              </a:defRPr>
            </a:pPr>
            <a:r>
              <a:rPr lang="ja-JP" sz="1400" b="1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Appendix 2 128画像で見る注釈の分布</a:t>
            </a:r>
          </a:p>
        </p:txBody>
      </p:sp>
      <p:pic>
        <p:nvPicPr>
          <p:cNvPr id="4" name="Picture 3" descr="sample-his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1380744"/>
            <a:ext cx="7955279" cy="3182111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02920" y="4754880"/>
            <a:ext cx="8183879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lang="ja-JP" sz="800" b="0">
                <a:solidFill>
                  <a:srgbClr val="626669"/>
                </a:solidFill>
                <a:latin typeface="Noto Sans"/>
                <a:ea typeface="Noto Sans CJK JP"/>
                <a:cs typeface="Noto Sans"/>
              </a:defRPr>
            </a:pPr>
            <a:r>
              <a:rPr lang="ja-JP" sz="800" b="0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[1] </a:t>
            </a:r>
            <a:r>
              <a:rPr lang="ja-JP" sz="800" b="0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3"/>
              </a:rPr>
              <a:t>https://github.com/ultralytics/assets/releases/download/v0.0.0/coco128-seg.zip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lang="ja-JP" sz="800" b="0">
                <a:solidFill>
                  <a:srgbClr val="626669"/>
                </a:solidFill>
                <a:latin typeface="Noto Sans"/>
                <a:ea typeface="Noto Sans CJK JP"/>
                <a:cs typeface="Noto Sans"/>
              </a:defRPr>
            </a:pPr>
            <a:r>
              <a:rPr lang="ja-JP" sz="800" b="0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128画像すべて。画像ごとの注釈行数、1階級5領域、表示範囲外0画像。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172" y="650138"/>
            <a:ext cx="8206740" cy="616305"/>
          </a:xfrm>
        </p:spPr>
        <p:txBody>
          <a:bodyPr wrap="square" anchor="t" lIns="0" rIns="0" tIns="0" bIns="0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lang="ja-JP" sz="2800" b="1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pPr>
            <a:r>
              <a:rPr lang="ja-JP" sz="2800" b="1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128画像に含まれる929領域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anchor="ctr" lIns="0" rIns="0" tIns="0" b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ja-JP" sz="1400" b="1">
                <a:solidFill>
                  <a:srgbClr val="FFFEF8"/>
                </a:solidFill>
                <a:latin typeface="Noto Sans"/>
                <a:ea typeface="Noto Sans CJK JP"/>
                <a:cs typeface="Noto Sans"/>
              </a:defRPr>
            </a:pPr>
            <a:r>
              <a:rPr lang="ja-JP" sz="1400" b="1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Appendix 2 128画像で見る注釈の分布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1417320"/>
          <a:ext cx="8046720" cy="2377440"/>
        </p:xfrm>
        <a:graphic>
          <a:graphicData uri="http://schemas.openxmlformats.org/drawingml/2006/table">
            <a:tbl>
              <a:tblPr firstRow="0" bandRow="0" lastRow="0" firstCol="0" lastCol="0" bandCol="0"/>
              <a:tblGrid>
                <a:gridCol w="4754880"/>
                <a:gridCol w="3291840"/>
              </a:tblGrid>
              <a:tr h="475488">
                <a:tc>
                  <a:txBody>
                    <a:bodyPr/>
                    <a:lstStyle/>
                    <a:p>
                      <a:pPr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lang="ja-JP" sz="2100" b="0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defRPr>
                      </a:pPr>
                      <a:r>
                        <a:rPr lang="ja-JP" sz="2100" b="0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統計量</a:t>
                      </a:r>
                    </a:p>
                  </a:txBody>
                  <a:tcPr marL="76200" marR="76200" marT="38100" marB="38100" anchor="ctr">
                    <a:lnL w="0">
                      <a:noFill/>
                    </a:lnL>
                    <a:lnR w="0">
                      <a:noFill/>
                    </a:lnR>
                    <a:lnT w="10160">
                      <a:solidFill>
                        <a:srgbClr val="626669"/>
                      </a:solidFill>
                    </a:lnT>
                    <a:lnB w="10160">
                      <a:solidFill>
                        <a:srgbClr val="626669"/>
                      </a:solidFill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lang="ja-JP" sz="2100" b="0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defRPr>
                      </a:pPr>
                      <a:r>
                        <a:rPr lang="ja-JP" sz="2100" b="0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注釈領域数／画像</a:t>
                      </a:r>
                    </a:p>
                  </a:txBody>
                  <a:tcPr marL="76200" marR="76200" marT="38100" marB="38100" anchor="ctr">
                    <a:lnL w="0">
                      <a:noFill/>
                    </a:lnL>
                    <a:lnR w="0">
                      <a:noFill/>
                    </a:lnR>
                    <a:lnT w="10160">
                      <a:solidFill>
                        <a:srgbClr val="626669"/>
                      </a:solidFill>
                    </a:lnT>
                    <a:lnB w="10160">
                      <a:solidFill>
                        <a:srgbClr val="626669"/>
                      </a:solidFill>
                    </a:lnB>
                    <a:solidFill>
                      <a:srgbClr val="FFFEF8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lang="ja-JP" sz="2100" b="0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defRPr>
                      </a:pPr>
                      <a:r>
                        <a:rPr lang="ja-JP" sz="2100" b="0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平均／中央値</a:t>
                      </a:r>
                    </a:p>
                  </a:txBody>
                  <a:tcPr marL="76200" marR="76200" marT="38100" marB="381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lang="ja-JP" sz="2100" b="0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defRPr>
                      </a:pPr>
                      <a:r>
                        <a:rPr lang="ja-JP" sz="2100" b="0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7.26 ／ 4</a:t>
                      </a:r>
                    </a:p>
                  </a:txBody>
                  <a:tcPr marL="76200" marR="76200" marT="38100" marB="381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FFEF8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lang="ja-JP" sz="2100" b="0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defRPr>
                      </a:pPr>
                      <a:r>
                        <a:rPr lang="ja-JP" sz="2100" b="0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母標準偏差</a:t>
                      </a:r>
                    </a:p>
                  </a:txBody>
                  <a:tcPr marL="76200" marR="76200" marT="38100" marB="381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lang="ja-JP" sz="2100" b="0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defRPr>
                      </a:pPr>
                      <a:r>
                        <a:rPr lang="ja-JP" sz="2100" b="0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7.76</a:t>
                      </a:r>
                    </a:p>
                  </a:txBody>
                  <a:tcPr marL="76200" marR="76200" marT="38100" marB="381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FFEF8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lang="ja-JP" sz="2100" b="0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defRPr>
                      </a:pPr>
                      <a:r>
                        <a:rPr lang="ja-JP" sz="2100" b="0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第1／第3四分位点</a:t>
                      </a:r>
                    </a:p>
                  </a:txBody>
                  <a:tcPr marL="76200" marR="76200" marT="38100" marB="381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lang="ja-JP" sz="2100" b="0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defRPr>
                      </a:pPr>
                      <a:r>
                        <a:rPr lang="ja-JP" sz="2100" b="0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2 ／ 10</a:t>
                      </a:r>
                    </a:p>
                  </a:txBody>
                  <a:tcPr marL="76200" marR="76200" marT="38100" marB="381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FFEF8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lang="ja-JP" sz="2100" b="0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defRPr>
                      </a:pPr>
                      <a:r>
                        <a:rPr lang="ja-JP" sz="2100" b="0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最小／最大</a:t>
                      </a:r>
                    </a:p>
                  </a:txBody>
                  <a:tcPr marL="76200" marR="76200" marT="38100" marB="381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0160">
                      <a:solidFill>
                        <a:srgbClr val="626669"/>
                      </a:solidFill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lang="ja-JP" sz="2100" b="0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defRPr>
                      </a:pPr>
                      <a:r>
                        <a:rPr lang="ja-JP" sz="2100" b="0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0 ／ 42</a:t>
                      </a:r>
                    </a:p>
                  </a:txBody>
                  <a:tcPr marL="76200" marR="76200" marT="38100" marB="381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0160">
                      <a:solidFill>
                        <a:srgbClr val="626669"/>
                      </a:solidFill>
                    </a:lnB>
                    <a:solidFill>
                      <a:srgbClr val="FFFEF8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94360" y="3959860"/>
            <a:ext cx="7955279" cy="7132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lang="ja-JP" sz="1900" b="0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pPr>
            <a:r>
              <a:rPr lang="ja-JP" sz="1900" b="0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全128画像を等重みで計算。分位点は線形補間。80カテゴリ中71カテゴリの注釈を含む。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4754880"/>
            <a:ext cx="8183879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lang="ja-JP" sz="800" b="0">
                <a:solidFill>
                  <a:srgbClr val="626669"/>
                </a:solidFill>
                <a:latin typeface="Noto Sans"/>
                <a:ea typeface="Noto Sans CJK JP"/>
                <a:cs typeface="Noto Sans"/>
              </a:defRPr>
            </a:pPr>
            <a:r>
              <a:rPr lang="ja-JP" sz="800" b="0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[1] </a:t>
            </a:r>
            <a:r>
              <a:rPr lang="ja-JP" sz="800" b="0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https://github.com/ultralytics/assets/releases/download/v0.0.0/coco128-seg.zip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172" y="650138"/>
            <a:ext cx="8206740" cy="616305"/>
          </a:xfrm>
        </p:spPr>
        <p:txBody>
          <a:bodyPr wrap="square" anchor="t" lIns="0" rIns="0" tIns="0" bIns="0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lang="ja-JP" sz="2800" b="1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pPr>
            <a:r>
              <a:rPr lang="ja-JP" sz="2800" b="1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最多の42領域を含む食卓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anchor="ctr" lIns="0" rIns="0" tIns="0" b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ja-JP" sz="1400" b="1">
                <a:solidFill>
                  <a:srgbClr val="FFFEF8"/>
                </a:solidFill>
                <a:latin typeface="Noto Sans"/>
                <a:ea typeface="Noto Sans CJK JP"/>
                <a:cs typeface="Noto Sans"/>
              </a:defRPr>
            </a:pPr>
            <a:r>
              <a:rPr lang="ja-JP" sz="1400" b="1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Appendix 2 128画像で見る注釈の分布</a:t>
            </a:r>
          </a:p>
        </p:txBody>
      </p:sp>
      <p:pic>
        <p:nvPicPr>
          <p:cNvPr id="4" name="Picture 3" descr="196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68879" y="1417320"/>
            <a:ext cx="4206240" cy="31546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02920" y="4754880"/>
            <a:ext cx="8183879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lang="ja-JP" sz="800" b="0">
                <a:solidFill>
                  <a:srgbClr val="626669"/>
                </a:solidFill>
                <a:latin typeface="Noto Sans"/>
                <a:ea typeface="Noto Sans CJK JP"/>
                <a:cs typeface="Noto Sans"/>
              </a:defRPr>
            </a:pPr>
            <a:r>
              <a:rPr lang="ja-JP" sz="800" b="0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[1] </a:t>
            </a:r>
            <a:r>
              <a:rPr lang="ja-JP" sz="800" b="0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3"/>
              </a:rPr>
              <a:t>https://github.com/ultralytics/assets/releases/download/v0.0.0/coco128-seg.zip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lang="ja-JP" sz="800" b="0">
                <a:solidFill>
                  <a:srgbClr val="626669"/>
                </a:solidFill>
                <a:latin typeface="Noto Sans"/>
                <a:ea typeface="Noto Sans CJK JP"/>
                <a:cs typeface="Noto Sans"/>
              </a:defRPr>
            </a:pPr>
            <a:r>
              <a:rPr lang="ja-JP" sz="800" b="0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COCO image ID 000000000196 / COCO128-seg公開変換注釈の輪郭を重ねて表示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172" y="650138"/>
            <a:ext cx="8206740" cy="616305"/>
          </a:xfrm>
        </p:spPr>
        <p:txBody>
          <a:bodyPr wrap="square" anchor="t" lIns="0" rIns="0" tIns="0" bIns="0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lang="ja-JP" sz="2800" b="1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pPr>
            <a:r>
              <a:rPr lang="ja-JP" sz="2800" b="1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注釈が0領域の画像にも物体は写る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anchor="ctr" lIns="0" rIns="0" tIns="0" b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ja-JP" sz="1400" b="1">
                <a:solidFill>
                  <a:srgbClr val="FFFEF8"/>
                </a:solidFill>
                <a:latin typeface="Noto Sans"/>
                <a:ea typeface="Noto Sans CJK JP"/>
                <a:cs typeface="Noto Sans"/>
              </a:defRPr>
            </a:pPr>
            <a:r>
              <a:rPr lang="ja-JP" sz="1400" b="1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Appendix 2 128画像で見る注釈の分布</a:t>
            </a:r>
          </a:p>
        </p:txBody>
      </p:sp>
      <p:pic>
        <p:nvPicPr>
          <p:cNvPr id="4" name="Picture 3" descr="25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68879" y="1417320"/>
            <a:ext cx="4206240" cy="31546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02920" y="4754880"/>
            <a:ext cx="8183879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lang="ja-JP" sz="800" b="0">
                <a:solidFill>
                  <a:srgbClr val="626669"/>
                </a:solidFill>
                <a:latin typeface="Noto Sans"/>
                <a:ea typeface="Noto Sans CJK JP"/>
                <a:cs typeface="Noto Sans"/>
              </a:defRPr>
            </a:pPr>
            <a:r>
              <a:rPr lang="ja-JP" sz="800" b="0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[1] </a:t>
            </a:r>
            <a:r>
              <a:rPr lang="ja-JP" sz="800" b="0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3"/>
              </a:rPr>
              <a:t>https://github.com/ultralytics/assets/releases/download/v0.0.0/coco128-seg.zip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lang="ja-JP" sz="800" b="0">
                <a:solidFill>
                  <a:srgbClr val="626669"/>
                </a:solidFill>
                <a:latin typeface="Noto Sans"/>
                <a:ea typeface="Noto Sans CJK JP"/>
                <a:cs typeface="Noto Sans"/>
              </a:defRPr>
            </a:pPr>
            <a:r>
              <a:rPr lang="ja-JP" sz="800" b="0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COCO image ID 000000000250 / COCO128-seg公開変換注釈の輪郭を重ねて表示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172" y="650138"/>
            <a:ext cx="8206740" cy="616305"/>
          </a:xfrm>
        </p:spPr>
        <p:txBody>
          <a:bodyPr wrap="square" anchor="t" lIns="0" rIns="0" tIns="0" bIns="0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lang="ja-JP" sz="2800" b="1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pPr>
            <a:r>
              <a:rPr lang="ja-JP" sz="2800" b="1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キリン giraffe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anchor="ctr" lIns="0" rIns="0" tIns="0" b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ja-JP" sz="1400" b="1">
                <a:solidFill>
                  <a:srgbClr val="FFFEF8"/>
                </a:solidFill>
                <a:latin typeface="Noto Sans"/>
                <a:ea typeface="Noto Sans CJK JP"/>
                <a:cs typeface="Noto Sans"/>
              </a:defRPr>
            </a:pPr>
            <a:r>
              <a:rPr lang="ja-JP" sz="1400" b="1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Appendix 3 追加の領域注釈例</a:t>
            </a:r>
          </a:p>
        </p:txBody>
      </p:sp>
      <p:pic>
        <p:nvPicPr>
          <p:cNvPr id="4" name="Picture 3" descr="25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02287" y="1417320"/>
            <a:ext cx="4739425" cy="3154679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02920" y="4754880"/>
            <a:ext cx="8183879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lang="ja-JP" sz="800" b="0">
                <a:solidFill>
                  <a:srgbClr val="626669"/>
                </a:solidFill>
                <a:latin typeface="Noto Sans"/>
                <a:ea typeface="Noto Sans CJK JP"/>
                <a:cs typeface="Noto Sans"/>
              </a:defRPr>
            </a:pPr>
            <a:r>
              <a:rPr lang="ja-JP" sz="800" b="0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[1] </a:t>
            </a:r>
            <a:r>
              <a:rPr lang="ja-JP" sz="800" b="0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3"/>
              </a:rPr>
              <a:t>https://github.com/ultralytics/assets/releases/download/v0.0.0/coco128-seg.zip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lang="ja-JP" sz="800" b="0">
                <a:solidFill>
                  <a:srgbClr val="626669"/>
                </a:solidFill>
                <a:latin typeface="Noto Sans"/>
                <a:ea typeface="Noto Sans CJK JP"/>
                <a:cs typeface="Noto Sans"/>
              </a:defRPr>
            </a:pPr>
            <a:r>
              <a:rPr lang="ja-JP" sz="800" b="0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COCO image ID 000000000025 / COCO128-seg公開変換注釈の輪郭を重ねて表示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172" y="650138"/>
            <a:ext cx="8206740" cy="616305"/>
          </a:xfrm>
        </p:spPr>
        <p:txBody>
          <a:bodyPr wrap="square" anchor="t" lIns="0" rIns="0" tIns="0" bIns="0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lang="ja-JP" sz="2800" b="1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pPr>
            <a:r>
              <a:rPr lang="ja-JP" sz="2800" b="1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シマウマ zebra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anchor="ctr" lIns="0" rIns="0" tIns="0" b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ja-JP" sz="1400" b="1">
                <a:solidFill>
                  <a:srgbClr val="FFFEF8"/>
                </a:solidFill>
                <a:latin typeface="Noto Sans"/>
                <a:ea typeface="Noto Sans CJK JP"/>
                <a:cs typeface="Noto Sans"/>
              </a:defRPr>
            </a:pPr>
            <a:r>
              <a:rPr lang="ja-JP" sz="1400" b="1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Appendix 3 追加の領域注釈例</a:t>
            </a:r>
          </a:p>
        </p:txBody>
      </p:sp>
      <p:pic>
        <p:nvPicPr>
          <p:cNvPr id="4" name="Picture 3" descr="34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96711" y="1417320"/>
            <a:ext cx="4750576" cy="31546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02920" y="4754880"/>
            <a:ext cx="8183879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lang="ja-JP" sz="800" b="0">
                <a:solidFill>
                  <a:srgbClr val="626669"/>
                </a:solidFill>
                <a:latin typeface="Noto Sans"/>
                <a:ea typeface="Noto Sans CJK JP"/>
                <a:cs typeface="Noto Sans"/>
              </a:defRPr>
            </a:pPr>
            <a:r>
              <a:rPr lang="ja-JP" sz="800" b="0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[1] </a:t>
            </a:r>
            <a:r>
              <a:rPr lang="ja-JP" sz="800" b="0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3"/>
              </a:rPr>
              <a:t>https://github.com/ultralytics/assets/releases/download/v0.0.0/coco128-seg.zip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lang="ja-JP" sz="800" b="0">
                <a:solidFill>
                  <a:srgbClr val="626669"/>
                </a:solidFill>
                <a:latin typeface="Noto Sans"/>
                <a:ea typeface="Noto Sans CJK JP"/>
                <a:cs typeface="Noto Sans"/>
              </a:defRPr>
            </a:pPr>
            <a:r>
              <a:rPr lang="ja-JP" sz="800" b="0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COCO image ID 000000000034 / COCO128-seg公開変換注釈の輪郭を重ねて表示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172" y="650138"/>
            <a:ext cx="8206740" cy="616305"/>
          </a:xfrm>
        </p:spPr>
        <p:txBody>
          <a:bodyPr wrap="square" anchor="t" lIns="0" rIns="0" tIns="0" bIns="0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lang="ja-JP" sz="2800" b="1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pPr>
            <a:r>
              <a:rPr lang="ja-JP" sz="2800" b="1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猫 cat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anchor="ctr" lIns="0" rIns="0" tIns="0" b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ja-JP" sz="1400" b="1">
                <a:solidFill>
                  <a:srgbClr val="FFFEF8"/>
                </a:solidFill>
                <a:latin typeface="Noto Sans"/>
                <a:ea typeface="Noto Sans CJK JP"/>
                <a:cs typeface="Noto Sans"/>
              </a:defRPr>
            </a:pPr>
            <a:r>
              <a:rPr lang="ja-JP" sz="1400" b="1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Appendix 3 追加の領域注釈例</a:t>
            </a:r>
          </a:p>
        </p:txBody>
      </p:sp>
      <p:pic>
        <p:nvPicPr>
          <p:cNvPr id="4" name="Picture 3" descr="4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60080" y="1417320"/>
            <a:ext cx="4223839" cy="31546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02920" y="4754880"/>
            <a:ext cx="8183879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lang="ja-JP" sz="800" b="0">
                <a:solidFill>
                  <a:srgbClr val="626669"/>
                </a:solidFill>
                <a:latin typeface="Noto Sans"/>
                <a:ea typeface="Noto Sans CJK JP"/>
                <a:cs typeface="Noto Sans"/>
              </a:defRPr>
            </a:pPr>
            <a:r>
              <a:rPr lang="ja-JP" sz="800" b="0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[1] </a:t>
            </a:r>
            <a:r>
              <a:rPr lang="ja-JP" sz="800" b="0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3"/>
              </a:rPr>
              <a:t>https://github.com/ultralytics/assets/releases/download/v0.0.0/coco128-seg.zip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lang="ja-JP" sz="800" b="0">
                <a:solidFill>
                  <a:srgbClr val="626669"/>
                </a:solidFill>
                <a:latin typeface="Noto Sans"/>
                <a:ea typeface="Noto Sans CJK JP"/>
                <a:cs typeface="Noto Sans"/>
              </a:defRPr>
            </a:pPr>
            <a:r>
              <a:rPr lang="ja-JP" sz="800" b="0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COCO image ID 000000000042 / COCO128-seg公開変換注釈の輪郭を重ねて表示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172" y="650138"/>
            <a:ext cx="8206740" cy="616305"/>
          </a:xfrm>
        </p:spPr>
        <p:txBody>
          <a:bodyPr wrap="square" anchor="t" lIns="0" rIns="0" tIns="0" bIns="0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lang="ja-JP" sz="2800" b="1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pPr>
            <a:r>
              <a:rPr lang="ja-JP" sz="2800" b="1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街路の時計 clock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anchor="ctr" lIns="0" rIns="0" tIns="0" b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ja-JP" sz="1400" b="1">
                <a:solidFill>
                  <a:srgbClr val="FFFEF8"/>
                </a:solidFill>
                <a:latin typeface="Noto Sans"/>
                <a:ea typeface="Noto Sans CJK JP"/>
                <a:cs typeface="Noto Sans"/>
              </a:defRPr>
            </a:pPr>
            <a:r>
              <a:rPr lang="ja-JP" sz="1400" b="1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Appendix 3 追加の領域注釈例</a:t>
            </a:r>
          </a:p>
        </p:txBody>
      </p:sp>
      <p:pic>
        <p:nvPicPr>
          <p:cNvPr id="4" name="Picture 3" descr="64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88994" y="1417320"/>
            <a:ext cx="2366010" cy="31546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02920" y="4754880"/>
            <a:ext cx="8183879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lang="ja-JP" sz="800" b="0">
                <a:solidFill>
                  <a:srgbClr val="626669"/>
                </a:solidFill>
                <a:latin typeface="Noto Sans"/>
                <a:ea typeface="Noto Sans CJK JP"/>
                <a:cs typeface="Noto Sans"/>
              </a:defRPr>
            </a:pPr>
            <a:r>
              <a:rPr lang="ja-JP" sz="800" b="0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[1] </a:t>
            </a:r>
            <a:r>
              <a:rPr lang="ja-JP" sz="800" b="0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3"/>
              </a:rPr>
              <a:t>https://github.com/ultralytics/assets/releases/download/v0.0.0/coco128-seg.zip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lang="ja-JP" sz="800" b="0">
                <a:solidFill>
                  <a:srgbClr val="626669"/>
                </a:solidFill>
                <a:latin typeface="Noto Sans"/>
                <a:ea typeface="Noto Sans CJK JP"/>
                <a:cs typeface="Noto Sans"/>
              </a:defRPr>
            </a:pPr>
            <a:r>
              <a:rPr lang="ja-JP" sz="800" b="0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COCO image ID 000000000064 / COCO128-seg公開変換注釈の輪郭を重ねて表示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172" y="650138"/>
            <a:ext cx="8206740" cy="616305"/>
          </a:xfrm>
        </p:spPr>
        <p:txBody>
          <a:bodyPr wrap="square" anchor="t" lIns="0" rIns="0" tIns="0" bIns="0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lang="ja-JP" sz="2800" b="1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pPr>
            <a:r>
              <a:rPr lang="ja-JP" sz="2800" b="1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重なり合う自転車 bicycle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anchor="ctr" lIns="0" rIns="0" tIns="0" b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ja-JP" sz="1400" b="1">
                <a:solidFill>
                  <a:srgbClr val="FFFEF8"/>
                </a:solidFill>
                <a:latin typeface="Noto Sans"/>
                <a:ea typeface="Noto Sans CJK JP"/>
                <a:cs typeface="Noto Sans"/>
              </a:defRPr>
            </a:pPr>
            <a:r>
              <a:rPr lang="ja-JP" sz="1400" b="1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Appendix 3 追加の領域注釈例</a:t>
            </a:r>
          </a:p>
        </p:txBody>
      </p:sp>
      <p:pic>
        <p:nvPicPr>
          <p:cNvPr id="4" name="Picture 3" descr="7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79504" y="1417320"/>
            <a:ext cx="2784990" cy="31546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02920" y="4754880"/>
            <a:ext cx="8183879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lang="ja-JP" sz="800" b="0">
                <a:solidFill>
                  <a:srgbClr val="626669"/>
                </a:solidFill>
                <a:latin typeface="Noto Sans"/>
                <a:ea typeface="Noto Sans CJK JP"/>
                <a:cs typeface="Noto Sans"/>
              </a:defRPr>
            </a:pPr>
            <a:r>
              <a:rPr lang="ja-JP" sz="800" b="0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[1] </a:t>
            </a:r>
            <a:r>
              <a:rPr lang="ja-JP" sz="800" b="0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3"/>
              </a:rPr>
              <a:t>https://github.com/ultralytics/assets/releases/download/v0.0.0/coco128-seg.zip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lang="ja-JP" sz="800" b="0">
                <a:solidFill>
                  <a:srgbClr val="626669"/>
                </a:solidFill>
                <a:latin typeface="Noto Sans"/>
                <a:ea typeface="Noto Sans CJK JP"/>
                <a:cs typeface="Noto Sans"/>
              </a:defRPr>
            </a:pPr>
            <a:r>
              <a:rPr lang="ja-JP" sz="800" b="0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COCO image ID 000000000073 / COCO128-seg公開変換注釈の輪郭を重ねて表示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172" y="650138"/>
            <a:ext cx="8206740" cy="616305"/>
          </a:xfrm>
        </p:spPr>
        <p:txBody>
          <a:bodyPr wrap="square" anchor="t" lIns="0" rIns="0" tIns="0" bIns="0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lang="ja-JP" sz="2800" b="1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pPr>
            <a:r>
              <a:rPr lang="ja-JP" sz="2800" b="1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飛行機 airplane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anchor="ctr" lIns="0" rIns="0" tIns="0" b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ja-JP" sz="1400" b="1">
                <a:solidFill>
                  <a:srgbClr val="FFFEF8"/>
                </a:solidFill>
                <a:latin typeface="Noto Sans"/>
                <a:ea typeface="Noto Sans CJK JP"/>
                <a:cs typeface="Noto Sans"/>
              </a:defRPr>
            </a:pPr>
            <a:r>
              <a:rPr lang="ja-JP" sz="1400" b="1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Appendix 3 追加の領域注釈例</a:t>
            </a:r>
          </a:p>
        </p:txBody>
      </p:sp>
      <p:pic>
        <p:nvPicPr>
          <p:cNvPr id="4" name="Picture 3" descr="8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96711" y="1417320"/>
            <a:ext cx="4750576" cy="31546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02920" y="4754880"/>
            <a:ext cx="8183879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lang="ja-JP" sz="800" b="0">
                <a:solidFill>
                  <a:srgbClr val="626669"/>
                </a:solidFill>
                <a:latin typeface="Noto Sans"/>
                <a:ea typeface="Noto Sans CJK JP"/>
                <a:cs typeface="Noto Sans"/>
              </a:defRPr>
            </a:pPr>
            <a:r>
              <a:rPr lang="ja-JP" sz="800" b="0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[1] </a:t>
            </a:r>
            <a:r>
              <a:rPr lang="ja-JP" sz="800" b="0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3"/>
              </a:rPr>
              <a:t>https://github.com/ultralytics/assets/releases/download/v0.0.0/coco128-seg.zip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lang="ja-JP" sz="800" b="0">
                <a:solidFill>
                  <a:srgbClr val="626669"/>
                </a:solidFill>
                <a:latin typeface="Noto Sans"/>
                <a:ea typeface="Noto Sans CJK JP"/>
                <a:cs typeface="Noto Sans"/>
              </a:defRPr>
            </a:pPr>
            <a:r>
              <a:rPr lang="ja-JP" sz="800" b="0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COCO image ID 000000000081 / COCO128-seg公開変換注釈の輪郭を重ねて表示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172" y="650138"/>
            <a:ext cx="8206740" cy="616305"/>
          </a:xfrm>
        </p:spPr>
        <p:txBody>
          <a:bodyPr wrap="square" anchor="t" lIns="0" rIns="0" tIns="0" bIns="0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lang="ja-JP" sz="2800" b="1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pPr>
            <a:r>
              <a:rPr lang="ja-JP" sz="2800" b="1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ケーキとフォーク cake / fork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anchor="ctr" lIns="0" rIns="0" tIns="0" b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ja-JP" sz="1400" b="1">
                <a:solidFill>
                  <a:srgbClr val="FFFEF8"/>
                </a:solidFill>
                <a:latin typeface="Noto Sans"/>
                <a:ea typeface="Noto Sans CJK JP"/>
                <a:cs typeface="Noto Sans"/>
              </a:defRPr>
            </a:pPr>
            <a:r>
              <a:rPr lang="ja-JP" sz="1400" b="1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Appendix 3 追加の領域注釈例</a:t>
            </a:r>
          </a:p>
        </p:txBody>
      </p:sp>
      <p:pic>
        <p:nvPicPr>
          <p:cNvPr id="4" name="Picture 3" descr="9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07837" y="1417320"/>
            <a:ext cx="4728325" cy="31546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02920" y="4754880"/>
            <a:ext cx="8183879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lang="ja-JP" sz="800" b="0">
                <a:solidFill>
                  <a:srgbClr val="626669"/>
                </a:solidFill>
                <a:latin typeface="Noto Sans"/>
                <a:ea typeface="Noto Sans CJK JP"/>
                <a:cs typeface="Noto Sans"/>
              </a:defRPr>
            </a:pPr>
            <a:r>
              <a:rPr lang="ja-JP" sz="800" b="0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[1] </a:t>
            </a:r>
            <a:r>
              <a:rPr lang="ja-JP" sz="800" b="0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3"/>
              </a:rPr>
              <a:t>https://github.com/ultralytics/assets/releases/download/v0.0.0/coco128-seg.zip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lang="ja-JP" sz="800" b="0">
                <a:solidFill>
                  <a:srgbClr val="626669"/>
                </a:solidFill>
                <a:latin typeface="Noto Sans"/>
                <a:ea typeface="Noto Sans CJK JP"/>
                <a:cs typeface="Noto Sans"/>
              </a:defRPr>
            </a:pPr>
            <a:r>
              <a:rPr lang="ja-JP" sz="800" b="0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COCO image ID 000000000092 / COCO128-seg公開変換注釈の輪郭を重ねて表示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172" y="650138"/>
            <a:ext cx="8206740" cy="616305"/>
          </a:xfrm>
        </p:spPr>
        <p:txBody>
          <a:bodyPr wrap="square" anchor="t" lIns="0" rIns="0" tIns="0" bIns="0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lang="ja-JP" sz="2800" b="1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pPr>
            <a:r>
              <a:rPr lang="ja-JP" sz="2800" b="1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野球の人と道具 person / bat / glove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anchor="ctr" lIns="0" rIns="0" tIns="0" b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ja-JP" sz="1400" b="1">
                <a:solidFill>
                  <a:srgbClr val="FFFEF8"/>
                </a:solidFill>
                <a:latin typeface="Noto Sans"/>
                <a:ea typeface="Noto Sans CJK JP"/>
                <a:cs typeface="Noto Sans"/>
              </a:defRPr>
            </a:pPr>
            <a:r>
              <a:rPr lang="ja-JP" sz="1400" b="1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Appendix 3 追加の領域注釈例</a:t>
            </a:r>
          </a:p>
        </p:txBody>
      </p:sp>
      <p:pic>
        <p:nvPicPr>
          <p:cNvPr id="4" name="Picture 3" descr="19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68879" y="1417320"/>
            <a:ext cx="4206240" cy="31546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02920" y="4754880"/>
            <a:ext cx="8183879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lang="ja-JP" sz="800" b="0">
                <a:solidFill>
                  <a:srgbClr val="626669"/>
                </a:solidFill>
                <a:latin typeface="Noto Sans"/>
                <a:ea typeface="Noto Sans CJK JP"/>
                <a:cs typeface="Noto Sans"/>
              </a:defRPr>
            </a:pPr>
            <a:r>
              <a:rPr lang="ja-JP" sz="800" b="0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[1] </a:t>
            </a:r>
            <a:r>
              <a:rPr lang="ja-JP" sz="800" b="0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3"/>
              </a:rPr>
              <a:t>https://github.com/ultralytics/assets/releases/download/v0.0.0/coco128-seg.zip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lang="ja-JP" sz="800" b="0">
                <a:solidFill>
                  <a:srgbClr val="626669"/>
                </a:solidFill>
                <a:latin typeface="Noto Sans"/>
                <a:ea typeface="Noto Sans CJK JP"/>
                <a:cs typeface="Noto Sans"/>
              </a:defRPr>
            </a:pPr>
            <a:r>
              <a:rPr lang="ja-JP" sz="800" b="0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COCO image ID 000000000192 / COCO128-seg公開変換注釈の輪郭を重ねて表示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172" y="650138"/>
            <a:ext cx="8206740" cy="616305"/>
          </a:xfrm>
        </p:spPr>
        <p:txBody>
          <a:bodyPr wrap="square" anchor="t" lIns="0" rIns="0" tIns="0" bIns="0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lang="ja-JP" sz="2800" b="1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pPr>
            <a:r>
              <a:rPr lang="ja-JP" sz="2800" b="1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スキーとスノーボード skis / snowboard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anchor="ctr" lIns="0" rIns="0" tIns="0" b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ja-JP" sz="1400" b="1">
                <a:solidFill>
                  <a:srgbClr val="FFFEF8"/>
                </a:solidFill>
                <a:latin typeface="Noto Sans"/>
                <a:ea typeface="Noto Sans CJK JP"/>
                <a:cs typeface="Noto Sans"/>
              </a:defRPr>
            </a:pPr>
            <a:r>
              <a:rPr lang="ja-JP" sz="1400" b="1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Appendix 3 追加の領域注釈例</a:t>
            </a:r>
          </a:p>
        </p:txBody>
      </p:sp>
      <p:pic>
        <p:nvPicPr>
          <p:cNvPr id="4" name="Picture 3" descr="20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13360" y="1417319"/>
            <a:ext cx="4717278" cy="31546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02920" y="4754880"/>
            <a:ext cx="8183879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lang="ja-JP" sz="800" b="0">
                <a:solidFill>
                  <a:srgbClr val="626669"/>
                </a:solidFill>
                <a:latin typeface="Noto Sans"/>
                <a:ea typeface="Noto Sans CJK JP"/>
                <a:cs typeface="Noto Sans"/>
              </a:defRPr>
            </a:pPr>
            <a:r>
              <a:rPr lang="ja-JP" sz="800" b="0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[1] </a:t>
            </a:r>
            <a:r>
              <a:rPr lang="ja-JP" sz="800" b="0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3"/>
              </a:rPr>
              <a:t>https://github.com/ultralytics/assets/releases/download/v0.0.0/coco128-seg.zip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lang="ja-JP" sz="800" b="0">
                <a:solidFill>
                  <a:srgbClr val="626669"/>
                </a:solidFill>
                <a:latin typeface="Noto Sans"/>
                <a:ea typeface="Noto Sans CJK JP"/>
                <a:cs typeface="Noto Sans"/>
              </a:defRPr>
            </a:pPr>
            <a:r>
              <a:rPr lang="ja-JP" sz="800" b="0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COCO image ID 000000000201 / COCO128-seg公開変換注釈の輪郭を重ねて表示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172" y="650138"/>
            <a:ext cx="8206740" cy="616305"/>
          </a:xfrm>
        </p:spPr>
        <p:txBody>
          <a:bodyPr wrap="square" anchor="t" lIns="0" rIns="0" tIns="0" bIns="0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lang="ja-JP" sz="2800" b="1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pPr>
            <a:r>
              <a:rPr lang="ja-JP" sz="2800" b="1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前後に重なるゾウ elephant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anchor="ctr" lIns="0" rIns="0" tIns="0" b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ja-JP" sz="1400" b="1">
                <a:solidFill>
                  <a:srgbClr val="FFFEF8"/>
                </a:solidFill>
                <a:latin typeface="Noto Sans"/>
                <a:ea typeface="Noto Sans CJK JP"/>
                <a:cs typeface="Noto Sans"/>
              </a:defRPr>
            </a:pPr>
            <a:r>
              <a:rPr lang="ja-JP" sz="1400" b="1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Appendix 3 追加の領域注釈例</a:t>
            </a:r>
          </a:p>
        </p:txBody>
      </p:sp>
      <p:pic>
        <p:nvPicPr>
          <p:cNvPr id="4" name="Picture 3" descr="26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15425" y="1417320"/>
            <a:ext cx="2913149" cy="31546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02920" y="4754880"/>
            <a:ext cx="8183879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lang="ja-JP" sz="800" b="0">
                <a:solidFill>
                  <a:srgbClr val="626669"/>
                </a:solidFill>
                <a:latin typeface="Noto Sans"/>
                <a:ea typeface="Noto Sans CJK JP"/>
                <a:cs typeface="Noto Sans"/>
              </a:defRPr>
            </a:pPr>
            <a:r>
              <a:rPr lang="ja-JP" sz="800" b="0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[1] </a:t>
            </a:r>
            <a:r>
              <a:rPr lang="ja-JP" sz="800" b="0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3"/>
              </a:rPr>
              <a:t>https://github.com/ultralytics/assets/releases/download/v0.0.0/coco128-seg.zip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lang="ja-JP" sz="800" b="0">
                <a:solidFill>
                  <a:srgbClr val="626669"/>
                </a:solidFill>
                <a:latin typeface="Noto Sans"/>
                <a:ea typeface="Noto Sans CJK JP"/>
                <a:cs typeface="Noto Sans"/>
              </a:defRPr>
            </a:pPr>
            <a:r>
              <a:rPr lang="ja-JP" sz="800" b="0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COCO image ID 000000000263 / COCO128-seg公開変換注釈の輪郭を重ねて表示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172" y="650138"/>
            <a:ext cx="8206740" cy="616305"/>
          </a:xfrm>
        </p:spPr>
        <p:txBody>
          <a:bodyPr wrap="square" anchor="t" lIns="0" rIns="0" tIns="0" bIns="0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lang="ja-JP" sz="2800" b="1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pPr>
            <a:r>
              <a:rPr lang="ja-JP" sz="2800" b="1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全80カテゴリ（1/4）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94360" y="1508760"/>
            <a:ext cx="7955279" cy="3017520"/>
          </a:xfrm>
        </p:spPr>
        <p:txBody>
          <a:bodyPr wrap="square" anchor="t" tIns="91440" bIns="91440"/>
          <a:lstStyle/>
          <a:p>
            <a:pPr algn="l" lvl="0" marL="457200" indent="-355600"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  <a:buSzPct val="57826"/>
              <a:buFont typeface="Noto Sans CJK JP"/>
              <a:buChar char="●"/>
              <a:defRPr lang="ja-JP" sz="2300" b="0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pPr>
            <a:r>
              <a:rPr lang="ja-JP" sz="2300" b="0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person（1カテゴリ）: person</a:t>
            </a:r>
          </a:p>
          <a:p>
            <a:pPr algn="l" lvl="0" marL="457200" indent="-355600"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  <a:buSzPct val="57826"/>
              <a:buFont typeface="Noto Sans CJK JP"/>
              <a:buChar char="●"/>
              <a:defRPr lang="ja-JP" sz="2300" b="0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pPr>
            <a:r>
              <a:rPr lang="ja-JP" sz="2300" b="0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vehicle（8カテゴリ）: bicycle, car, motorcycle, airplane, bus, train, truck, boat</a:t>
            </a:r>
          </a:p>
          <a:p>
            <a:pPr algn="l" lvl="0" marL="457200" indent="-355600"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  <a:buSzPct val="57826"/>
              <a:buFont typeface="Noto Sans CJK JP"/>
              <a:buChar char="●"/>
              <a:defRPr lang="ja-JP" sz="2300" b="0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pPr>
            <a:r>
              <a:rPr lang="ja-JP" sz="2300" b="0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outdoor（5カテゴリ）: traffic light, fire hydrant, stop sign, parking meter, bench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anchor="ctr" lIns="0" rIns="0" tIns="0" b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ja-JP" sz="1400" b="1">
                <a:solidFill>
                  <a:srgbClr val="FFFEF8"/>
                </a:solidFill>
                <a:latin typeface="Noto Sans"/>
                <a:ea typeface="Noto Sans CJK JP"/>
                <a:cs typeface="Noto Sans"/>
              </a:defRPr>
            </a:pPr>
            <a:r>
              <a:rPr lang="ja-JP" sz="1400" b="1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Appendix 4 全80カテゴリと利用条件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754880"/>
            <a:ext cx="8183879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lang="ja-JP" sz="800" b="0">
                <a:solidFill>
                  <a:srgbClr val="626669"/>
                </a:solidFill>
                <a:latin typeface="Noto Sans"/>
                <a:ea typeface="Noto Sans CJK JP"/>
                <a:cs typeface="Noto Sans"/>
              </a:defRPr>
            </a:pPr>
            <a:r>
              <a:rPr lang="ja-JP" sz="800" b="0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[1] </a:t>
            </a:r>
            <a:r>
              <a:rPr lang="ja-JP" sz="800" b="0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https://github.com/cocodataset/panopticapi/blob/master/panoptic_coco_categories.json</a:t>
            </a:r>
            <a:r>
              <a:rPr lang="ja-JP" sz="800" b="0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 / isthing=1の全80カテゴリ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172" y="650138"/>
            <a:ext cx="8206740" cy="616305"/>
          </a:xfrm>
        </p:spPr>
        <p:txBody>
          <a:bodyPr wrap="square" anchor="t" lIns="0" rIns="0" tIns="0" bIns="0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lang="ja-JP" sz="2800" b="1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pPr>
            <a:r>
              <a:rPr lang="ja-JP" sz="2800" b="1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全80カテゴリ（2/4）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94360" y="1508760"/>
            <a:ext cx="7955279" cy="3017520"/>
          </a:xfrm>
        </p:spPr>
        <p:txBody>
          <a:bodyPr wrap="square" anchor="t" tIns="91440" bIns="91440"/>
          <a:lstStyle/>
          <a:p>
            <a:pPr algn="l" lvl="0" marL="457200" indent="-355600"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  <a:buSzPct val="57826"/>
              <a:buFont typeface="Noto Sans CJK JP"/>
              <a:buChar char="●"/>
              <a:defRPr lang="ja-JP" sz="2300" b="0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pPr>
            <a:r>
              <a:rPr lang="ja-JP" sz="2300" b="0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animal（10カテゴリ）: bird, cat, dog, horse, sheep, cow, elephant, bear, zebra, giraffe</a:t>
            </a:r>
          </a:p>
          <a:p>
            <a:pPr algn="l" lvl="0" marL="457200" indent="-355600"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  <a:buSzPct val="57826"/>
              <a:buFont typeface="Noto Sans CJK JP"/>
              <a:buChar char="●"/>
              <a:defRPr lang="ja-JP" sz="2300" b="0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pPr>
            <a:r>
              <a:rPr lang="ja-JP" sz="2300" b="0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accessory（5カテゴリ）: backpack, umbrella, handbag, tie, suitcase</a:t>
            </a:r>
          </a:p>
          <a:p>
            <a:pPr algn="l" lvl="0" marL="457200" indent="-355600"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  <a:buSzPct val="57826"/>
              <a:buFont typeface="Noto Sans CJK JP"/>
              <a:buChar char="●"/>
              <a:defRPr lang="ja-JP" sz="2300" b="0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pPr>
            <a:r>
              <a:rPr lang="ja-JP" sz="2300" b="0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sports（10カテゴリ）: frisbee, skis, snowboard, sports ball, kite, baseball bat, baseball glove, skateboard, surfboard, tennis racket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anchor="ctr" lIns="0" rIns="0" tIns="0" b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ja-JP" sz="1400" b="1">
                <a:solidFill>
                  <a:srgbClr val="FFFEF8"/>
                </a:solidFill>
                <a:latin typeface="Noto Sans"/>
                <a:ea typeface="Noto Sans CJK JP"/>
                <a:cs typeface="Noto Sans"/>
              </a:defRPr>
            </a:pPr>
            <a:r>
              <a:rPr lang="ja-JP" sz="1400" b="1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Appendix 4 全80カテゴリと利用条件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754880"/>
            <a:ext cx="8183879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lang="ja-JP" sz="800" b="0">
                <a:solidFill>
                  <a:srgbClr val="626669"/>
                </a:solidFill>
                <a:latin typeface="Noto Sans"/>
                <a:ea typeface="Noto Sans CJK JP"/>
                <a:cs typeface="Noto Sans"/>
              </a:defRPr>
            </a:pPr>
            <a:r>
              <a:rPr lang="ja-JP" sz="800" b="0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[1] </a:t>
            </a:r>
            <a:r>
              <a:rPr lang="ja-JP" sz="800" b="0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https://github.com/cocodataset/panopticapi/blob/master/panoptic_coco_categories.json</a:t>
            </a:r>
            <a:r>
              <a:rPr lang="ja-JP" sz="800" b="0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 / isthing=1の全80カテゴリ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172" y="650138"/>
            <a:ext cx="8206740" cy="616305"/>
          </a:xfrm>
        </p:spPr>
        <p:txBody>
          <a:bodyPr wrap="square" anchor="t" lIns="0" rIns="0" tIns="0" bIns="0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lang="ja-JP" sz="2800" b="1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pPr>
            <a:r>
              <a:rPr lang="ja-JP" sz="2800" b="1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全80カテゴリ（3/4）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94360" y="1508760"/>
            <a:ext cx="7955279" cy="3017520"/>
          </a:xfrm>
        </p:spPr>
        <p:txBody>
          <a:bodyPr wrap="square" anchor="t" tIns="91440" bIns="91440"/>
          <a:lstStyle/>
          <a:p>
            <a:pPr algn="l" lvl="0" marL="457200" indent="-355600"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  <a:buSzPct val="57826"/>
              <a:buFont typeface="Noto Sans CJK JP"/>
              <a:buChar char="●"/>
              <a:defRPr lang="ja-JP" sz="2300" b="0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pPr>
            <a:r>
              <a:rPr lang="ja-JP" sz="2300" b="0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kitchen（7カテゴリ）: bottle, wine glass, cup, fork, knife, spoon, bowl</a:t>
            </a:r>
          </a:p>
          <a:p>
            <a:pPr algn="l" lvl="0" marL="457200" indent="-355600"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  <a:buSzPct val="57826"/>
              <a:buFont typeface="Noto Sans CJK JP"/>
              <a:buChar char="●"/>
              <a:defRPr lang="ja-JP" sz="2300" b="0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pPr>
            <a:r>
              <a:rPr lang="ja-JP" sz="2300" b="0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food（10カテゴリ）: banana, apple, sandwich, orange, broccoli, carrot, hot dog, pizza, donut, cake</a:t>
            </a:r>
          </a:p>
          <a:p>
            <a:pPr algn="l" lvl="0" marL="457200" indent="-355600"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  <a:buSzPct val="57826"/>
              <a:buFont typeface="Noto Sans CJK JP"/>
              <a:buChar char="●"/>
              <a:defRPr lang="ja-JP" sz="2300" b="0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pPr>
            <a:r>
              <a:rPr lang="ja-JP" sz="2300" b="0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furniture（6カテゴリ）: chair, couch, potted plant, bed, dining table, toilet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anchor="ctr" lIns="0" rIns="0" tIns="0" b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ja-JP" sz="1400" b="1">
                <a:solidFill>
                  <a:srgbClr val="FFFEF8"/>
                </a:solidFill>
                <a:latin typeface="Noto Sans"/>
                <a:ea typeface="Noto Sans CJK JP"/>
                <a:cs typeface="Noto Sans"/>
              </a:defRPr>
            </a:pPr>
            <a:r>
              <a:rPr lang="ja-JP" sz="1400" b="1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Appendix 4 全80カテゴリと利用条件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754880"/>
            <a:ext cx="8183879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lang="ja-JP" sz="800" b="0">
                <a:solidFill>
                  <a:srgbClr val="626669"/>
                </a:solidFill>
                <a:latin typeface="Noto Sans"/>
                <a:ea typeface="Noto Sans CJK JP"/>
                <a:cs typeface="Noto Sans"/>
              </a:defRPr>
            </a:pPr>
            <a:r>
              <a:rPr lang="ja-JP" sz="800" b="0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[1] </a:t>
            </a:r>
            <a:r>
              <a:rPr lang="ja-JP" sz="800" b="0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https://github.com/cocodataset/panopticapi/blob/master/panoptic_coco_categories.json</a:t>
            </a:r>
            <a:r>
              <a:rPr lang="ja-JP" sz="800" b="0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 / isthing=1の全80カテゴリ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172" y="650138"/>
            <a:ext cx="8206740" cy="616305"/>
          </a:xfrm>
        </p:spPr>
        <p:txBody>
          <a:bodyPr wrap="square" anchor="t" lIns="0" rIns="0" tIns="0" bIns="0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lang="ja-JP" sz="2800" b="1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pPr>
            <a:r>
              <a:rPr lang="ja-JP" sz="2800" b="1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全80カテゴリ（4/4）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94360" y="1508760"/>
            <a:ext cx="7955279" cy="3017520"/>
          </a:xfrm>
        </p:spPr>
        <p:txBody>
          <a:bodyPr wrap="square" anchor="t" tIns="91440" bIns="91440"/>
          <a:lstStyle/>
          <a:p>
            <a:pPr algn="l" lvl="0" marL="457200" indent="-355600"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  <a:buSzPct val="57826"/>
              <a:buFont typeface="Noto Sans CJK JP"/>
              <a:buChar char="●"/>
              <a:defRPr lang="ja-JP" sz="2300" b="0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pPr>
            <a:r>
              <a:rPr lang="ja-JP" sz="2300" b="0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electronic（6カテゴリ）: tv, laptop, mouse, remote, keyboard, cell phone</a:t>
            </a:r>
          </a:p>
          <a:p>
            <a:pPr algn="l" lvl="0" marL="457200" indent="-355600"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  <a:buSzPct val="57826"/>
              <a:buFont typeface="Noto Sans CJK JP"/>
              <a:buChar char="●"/>
              <a:defRPr lang="ja-JP" sz="2300" b="0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pPr>
            <a:r>
              <a:rPr lang="ja-JP" sz="2300" b="0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appliance（5カテゴリ）: microwave, oven, toaster, sink, refrigerator</a:t>
            </a:r>
          </a:p>
          <a:p>
            <a:pPr algn="l" lvl="0" marL="457200" indent="-355600"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  <a:buSzPct val="57826"/>
              <a:buFont typeface="Noto Sans CJK JP"/>
              <a:buChar char="●"/>
              <a:defRPr lang="ja-JP" sz="2300" b="0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pPr>
            <a:r>
              <a:rPr lang="ja-JP" sz="2300" b="0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indoor（7カテゴリ）: book, clock, vase, scissors, teddy bear, hair drier, toothbrush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anchor="ctr" lIns="0" rIns="0" tIns="0" b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ja-JP" sz="1400" b="1">
                <a:solidFill>
                  <a:srgbClr val="FFFEF8"/>
                </a:solidFill>
                <a:latin typeface="Noto Sans"/>
                <a:ea typeface="Noto Sans CJK JP"/>
                <a:cs typeface="Noto Sans"/>
              </a:defRPr>
            </a:pPr>
            <a:r>
              <a:rPr lang="ja-JP" sz="1400" b="1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Appendix 4 全80カテゴリと利用条件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754880"/>
            <a:ext cx="8183879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lang="ja-JP" sz="800" b="0">
                <a:solidFill>
                  <a:srgbClr val="626669"/>
                </a:solidFill>
                <a:latin typeface="Noto Sans"/>
                <a:ea typeface="Noto Sans CJK JP"/>
                <a:cs typeface="Noto Sans"/>
              </a:defRPr>
            </a:pPr>
            <a:r>
              <a:rPr lang="ja-JP" sz="800" b="0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[1] </a:t>
            </a:r>
            <a:r>
              <a:rPr lang="ja-JP" sz="800" b="0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https://github.com/cocodataset/panopticapi/blob/master/panoptic_coco_categories.json</a:t>
            </a:r>
            <a:r>
              <a:rPr lang="ja-JP" sz="800" b="0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 / isthing=1の全80カテゴリ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172" y="650138"/>
            <a:ext cx="8206740" cy="616305"/>
          </a:xfrm>
        </p:spPr>
        <p:txBody>
          <a:bodyPr wrap="square" anchor="t" lIns="0" rIns="0" tIns="0" bIns="0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lang="ja-JP" sz="2800" b="1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pPr>
            <a:r>
              <a:rPr lang="ja-JP" sz="2800" b="1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画像・注釈・ソフトウェアの利用条件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94360" y="1508760"/>
            <a:ext cx="7955279" cy="3017520"/>
          </a:xfrm>
        </p:spPr>
        <p:txBody>
          <a:bodyPr wrap="square" anchor="t" tIns="91440" bIns="91440"/>
          <a:lstStyle/>
          <a:p>
            <a:pPr algn="l" lvl="0" marL="457200" indent="-355600"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  <a:buSzPct val="55417"/>
              <a:buFont typeface="Noto Sans CJK JP"/>
              <a:buChar char="●"/>
              <a:defRPr lang="ja-JP" sz="2400" b="0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pPr>
            <a:r>
              <a:rPr lang="ja-JP" sz="2400" b="0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注釈とWebサイトはCOCO ConsortiumのCC BY 4.0で提供される。</a:t>
            </a:r>
          </a:p>
          <a:p>
            <a:pPr algn="l" lvl="0" marL="457200" indent="-355600"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  <a:buSzPct val="55417"/>
              <a:buFont typeface="Noto Sans CJK JP"/>
              <a:buChar char="●"/>
              <a:defRPr lang="ja-JP" sz="2400" b="0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pPr>
            <a:r>
              <a:rPr lang="ja-JP" sz="2400" b="0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画像の著作権は撮影者側にあり、Flickrの画像ごとの利用条件に従う。</a:t>
            </a:r>
          </a:p>
          <a:p>
            <a:pPr algn="l" lvl="0" marL="457200" indent="-355600"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  <a:buSzPct val="55417"/>
              <a:buFont typeface="Noto Sans CJK JP"/>
              <a:buChar char="●"/>
              <a:defRPr lang="ja-JP" sz="2400" b="0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pPr>
            <a:r>
              <a:rPr lang="ja-JP" sz="2400" b="0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公式APIはBSD形式の利用条件を持つ。画像・注釈・コードで利用条件が異なる [1]。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anchor="ctr" lIns="0" rIns="0" tIns="0" b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ja-JP" sz="1400" b="1">
                <a:solidFill>
                  <a:srgbClr val="FFFEF8"/>
                </a:solidFill>
                <a:latin typeface="Noto Sans"/>
                <a:ea typeface="Noto Sans CJK JP"/>
                <a:cs typeface="Noto Sans"/>
              </a:defRPr>
            </a:pPr>
            <a:r>
              <a:rPr lang="ja-JP" sz="1400" b="1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Appendix 4 全80カテゴリと利用条件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754880"/>
            <a:ext cx="8183879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lang="ja-JP" sz="800" b="0">
                <a:solidFill>
                  <a:srgbClr val="626669"/>
                </a:solidFill>
                <a:latin typeface="Noto Sans"/>
                <a:ea typeface="Noto Sans CJK JP"/>
                <a:cs typeface="Noto Sans"/>
              </a:defRPr>
            </a:pPr>
            <a:r>
              <a:rPr lang="ja-JP" sz="800" b="0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[1] </a:t>
            </a:r>
            <a:r>
              <a:rPr lang="ja-JP" sz="800" b="0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https://cocodataset.org/#termsofuse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lang="ja-JP" sz="800" b="0">
                <a:solidFill>
                  <a:srgbClr val="626669"/>
                </a:solidFill>
                <a:latin typeface="Noto Sans"/>
                <a:ea typeface="Noto Sans CJK JP"/>
                <a:cs typeface="Noto Sans"/>
              </a:defRPr>
            </a:pPr>
            <a:r>
              <a:rPr lang="ja-JP" sz="800" b="0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3"/>
              </a:rPr>
              <a:t>https://github.com/cocodataset/cocoapi/blob/master/license.txt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172" y="650138"/>
            <a:ext cx="8206740" cy="616305"/>
          </a:xfrm>
        </p:spPr>
        <p:txBody>
          <a:bodyPr wrap="square" anchor="t" lIns="0" rIns="0" tIns="0" bIns="0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lang="ja-JP" sz="2800" b="1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pPr>
            <a:r>
              <a:rPr lang="ja-JP" sz="2800" b="1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/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anchor="ctr" lIns="0" rIns="0" tIns="0" b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ja-JP" sz="1400" b="1">
                <a:solidFill>
                  <a:srgbClr val="FFFEF8"/>
                </a:solidFill>
                <a:latin typeface="Noto Sans"/>
                <a:ea typeface="Noto Sans CJK JP"/>
                <a:cs typeface="Noto Sans"/>
              </a:defRPr>
            </a:pPr>
            <a:r>
              <a:rPr lang="ja-JP" sz="1400" b="1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Appendix 5 参考文献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051560"/>
            <a:ext cx="7955279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400" lang="ja-JP" b="1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pPr>
            <a:r>
              <a:rPr sz="2400" lang="ja-JP" b="1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Microsoft COCO: Common Objects in Context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600200"/>
            <a:ext cx="7955279" cy="566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400" lang="ja-JP" b="0">
                <a:solidFill>
                  <a:srgbClr val="626669"/>
                </a:solidFill>
                <a:latin typeface="Noto Sans"/>
                <a:ea typeface="Noto Sans CJK JP"/>
                <a:cs typeface="Noto Sans"/>
              </a:defRPr>
            </a:pPr>
            <a:r>
              <a:rPr sz="1400" lang="ja-JP" b="0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Tsung-Yi Lin et al. (2014).</a:t>
            </a:r>
          </a:p>
          <a:p>
            <a: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400" lang="ja-JP" b="0">
                <a:solidFill>
                  <a:srgbClr val="626669"/>
                </a:solidFill>
                <a:latin typeface="Noto Sans"/>
                <a:ea typeface="Noto Sans CJK JP"/>
                <a:cs typeface="Noto Sans"/>
              </a:defRPr>
            </a:pPr>
            <a:r>
              <a:rPr sz="1400" lang="ja-JP" b="0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European Conference on Computer Vision (ECCV), pp. 740–755.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2194560"/>
            <a:ext cx="7955279" cy="4754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800" lang="ja-JP" b="0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pPr>
            <a:r>
              <a:rPr sz="1800" lang="ja-JP" b="0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COCOの原著。日常場面の画像収集、領域注釈と初期評価を報告する。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2651760"/>
            <a:ext cx="7955279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150" lang="ja-JP" b="0">
                <a:solidFill>
                  <a:srgbClr val="626669"/>
                </a:solidFill>
                <a:latin typeface="Noto Sans"/>
                <a:ea typeface="Noto Sans CJK JP"/>
                <a:cs typeface="Noto Sans"/>
              </a:defRPr>
            </a:pPr>
            <a:r>
              <a:rPr sz="1150" lang="ja-JP" b="0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https://arxiv.org/abs/1405.0312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3182112"/>
            <a:ext cx="7955279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400" lang="ja-JP" b="1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pPr>
            <a:r>
              <a:rPr sz="2400" lang="ja-JP" b="1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COCO API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3730752"/>
            <a:ext cx="7955279" cy="566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400" lang="ja-JP" b="0">
                <a:solidFill>
                  <a:srgbClr val="626669"/>
                </a:solidFill>
                <a:latin typeface="Noto Sans"/>
                <a:ea typeface="Noto Sans CJK JP"/>
                <a:cs typeface="Noto Sans"/>
              </a:defRPr>
            </a:pPr>
            <a:r>
              <a:rPr sz="1400" lang="ja-JP" b="0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COCO Consortium (n.d.; 参照日 2026-10-15).</a:t>
            </a:r>
          </a:p>
          <a:p>
            <a: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400" lang="ja-JP" b="0">
                <a:solidFill>
                  <a:srgbClr val="626669"/>
                </a:solidFill>
                <a:latin typeface="Noto Sans"/>
                <a:ea typeface="Noto Sans CJK JP"/>
                <a:cs typeface="Noto Sans"/>
              </a:defRPr>
            </a:pPr>
            <a:r>
              <a:rPr sz="1400" lang="ja-JP" b="0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GitHub, cocodataset/cocoapi.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4325112"/>
            <a:ext cx="7955279" cy="4754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800" lang="ja-JP" b="0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pPr>
            <a:r>
              <a:rPr sz="1800" lang="ja-JP" b="0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画像・注釈の読込み、マスク表現、検出・分割の評価を担う公式実装。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4782312"/>
            <a:ext cx="7955279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150" lang="ja-JP" b="0">
                <a:solidFill>
                  <a:srgbClr val="626669"/>
                </a:solidFill>
                <a:latin typeface="Noto Sans"/>
                <a:ea typeface="Noto Sans CJK JP"/>
                <a:cs typeface="Noto Sans"/>
              </a:defRPr>
            </a:pPr>
            <a:r>
              <a:rPr sz="1150" lang="ja-JP" b="0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3"/>
              </a:rPr>
              <a:t>https://github.com/cocodataset/cocoapi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594360" y="2999232"/>
            <a:ext cx="7955280" cy="0"/>
          </a:xfrm>
          <a:prstGeom prst="line">
            <a:avLst/>
          </a:prstGeom>
          <a:ln w="10160">
            <a:solidFill>
              <a:srgbClr val="62666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172" y="650138"/>
            <a:ext cx="8206740" cy="616305"/>
          </a:xfrm>
        </p:spPr>
        <p:txBody>
          <a:bodyPr wrap="square" anchor="t" lIns="0" rIns="0" tIns="0" bIns="0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lang="ja-JP" sz="2800" b="1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pPr>
            <a:r>
              <a:rPr lang="ja-JP" sz="2800" b="1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/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anchor="ctr" lIns="0" rIns="0" tIns="0" b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ja-JP" sz="1400" b="1">
                <a:solidFill>
                  <a:srgbClr val="FFFEF8"/>
                </a:solidFill>
                <a:latin typeface="Noto Sans"/>
                <a:ea typeface="Noto Sans CJK JP"/>
                <a:cs typeface="Noto Sans"/>
              </a:defRPr>
            </a:pPr>
            <a:r>
              <a:rPr lang="ja-JP" sz="1400" b="1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Appendix 5 参考文献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051560"/>
            <a:ext cx="7955279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400" lang="ja-JP" b="1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pPr>
            <a:r>
              <a:rPr sz="2400" lang="ja-JP" b="1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COCO-Stuff: Thing and Stuff Classes in Context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600200"/>
            <a:ext cx="7955279" cy="566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400" lang="ja-JP" b="0">
                <a:solidFill>
                  <a:srgbClr val="626669"/>
                </a:solidFill>
                <a:latin typeface="Noto Sans"/>
                <a:ea typeface="Noto Sans CJK JP"/>
                <a:cs typeface="Noto Sans"/>
              </a:defRPr>
            </a:pPr>
            <a:r>
              <a:rPr sz="1400" lang="ja-JP" b="0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Holger Caesar, Jasper Uijlings, Vittorio Ferrari (2018).</a:t>
            </a:r>
          </a:p>
          <a:p>
            <a: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400" lang="ja-JP" b="0">
                <a:solidFill>
                  <a:srgbClr val="626669"/>
                </a:solidFill>
                <a:latin typeface="Noto Sans"/>
                <a:ea typeface="Noto Sans CJK JP"/>
                <a:cs typeface="Noto Sans"/>
              </a:defRPr>
            </a:pPr>
            <a:r>
              <a:rPr sz="1400" lang="ja-JP" b="0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IEEE/CVF Conference on Computer Vision and Pattern Recognition (CVPR), pp. 1209–1218.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2194560"/>
            <a:ext cx="7955279" cy="4754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800" lang="ja-JP" b="0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pPr>
            <a:r>
              <a:rPr sz="1800" lang="ja-JP" b="0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COCOへ背景の画素注釈を加え、物体と背景を含む場面理解を扱う研究。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2651760"/>
            <a:ext cx="7955279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150" lang="ja-JP" b="0">
                <a:solidFill>
                  <a:srgbClr val="626669"/>
                </a:solidFill>
                <a:latin typeface="Noto Sans"/>
                <a:ea typeface="Noto Sans CJK JP"/>
                <a:cs typeface="Noto Sans"/>
              </a:defRPr>
            </a:pPr>
            <a:r>
              <a:rPr sz="1150" lang="ja-JP" b="0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3"/>
              </a:rPr>
              <a:t>https://arxiv.org/abs/1612.03716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3182112"/>
            <a:ext cx="7955279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400" lang="ja-JP" b="1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pPr>
            <a:r>
              <a:rPr sz="2400" lang="ja-JP" b="1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Panoptic Segmentation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3730752"/>
            <a:ext cx="7955279" cy="566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400" lang="ja-JP" b="0">
                <a:solidFill>
                  <a:srgbClr val="626669"/>
                </a:solidFill>
                <a:latin typeface="Noto Sans"/>
                <a:ea typeface="Noto Sans CJK JP"/>
                <a:cs typeface="Noto Sans"/>
              </a:defRPr>
            </a:pPr>
            <a:r>
              <a:rPr sz="1400" lang="ja-JP" b="0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Alexander Kirillov, Kaiming He, Ross Girshick, Carsten Rother, Piotr Dollár (2019).</a:t>
            </a:r>
          </a:p>
          <a:p>
            <a: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400" lang="ja-JP" b="0">
                <a:solidFill>
                  <a:srgbClr val="626669"/>
                </a:solidFill>
                <a:latin typeface="Noto Sans"/>
                <a:ea typeface="Noto Sans CJK JP"/>
                <a:cs typeface="Noto Sans"/>
              </a:defRPr>
            </a:pPr>
            <a:r>
              <a:rPr sz="1400" lang="ja-JP" b="0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IEEE/CVF Conference on Computer Vision and Pattern Recognition (CVPR), pp. 9404–9413.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4325112"/>
            <a:ext cx="7955279" cy="4754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800" lang="ja-JP" b="0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pPr>
            <a:r>
              <a:rPr sz="1800" lang="ja-JP" b="0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意味的領域分割と個体ごとの分割を統合し、共通指標PQを提案する。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4782312"/>
            <a:ext cx="7955279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150" lang="ja-JP" b="0">
                <a:solidFill>
                  <a:srgbClr val="626669"/>
                </a:solidFill>
                <a:latin typeface="Noto Sans"/>
                <a:ea typeface="Noto Sans CJK JP"/>
                <a:cs typeface="Noto Sans"/>
              </a:defRPr>
            </a:pPr>
            <a:r>
              <a:rPr sz="1150" lang="ja-JP" b="0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4"/>
              </a:rPr>
              <a:t>https://arxiv.org/abs/1801.00868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594360" y="2999232"/>
            <a:ext cx="7955280" cy="0"/>
          </a:xfrm>
          <a:prstGeom prst="line">
            <a:avLst/>
          </a:prstGeom>
          <a:ln w="10160">
            <a:solidFill>
              <a:srgbClr val="62666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172" y="650138"/>
            <a:ext cx="8206740" cy="616305"/>
          </a:xfrm>
        </p:spPr>
        <p:txBody>
          <a:bodyPr wrap="square" anchor="t" lIns="0" rIns="0" tIns="0" bIns="0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lang="ja-JP" sz="2800" b="1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pPr>
            <a:r>
              <a:rPr lang="ja-JP" sz="2800" b="1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/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anchor="ctr" lIns="0" rIns="0" tIns="0" b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ja-JP" sz="1400" b="1">
                <a:solidFill>
                  <a:srgbClr val="FFFEF8"/>
                </a:solidFill>
                <a:latin typeface="Noto Sans"/>
                <a:ea typeface="Noto Sans CJK JP"/>
                <a:cs typeface="Noto Sans"/>
              </a:defRPr>
            </a:pPr>
            <a:r>
              <a:rPr lang="ja-JP" sz="1400" b="1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Appendix 5 参考文献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051560"/>
            <a:ext cx="7955279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400" lang="ja-JP" b="1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pPr>
            <a:r>
              <a:rPr sz="2400" lang="ja-JP" b="1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Mask R-CNN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600200"/>
            <a:ext cx="7955279" cy="566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400" lang="ja-JP" b="0">
                <a:solidFill>
                  <a:srgbClr val="626669"/>
                </a:solidFill>
                <a:latin typeface="Noto Sans"/>
                <a:ea typeface="Noto Sans CJK JP"/>
                <a:cs typeface="Noto Sans"/>
              </a:defRPr>
            </a:pPr>
            <a:r>
              <a:rPr sz="1400" lang="ja-JP" b="0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Kaiming He, Georgia Gkioxari, Piotr Dollár, Ross Girshick (2017).</a:t>
            </a:r>
          </a:p>
          <a:p>
            <a: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400" lang="ja-JP" b="0">
                <a:solidFill>
                  <a:srgbClr val="626669"/>
                </a:solidFill>
                <a:latin typeface="Noto Sans"/>
                <a:ea typeface="Noto Sans CJK JP"/>
                <a:cs typeface="Noto Sans"/>
              </a:defRPr>
            </a:pPr>
            <a:r>
              <a:rPr sz="1400" lang="ja-JP" b="0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IEEE International Conference on Computer Vision (ICCV), pp. 2961–2969.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2194560"/>
            <a:ext cx="7955279" cy="4754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800" lang="ja-JP" b="0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pPr>
            <a:r>
              <a:rPr sz="1800" lang="ja-JP" b="0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物体ごとのマスク予測を検出器に加えた、COCOの代表的な分割モデル。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2651760"/>
            <a:ext cx="7955279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150" lang="ja-JP" b="0">
                <a:solidFill>
                  <a:srgbClr val="626669"/>
                </a:solidFill>
                <a:latin typeface="Noto Sans"/>
                <a:ea typeface="Noto Sans CJK JP"/>
                <a:cs typeface="Noto Sans"/>
              </a:defRPr>
            </a:pPr>
            <a:r>
              <a:rPr sz="1150" lang="ja-JP" b="0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3"/>
              </a:rPr>
              <a:t>https://arxiv.org/abs/1703.06870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3182112"/>
            <a:ext cx="7955279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050" lang="ja-JP" b="1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pPr>
            <a:r>
              <a:rPr sz="2050" lang="ja-JP" b="1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LVIS: A Dataset for Large Vocabulary Instance Segmentation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3730752"/>
            <a:ext cx="7955279" cy="566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400" lang="ja-JP" b="0">
                <a:solidFill>
                  <a:srgbClr val="626669"/>
                </a:solidFill>
                <a:latin typeface="Noto Sans"/>
                <a:ea typeface="Noto Sans CJK JP"/>
                <a:cs typeface="Noto Sans"/>
              </a:defRPr>
            </a:pPr>
            <a:r>
              <a:rPr sz="1400" lang="ja-JP" b="0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Agrim Gupta, Piotr Dollár, Ross Girshick (2019).</a:t>
            </a:r>
          </a:p>
          <a:p>
            <a: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400" lang="ja-JP" b="0">
                <a:solidFill>
                  <a:srgbClr val="626669"/>
                </a:solidFill>
                <a:latin typeface="Noto Sans"/>
                <a:ea typeface="Noto Sans CJK JP"/>
                <a:cs typeface="Noto Sans"/>
              </a:defRPr>
            </a:pPr>
            <a:r>
              <a:rPr sz="1400" lang="ja-JP" b="0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IEEE/CVF Conference on Computer Vision and Pattern Recognition (CVPR), pp. 5356–5364.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4325112"/>
            <a:ext cx="7955279" cy="4754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800" lang="ja-JP" b="0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pPr>
            <a:r>
              <a:rPr sz="1800" lang="ja-JP" b="0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COCO画像に大語彙の領域注釈を加え、まれなカテゴリの認識を評価する。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4782312"/>
            <a:ext cx="7955279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150" lang="ja-JP" b="0">
                <a:solidFill>
                  <a:srgbClr val="626669"/>
                </a:solidFill>
                <a:latin typeface="Noto Sans"/>
                <a:ea typeface="Noto Sans CJK JP"/>
                <a:cs typeface="Noto Sans"/>
              </a:defRPr>
            </a:pPr>
            <a:r>
              <a:rPr sz="1150" lang="ja-JP" b="0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4"/>
              </a:rPr>
              <a:t>https://arxiv.org/abs/1908.03195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594360" y="2999232"/>
            <a:ext cx="7955280" cy="0"/>
          </a:xfrm>
          <a:prstGeom prst="line">
            <a:avLst/>
          </a:prstGeom>
          <a:ln w="10160">
            <a:solidFill>
              <a:srgbClr val="62666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IARTEM Research Palette">
      <a:dk1>
        <a:srgbClr val="303437"/>
      </a:dk1>
      <a:lt1>
        <a:srgbClr val="FFFEF8"/>
      </a:lt1>
      <a:dk2>
        <a:srgbClr val="626669"/>
      </a:dk2>
      <a:lt2>
        <a:srgbClr val="EBEDEB"/>
      </a:lt2>
      <a:accent1>
        <a:srgbClr val="B13731"/>
      </a:accent1>
      <a:accent2>
        <a:srgbClr val="2C9100"/>
      </a:accent2>
      <a:accent3>
        <a:srgbClr val="2166AC"/>
      </a:accent3>
      <a:accent4>
        <a:srgbClr val="B84A00"/>
      </a:accent4>
      <a:accent5>
        <a:srgbClr val="007C91"/>
      </a:accent5>
      <a:accent6>
        <a:srgbClr val="763DA0"/>
      </a:accent6>
      <a:hlink>
        <a:srgbClr val="3F6F8F"/>
      </a:hlink>
      <a:folHlink>
        <a:srgbClr val="7A5C8E"/>
      </a:folHlink>
    </a:clrScheme>
    <a:fontScheme name="Office">
      <a:majorFont>
        <a:latin typeface="Noto Sans"/>
        <a:ea typeface="Noto Sans CJK JP"/>
        <a:cs typeface="Noto Sans"/>
        <a:font script="Jpan" typeface="Noto Sans CJK JP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Noto Sans"/>
        <a:ea typeface="Noto Sans CJK JP"/>
        <a:cs typeface="Noto Sans"/>
        <a:font script="Jpan" typeface="Noto Sans CJK JP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webextensions/_rels/taskpanes.xml.rels><?xml version='1.0' encoding='UTF-8' standalone='yes'?>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3EA7E97F-3A5A-9342-98CB-7411DADE8916}">
  <we:reference id="wa200010215" version="2.0.0.0" store="ja-JP" storeType="OMEX"/>
  <we:alternateReferences>
    <we:reference id="WA200010215" version="2.0.0.0" store="WA200010215" storeType="OMEX"/>
  </we:alternateReferences>
  <we:properties>
    <we:property name="bps.codex_control.document_id" value="&quot;f3f6bd8f-7a20-4dbe-a71e-f9942711a911&quot;"/>
  </we:properties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otalTime>13685</TotalTime>
  <Words>14</Words>
  <Application>Microsoft Macintosh PowerPoint</Application>
  <PresentationFormat>画面に合わせる (16:9)</PresentationFormat>
  <Paragraphs>3</Paragraphs>
  <Slides>8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1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8</vt:i4>
      </vt:variant>
    </vt:vector>
  </HeadingPairs>
  <TitlesOfParts>
    <vt:vector size="10" baseType="lpstr">
      <vt:lpstr>Arial</vt:lpstr>
      <vt:lpstr>Simple Light</vt:lpstr>
      <vt:lpstr>Developing and Applying a Systematic Classification Framework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Bottom-right caption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佐々木　悠太</cp:lastModifiedBy>
  <cp:revision>500</cp:revision>
  <dcterms:modified xsi:type="dcterms:W3CDTF">2026-10-13T12:49:59Z</dcterms:modified>
</cp:coreProperties>
</file>