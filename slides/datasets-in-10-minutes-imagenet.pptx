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31.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9.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27.xml"/><Relationship Id="rId78" Type="http://schemas.openxmlformats.org/officeDocument/2006/relationships/slide" Target="slides/slide30.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カテゴリとクラスは、いずれも正解ラベルの種類を指す。物体の位置や輪郭は、この分類課題の出力には含まれない。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361713"/>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7173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4664725" y="4717326"/>
            <a:ext cx="4022074"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7673" y="4717326"/>
            <a:ext cx="365912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2994861" y="4717326"/>
            <a:ext cx="56919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2025年の固定特徴による画像分類の正解率</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3886850" y="4717326"/>
            <a:ext cx="4799949"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558800" indent="-4572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137522" y="4539526"/>
            <a:ext cx="354927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5395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3358012" y="4717326"/>
            <a:ext cx="5328787"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3642117" y="4717326"/>
            <a:ext cx="5044682"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