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31.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9.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27.xml"/><Relationship Id="rId78" Type="http://schemas.openxmlformats.org/officeDocument/2006/relationships/slide" Target="slides/slide30.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この資料で扱うImageNet-1kの課題は画像分類であり、1枚の画像から1,000候補のカテゴリを予測する。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カテゴリとクラスは、いずれも正解ラベルの種類を指す。物体の位置や輪郭は、この分類課題の出力には含まれない。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4664725" y="4717326"/>
            <a:ext cx="4022074"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7673" y="4717326"/>
            <a:ext cx="365912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2994861" y="4717326"/>
            <a:ext cx="56919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2025年の固定特徴による画像分類の正解率</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分類の高い正解率だけでは汎用性を示せない</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1,000クラス分類は、画像の意味全体を説明しない。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対象物より背景の手がかりを使う可能性がある。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別の画像集合や撮影条件では、成績が変わる。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3886850" y="4717326"/>
            <a:ext cx="4799949"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Top-1・Top-5と、学習・評価条件を区別する。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5395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低い照度の画像も含む。写真全体の明るさと、建造物のクラスは別の特徴である。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1306789"/>
            <a:ext cx="8206740" cy="594360"/>
          </a:xfrm>
        </p:spPr>
        <p:txBody>
          <a:bodyPr wrap="square" lIns="0" rIns="0" tIns="0" bIns="0" anchor="t"/>
          <a:lstStyle/>
          <a:p>
            <a:pPr algn="ctr"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2221189"/>
            <a:ext cx="7955279" cy="1737360"/>
          </a:xfrm>
          <a:prstGeom prst="rect">
            <a:avLst/>
          </a:prstGeom>
          <a:noFill/>
        </p:spPr>
        <p:txBody>
          <a:bodyPr wrap="square" lIns="0" rIns="0" tIns="0" bIns="0" anchor="t">
            <a:spAutoFit/>
          </a:bodyPr>
          <a:lstStyle/>
          <a:p>
            <a:pPr algn="ctr"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分析には、短辺160 pxへリサイズしたImagenetteの画像を使用する。</a:t>
            </a: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学習用9,469枚、検証用3,925枚。分割はImagenette独自のものである。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px。縦横比は5.0125。横に細長くてもラベルはcassette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公開済み重みの結果は実装の条件にも依存する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いずれもImageNet-1k検証用。学習レシピはモデルごとに異なる。画像のパッチを処理するViTも、同じ分類用データで評価する。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元の検証用は1,000クラス、ImageNet-Rはそのうち200クラス。クラス数と画像集合が異なるため、列同士を同じ難易度とはみなせない。</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公式トップの1,420万枚という表示だけで、更新後の収録範囲を判断しない。</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devkitを取得・展開した後に実行する。scipyを利用する。WordNet IDとモデルのクラス番号を同一視しない。</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