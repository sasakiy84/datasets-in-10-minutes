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29.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8.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30.xml"/><Relationship Id="rId78" Type="http://schemas.openxmlformats.org/officeDocument/2006/relationships/slide" Target="slides/slide31.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この資料で扱うImageNet-1kの課題は画像分類であり、1枚の画像に対して1,000候補の中からカテゴリを予測する。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犬種を表すクラスである。犬という上位概念よりも細かな区別が求められる。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有償クラウドソーシングのAmazon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見やすい単独物体だけに限定しなかった。</a:t>
            </a:r>
            <a:endParaRPr sz="21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順位に応じてTop-1とTop-5の得点が変わる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残差接続を用いるResNetをImageNetの検証用データで10クロップ評価した値。同じ画像から10領域を切り出し、予測を統合する。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特徴モデルを固定し、ImageNetの学習データで線形分類器を学習する。検証データで条件を選び、同じ検証データで評価する。入力解像度はモデルごとに異なる。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ImageNet-ReaLは複数の正解ラベルを付ける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絵画のImageNet-Rや、画像を劣化させたImageNet-Cも作られた。</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 [2]。</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2026年の公開実装にも、ImageNetでの評価手順が含まれる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2009年に発表され、多数の画像が人手で確認された。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現在は特徴評価にも使われ、汎化性能は別画像で調べる。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爬虫類・両生類・魚類・水生無脊椎動物の例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昆虫・陸生節足動物・乗り物の例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電子機器・機械・衣類・生活用品の例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建物・構造物・食品・農作物の例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低照度の画像も含む。</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1524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41696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px版。フォルダ名からクラス別・分割別に集計。</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画像分類用の公開済み重みと評価結果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ImageNet-1k検証用で評価 [1]。</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5240">
                      <a:solidFill>
                        <a:srgbClr val="626669"/>
                      </a:solidFill>
                      <a:prstDash val="solid"/>
                    </a:lnT>
                    <a:lnB w="762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762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524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