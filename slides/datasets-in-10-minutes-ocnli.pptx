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CLUEbenchmark/OCNLI" TargetMode="Externa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14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Relationship Id="rId3" Type="http://schemas.openxmlformats.org/officeDocument/2006/relationships/hyperlink" Target="https://github.com/CLUEbenchmark/OCNLI/blob/main/data/ocnli/dev.json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Relationship Id="rId3" Type="http://schemas.openxmlformats.org/officeDocument/2006/relationships/hyperlink" Target="https://aclanthology.org/D18-1269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14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OCNLI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Relationship Id="rId3" Type="http://schemas.openxmlformats.org/officeDocument/2006/relationships/hyperlink" Target="https://github.com/CLUEbenchmark/OCNLI/blob/main/ocnli/mnli_code/util/evaluate.py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14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14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cleva_scenario.py" TargetMode="External"/><Relationship Id="rId3" Type="http://schemas.openxmlformats.org/officeDocument/2006/relationships/hyperlink" Target="https://github.com/stanford-crfm/helm/blob/v0.4.0/src/helm/benchmark/presentation/run_specs_cleva_v1.conf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OCNLI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data/ocnli/dev.json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Relationship Id="rId3" Type="http://schemas.openxmlformats.org/officeDocument/2006/relationships/hyperlink" Target="https://github.com/CLUEbenchmark/OCNLI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OCNLI/blob/main/ocnli/mnli_code/util/evaluate.py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cleva_scenario.py" TargetMode="External"/><Relationship Id="rId3" Type="http://schemas.openxmlformats.org/officeDocument/2006/relationships/hyperlink" Target="https://github.com/stanford-crfm/helm/blob/v0.4.0/src/helm/benchmark/presentation/run_specs_cleva_v1.conf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14/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14/" TargetMode="External"/><Relationship Id="rId3" Type="http://schemas.openxmlformats.org/officeDocument/2006/relationships/hyperlink" Target="https://github.com/CLUEbenchmark/OCNLI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N18-1101/" TargetMode="External"/><Relationship Id="rId3" Type="http://schemas.openxmlformats.org/officeDocument/2006/relationships/hyperlink" Target="https://aclanthology.org/D18-1269/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OCNLI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Original Chinese Natural Language Inference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原生中国語で、前提から仮説を判断する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公式リポジトリ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OCNLI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OCNLI公式リポジトリ。固定版b53efdee1725、2026-10-18取得。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https://github.com/CLUEbenchmark/OCNLI</a:t>
            </a:r>
          </a:p>
        </p:txBody>
      </p:sp>
      <p:pic>
        <p:nvPicPr>
          <p:cNvPr id="6" name="Picture 5" descr="official-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1" y="1481328"/>
            <a:ext cx="7351776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二つの文の関係を判定する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原生中国語での収集と検証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2020年の評価と残る手掛かり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CLEVAでの採用と現在の配布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二つの文の関係を判定する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二つの文の関係を判定する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中国語で書かれた、前提と仮説のペア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OCNLIは、中国語の文章から選んだ前提に対し、中国語の母語話者が仮説を書いた自然言語推論データセット。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入力は前提と仮説の順序付きペア。前提を真としたときに仮説をどう判断するかを、含意・矛盾・中立の3種類で答える。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2020年に公開。英語の推論データを訳す方法ではなく、5文体の中国語から集めた前提と、人が書いた仮説を使う。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二つの文の関係を判定する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前提を真としたときの三つの関係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二つの文の関係を判定する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55778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仮説との関係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entailment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前提から仮説が成り立つ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contradiction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前提と仮説が両立しない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neutral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前提だけでは仮説の真偽が決まらない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3種類のラベルが元の課題の出力。OCNLIの原票には、A/B/Cの選択肢は付いていない。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実例1：値段の発言から販売を読み取る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二つの文の関係を判定する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篮子嘛,一块钱,一块钱啊.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这个篮子是可以卖的。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かごね、1元、1元だよ。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このかごは売ることができる。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3067473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配布正解：含意（entailment）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1162 / id 1162 / phone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販売の場面を、発話から読み取る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値段を繰り返す発話を、かごを販売できる状況として解釈する。CLEVAの公開論文例と同じ原票。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前提は短い電話会話の断片。仮説は同じ語を写すだけではなく、値段を伝える発話の意味を表現している。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本編3例と追加10例は、ラベル公開済みのdevから選んだ異なるペア。5文体、3ラベル、作成順の異なる仮説を含む。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二つの文の関係を判定する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Hu et al. OCNLI公開dev、CC BY-NC 2.0。前提の出所は各文体資料。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実例2：向かい合わせと背中合わせ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二つの文の関係を判定する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8541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咖啡馆里面对面坐的年轻男女也是上一代的故事,她已是过来人了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男人和女人是背对背坐着的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2429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喫茶店で向かい合って座る若い男女というのも、もう一世代前の話で、彼女はすでにそうした経験をしてきたのだ。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男性と女性は背中合わせに座っている。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4210473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配布正解：矛盾（contradiction）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2627 / id 2627 / lit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配布正解は、注釈者の多数決で決まる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座り方が食い違う。配布正解はcontradictionだが、5人の内訳は矛盾3・中立2で、全員一致ではない。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5人中3人以上が同じラベルを選んだ場合、その多数決ラベルを正解とする。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作成者のラベルに4人の独立した判断を加える。多数決が成立しない例は「-」として残し、通常の学習・評価から除く。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二つの文の関係を判定する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実例3：実際の開催日と、当初の予定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二つの文の関係を判定する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574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今天,这一受人关注的会议终于在波恩举行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这一会议原定于昨天举行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2142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今日、注目を集めていたこの会議が、ついにボンで開催された。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この会議は当初、昨日開催される予定だった。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3922606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配布正解：中立（neutral）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1060 / id 1060 / news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中立は、前提だけで予定を確定できない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neutral（中立）は、前提だけでは仮説が成り立つとも、成り立たないとも決められない関係。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今日開催されたことから、昨日が当初の予定日だったとは決まらない。予定が昨日だった可能性も、別の日だった可能性も残る。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「ついに」という語があっても、当初の予定日が具体的に与えられたことにはならない。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二つの文の関係を判定する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原生中国語での収集と検証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原生中国語での収集と検証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英語から訳す代わりに、中国語で作る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SNLIとMNLIは、前提を示して人に仮説を書かせる英語の推論コーパス。OCNLIはMNLIの作成・再注釈の手順を中国語へ展開した。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XNLIは英語の推論問題を多言語へ翻訳した資源。OCNLIでは、翻訳調の表現や元の文化的背景への偏りを避けるため、中国語の素材と母語話者を使う。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翻訳の品質と、注釈者が自然に使う語や推論の手掛かりは、それぞれ検討の対象になる。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原生中国語での収集と検証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Conneau et al. (2018). XNLI: Evaluating Cross-lingual Sentence Representations.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https://aclanthology.org/D18-1269/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書き言葉と話し言葉を、5文体から集める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原生中国語での収集と検証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68580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前提の素材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gov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中国政府の年次政府活動報告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news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LCMC（中国語コーパス）のニュース部分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現代小説2作品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対談番組「鏘鏘三人行」の書き起こし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phone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中国語Callhome電話会話の書き起こし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同じ前提から、複数の推論を引き出す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前提は8〜50文字の文から選ぶ。電話会話の転記記号を取り除く。素材の文を、仮説の言い換えで作り直す方式ではない。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Singleは、1前提につき各ラベルの仮説を1文ずつ作る。Multiは、各ラベルについて最大3文、合計最大9文を作る。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Multi Encourageは多様な推論や否定語を使わない矛盾を奨励する。Multi Constraintは、矛盾3文のうち否定語を含むものを1文までに制限する。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原生中国語での収集と検証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easy・medium・hardは、仮説を書く順序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easy・medium・hardは、同じ前提とラベルについて、作成者が仮説を書いた1番目・2番目・3番目を表す。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複数の仮説を書くことで、最初に思いつく単純な言い換え・否定以外の推論を引き出すことを狙った。すべての前提で3文目まで作れたわけではない。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どの条件でも、仮説が前提と70%を超えて重ならないよう指示した。文字の重なりだけで解ける問題を減らす意図がある。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原生中国語での収集と検証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言語を学ぶ母語話者が書き、別の人が確かめる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中国語または他言語を専攻する、中国語母語話者の大学生・大学院生145人が仮説を作成した。作成は1ペア約0.3元、再注釈は約0.2元。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各作成条件の一部を無作為に選び、4人が独立にラベルを付け直す。作成時のラベルを合わせて5票とし、3票以上の一致を採用する。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再注釈したMulti EncourageとMulti Constraintの計6,000組を、dev・testへ各3,000組ずつ割り当てた。残りとSingle・Multiを学習集合に使う。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原生中国語での収集と検証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公開50k版の行数と、有効な正解ラベル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原生中国語での収集と検証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2194560"/>
                <a:gridCol w="32918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3ラベルがある行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train.50k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50,486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50,437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2,950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非公開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全行数は56,486組。trainの49組、devの50組は「-」。testは入力のみを公開し、正解は含まない。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OCNLI公式リポジトリ。固定版b53efdee1725、2026-10-18取得。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50k版は、前提を共有して異なる仮説を評価する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公開50k学習集合とdevでは、同じ前提文が複数の分割に現れる。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固定公開版では、train.50kとdevが共有する前提文は2,184種類。同じ前提・仮説の完全一致ペアは0組だった。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前提の重複を除く学習用のtrain.30kも提供される。実測30,286組で、devと同じ前提文は0種類。10k・3k版も同じdev・testを使う。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原生中国語での収集と検証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OCNLI公式リポジトリ。固定版b53efdee1725、2026-10-18取得。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2020年の評価と残る手掛かり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2020年の評価と残る手掛かり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正解率は、ラベルが一致したペアの割合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多数決が成立しない「-」を除き、配布正解と予測ラベルが一致する割合を正解率とする。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公開devなら2,950組で評価できる。常にneutralと答える基準は、1,103 ÷ 2,950 = 37.39%。公式評価関数と公開原票から再計算した。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2020年のモデル成績は、学習集合で訓練・微調整したモデルを非公開ラベルのtestで評価した値。5回の学習試行の平均と標準偏差を報告する。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2020年の評価と残る手掛かり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Hu et al. OCNLI公式baseline評価コード、evaluate_classifier。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https://github.com/CLUEbenchmark/OCNLI/blob/main/ocnli/mnli_code/util/evaluate.py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2020年：50k版で学習したモデルのtest正解率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2020年の評価と残る手掛かり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5669280"/>
                <a:gridCol w="23774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常にneutral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38.1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CBOW：文字表現の平均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55.7 ± 0.5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biLSTM：双方向の系列モデル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59.2 ± 0.5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ESIM：文どうしの相互照合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59.8 ± 0.4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BERT-base（中国語）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72.2 ± 0.7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RoBERTa-large（中国語・全単語マスク）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78.2 ± 0.7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人手評価は、別の300組を5人で判定した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収集・検証に参加していない中国語母語話者の学生5人へ、20例で練習した後、testから無作為に選んだ300組を提示した。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5人の多数決を配布正解と比較し、90.3%の正解率を得た。多数決が成立しない2組には、testで最多のneutralを割り当てた。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2020年のRoBERTa 78.2%との差は約12.1ポイント。人手は300組、モデルは有効なtest全体という、異なる評価範囲を記した比較である。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2020年の評価と残る手掛かり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仮説だけでも残る、注釈の手掛かり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2020年の評価と残る手掛かり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7160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2468880"/>
                <a:gridCol w="24688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BERT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RoBERTa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815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前提を同じ無意味語へ置き換えて学習・評価するhypothesis-only条件。仮説に残った手掛かりだけで3ラベルを予測する。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複数仮説と制約だけで、手掛かりは消えない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仮説の「任何（どんな〜も）」「从来（これまで／かつて）」は矛盾、「至少（少なくとも）」は含意と結び付きやすかった。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Multi Constraintでは、矛盾と結び付く上位の語に否定語が現れず、代わりに「只有」「只」（〜だけ）が現れた。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語の手掛かりを抑える収集方法と、前提・仮説の関係を測る評価の両方が研究課題になる。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2020年の評価と残る手掛かり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CLEVAでの採用と現在の配布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CLEVAでの採用と現在の配布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CLEVAはOCNLIを、多肢選択の推論課題に採用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2023年のCLEVAは、commonsense_reasoningのtextual_entailmentでOCNLIから標本を選び、多肢選択形式にして正解率を測る。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公開論文の「篮子嘛,一块钱…」と「这个篮子是可以卖的。」は、OCNLI devのid1162に全文一致し、配布ラベルもentailmentだった。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CLEVAが選んだOCNLIの全原票・分割・テンプレート本文は、今回の取得範囲では確認できなかった。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CLEVAでの採用と現在の配布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 et al. (2023).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HELM v0.4.0 CLEVAScenario / CLEVACommonsenseReasoningScenario.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CLEVAの公開例：三つの選択肢へ変換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CLEVAでの採用と現在の配布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論文の原文・全選択肢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735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8739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是否可以从“篮子嘛,一块钱,一块钱啊.”中推断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出“这个篮子是可以卖的。”？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总是可以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有时可以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不可以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198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「かごね、1元、1元だよ。」から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「このかごは売ることができる。」と推論できるか。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常にできる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場合によってはできる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できない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3770206"/>
            <a:ext cx="80467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公開例の正解：A（总是可以／常にできる）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 et al. (2023). CLEVA: Chinese Language Models EVAluation Platform. EMNLP System Demonstrations. OCNLI dev id1162との照合。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HELMには実装と設定があり、公開実行は0件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v0.4.0は、CLEVAのversion・subtask・prompt_idを受け取り、prompts.jsonで入力と選択肢を変換する。textual_entailmentの設定はprompt_id 0〜5の6種類。</a:t>
            </a:r>
          </a:p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2023-11-17の固定公開版に含まれる8,526実行を調べると、CLEVAの実行は0件。OCNLIの公開HELM成績や実要求出力は、この版からは得られない。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実装先のCLEVA配布URLは今回も取得できなかった。元OCNLIの50k学習・dev・testを、CLEVAの抽出・提示例数と同一の条件には置き換えない。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CLEVAでの採用と現在の配布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v0.4.0、CLEVA v1の課題・prompt_id設定。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https://github.com/stanford-crfm/helm/blob/v0.4.0/src/helm/benchmark/presentation/run_specs_cleva_v1.conf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現在の入手先と、引用文の利用条件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公式リポジトリは50k・30k・10k・3kの学習集合と、共通のdev・ラベル非公開testを公開する。CLUEの公開ZIPは50k・dev・testを収録する。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OCNLIはCC BY-NC 2.0を掲示する。帰属を示し、非商用の条件を守る。newsの前提はLCMCからELRAの許可を得て採用したと記される。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前提には政府報告、ニュース、小説、番組・電話会話が含まれる。原資料の出所と、データセットの作成者・ライセンスを区別して利用する。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CLEVAでの採用と現在の配布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OCNLI公式リポジトリ。固定版b53efdee1725、2026-10-18取得。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中国語の推論を、作成法と分割を含めて捉える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OCNLIは、原生中国語の5文体の前提と、人が書いた仮説を含意・矛盾・中立で結ぶ。複数仮説と否定語への制約で、多様な推論を引き出した。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公開版は56,486組で、学習・開発には多数決不成立の例が残る。50k版の前提共有と、30k版の前提非共有は、評価条件の違いになる。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2020年の教師あり評価、仮説のみの分析、CLEVAの多肢選択化は、それぞれ入力・分母・学習の仕方を確認して解釈する。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CLEVAでの採用と現在の配布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文体と推論の追加例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分割・注釈・実装の補足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文体と推論の追加例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実例4：衣服の記述と「少なくとも」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574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身上裹一件工厂发的棉大衣,手插在袖筒里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身上至少一件衣服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2142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工場から支給された綿入りの外套を身にまとい、両手を袖の中へ差し入れている。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少なくとも1着の服を身につけている。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3922606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配布正解：含意（entailment）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0 / id 0 / lit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実例5：帰宅を待って外食へ行く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等他回来,我们就出去吃啊.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我们在等他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1574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彼が帰ってきたら、私たちは外へ食べに行くんだよ。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私たちは彼を待っている。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33553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配布正解：含意（entailment）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4 / id 4 / phone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実例6：植林の量と、質を確保する義務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574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要狠抓造林质量不放松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种的树越多越好,至于成活率和质量并不需要考虑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2142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植林の質の確保に、手を緩めず取り組まなければならない。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植える木は多ければ多いほどよく、活着率や質を考慮する必要はない。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3922606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配布正解：矛盾（contradiction）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12 / id 12 / news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実例7：二つの謎の比較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8541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他们的生活起居是一个谜,他们的生平遭际更是一个谜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他们的生平遭际比生活起居还难知道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2429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彼らの日々の暮らしぶりは謎だが、これまでの人生で経験してきたことは、それ以上に謎だ。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彼らのこれまでの人生での経験は、日々の暮らしぶりよりも、いっそう分かりにくい。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4210473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配布正解：含意（entailment）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15 / id 15 / lit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実例8：社会との接触と時代の変化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473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我现在觉得,有些事你要是老不出去接触社会,山中方七日,世上已千年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要出去多接触社会,才能跟上时代。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22606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今は思うんだ。社会に触れに出かけないでいると、山の中ではたった7日でも、世間ではもう千年が過ぎている、ということがある。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社会にもっと出て触れなければ、時代についていけない。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40411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配布正解：含意（entailment）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26 / id 26 / tv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実例9：番組への再登場と初出演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2142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因为咱们请来了一个真正的专家,李玫瑾老师,每次观众都知道李老师一来,大的案件就发生了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李玫瑾老师第一次参加这个节目。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2429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本当の専門家である李玫瑾先生をお招きしたからだ。視聴者はいつも、李先生が来ると大きな事件が起きたのだと分かる。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李玫瑾先生はこの番組に初めて出演する。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4210473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配布正解：矛盾（contradiction）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35 / id 35 / tv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実例10：畏れと、怖さの言い換え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心里有些生畏,又不知畏惧什么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有点感到害怕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18541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心の中で少し畏れを感じるが、何を畏れているのかは分からない。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少し怖いと感じている。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3634739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配布正解：含意（entailment）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36 / id 36 / lit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実例11：政策の改善と、優先順位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574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完善加工贸易政策体系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完善加工贸易政策体系是当下最重要的任务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2142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加工貿易の政策体系を改善する。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加工貿易の政策体系を改善することは、今、最も重要な任務である。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3922606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配布正解：中立（neutral）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937 / id 937 / gov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実例12：曜日の発言と持ち物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91640"/>
            <a:ext cx="388620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嗯,今天星期六我们这儿,嗯哼.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说话人有一本日历</a:t>
            </a:r>
          </a:p>
        </p:txBody>
      </p:sp>
      <p:sp>
        <p:nvSpPr>
          <p:cNvPr id="7" name="quote-frame"/>
          <p:cNvSpPr/>
          <p:nvPr/>
        </p:nvSpPr>
        <p:spPr>
          <a:xfrm>
            <a:off x="4709160" y="1691640"/>
            <a:ext cx="3886200" cy="18541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1806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うん、今日はこちらでは土曜日なんだ、うん。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話し手はカレンダーを1冊持っている。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3634739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配布正解：中立（neutral）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227 / id 227 / phone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実例13：国有資産の管理と資産評価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文体と推論の追加例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原文（前提・仮説とも全文）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533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15440"/>
            <a:ext cx="3566160" cy="198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要切实加强国有资产管理,做好清产核资工作,保证国有资产保值增值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清产核资工作做不好,国有资产增值保值也可以实现。</a:t>
            </a:r>
          </a:p>
        </p:txBody>
      </p:sp>
      <p:sp>
        <p:nvSpPr>
          <p:cNvPr id="7" name="quote-frame"/>
          <p:cNvSpPr/>
          <p:nvPr/>
        </p:nvSpPr>
        <p:spPr>
          <a:xfrm>
            <a:off x="4389120" y="1615440"/>
            <a:ext cx="4206240" cy="2523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273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前提：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国有資産の管理を確実に強化し、資産の調査・評価を適切に行い、国有資産の価値の維持と増大を保証しなければならない。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仮説：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資産の調査・評価を適切に行わなくても、国有資産の価値の維持と増大は実現できる。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48640" y="4227406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配布正解：矛盾（contradiction）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OCNLI公開dev、CC BY-NC 2.0。前提の出所は各文体資料。 dev row 34 / id 34 / gov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https://github.com/CLUEbenchmark/OCNLI/blob/main/data/ocnli/dev.json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分割・注釈・実装の補足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分割・注釈・実装の補足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四つの学習用配布：行数と有効ラベル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分割・注釈・実装の補足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2468880"/>
                <a:gridCol w="24688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有効ラベル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train.50k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50,486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50,437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train.30k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30,286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30,237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train.10k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9,985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train.3k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2,994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95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30k・10k・3kは50kの部分集合。各配布名のkは概数で、有効ラベルの件数とは分けて数えた。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OCNLI公式リポジトリ。固定版b53efdee1725、2026-10-18取得。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公開50kとdevの、文体別ペア数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分割・注釈・実装の補足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4033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2926080"/>
                <a:gridCol w="2926080"/>
              </a:tblGrid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train.50k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gov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10,402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news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10,680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10,606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phone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8,992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genre欠測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OCNLI公式リポジトリ。固定版b53efdee1725、2026-10-18取得。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devのラベルを、全行で数える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分割・注釈・実装の補足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1920240"/>
                <a:gridCol w="31089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3ラベル中の割合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entailment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32.10%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neutral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1,103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37.39%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contradiction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30.51%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-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分母から除く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95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5票のうち既定の3ラベルの票を照合。dev id2092にはunrelatedの票が3つあり、配布正解は「-」のまま保持した。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OCNLI公式リポジトリ。固定版b53efdee1725、2026-10-18取得。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作成条件の内訳と、公開分割の総数に差がある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論文の4作成条件の件数は11,986、12,328、16,584、15,627で、合計56,525。表示された総数56,486および公開3分割の合計との差は39組ある。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今回の全件集計は、公式公開版の50,486 + 3,000 + 3,000 = 56,486組を分母とした。表の内訳を推測で補正しない。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公開30kとdevは同じ前提文0種類だが、prem_idは2種類共通する。識別子が同じでも文が異なる例があり、前提文そのものでも照合した。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分割・注釈・実装の補足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Hu et al. OCNLI公式リポジトリ。固定版b53efdee1725、2026-10-18取得。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https://github.com/CLUEbenchmark/OCNLI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公開devで、常に中立と答える基準を再計算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分割・注釈・実装の補足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0404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43603" bIns="127000"/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pathlib import Path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rows = [json.loads(s) for s in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Path('dev.json').read_text().splitlines()]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valid = [r for r in rows if r['label'] != '-']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correct = sum(r['label'] == 'neutral' for r in valid)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print(correct, len(valid), correct / len(valid))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# 1103 2950 0.37389830508474575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01627"/>
            <a:ext cx="7955279" cy="546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正解率の定義と照合する短い再現コード。公式評価関数にも同じ固定予測を渡し、一致を確認した。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OCNLI公式baseline評価コード、evaluate_classifier。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https://github.com/CLUEbenchmark/OCNLI/blob/main/ocnli/mnli_code/util/evaluate.py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CLEVAのテンプレート設定と、確認できた範囲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公開設定はcommonsense_reasoning / textual_entailment / v1で、prompt_id 0〜5。設定数は6で、6個の元コーパスを意味しない。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HELMのConverterは、choicesの各項目をReferenceへ変換し、正解indexの項目へcorrectを付ける。元OCNLIのラベル文字列と、そのまま同じ表現ではない。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公開論文例はA/B/C形式。コードの説明例は別の文で、正解C。完全なテンプレート本文と採用原票を取得できていないため、一律の選択肢順や全件数を断定しない。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分割・注釈・実装の補足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v0.4.0、CLEVA v1の課題・prompt_id設定。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https://github.com/stanford-crfm/helm/blob/v0.4.0/src/helm/benchmark/presentation/run_specs_cleva_v1.conf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言語・論理・評価を結び付けた共同研究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Hai Hu、Kyle Richardson、Liang Xu、Lu Li、Sandra Kübler、Lawrence S. Mossによる、Indiana University・Allen Institute for AI・CLUEの共同研究。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Findings of EMNLP 2020で発表された。翻訳へ依存せず、母語話者の推論と再注釈を中国語の基準として整備した。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教師ありモデルの成績だけでなく、仮説のみの語彙的な手掛かりや、翻訳学習データからの転移を分析した。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Hu et al. (2020). OCNLI: Original Chinese Natural Language Inference.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8046720" cy="2807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OCNLI: Original Chinese Natural Language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08785"/>
            <a:ext cx="8046720" cy="3604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Hai Hu, Kyle Richardson, Liang Xu, Lu Li, Sandra Kübler, Lawrence S. Moss · 2020 · Findings of EMNLP, pp.3512–3526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0011"/>
            <a:ext cx="8046720" cy="4907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原生中国語の前提と仮説を収集し、多数決による検証、モデル成績、注釈の手掛かりを分析する。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61539"/>
            <a:ext cx="8046720" cy="1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https://aclanthology.org/2020.findings-emnlp.314/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0446"/>
            <a:ext cx="8046720" cy="2807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OCNLI — Original Chinese Natural Language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9343"/>
            <a:ext cx="8046720" cy="1939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CLUEbenchmark / Hu et al. · 公式リポジトリ · 固定版b53efdee1725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24072"/>
            <a:ext cx="8046720" cy="4907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学習用4規模、共通dev・入力のみのtest、形式・baseline・CC BY-NC 2.0の条件を公開する。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5600"/>
            <a:ext cx="8046720" cy="1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https://github.com/CLUEbenchmark/OCNLI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8046720" cy="534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Broad-Coverage Challenge Corpus for Sentence Understanding through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2150"/>
            <a:ext cx="8046720" cy="1939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Adina Williams, Nikita Nangia, Samuel R. Bowman · 2018 · NAACL-HLT, pp.1112–1122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06879"/>
            <a:ext cx="8046720" cy="259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複数文体の英語を前提に、仮説の作成と再注釈で構築したMultiNLIを報告する。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6759"/>
            <a:ext cx="8046720" cy="1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https://aclanthology.org/N18-1101/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15666"/>
            <a:ext cx="8046720" cy="2807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XNLI: Evaluating Cross-lingual Sentence Representations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34563"/>
            <a:ext cx="8046720" cy="3604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Alexis Conneau, Ruty Rinott, Guillaume Lample, Adina Williams, Samuel R. Bowman, Holger Schwenk, Veselin Stoyanov · 2018 · EMNLP, pp.2475–2485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5789"/>
            <a:ext cx="8046720" cy="259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英語の推論問題を15言語へ展開し、言語をまたぐ文表現の評価に用いる。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55669"/>
            <a:ext cx="8046720" cy="1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https://aclanthology.org/D18-1269/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8046720" cy="2807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CLEVA: Chinese Language Models EVAluation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08785"/>
            <a:ext cx="8046720" cy="3604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Yanyang Li, Jianqiao Zhao, Duo Zheng, Zi-Yuan Hu, Zhi Chen, Xiaohui Su, Yongfeng Huang, Shijia Huang, Dahua Lin, Michael R. Lyu, Liwei Wang · 2023 · EMNLP System Demonstrations, pp.186–217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0011"/>
            <a:ext cx="8046720" cy="4907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中国語モデルの31課題を統一評価し、OCNLI由来の自然言語推論を多肢選択として採用する。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61539"/>
            <a:ext cx="8046720" cy="1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0446"/>
            <a:ext cx="8046720" cy="2807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 Scenarios — HELM v0.4.0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9343"/>
            <a:ext cx="8046720" cy="1939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2023-11-17固定公開版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24072"/>
            <a:ext cx="8046720" cy="4907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CLEVAのデータとテンプレートを読み、入力・選択肢・正解をHELMのInstanceへ変換する。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5600"/>
            <a:ext cx="8046720" cy="1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2026-10-18T09:29:18Z</dcterms:modified>
  <dc:title>ocnli</dc:title>
  <dc:creator>sasakiy84</dc:creator>
  <dcterms:created xsi:type="dcterms:W3CDTF">2026-10-18T09:29:18Z</dcterms:created>
  <dc:language>ja-JP</dc:language>
</cp:coreProperties>
</file>