
<file path=[Content_Types].xml><?xml version="1.0" encoding="utf-8"?>
<Types xmlns="http://schemas.openxmlformats.org/package/2006/content-types">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Override PartName="/ppt/webextensions/taskpanes.xml" ContentType="application/vnd.ms-office.webextensiontaskpanes+xml"/>
  <Override PartName="/ppt/webextensions/webextension1.xml" ContentType="application/vnd.ms-office.webextension+xml"/>
</Types>
</file>

<file path=_rels/.rels><?xml version='1.0' encoding='UTF-8' standalone='yes'?>
<Relationships xmlns="http://schemas.openxmlformats.org/package/2006/relationships"><Relationship Id="rId1" Type="http://schemas.microsoft.com/office/2011/relationships/webextensiontaskpanes" Target="ppt/webextensions/taskpanes.xml"/><Relationship Id="rId2" Type="http://schemas.openxmlformats.org/officeDocument/2006/relationships/officeDocument" Target="ppt/presentation.xml"/><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62" r:id="rId1"/>
  </p:sldMasterIdLst>
  <p:sldIdLst>
    <p:sldId id="256" r:id="rId6"/>
    <p:sldId id="257" r:id="rId7"/>
    <p:sldId id="258" r:id="rId8"/>
    <p:sldId id="259" r:id="rId9"/>
    <p:sldId id="260" r:id="rId10"/>
    <p:sldId id="261" r:id="rId5"/>
    <p:sldId id="262" r:id="rId4"/>
    <p:sldId id="263" r:id="rId3"/>
    <p:sldId id="264" r:id="rId2"/>
    <p:sldId id="265" r:id="rId15"/>
    <p:sldId id="266" r:id="rId16"/>
    <p:sldId id="267" r:id="rId17"/>
    <p:sldId id="268" r:id="rId18"/>
    <p:sldId id="269" r:id="rId19"/>
    <p:sldId id="270" r:id="rId20"/>
    <p:sldId id="271" r:id="rId21"/>
    <p:sldId id="272" r:id="rId22"/>
    <p:sldId id="273" r:id="rId23"/>
    <p:sldId id="274" r:id="rId24"/>
    <p:sldId id="275" r:id="rId25"/>
    <p:sldId id="276" r:id="rId26"/>
    <p:sldId id="277" r:id="rId27"/>
    <p:sldId id="278" r:id="rId28"/>
    <p:sldId id="279" r:id="rId29"/>
    <p:sldId id="280" r:id="rId30"/>
    <p:sldId id="281" r:id="rId31"/>
    <p:sldId id="282" r:id="rId32"/>
    <p:sldId id="283" r:id="rId33"/>
    <p:sldId id="284" r:id="rId34"/>
    <p:sldId id="285" r:id="rId35"/>
    <p:sldId id="286" r:id="rId36"/>
    <p:sldId id="287" r:id="rId37"/>
    <p:sldId id="288" r:id="rId38"/>
    <p:sldId id="289" r:id="rId39"/>
    <p:sldId id="290" r:id="rId40"/>
    <p:sldId id="291" r:id="rId41"/>
    <p:sldId id="292" r:id="rId42"/>
    <p:sldId id="306" r:id="rId56"/>
    <p:sldId id="307" r:id="rId57"/>
    <p:sldId id="308" r:id="rId58"/>
    <p:sldId id="309" r:id="rId59"/>
    <p:sldId id="310" r:id="rId60"/>
    <p:sldId id="311" r:id="rId61"/>
    <p:sldId id="312" r:id="rId62"/>
    <p:sldId id="313" r:id="rId63"/>
    <p:sldId id="314" r:id="rId64"/>
    <p:sldId id="315" r:id="rId65"/>
    <p:sldId id="316" r:id="rId66"/>
    <p:sldId id="317" r:id="rId67"/>
    <p:sldId id="318" r:id="rId68"/>
    <p:sldId id="319" r:id="rId69"/>
    <p:sldId id="320" r:id="rId70"/>
    <p:sldId id="321" r:id="rId71"/>
    <p:sldId id="322" r:id="rId72"/>
    <p:sldId id="323" r:id="rId73"/>
    <p:sldId id="293" r:id="rId43"/>
    <p:sldId id="294" r:id="rId44"/>
    <p:sldId id="295" r:id="rId45"/>
    <p:sldId id="296" r:id="rId46"/>
    <p:sldId id="297" r:id="rId47"/>
    <p:sldId id="298" r:id="rId48"/>
    <p:sldId id="299" r:id="rId49"/>
    <p:sldId id="300" r:id="rId50"/>
    <p:sldId id="301" r:id="rId51"/>
    <p:sldId id="302" r:id="rId52"/>
    <p:sldId id="303" r:id="rId53"/>
    <p:sldId id="304" r:id="rId54"/>
    <p:sldId id="305" r:id="rId55"/>
  </p:sldIdLst>
  <p:sldSz cx="9144000" cy="5143500" type="screen16x9"/>
  <p:notesSz cx="6858000" cy="9144000"/>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1pPr>
    <a:lvl2pPr marR="0" lvl="1"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2pPr>
    <a:lvl3pPr marR="0" lvl="2"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3pPr>
    <a:lvl4pPr marR="0" lvl="3"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4pPr>
    <a:lvl5pPr marR="0" lvl="4"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5pPr>
    <a:lvl6pPr marR="0" lvl="5"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6pPr>
    <a:lvl7pPr marR="0" lvl="6"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7pPr>
    <a:lvl8pPr marR="0" lvl="7"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8pPr>
    <a:lvl9pPr marR="0" lvl="8"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9pPr>
  </p:defaultTextStyle>
  <p:extLst>
    <p:ext uri="{EFAFB233-063F-42B5-8137-9DF3F51BA10A}">
      <p15:sldGuideLst xmlns:p15="http://schemas.microsoft.com/office/powerpoint/2012/main">
        <p15:guide id="1" orient="horz" pos="590">
          <p15:clr>
            <a:srgbClr val="747775"/>
          </p15:clr>
        </p15:guide>
        <p15:guide id="2" pos="1271">
          <p15:clr>
            <a:srgbClr val="747775"/>
          </p15:clr>
        </p15:guide>
        <p15:guide id="3" orient="horz" pos="1584">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useTimings="0">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1E77B4"/>
    <a:srgbClr val="7A81FF"/>
    <a:srgbClr val="0096FF"/>
    <a:srgbClr val="011893"/>
    <a:srgbClr val="B13731"/>
    <a:srgbClr val="EF8600"/>
    <a:srgbClr val="FFCD8C"/>
    <a:srgbClr val="0036FF"/>
    <a:srgbClr val="00D989"/>
    <a:srgbClr val="01D8A1"/>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FD8A3C8B-3693-4FF3-BE57-18EF887A9C23}">
  <a:tblStyle styleId="{FD8A3C8B-3693-4FF3-BE57-18EF887A9C23}" styleName="Table_0">
    <a:wholeTbl>
      <a:tcTxStyle>
        <a:font>
          <a:latin typeface="Noto Sans"/>
          <a:ea typeface="Noto Sans CJK JP"/>
          <a:cs typeface="Noto Sans"/>
        </a:font>
        <a:srgbClr val="000000"/>
      </a:tcTxStyle>
      <a:tcStyle>
        <a:tcBdr>
          <a:left>
            <a:ln>
              <a:noFill/>
            </a:ln>
          </a:left>
          <a:right>
            <a:ln>
              <a:noFill/>
            </a:ln>
          </a:right>
          <a:top>
            <a:ln w="15240" cap="flat">
              <a:solidFill>
                <a:srgbClr val="626669"/>
              </a:solidFill>
              <a:prstDash val="solid"/>
            </a:ln>
          </a:top>
          <a:bottom>
            <a:ln w="15240" cap="flat">
              <a:solidFill>
                <a:srgbClr val="626669"/>
              </a:solidFill>
              <a:prstDash val="solid"/>
            </a:ln>
          </a:bottom>
          <a:insideH>
            <a:ln>
              <a:noFill/>
            </a:ln>
          </a:insideH>
          <a:insideV>
            <a:ln>
              <a:noFill/>
            </a:ln>
          </a:insideV>
        </a:tcBdr>
      </a:tcStyle>
    </a:wholeTbl>
    <a:band1H>
      <a:tcTxStyle/>
      <a:tcStyle>
        <a:tcBdr/>
      </a:tcStyle>
    </a:band1H>
    <a:band2H>
      <a:tcTxStyle/>
      <a:tcStyle>
        <a:tcBdr/>
      </a:tcStyle>
    </a:band2H>
    <a:band1V>
      <a:tcTxStyle/>
      <a:tcStyle>
        <a:tcBdr/>
      </a:tcStyle>
    </a:band1V>
    <a:band2V>
      <a:tcTxStyle/>
      <a:tcStyle>
        <a:tcBdr/>
      </a:tcStyle>
    </a:band2V>
    <a:lastCol>
      <a:tcTxStyle/>
      <a:tcStyle>
        <a:tcBdr/>
      </a:tcStyle>
    </a:lastCol>
    <a:firstCol>
      <a:tcTxStyle/>
      <a:tcStyle>
        <a:tcBdr/>
      </a:tcStyle>
    </a:firstCol>
    <a:lastRow>
      <a:tcTxStyle/>
      <a:tcStyle>
        <a:tcBdr>
          <a:bottom>
            <a:ln w="15240" cap="flat">
              <a:solidFill>
                <a:srgbClr val="626669"/>
              </a:solidFill>
              <a:prstDash val="solid"/>
            </a:ln>
          </a:bottom>
        </a:tcBdr>
      </a:tcStyle>
    </a:lastRow>
    <a:seCell>
      <a:tcTxStyle/>
      <a:tcStyle>
        <a:tcBdr/>
      </a:tcStyle>
    </a:seCell>
    <a:swCell>
      <a:tcTxStyle/>
      <a:tcStyle>
        <a:tcBdr/>
      </a:tcStyle>
    </a:swCell>
    <a:firstRow>
      <a:tcTxStyle/>
      <a:tcStyle>
        <a:tcBdr>
          <a:top>
            <a:ln w="15240" cap="flat">
              <a:solidFill>
                <a:srgbClr val="626669"/>
              </a:solidFill>
              <a:prstDash val="solid"/>
            </a:ln>
          </a:top>
          <a:bottom>
            <a:ln w="7620" cap="flat">
              <a:solidFill>
                <a:srgbClr val="626669"/>
              </a:solidFill>
              <a:prstDash val="solid"/>
            </a:ln>
          </a:bottom>
        </a:tcBdr>
      </a:tcStyle>
    </a:firstRow>
    <a:neCell>
      <a:tcTxStyle/>
      <a:tcStyle>
        <a:tcBdr/>
      </a:tcStyle>
    </a:neCell>
    <a:nwCell>
      <a:tcTxStyle/>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1082"/>
    <p:restoredTop sz="87828"/>
  </p:normalViewPr>
  <p:slideViewPr>
    <p:cSldViewPr snapToGrid="0">
      <p:cViewPr varScale="1">
        <p:scale>
          <a:sx n="169" d="100"/>
          <a:sy n="169" d="100"/>
        </p:scale>
        <p:origin x="520" y="192"/>
      </p:cViewPr>
      <p:guideLst>
        <p:guide orient="horz" pos="590"/>
        <p:guide pos="1271"/>
        <p:guide orient="horz" pos="1584"/>
      </p:guideLst>
    </p:cSldViewPr>
  </p:slideViewPr>
  <p:outlineViewPr>
    <p:cViewPr>
      <p:scale>
        <a:sx n="33" d="100"/>
        <a:sy n="33" d="100"/>
      </p:scale>
      <p:origin x="0" y="0"/>
    </p:cViewPr>
  </p:outlin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9.xml"/><Relationship Id="rId3" Type="http://schemas.openxmlformats.org/officeDocument/2006/relationships/slide" Target="slides/slide8.xml"/><Relationship Id="rId4" Type="http://schemas.openxmlformats.org/officeDocument/2006/relationships/slide" Target="slides/slide7.xml"/><Relationship Id="rId5" Type="http://schemas.openxmlformats.org/officeDocument/2006/relationships/slide" Target="slides/slide6.xml"/><Relationship Id="rId6" Type="http://schemas.openxmlformats.org/officeDocument/2006/relationships/slide" Target="slides/slide1.xml"/><Relationship Id="rId7" Type="http://schemas.openxmlformats.org/officeDocument/2006/relationships/slide" Target="slides/slide2.xml"/><Relationship Id="rId8" Type="http://schemas.openxmlformats.org/officeDocument/2006/relationships/slide" Target="slides/slide3.xml"/><Relationship Id="rId9" Type="http://schemas.openxmlformats.org/officeDocument/2006/relationships/slide" Target="slides/slide4.xml"/><Relationship Id="rId10" Type="http://schemas.openxmlformats.org/officeDocument/2006/relationships/slide" Target="slides/slide5.xml"/><Relationship Id="rId11" Type="http://schemas.openxmlformats.org/officeDocument/2006/relationships/presProps" Target="presProps.xml"/><Relationship Id="rId12" Type="http://schemas.openxmlformats.org/officeDocument/2006/relationships/viewProps" Target="viewProps.xml"/><Relationship Id="rId13" Type="http://schemas.openxmlformats.org/officeDocument/2006/relationships/theme" Target="theme/theme1.xml"/><Relationship Id="rId14" Type="http://schemas.openxmlformats.org/officeDocument/2006/relationships/tableStyles" Target="tableStyles.xml"/><Relationship Id="rId15" Type="http://schemas.openxmlformats.org/officeDocument/2006/relationships/slide" Target="slides/slide10.xml"/><Relationship Id="rId16" Type="http://schemas.openxmlformats.org/officeDocument/2006/relationships/slide" Target="slides/slide11.xml"/><Relationship Id="rId17" Type="http://schemas.openxmlformats.org/officeDocument/2006/relationships/slide" Target="slides/slide12.xml"/><Relationship Id="rId18" Type="http://schemas.openxmlformats.org/officeDocument/2006/relationships/slide" Target="slides/slide13.xml"/><Relationship Id="rId19" Type="http://schemas.openxmlformats.org/officeDocument/2006/relationships/slide" Target="slides/slide14.xml"/><Relationship Id="rId20" Type="http://schemas.openxmlformats.org/officeDocument/2006/relationships/slide" Target="slides/slide15.xml"/><Relationship Id="rId21" Type="http://schemas.openxmlformats.org/officeDocument/2006/relationships/slide" Target="slides/slide16.xml"/><Relationship Id="rId22" Type="http://schemas.openxmlformats.org/officeDocument/2006/relationships/slide" Target="slides/slide17.xml"/><Relationship Id="rId23" Type="http://schemas.openxmlformats.org/officeDocument/2006/relationships/slide" Target="slides/slide18.xml"/><Relationship Id="rId24" Type="http://schemas.openxmlformats.org/officeDocument/2006/relationships/slide" Target="slides/slide19.xml"/><Relationship Id="rId25" Type="http://schemas.openxmlformats.org/officeDocument/2006/relationships/slide" Target="slides/slide20.xml"/><Relationship Id="rId26" Type="http://schemas.openxmlformats.org/officeDocument/2006/relationships/slide" Target="slides/slide21.xml"/><Relationship Id="rId27" Type="http://schemas.openxmlformats.org/officeDocument/2006/relationships/slide" Target="slides/slide22.xml"/><Relationship Id="rId28" Type="http://schemas.openxmlformats.org/officeDocument/2006/relationships/slide" Target="slides/slide23.xml"/><Relationship Id="rId29" Type="http://schemas.openxmlformats.org/officeDocument/2006/relationships/slide" Target="slides/slide24.xml"/><Relationship Id="rId30" Type="http://schemas.openxmlformats.org/officeDocument/2006/relationships/slide" Target="slides/slide25.xml"/><Relationship Id="rId31" Type="http://schemas.openxmlformats.org/officeDocument/2006/relationships/slide" Target="slides/slide26.xml"/><Relationship Id="rId32" Type="http://schemas.openxmlformats.org/officeDocument/2006/relationships/slide" Target="slides/slide27.xml"/><Relationship Id="rId33" Type="http://schemas.openxmlformats.org/officeDocument/2006/relationships/slide" Target="slides/slide28.xml"/><Relationship Id="rId34" Type="http://schemas.openxmlformats.org/officeDocument/2006/relationships/slide" Target="slides/slide29.xml"/><Relationship Id="rId35" Type="http://schemas.openxmlformats.org/officeDocument/2006/relationships/slide" Target="slides/slide30.xml"/><Relationship Id="rId36" Type="http://schemas.openxmlformats.org/officeDocument/2006/relationships/slide" Target="slides/slide31.xml"/><Relationship Id="rId37" Type="http://schemas.openxmlformats.org/officeDocument/2006/relationships/slide" Target="slides/slide32.xml"/><Relationship Id="rId38" Type="http://schemas.openxmlformats.org/officeDocument/2006/relationships/slide" Target="slides/slide33.xml"/><Relationship Id="rId39" Type="http://schemas.openxmlformats.org/officeDocument/2006/relationships/slide" Target="slides/slide34.xml"/><Relationship Id="rId40" Type="http://schemas.openxmlformats.org/officeDocument/2006/relationships/slide" Target="slides/slide35.xml"/><Relationship Id="rId41" Type="http://schemas.openxmlformats.org/officeDocument/2006/relationships/slide" Target="slides/slide36.xml"/><Relationship Id="rId42" Type="http://schemas.openxmlformats.org/officeDocument/2006/relationships/slide" Target="slides/slide37.xml"/><Relationship Id="rId43" Type="http://schemas.openxmlformats.org/officeDocument/2006/relationships/slide" Target="slides/slide56.xml"/><Relationship Id="rId44" Type="http://schemas.openxmlformats.org/officeDocument/2006/relationships/slide" Target="slides/slide57.xml"/><Relationship Id="rId45" Type="http://schemas.openxmlformats.org/officeDocument/2006/relationships/slide" Target="slides/slide58.xml"/><Relationship Id="rId46" Type="http://schemas.openxmlformats.org/officeDocument/2006/relationships/slide" Target="slides/slide59.xml"/><Relationship Id="rId47" Type="http://schemas.openxmlformats.org/officeDocument/2006/relationships/slide" Target="slides/slide60.xml"/><Relationship Id="rId48" Type="http://schemas.openxmlformats.org/officeDocument/2006/relationships/slide" Target="slides/slide61.xml"/><Relationship Id="rId49" Type="http://schemas.openxmlformats.org/officeDocument/2006/relationships/slide" Target="slides/slide62.xml"/><Relationship Id="rId50" Type="http://schemas.openxmlformats.org/officeDocument/2006/relationships/slide" Target="slides/slide63.xml"/><Relationship Id="rId51" Type="http://schemas.openxmlformats.org/officeDocument/2006/relationships/slide" Target="slides/slide64.xml"/><Relationship Id="rId52" Type="http://schemas.openxmlformats.org/officeDocument/2006/relationships/slide" Target="slides/slide65.xml"/><Relationship Id="rId53" Type="http://schemas.openxmlformats.org/officeDocument/2006/relationships/slide" Target="slides/slide66.xml"/><Relationship Id="rId54" Type="http://schemas.openxmlformats.org/officeDocument/2006/relationships/slide" Target="slides/slide67.xml"/><Relationship Id="rId55" Type="http://schemas.openxmlformats.org/officeDocument/2006/relationships/slide" Target="slides/slide68.xml"/><Relationship Id="rId56" Type="http://schemas.openxmlformats.org/officeDocument/2006/relationships/slide" Target="slides/slide38.xml"/><Relationship Id="rId57" Type="http://schemas.openxmlformats.org/officeDocument/2006/relationships/slide" Target="slides/slide39.xml"/><Relationship Id="rId58" Type="http://schemas.openxmlformats.org/officeDocument/2006/relationships/slide" Target="slides/slide40.xml"/><Relationship Id="rId59" Type="http://schemas.openxmlformats.org/officeDocument/2006/relationships/slide" Target="slides/slide41.xml"/><Relationship Id="rId60" Type="http://schemas.openxmlformats.org/officeDocument/2006/relationships/slide" Target="slides/slide42.xml"/><Relationship Id="rId61" Type="http://schemas.openxmlformats.org/officeDocument/2006/relationships/slide" Target="slides/slide43.xml"/><Relationship Id="rId62" Type="http://schemas.openxmlformats.org/officeDocument/2006/relationships/slide" Target="slides/slide44.xml"/><Relationship Id="rId63" Type="http://schemas.openxmlformats.org/officeDocument/2006/relationships/slide" Target="slides/slide45.xml"/><Relationship Id="rId64" Type="http://schemas.openxmlformats.org/officeDocument/2006/relationships/slide" Target="slides/slide46.xml"/><Relationship Id="rId65" Type="http://schemas.openxmlformats.org/officeDocument/2006/relationships/slide" Target="slides/slide47.xml"/><Relationship Id="rId66" Type="http://schemas.openxmlformats.org/officeDocument/2006/relationships/slide" Target="slides/slide48.xml"/><Relationship Id="rId67" Type="http://schemas.openxmlformats.org/officeDocument/2006/relationships/slide" Target="slides/slide49.xml"/><Relationship Id="rId68" Type="http://schemas.openxmlformats.org/officeDocument/2006/relationships/slide" Target="slides/slide50.xml"/><Relationship Id="rId69" Type="http://schemas.openxmlformats.org/officeDocument/2006/relationships/slide" Target="slides/slide51.xml"/><Relationship Id="rId70" Type="http://schemas.openxmlformats.org/officeDocument/2006/relationships/slide" Target="slides/slide52.xml"/><Relationship Id="rId71" Type="http://schemas.openxmlformats.org/officeDocument/2006/relationships/slide" Target="slides/slide53.xml"/><Relationship Id="rId72" Type="http://schemas.openxmlformats.org/officeDocument/2006/relationships/slide" Target="slides/slide54.xml"/><Relationship Id="rId73" Type="http://schemas.openxmlformats.org/officeDocument/2006/relationships/slide" Target="slides/slide55.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style val="10"/>
  <c:chart>
    <c:autoTitleDeleted val="1"/>
    <c:plotArea>
      <c:barChart>
        <c:barDir val="bar"/>
        <c:grouping val="clustered"/>
        <c:ser>
          <c:idx val="0"/>
          <c:order val="0"/>
          <c:tx>
            <c:strRef>
              <c:f>Sheet1!$B$1</c:f>
              <c:strCache>
                <c:ptCount val="1"/>
                <c:pt idx="0">
                  <c:v>課題数</c:v>
                </c:pt>
              </c:strCache>
            </c:strRef>
          </c:tx>
          <c:spPr>
            <a:solidFill>
              <a:srgbClr val="2C9100"/>
            </a:solidFill>
            <a:ln>
              <a:noFill/>
            </a:ln>
          </c:spPr>
          <c:cat>
            <c:strRef>
              <c:f>Sheet1!$A$2:$A$6</c:f>
              <c:strCache>
                <c:ptCount val="5"/>
                <c:pt idx="0">
                  <c:v>金融</c:v>
                </c:pt>
                <c:pt idx="1">
                  <c:v>データ分析</c:v>
                </c:pt>
                <c:pt idx="2">
                  <c:v>コーディング</c:v>
                </c:pt>
                <c:pt idx="3">
                  <c:v>業務アプリ</c:v>
                </c:pt>
                <c:pt idx="4">
                  <c:v>検索など</c:v>
                </c:pt>
              </c:strCache>
            </c:strRef>
          </c:cat>
          <c:val>
            <c:numRef>
              <c:f>Sheet1!$B$2:$B$6</c:f>
              <c:numCache>
                <c:formatCode>General</c:formatCode>
                <c:ptCount val="5"/>
                <c:pt idx="0">
                  <c:v>12</c:v>
                </c:pt>
                <c:pt idx="1">
                  <c:v>12</c:v>
                </c:pt>
                <c:pt idx="2">
                  <c:v>22</c:v>
                </c:pt>
                <c:pt idx="3">
                  <c:v>22</c:v>
                </c:pt>
                <c:pt idx="4">
                  <c:v>32</c:v>
                </c:pt>
              </c:numCache>
            </c:numRef>
          </c:val>
        </c:ser>
        <c:dLbls>
          <c:txPr>
            <a:bodyPr/>
            <a:lstStyle/>
            <a:p>
              <a:pPr>
                <a:defRPr sz="1500">
                  <a:latin typeface="Noto Sans CJK JP"/>
                </a:defRPr>
              </a:pPr>
            </a:p>
          </c:txPr>
          <c:dLblPos val="outEnd"/>
          <c:showLegendKey val="0"/>
          <c:showVal val="1"/>
          <c:showCatName val="0"/>
          <c:showSerName val="0"/>
          <c:showPercent val="0"/>
          <c:showBubbleSize val="0"/>
          <c:showLeaderLines val="1"/>
        </c:dLbls>
        <c:gapWidth val="60"/>
        <c:axId val="2226939960"/>
        <c:axId val="2180972856"/>
      </c:barChart>
      <c:catAx>
        <c:axId val="2226939960"/>
        <c:scaling>
          <c:orientation val="minMax"/>
        </c:scaling>
        <c:delete val="0"/>
        <c:axPos val="l"/>
        <c:majorTickMark val="none"/>
        <c:minorTickMark val="none"/>
        <c:tickLblPos val="nextTo"/>
        <c:spPr>
          <a:ln>
            <a:noFill/>
          </a:ln>
        </c:spPr>
        <c:txPr>
          <a:bodyPr/>
          <a:lstStyle/>
          <a:p>
            <a:pPr>
              <a:defRPr sz="1300">
                <a:latin typeface="Noto Sans CJK JP"/>
              </a:defRPr>
            </a:pPr>
          </a:p>
        </c:txPr>
        <c:crossAx val="2180972856"/>
        <c:crosses val="autoZero"/>
        <c:auto val="1"/>
        <c:lblAlgn val="ctr"/>
        <c:lblOffset val="100"/>
        <c:tickLblSkip val="1"/>
        <c:noMultiLvlLbl val="0"/>
      </c:catAx>
      <c:valAx>
        <c:axId val="2180972856"/>
        <c:scaling>
          <c:min val="0.0"/>
        </c:scaling>
        <c:delete val="0"/>
        <c:axPos val="b"/>
        <c:majorGridlines>
          <c:spPr>
            <a:ln>
              <a:solidFill>
                <a:srgbClr val="DADDD7"/>
              </a:solidFill>
            </a:ln>
          </c:spPr>
        </c:majorGridlines>
        <c:majorTickMark val="none"/>
        <c:minorTickMark val="none"/>
        <c:tickLblPos val="nextTo"/>
        <c:spPr>
          <a:ln>
            <a:noFill/>
          </a:ln>
        </c:spPr>
        <c:txPr>
          <a:bodyPr/>
          <a:lstStyle/>
          <a:p>
            <a:pPr>
              <a:defRPr sz="1300">
                <a:latin typeface="Noto Sans CJK JP"/>
              </a:defRPr>
            </a:pPr>
          </a:p>
        </c:txPr>
        <c:crossAx val="2226939960"/>
        <c:crosses val="autoZero"/>
      </c:valAx>
      <c:spPr>
        <a:solidFill>
          <a:srgbClr val="FFFEF8"/>
        </a:solidFill>
        <a:ln>
          <a:noFill/>
        </a:ln>
      </c:spPr>
    </c:plotArea>
    <c:dispBlanksAs val="gap"/>
  </c:chart>
  <c:spPr>
    <a:solidFill>
      <a:srgbClr val="FFFEF8"/>
    </a:solidFill>
    <a:ln>
      <a:noFill/>
    </a:ln>
  </c:spPr>
  <c:txPr>
    <a:bodyPr/>
    <a:lstStyle/>
    <a:p>
      <a:pPr>
        <a:defRPr sz="1400">
          <a:latin typeface="Noto Sans CJK JP"/>
        </a:defRPr>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style val="10"/>
  <c:chart>
    <c:autoTitleDeleted val="1"/>
    <c:plotArea>
      <c:barChart>
        <c:barDir val="col"/>
        <c:grouping val="clustered"/>
        <c:ser>
          <c:idx val="0"/>
          <c:order val="0"/>
          <c:tx>
            <c:strRef>
              <c:f>Sheet1!$B$1</c:f>
              <c:strCache>
                <c:ptCount val="1"/>
                <c:pt idx="0">
                  <c:v>課題数</c:v>
                </c:pt>
              </c:strCache>
            </c:strRef>
          </c:tx>
          <c:spPr>
            <a:solidFill>
              <a:srgbClr val="2C9100"/>
            </a:solidFill>
            <a:ln>
              <a:noFill/>
            </a:ln>
          </c:spPr>
          <c:cat>
            <c:strRef>
              <c:f>Sheet1!$A$2:$A$5</c:f>
              <c:strCache>
                <c:ptCount val="4"/>
                <c:pt idx="0">
                  <c:v>1サーバー</c:v>
                </c:pt>
                <c:pt idx="1">
                  <c:v>2サーバー</c:v>
                </c:pt>
                <c:pt idx="2">
                  <c:v>3サーバー</c:v>
                </c:pt>
                <c:pt idx="3">
                  <c:v>4以上</c:v>
                </c:pt>
              </c:strCache>
            </c:strRef>
          </c:cat>
          <c:val>
            <c:numRef>
              <c:f>Sheet1!$B$2:$B$5</c:f>
              <c:numCache>
                <c:formatCode>General</c:formatCode>
                <c:ptCount val="4"/>
                <c:pt idx="0">
                  <c:v>1.4</c:v>
                </c:pt>
                <c:pt idx="1">
                  <c:v>51.7</c:v>
                </c:pt>
                <c:pt idx="2">
                  <c:v>38.2</c:v>
                </c:pt>
                <c:pt idx="3">
                  <c:v>8.7</c:v>
                </c:pt>
              </c:numCache>
            </c:numRef>
          </c:val>
        </c:ser>
        <c:dLbls>
          <c:txPr>
            <a:bodyPr/>
            <a:lstStyle/>
            <a:p>
              <a:pPr>
                <a:defRPr sz="1500">
                  <a:latin typeface="Noto Sans CJK JP"/>
                </a:defRPr>
              </a:pPr>
            </a:p>
          </c:txPr>
          <c:dLblPos val="outEnd"/>
          <c:showLegendKey val="0"/>
          <c:showVal val="1"/>
          <c:showCatName val="0"/>
          <c:showSerName val="0"/>
          <c:showPercent val="0"/>
          <c:showBubbleSize val="0"/>
          <c:showLeaderLines val="1"/>
        </c:dLbls>
        <c:gapWidth val="60"/>
        <c:axId val="2226939960"/>
        <c:axId val="2180972856"/>
      </c:barChart>
      <c:catAx>
        <c:axId val="2226939960"/>
        <c:scaling>
          <c:orientation val="minMax"/>
        </c:scaling>
        <c:delete val="0"/>
        <c:axPos val="b"/>
        <c:majorTickMark val="none"/>
        <c:minorTickMark val="none"/>
        <c:tickLblPos val="nextTo"/>
        <c:spPr>
          <a:ln>
            <a:noFill/>
          </a:ln>
        </c:spPr>
        <c:txPr>
          <a:bodyPr/>
          <a:lstStyle/>
          <a:p>
            <a:pPr>
              <a:defRPr sz="1300">
                <a:latin typeface="Noto Sans CJK JP"/>
              </a:defRPr>
            </a:pPr>
          </a:p>
        </c:txPr>
        <c:crossAx val="2180972856"/>
        <c:crosses val="autoZero"/>
        <c:auto val="1"/>
        <c:lblAlgn val="ctr"/>
        <c:lblOffset val="100"/>
        <c:tickLblSkip val="1"/>
        <c:noMultiLvlLbl val="0"/>
      </c:catAx>
      <c:valAx>
        <c:axId val="2180972856"/>
        <c:scaling>
          <c:min val="0.0"/>
        </c:scaling>
        <c:delete val="0"/>
        <c:axPos val="l"/>
        <c:majorGridlines>
          <c:spPr>
            <a:ln>
              <a:solidFill>
                <a:srgbClr val="DADDD7"/>
              </a:solidFill>
            </a:ln>
          </c:spPr>
        </c:majorGridlines>
        <c:majorTickMark val="none"/>
        <c:minorTickMark val="none"/>
        <c:tickLblPos val="nextTo"/>
        <c:spPr>
          <a:ln>
            <a:noFill/>
          </a:ln>
        </c:spPr>
        <c:txPr>
          <a:bodyPr/>
          <a:lstStyle/>
          <a:p>
            <a:pPr>
              <a:defRPr sz="1300">
                <a:latin typeface="Noto Sans CJK JP"/>
              </a:defRPr>
            </a:pPr>
          </a:p>
        </c:txPr>
        <c:crossAx val="2226939960"/>
        <c:crosses val="autoZero"/>
      </c:valAx>
      <c:spPr>
        <a:solidFill>
          <a:srgbClr val="FFFEF8"/>
        </a:solidFill>
        <a:ln>
          <a:noFill/>
        </a:ln>
      </c:spPr>
    </c:plotArea>
    <c:dispBlanksAs val="gap"/>
  </c:chart>
  <c:spPr>
    <a:solidFill>
      <a:srgbClr val="FFFEF8"/>
    </a:solidFill>
    <a:ln>
      <a:noFill/>
    </a:ln>
  </c:spPr>
  <c:txPr>
    <a:bodyPr/>
    <a:lstStyle/>
    <a:p>
      <a:pPr>
        <a:defRPr sz="1400">
          <a:latin typeface="Noto Sans CJK JP"/>
        </a:defRPr>
      </a:pPr>
      <a:endParaRPr lang="en-US"/>
    </a:p>
  </c:tx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style val="10"/>
  <c:chart>
    <c:autoTitleDeleted val="1"/>
    <c:plotArea>
      <c:barChart>
        <c:barDir val="bar"/>
        <c:grouping val="clustered"/>
        <c:ser>
          <c:idx val="0"/>
          <c:order val="0"/>
          <c:tx>
            <c:strRef>
              <c:f>Sheet1!$B$1</c:f>
              <c:strCache>
                <c:ptCount val="1"/>
                <c:pt idx="0">
                  <c:v>課題数</c:v>
                </c:pt>
              </c:strCache>
            </c:strRef>
          </c:tx>
          <c:spPr>
            <a:solidFill>
              <a:srgbClr val="2C9100"/>
            </a:solidFill>
            <a:ln>
              <a:noFill/>
            </a:ln>
          </c:spPr>
          <c:cat>
            <c:strRef>
              <c:f>Sheet1!$A$2:$A$7</c:f>
              <c:strCache>
                <c:ptCount val="6"/>
                <c:pt idx="0">
                  <c:v>airtable</c:v>
                </c:pt>
                <c:pt idx="1">
                  <c:v>mongodb</c:v>
                </c:pt>
                <c:pt idx="2">
                  <c:v>wikipedia</c:v>
                </c:pt>
                <c:pt idx="3">
                  <c:v>exa</c:v>
                </c:pt>
                <c:pt idx="4">
                  <c:v>filesystem</c:v>
                </c:pt>
                <c:pt idx="5">
                  <c:v>oxylabs</c:v>
                </c:pt>
              </c:strCache>
            </c:strRef>
          </c:cat>
          <c:val>
            <c:numRef>
              <c:f>Sheet1!$B$2:$B$7</c:f>
              <c:numCache>
                <c:formatCode>General</c:formatCode>
                <c:ptCount val="6"/>
                <c:pt idx="0">
                  <c:v>96</c:v>
                </c:pt>
                <c:pt idx="1">
                  <c:v>98</c:v>
                </c:pt>
                <c:pt idx="2">
                  <c:v>99</c:v>
                </c:pt>
                <c:pt idx="3">
                  <c:v>108</c:v>
                </c:pt>
                <c:pt idx="4">
                  <c:v>133</c:v>
                </c:pt>
                <c:pt idx="5">
                  <c:v>155</c:v>
                </c:pt>
              </c:numCache>
            </c:numRef>
          </c:val>
        </c:ser>
        <c:dLbls>
          <c:txPr>
            <a:bodyPr/>
            <a:lstStyle/>
            <a:p>
              <a:pPr>
                <a:defRPr sz="1500">
                  <a:latin typeface="Noto Sans CJK JP"/>
                </a:defRPr>
              </a:pPr>
            </a:p>
          </c:txPr>
          <c:dLblPos val="outEnd"/>
          <c:showLegendKey val="0"/>
          <c:showVal val="1"/>
          <c:showCatName val="0"/>
          <c:showSerName val="0"/>
          <c:showPercent val="0"/>
          <c:showBubbleSize val="0"/>
          <c:showLeaderLines val="1"/>
        </c:dLbls>
        <c:gapWidth val="60"/>
        <c:axId val="2226939960"/>
        <c:axId val="2180972856"/>
      </c:barChart>
      <c:catAx>
        <c:axId val="2226939960"/>
        <c:scaling>
          <c:orientation val="minMax"/>
        </c:scaling>
        <c:delete val="0"/>
        <c:axPos val="l"/>
        <c:majorTickMark val="none"/>
        <c:minorTickMark val="none"/>
        <c:tickLblPos val="nextTo"/>
        <c:spPr>
          <a:ln>
            <a:noFill/>
          </a:ln>
        </c:spPr>
        <c:txPr>
          <a:bodyPr/>
          <a:lstStyle/>
          <a:p>
            <a:pPr>
              <a:defRPr sz="1300">
                <a:latin typeface="Noto Sans CJK JP"/>
              </a:defRPr>
            </a:pPr>
          </a:p>
        </c:txPr>
        <c:crossAx val="2180972856"/>
        <c:crosses val="autoZero"/>
        <c:auto val="1"/>
        <c:lblAlgn val="ctr"/>
        <c:lblOffset val="100"/>
        <c:tickLblSkip val="1"/>
        <c:noMultiLvlLbl val="0"/>
      </c:catAx>
      <c:valAx>
        <c:axId val="2180972856"/>
        <c:scaling>
          <c:min val="0.0"/>
        </c:scaling>
        <c:delete val="0"/>
        <c:axPos val="b"/>
        <c:majorGridlines>
          <c:spPr>
            <a:ln>
              <a:solidFill>
                <a:srgbClr val="DADDD7"/>
              </a:solidFill>
            </a:ln>
          </c:spPr>
        </c:majorGridlines>
        <c:majorTickMark val="none"/>
        <c:minorTickMark val="none"/>
        <c:tickLblPos val="nextTo"/>
        <c:spPr>
          <a:ln>
            <a:noFill/>
          </a:ln>
        </c:spPr>
        <c:txPr>
          <a:bodyPr/>
          <a:lstStyle/>
          <a:p>
            <a:pPr>
              <a:defRPr sz="1300">
                <a:latin typeface="Noto Sans CJK JP"/>
              </a:defRPr>
            </a:pPr>
          </a:p>
        </c:txPr>
        <c:crossAx val="2226939960"/>
        <c:crosses val="autoZero"/>
      </c:valAx>
      <c:spPr>
        <a:solidFill>
          <a:srgbClr val="FFFEF8"/>
        </a:solidFill>
        <a:ln>
          <a:noFill/>
        </a:ln>
      </c:spPr>
    </c:plotArea>
    <c:dispBlanksAs val="gap"/>
  </c:chart>
  <c:spPr>
    <a:solidFill>
      <a:srgbClr val="FFFEF8"/>
    </a:solidFill>
    <a:ln>
      <a:noFill/>
    </a:ln>
  </c:spPr>
  <c:txPr>
    <a:bodyPr/>
    <a:lstStyle/>
    <a:p>
      <a:pPr>
        <a:defRPr sz="1400">
          <a:latin typeface="Noto Sans CJK JP"/>
        </a:defRPr>
      </a:pPr>
      <a:endParaRPr lang="en-US"/>
    </a:p>
  </c:txPr>
  <c:externalData r:id="rId1">
    <c:autoUpdate val="0"/>
  </c:externalData>
</c:chartSpace>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9"/>
        <p:cNvGrpSpPr/>
        <p:nvPr/>
      </p:nvGrpSpPr>
      <p:grpSpPr>
        <a:xfrm>
          <a:off x="0" y="0"/>
          <a:ext cx="0" cy="0"/>
          <a:chOff x="0" y="0"/>
          <a:chExt cx="0" cy="0"/>
        </a:xfrm>
      </p:grpSpPr>
      <p:sp>
        <p:nvSpPr>
          <p:cNvPr id="10" name="Google Shape;10;p2"/>
          <p:cNvSpPr txBox="1">
            <a:spLocks noGrp="1"/>
          </p:cNvSpPr>
          <p:nvPr>
            <p:ph type="ctrTitle"/>
          </p:nvPr>
        </p:nvSpPr>
        <p:spPr>
          <a:xfrm>
            <a:off x="311708" y="1247175"/>
            <a:ext cx="8520600" cy="2052600"/>
          </a:xfrm>
          <a:prstGeom prst="rect">
            <a:avLst/>
          </a:prstGeom>
        </p:spPr>
        <p:txBody>
          <a:bodyPr spcFirstLastPara="1" wrap="square" lIns="91425" tIns="91425" rIns="91425" bIns="91425" anchor="b" anchorCtr="0">
            <a:normAutofit/>
          </a:bodyPr>
          <a:lstStyle>
            <a:lvl1pPr lvl="0" algn="ctr">
              <a:spcBef>
                <a:spcPts val="0"/>
              </a:spcBef>
              <a:spcAft>
                <a:spcPts val="0"/>
              </a:spcAft>
              <a:buClr>
                <a:schemeClr val="dk1"/>
              </a:buClr>
              <a:buNone/>
              <a:defRPr sz="5200" b="1" lang="ja-JP">
                <a:solidFill>
                  <a:schemeClr val="dk1"/>
                </a:solidFill>
                <a:latin typeface="Noto Sans"/>
                <a:ea typeface="Noto Sans CJK JP"/>
                <a:cs typeface="Noto Sans"/>
              </a:defRPr>
            </a:lvl1pPr>
            <a:lvl2pPr lvl="1" algn="ctr">
              <a:spcBef>
                <a:spcPts val="0"/>
              </a:spcBef>
              <a:spcAft>
                <a:spcPts val="0"/>
              </a:spcAft>
              <a:buNone/>
              <a:defRPr sz="5200" lang="ja-JP">
                <a:latin typeface="Noto Sans"/>
                <a:ea typeface="Noto Sans CJK JP"/>
                <a:cs typeface="Noto Sans"/>
              </a:defRPr>
            </a:lvl2pPr>
            <a:lvl3pPr lvl="2" algn="ctr">
              <a:spcBef>
                <a:spcPts val="0"/>
              </a:spcBef>
              <a:spcAft>
                <a:spcPts val="0"/>
              </a:spcAft>
              <a:buNone/>
              <a:defRPr sz="5200" lang="ja-JP">
                <a:latin typeface="Noto Sans"/>
                <a:ea typeface="Noto Sans CJK JP"/>
                <a:cs typeface="Noto Sans"/>
              </a:defRPr>
            </a:lvl3pPr>
            <a:lvl4pPr lvl="3" algn="ctr">
              <a:spcBef>
                <a:spcPts val="0"/>
              </a:spcBef>
              <a:spcAft>
                <a:spcPts val="0"/>
              </a:spcAft>
              <a:buNone/>
              <a:defRPr sz="5200" lang="ja-JP">
                <a:latin typeface="Noto Sans"/>
                <a:ea typeface="Noto Sans CJK JP"/>
                <a:cs typeface="Noto Sans"/>
              </a:defRPr>
            </a:lvl4pPr>
            <a:lvl5pPr lvl="4" algn="ctr">
              <a:spcBef>
                <a:spcPts val="0"/>
              </a:spcBef>
              <a:spcAft>
                <a:spcPts val="0"/>
              </a:spcAft>
              <a:buNone/>
              <a:defRPr sz="5200" lang="ja-JP">
                <a:latin typeface="Noto Sans"/>
                <a:ea typeface="Noto Sans CJK JP"/>
                <a:cs typeface="Noto Sans"/>
              </a:defRPr>
            </a:lvl5pPr>
            <a:lvl6pPr lvl="5" algn="ctr">
              <a:spcBef>
                <a:spcPts val="0"/>
              </a:spcBef>
              <a:spcAft>
                <a:spcPts val="0"/>
              </a:spcAft>
              <a:buNone/>
              <a:defRPr sz="5200" lang="ja-JP">
                <a:latin typeface="Noto Sans"/>
                <a:ea typeface="Noto Sans CJK JP"/>
                <a:cs typeface="Noto Sans"/>
              </a:defRPr>
            </a:lvl6pPr>
            <a:lvl7pPr lvl="6" algn="ctr">
              <a:spcBef>
                <a:spcPts val="0"/>
              </a:spcBef>
              <a:spcAft>
                <a:spcPts val="0"/>
              </a:spcAft>
              <a:buNone/>
              <a:defRPr sz="5200" lang="ja-JP">
                <a:latin typeface="Noto Sans"/>
                <a:ea typeface="Noto Sans CJK JP"/>
                <a:cs typeface="Noto Sans"/>
              </a:defRPr>
            </a:lvl7pPr>
            <a:lvl8pPr lvl="7" algn="ctr">
              <a:spcBef>
                <a:spcPts val="0"/>
              </a:spcBef>
              <a:spcAft>
                <a:spcPts val="0"/>
              </a:spcAft>
              <a:buNone/>
              <a:defRPr sz="5200" lang="ja-JP">
                <a:latin typeface="Noto Sans"/>
                <a:ea typeface="Noto Sans CJK JP"/>
                <a:cs typeface="Noto Sans"/>
              </a:defRPr>
            </a:lvl8pPr>
            <a:lvl9pPr lvl="8" algn="ctr">
              <a:spcBef>
                <a:spcPts val="0"/>
              </a:spcBef>
              <a:spcAft>
                <a:spcPts val="0"/>
              </a:spcAft>
              <a:buNone/>
              <a:defRPr sz="5200" lang="ja-JP">
                <a:latin typeface="Noto Sans"/>
                <a:ea typeface="Noto Sans CJK JP"/>
                <a:cs typeface="Noto Sans"/>
              </a:defRPr>
            </a:lvl9pPr>
          </a:lstStyle>
          <a:p>
            <a:endParaRPr lang="ja-JP">
              <a:latin typeface="Noto Sans"/>
              <a:ea typeface="Noto Sans CJK JP"/>
              <a:cs typeface="Noto Sans"/>
            </a:endParaRPr>
          </a:p>
        </p:txBody>
      </p:sp>
      <p:sp>
        <p:nvSpPr>
          <p:cNvPr id="11" name="Google Shape;11;p2"/>
          <p:cNvSpPr txBox="1">
            <a:spLocks noGrp="1"/>
          </p:cNvSpPr>
          <p:nvPr>
            <p:ph type="subTitle" idx="1"/>
          </p:nvPr>
        </p:nvSpPr>
        <p:spPr>
          <a:xfrm>
            <a:off x="311700" y="3657600"/>
            <a:ext cx="8520600" cy="365760"/>
          </a:xfrm>
          <a:prstGeom prst="rect">
            <a:avLst/>
          </a:prstGeom>
        </p:spPr>
        <p:txBody>
          <a:bodyPr spcFirstLastPara="1" wrap="square" lIns="91425" tIns="91425" rIns="91425" bIns="91425" anchor="t" anchorCtr="0">
            <a:normAutofit/>
          </a:bodyPr>
          <a:lstStyle>
            <a:lvl1pPr lvl="0" algn="ctr">
              <a:lnSpc>
                <a:spcPct val="100000"/>
              </a:lnSpc>
              <a:spcBef>
                <a:spcPts val="0"/>
              </a:spcBef>
              <a:spcAft>
                <a:spcPts val="0"/>
              </a:spcAft>
              <a:buClr>
                <a:schemeClr val="dk1"/>
              </a:buClr>
              <a:buNone/>
              <a:defRPr sz="2800" lang="ja-JP">
                <a:solidFill>
                  <a:schemeClr val="dk1"/>
                </a:solidFill>
                <a:latin typeface="Noto Sans"/>
                <a:ea typeface="Noto Sans CJK JP"/>
                <a:cs typeface="Noto Sans"/>
              </a:defRPr>
            </a:lvl1pPr>
            <a:lvl2pPr lvl="1" algn="ctr">
              <a:lnSpc>
                <a:spcPct val="100000"/>
              </a:lnSpc>
              <a:spcBef>
                <a:spcPts val="0"/>
              </a:spcBef>
              <a:spcAft>
                <a:spcPts val="0"/>
              </a:spcAft>
              <a:buNone/>
              <a:defRPr sz="2800" lang="ja-JP">
                <a:latin typeface="Noto Sans"/>
                <a:ea typeface="Noto Sans CJK JP"/>
                <a:cs typeface="Noto Sans"/>
              </a:defRPr>
            </a:lvl2pPr>
            <a:lvl3pPr lvl="2" algn="ctr">
              <a:lnSpc>
                <a:spcPct val="100000"/>
              </a:lnSpc>
              <a:spcBef>
                <a:spcPts val="0"/>
              </a:spcBef>
              <a:spcAft>
                <a:spcPts val="0"/>
              </a:spcAft>
              <a:buNone/>
              <a:defRPr sz="2800" lang="ja-JP">
                <a:latin typeface="Noto Sans"/>
                <a:ea typeface="Noto Sans CJK JP"/>
                <a:cs typeface="Noto Sans"/>
              </a:defRPr>
            </a:lvl3pPr>
            <a:lvl4pPr lvl="3" algn="ctr">
              <a:lnSpc>
                <a:spcPct val="100000"/>
              </a:lnSpc>
              <a:spcBef>
                <a:spcPts val="0"/>
              </a:spcBef>
              <a:spcAft>
                <a:spcPts val="0"/>
              </a:spcAft>
              <a:buNone/>
              <a:defRPr sz="2800" lang="ja-JP">
                <a:latin typeface="Noto Sans"/>
                <a:ea typeface="Noto Sans CJK JP"/>
                <a:cs typeface="Noto Sans"/>
              </a:defRPr>
            </a:lvl4pPr>
            <a:lvl5pPr lvl="4" algn="ctr">
              <a:lnSpc>
                <a:spcPct val="100000"/>
              </a:lnSpc>
              <a:spcBef>
                <a:spcPts val="0"/>
              </a:spcBef>
              <a:spcAft>
                <a:spcPts val="0"/>
              </a:spcAft>
              <a:buNone/>
              <a:defRPr sz="2800" lang="ja-JP">
                <a:latin typeface="Noto Sans"/>
                <a:ea typeface="Noto Sans CJK JP"/>
                <a:cs typeface="Noto Sans"/>
              </a:defRPr>
            </a:lvl5pPr>
            <a:lvl6pPr lvl="5" algn="ctr">
              <a:lnSpc>
                <a:spcPct val="100000"/>
              </a:lnSpc>
              <a:spcBef>
                <a:spcPts val="0"/>
              </a:spcBef>
              <a:spcAft>
                <a:spcPts val="0"/>
              </a:spcAft>
              <a:buNone/>
              <a:defRPr sz="2800" lang="ja-JP">
                <a:latin typeface="Noto Sans"/>
                <a:ea typeface="Noto Sans CJK JP"/>
                <a:cs typeface="Noto Sans"/>
              </a:defRPr>
            </a:lvl6pPr>
            <a:lvl7pPr lvl="6" algn="ctr">
              <a:lnSpc>
                <a:spcPct val="100000"/>
              </a:lnSpc>
              <a:spcBef>
                <a:spcPts val="0"/>
              </a:spcBef>
              <a:spcAft>
                <a:spcPts val="0"/>
              </a:spcAft>
              <a:buNone/>
              <a:defRPr sz="2800" lang="ja-JP">
                <a:latin typeface="Noto Sans"/>
                <a:ea typeface="Noto Sans CJK JP"/>
                <a:cs typeface="Noto Sans"/>
              </a:defRPr>
            </a:lvl7pPr>
            <a:lvl8pPr lvl="7" algn="ctr">
              <a:lnSpc>
                <a:spcPct val="100000"/>
              </a:lnSpc>
              <a:spcBef>
                <a:spcPts val="0"/>
              </a:spcBef>
              <a:spcAft>
                <a:spcPts val="0"/>
              </a:spcAft>
              <a:buNone/>
              <a:defRPr sz="2800" lang="ja-JP">
                <a:latin typeface="Noto Sans"/>
                <a:ea typeface="Noto Sans CJK JP"/>
                <a:cs typeface="Noto Sans"/>
              </a:defRPr>
            </a:lvl8pPr>
            <a:lvl9pPr lvl="8" algn="ctr">
              <a:lnSpc>
                <a:spcPct val="100000"/>
              </a:lnSpc>
              <a:spcBef>
                <a:spcPts val="0"/>
              </a:spcBef>
              <a:spcAft>
                <a:spcPts val="0"/>
              </a:spcAft>
              <a:buNone/>
              <a:defRPr sz="2800" lang="ja-JP">
                <a:latin typeface="Noto Sans"/>
                <a:ea typeface="Noto Sans CJK JP"/>
                <a:cs typeface="Noto Sans"/>
              </a:defRPr>
            </a:lvl9pPr>
          </a:lstStyle>
          <a:p>
            <a:pPr>
              <a:defRPr sz="2200" lang="ja-JP">
                <a:latin typeface="Noto Sans"/>
                <a:ea typeface="Noto Sans CJK JP"/>
                <a:cs typeface="Noto Sans"/>
              </a:defRPr>
            </a:pPr>
            <a:endParaRPr lang="ja-JP">
              <a:latin typeface="Noto Sans"/>
              <a:ea typeface="Noto Sans CJK JP"/>
              <a:cs typeface="Noto Sans"/>
            </a:endParaRPr>
          </a:p>
        </p:txBody>
      </p:sp>
      <p:sp>
        <p:nvSpPr>
          <p:cNvPr id="2" name="Google Shape;22;p5">
            <a:extLst>
              <a:ext uri="{FF2B5EF4-FFF2-40B4-BE49-F238E27FC236}">
                <a16:creationId xmlns:a16="http://schemas.microsoft.com/office/drawing/2014/main" id="{97A17C7E-5073-6B99-C91A-19299DA839DE}"/>
              </a:ext>
            </a:extLst>
          </p:cNvPr>
          <p:cNvSpPr/>
          <p:nvPr userDrawn="1"/>
        </p:nvSpPr>
        <p:spPr>
          <a:xfrm>
            <a:off x="8607898" y="-10450"/>
            <a:ext cx="548701" cy="479700"/>
          </a:xfrm>
          <a:prstGeom prst="rect">
            <a:avLst/>
          </a:prstGeom>
          <a:solidFill>
            <a:schemeClr val="accent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lang="ja-JP">
              <a:latin typeface="Noto Sans"/>
              <a:ea typeface="Noto Sans CJK JP"/>
              <a:cs typeface="Noto Sans"/>
            </a:endParaRPr>
          </a:p>
        </p:txBody>
      </p:sp>
      <p:sp>
        <p:nvSpPr>
          <p:cNvPr id="7" name="Slide Number">
            <a:extLst>
              <a:ext uri="{FF2B5EF4-FFF2-40B4-BE49-F238E27FC236}">
                <a16:creationId xmlns:a16="http://schemas.microsoft.com/office/drawing/2014/main" id="{2BE9CD3C-2632-D40F-DBD2-47ACED4F9A3C}"/>
              </a:ext>
            </a:extLst>
          </p:cNvPr>
          <p:cNvSpPr txBox="1"/>
          <p:nvPr userDrawn="1"/>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lt1"/>
                </a:solidFill>
                <a:latin typeface="Noto Sans"/>
                <a:ea typeface="Noto Sans CJK JP"/>
                <a:cs typeface="Noto Sans"/>
              </a:rPr>
              <a:pPr algn="ctr"/>
              <a:t>‹#›</a:t>
            </a:fld>
            <a:endParaRPr lang="ja-JP" sz="1800" b="1" dirty="0">
              <a:latin typeface="Noto Sans"/>
              <a:ea typeface="Noto Sans CJK JP"/>
              <a:cs typeface="Noto Sans"/>
            </a:endParaRPr>
          </a:p>
        </p:txBody>
      </p:sp>
      <p:sp>
        <p:nvSpPr>
          <p:cNvPr id="110" name="Author affiliation"/>
          <p:cNvSpPr txBox="1">
            <a:spLocks noGrp="1"/>
          </p:cNvSpPr>
          <p:nvPr>
            <p:ph type="body" idx="10"/>
          </p:nvPr>
        </p:nvSpPr>
        <p:spPr>
          <a:xfrm>
            <a:off x="5486400" y="4224528"/>
            <a:ext cx="3108960" cy="228600"/>
          </a:xfrm>
          <a:prstGeom prst="rect">
            <a:avLst/>
          </a:prstGeom>
        </p:spPr>
        <p:txBody>
          <a:bodyPr spcFirstLastPara="1" wrap="square" lIns="91425" tIns="91425" rIns="91425" bIns="91425" anchor="ctr" anchorCtr="0">
            <a:normAutofit/>
          </a:bodyPr>
          <a:lst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a:lstStyle>
          <a:p>
            <a:pPr algn="r">
              <a:lnSpc>
                <a:spcPct val="100000"/>
              </a:lnSpc>
              <a:spcBef>
                <a:spcPts val="0"/>
              </a:spcBef>
              <a:spcAft>
                <a:spcPts val="0"/>
              </a:spcAft>
              <a:defRPr sz="1400" b="0" lang="ja-JP">
                <a:solidFill>
                  <a:srgbClr val="626669"/>
                </a:solidFill>
                <a:latin typeface="Noto Sans"/>
                <a:ea typeface="Noto Sans CJK JP"/>
                <a:cs typeface="Noto Sans"/>
              </a:defRPr>
            </a:pPr>
            <a:r>
              <a:t>所属　［所属］</a:t>
            </a:r>
          </a:p>
        </p:txBody>
      </p:sp>
      <p:sp>
        <p:nvSpPr>
          <p:cNvPr id="111" name="Author name"/>
          <p:cNvSpPr txBox="1">
            <a:spLocks noGrp="1"/>
          </p:cNvSpPr>
          <p:nvPr>
            <p:ph type="body" idx="11"/>
          </p:nvPr>
        </p:nvSpPr>
        <p:spPr>
          <a:xfrm>
            <a:off x="5486400" y="4416552"/>
            <a:ext cx="3108960" cy="402336"/>
          </a:xfrm>
          <a:prstGeom prst="rect">
            <a:avLst/>
          </a:prstGeom>
        </p:spPr>
        <p:txBody>
          <a:bodyPr spcFirstLastPara="1" wrap="square" lIns="91425" tIns="91425" rIns="91425" bIns="91425" anchor="ctr" anchorCtr="0">
            <a:normAutofit/>
          </a:bodyPr>
          <a:lst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a:lstStyle>
          <a:p>
            <a:pPr algn="r">
              <a:lnSpc>
                <a:spcPct val="100000"/>
              </a:lnSpc>
              <a:spcBef>
                <a:spcPts val="0"/>
              </a:spcBef>
              <a:spcAft>
                <a:spcPts val="0"/>
              </a:spcAft>
              <a:defRPr sz="2000" b="0" lang="ja-JP">
                <a:solidFill>
                  <a:srgbClr val="626669"/>
                </a:solidFill>
                <a:latin typeface="Noto Sans"/>
                <a:ea typeface="Noto Sans CJK JP"/>
                <a:cs typeface="Noto Sans"/>
              </a:defRPr>
            </a:pPr>
            <a:r>
              <a:rPr sz="2000" lang="ja-JP">
                <a:solidFill>
                  <a:srgbClr val="303437"/>
                </a:solidFill>
                <a:latin typeface="Noto Sans"/>
                <a:ea typeface="Noto Sans CJK JP"/>
                <a:cs typeface="Noto Sans"/>
              </a:rPr>
              <a:t>氏名　［氏名］</a:t>
            </a:r>
          </a:p>
        </p:txBody>
      </p:sp>
      <p:sp>
        <p:nvSpPr>
          <p:cNvPr id="112" name="Creation date"/>
          <p:cNvSpPr txBox="1">
            <a:spLocks noGrp="1"/>
          </p:cNvSpPr>
          <p:nvPr>
            <p:ph type="body" idx="12"/>
          </p:nvPr>
        </p:nvSpPr>
        <p:spPr>
          <a:xfrm>
            <a:off x="457200" y="274320"/>
            <a:ext cx="3657600" cy="228600"/>
          </a:xfrm>
          <a:prstGeom prst="rect">
            <a:avLst/>
          </a:prstGeom>
        </p:spPr>
        <p:txBody>
          <a:bodyPr spcFirstLastPara="1" wrap="square" lIns="91425" tIns="91425" rIns="91425" bIns="91425" anchor="ctr" anchorCtr="0">
            <a:normAutofit/>
          </a:bodyPr>
          <a:lst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a:lstStyle>
          <a:p>
            <a:pPr algn="l">
              <a:lnSpc>
                <a:spcPct val="100000"/>
              </a:lnSpc>
              <a:spcBef>
                <a:spcPts val="0"/>
              </a:spcBef>
              <a:spcAft>
                <a:spcPts val="0"/>
              </a:spcAft>
              <a:defRPr sz="1400" b="0" lang="ja-JP">
                <a:solidFill>
                  <a:srgbClr val="626669"/>
                </a:solidFill>
                <a:latin typeface="Noto Sans"/>
                <a:ea typeface="Noto Sans CJK JP"/>
                <a:cs typeface="Noto Sans"/>
              </a:defRPr>
            </a:pPr>
            <a:r>
              <a:t>作成日　YYYY-MM-DD</a:t>
            </a: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カスタム レイアウト 1">
  <p:cSld name="CUSTOM">
    <p:spTree>
      <p:nvGrpSpPr>
        <p:cNvPr id="1" name="Shape 71"/>
        <p:cNvGrpSpPr/>
        <p:nvPr/>
      </p:nvGrpSpPr>
      <p:grpSpPr>
        <a:xfrm>
          <a:off x="0" y="0"/>
          <a:ext cx="0" cy="0"/>
          <a:chOff x="0" y="0"/>
          <a:chExt cx="0" cy="0"/>
        </a:xfrm>
      </p:grpSpPr>
      <p:sp>
        <p:nvSpPr>
          <p:cNvPr id="73" name="Google Shape;73;p11"/>
          <p:cNvSpPr/>
          <p:nvPr/>
        </p:nvSpPr>
        <p:spPr>
          <a:xfrm>
            <a:off x="-12600" y="0"/>
            <a:ext cx="9169200" cy="480059"/>
          </a:xfrm>
          <a:prstGeom prst="rect">
            <a:avLst/>
          </a:prstGeom>
          <a:solidFill>
            <a:schemeClr val="accent2"/>
          </a:solidFill>
          <a:ln>
            <a:noFill/>
          </a:ln>
        </p:spPr>
        <p:txBody>
          <a:bodyPr spcFirstLastPara="1" wrap="square" lIns="91425" tIns="0" rIns="91425" bIns="0" anchor="ctr" anchorCtr="0">
            <a:noAutofit/>
          </a:bodyPr>
          <a:lstStyle/>
          <a:p>
            <a:pPr marL="0" lvl="0" indent="0" algn="ctr" rtl="0">
              <a:lnSpc>
                <a:spcPct val="100000"/>
              </a:lnSpc>
              <a:spcBef>
                <a:spcPts val="0"/>
              </a:spcBef>
              <a:spcAft>
                <a:spcPts val="0"/>
              </a:spcAft>
              <a:buNone/>
            </a:pPr>
            <a:endParaRPr lang="ja-JP">
              <a:latin typeface="Noto Sans"/>
              <a:ea typeface="Noto Sans CJK JP"/>
              <a:cs typeface="Noto Sans"/>
            </a:endParaRPr>
          </a:p>
        </p:txBody>
      </p:sp>
      <p:sp>
        <p:nvSpPr>
          <p:cNvPr id="75" name="Google Shape;75;p11"/>
          <p:cNvSpPr txBox="1"/>
          <p:nvPr/>
        </p:nvSpPr>
        <p:spPr>
          <a:xfrm>
            <a:off x="76100" y="0"/>
            <a:ext cx="8059500" cy="480059"/>
          </a:xfrm>
          <a:prstGeom prst="rect">
            <a:avLst/>
          </a:prstGeom>
          <a:noFill/>
          <a:ln>
            <a:noFill/>
          </a:ln>
        </p:spPr>
        <p:txBody>
          <a:bodyPr spcFirstLastPara="1" wrap="square" lIns="91425" tIns="0" rIns="91425" bIns="0" anchor="ctr" anchorCtr="0">
            <a:normAutofit/>
          </a:bodyPr>
          <a:lstStyle/>
          <a:p>
            <a:pPr marL="0" lvl="0" indent="0" algn="l" rtl="0">
              <a:lnSpc>
                <a:spcPct val="100000"/>
              </a:lnSpc>
              <a:spcBef>
                <a:spcPts val="0"/>
              </a:spcBef>
              <a:spcAft>
                <a:spcPts val="0"/>
              </a:spcAft>
              <a:buNone/>
              <a:defRPr sz="1400" b="1" lang="ja-JP" altLang="en-US">
                <a:latin typeface="Noto Sans"/>
                <a:ea typeface="Noto Sans CJK JP"/>
                <a:cs typeface="Noto Sans"/>
              </a:defRPr>
            </a:pPr>
            <a:r>
              <a:rPr lang="ja-JP" altLang="en-US" b="1" dirty="0" sz="1400">
                <a:solidFill>
                  <a:schemeClr val="lt1"/>
                </a:solidFill>
                <a:latin typeface="Noto Sans"/>
                <a:ea typeface="Noto Sans CJK JP"/>
                <a:cs typeface="Noto Sans"/>
              </a:rPr>
              <a:t>T</a:t>
            </a:r>
            <a:r>
              <a:rPr lang="ja-JP" b="1" dirty="0" sz="1400" altLang="en-US">
                <a:solidFill>
                  <a:schemeClr val="lt1"/>
                </a:solidFill>
                <a:latin typeface="Noto Sans"/>
                <a:ea typeface="Noto Sans CJK JP"/>
                <a:cs typeface="Noto Sans"/>
              </a:rPr>
              <a:t>able of </a:t>
            </a:r>
            <a:r>
              <a:rPr lang="ja-JP" altLang="en-US" b="1" dirty="0" sz="1400">
                <a:solidFill>
                  <a:schemeClr val="lt1"/>
                </a:solidFill>
                <a:latin typeface="Noto Sans"/>
                <a:ea typeface="Noto Sans CJK JP"/>
                <a:cs typeface="Noto Sans"/>
              </a:rPr>
              <a:t>C</a:t>
            </a:r>
            <a:r>
              <a:rPr lang="ja-JP" b="1" dirty="0" sz="1400" altLang="en-US">
                <a:solidFill>
                  <a:schemeClr val="lt1"/>
                </a:solidFill>
                <a:latin typeface="Noto Sans"/>
                <a:ea typeface="Noto Sans CJK JP"/>
                <a:cs typeface="Noto Sans"/>
              </a:rPr>
              <a:t>ontents</a:t>
            </a:r>
            <a:endParaRPr b="1" dirty="0" lang="ja-JP" sz="1400" altLang="en-US">
              <a:solidFill>
                <a:schemeClr val="lt1"/>
              </a:solidFill>
              <a:latin typeface="Noto Sans"/>
              <a:ea typeface="Noto Sans CJK JP"/>
              <a:cs typeface="Noto Sans"/>
            </a:endParaRPr>
          </a:p>
        </p:txBody>
      </p:sp>
      <p:sp>
        <p:nvSpPr>
          <p:cNvPr id="76" name="Google Shape;76;p11"/>
          <p:cNvSpPr txBox="1"/>
          <p:nvPr/>
        </p:nvSpPr>
        <p:spPr>
          <a:xfrm>
            <a:off x="1236712" y="842226"/>
            <a:ext cx="5764979" cy="593978"/>
          </a:xfrm>
          <a:prstGeom prst="rect">
            <a:avLst/>
          </a:prstGeom>
          <a:noFill/>
          <a:ln>
            <a:noFill/>
          </a:ln>
        </p:spPr>
        <p:txBody>
          <a:bodyPr spcFirstLastPara="1" wrap="square" lIns="91425" tIns="91425" rIns="91425" bIns="91425" anchor="ctr" anchorCtr="0">
            <a:spAutoFit/>
          </a:bodyPr>
          <a:lstStyle/>
          <a:p>
            <a:pPr marL="0" marR="0" lvl="0" indent="0" algn="l" defTabSz="914400" rtl="0" eaLnBrk="1" fontAlgn="auto" latinLnBrk="0" hangingPunct="1">
              <a:lnSpc>
                <a:spcPct val="95000"/>
              </a:lnSpc>
              <a:spcBef>
                <a:spcPts val="0"/>
              </a:spcBef>
              <a:spcAft>
                <a:spcPts val="0"/>
              </a:spcAft>
              <a:buClr>
                <a:schemeClr val="dk1"/>
              </a:buClr>
              <a:buFont typeface="Noto Sans CJK JP"/>
              <a:buNone/>
              <a:tabLst/>
              <a:defRPr lang="ja-JP">
                <a:latin typeface="Noto Sans"/>
                <a:ea typeface="Noto Sans CJK JP"/>
                <a:cs typeface="Noto Sans"/>
              </a:defRPr>
            </a:pPr>
            <a:r>
              <a:rPr lang="ja-JP" sz="2800" b="1" dirty="0">
                <a:solidFill>
                  <a:schemeClr val="accent2"/>
                </a:solidFill>
                <a:latin typeface="Noto Sans"/>
                <a:ea typeface="Noto Sans CJK JP"/>
                <a:cs typeface="Noto Sans"/>
              </a:rPr>
              <a:t>1.</a:t>
            </a:r>
            <a:r>
              <a:rPr lang="ja-JP" altLang="ja" sz="2800" b="1" dirty="0">
                <a:solidFill>
                  <a:schemeClr val="accent2"/>
                </a:solidFill>
                <a:latin typeface="Noto Sans"/>
                <a:ea typeface="Noto Sans CJK JP"/>
                <a:cs typeface="Noto Sans"/>
              </a:rPr>
              <a:t> </a:t>
            </a:r>
            <a:r>
              <a:rPr lang="ja-JP" altLang="ja" sz="2800" b="1" dirty="0">
                <a:solidFill>
                  <a:schemeClr val="dk1"/>
                </a:solidFill>
                <a:latin typeface="Noto Sans"/>
                <a:ea typeface="Noto Sans CJK JP"/>
                <a:cs typeface="Noto Sans"/>
              </a:rPr>
              <a:t>Background &amp; Purpose</a:t>
            </a:r>
            <a:endParaRPr lang="ja-JP" altLang="ja-JP" sz="2800" b="1" dirty="0">
              <a:solidFill>
                <a:schemeClr val="dk1"/>
              </a:solidFill>
              <a:latin typeface="Noto Sans"/>
              <a:ea typeface="Noto Sans CJK JP"/>
              <a:cs typeface="Noto Sans"/>
            </a:endParaRPr>
          </a:p>
        </p:txBody>
      </p:sp>
      <p:sp>
        <p:nvSpPr>
          <p:cNvPr id="79" name="Google Shape;79;p11"/>
          <p:cNvSpPr txBox="1"/>
          <p:nvPr/>
        </p:nvSpPr>
        <p:spPr>
          <a:xfrm>
            <a:off x="1236712" y="1664913"/>
            <a:ext cx="5412281" cy="593978"/>
          </a:xfrm>
          <a:prstGeom prst="rect">
            <a:avLst/>
          </a:prstGeom>
          <a:noFill/>
          <a:ln>
            <a:noFill/>
          </a:ln>
        </p:spPr>
        <p:txBody>
          <a:bodyPr spcFirstLastPara="1" wrap="square" lIns="91425" tIns="91425" rIns="91425" bIns="91425" anchor="ctr" anchorCtr="0">
            <a:spAutoFit/>
          </a:bodyPr>
          <a:lstStyle/>
          <a:p>
            <a:pPr marL="0" marR="0" lvl="0" indent="0" algn="l" defTabSz="914400" rtl="0" eaLnBrk="1" fontAlgn="auto" latinLnBrk="0" hangingPunct="1">
              <a:lnSpc>
                <a:spcPct val="95000"/>
              </a:lnSpc>
              <a:spcBef>
                <a:spcPts val="0"/>
              </a:spcBef>
              <a:spcAft>
                <a:spcPts val="0"/>
              </a:spcAft>
              <a:buClr>
                <a:schemeClr val="dk1"/>
              </a:buClr>
              <a:buFont typeface="Noto Sans CJK JP"/>
              <a:buNone/>
              <a:tabLst/>
              <a:defRPr lang="ja-JP">
                <a:latin typeface="Noto Sans"/>
                <a:ea typeface="Noto Sans CJK JP"/>
                <a:cs typeface="Noto Sans"/>
              </a:defRPr>
            </a:pPr>
            <a:r>
              <a:rPr lang="ja-JP" sz="2800" b="1" dirty="0">
                <a:solidFill>
                  <a:schemeClr val="accent2"/>
                </a:solidFill>
                <a:latin typeface="Noto Sans"/>
                <a:ea typeface="Noto Sans CJK JP"/>
                <a:cs typeface="Noto Sans"/>
              </a:rPr>
              <a:t>2.</a:t>
            </a:r>
            <a:r>
              <a:rPr lang="ja-JP" altLang="ja" sz="2800" b="1" dirty="0">
                <a:solidFill>
                  <a:schemeClr val="accent2"/>
                </a:solidFill>
                <a:latin typeface="Noto Sans"/>
                <a:ea typeface="Noto Sans CJK JP"/>
                <a:cs typeface="Noto Sans"/>
              </a:rPr>
              <a:t> </a:t>
            </a:r>
            <a:r>
              <a:rPr lang="ja-JP" altLang="ja" sz="2800" b="1" dirty="0">
                <a:solidFill>
                  <a:schemeClr val="dk1"/>
                </a:solidFill>
                <a:latin typeface="Noto Sans"/>
                <a:ea typeface="Noto Sans CJK JP"/>
                <a:cs typeface="Noto Sans"/>
              </a:rPr>
              <a:t>Methodology</a:t>
            </a:r>
            <a:endParaRPr lang="ja-JP" altLang="ja-JP" sz="2800" b="1" dirty="0">
              <a:solidFill>
                <a:schemeClr val="dk1"/>
              </a:solidFill>
              <a:latin typeface="Noto Sans"/>
              <a:ea typeface="Noto Sans CJK JP"/>
              <a:cs typeface="Noto Sans"/>
            </a:endParaRPr>
          </a:p>
        </p:txBody>
      </p:sp>
      <p:sp>
        <p:nvSpPr>
          <p:cNvPr id="82" name="Google Shape;82;p11"/>
          <p:cNvSpPr txBox="1"/>
          <p:nvPr/>
        </p:nvSpPr>
        <p:spPr>
          <a:xfrm>
            <a:off x="1236712" y="2487598"/>
            <a:ext cx="6688590" cy="593978"/>
          </a:xfrm>
          <a:prstGeom prst="rect">
            <a:avLst/>
          </a:prstGeom>
          <a:noFill/>
          <a:ln>
            <a:noFill/>
          </a:ln>
        </p:spPr>
        <p:txBody>
          <a:bodyPr spcFirstLastPara="1" wrap="square" lIns="91425" tIns="91425" rIns="91425" bIns="91425" anchor="ctr" anchorCtr="0">
            <a:spAutoFit/>
          </a:bodyPr>
          <a:lstStyle/>
          <a:p>
            <a:pPr marL="0" marR="0" lvl="0" indent="0" algn="l" defTabSz="914400" rtl="0" eaLnBrk="1" fontAlgn="auto" latinLnBrk="0" hangingPunct="1">
              <a:lnSpc>
                <a:spcPct val="95000"/>
              </a:lnSpc>
              <a:spcBef>
                <a:spcPts val="0"/>
              </a:spcBef>
              <a:spcAft>
                <a:spcPts val="0"/>
              </a:spcAft>
              <a:buClr>
                <a:schemeClr val="dk1"/>
              </a:buClr>
              <a:buFont typeface="Noto Sans CJK JP"/>
              <a:buNone/>
              <a:tabLst/>
              <a:defRPr lang="ja-JP">
                <a:latin typeface="Noto Sans"/>
                <a:ea typeface="Noto Sans CJK JP"/>
                <a:cs typeface="Noto Sans"/>
              </a:defRPr>
            </a:pPr>
            <a:r>
              <a:rPr lang="ja-JP" sz="2800" b="1" dirty="0">
                <a:solidFill>
                  <a:schemeClr val="accent2"/>
                </a:solidFill>
                <a:latin typeface="Noto Sans"/>
                <a:ea typeface="Noto Sans CJK JP"/>
                <a:cs typeface="Noto Sans"/>
              </a:rPr>
              <a:t>3.</a:t>
            </a:r>
            <a:r>
              <a:rPr lang="ja-JP" altLang="ja" sz="2800" b="1" dirty="0">
                <a:solidFill>
                  <a:schemeClr val="accent2"/>
                </a:solidFill>
                <a:latin typeface="Noto Sans"/>
                <a:ea typeface="Noto Sans CJK JP"/>
                <a:cs typeface="Noto Sans"/>
              </a:rPr>
              <a:t> </a:t>
            </a:r>
            <a:r>
              <a:rPr lang="ja-JP" altLang="ja" sz="2800" b="1" dirty="0">
                <a:solidFill>
                  <a:schemeClr val="dk1"/>
                </a:solidFill>
                <a:latin typeface="Noto Sans"/>
                <a:ea typeface="Noto Sans CJK JP"/>
                <a:cs typeface="Noto Sans"/>
              </a:rPr>
              <a:t>Classification Framework</a:t>
            </a:r>
            <a:endParaRPr lang="ja-JP" altLang="ja-JP" sz="2800" b="1" dirty="0">
              <a:solidFill>
                <a:schemeClr val="dk1"/>
              </a:solidFill>
              <a:latin typeface="Noto Sans"/>
              <a:ea typeface="Noto Sans CJK JP"/>
              <a:cs typeface="Noto Sans"/>
            </a:endParaRPr>
          </a:p>
        </p:txBody>
      </p:sp>
      <p:sp>
        <p:nvSpPr>
          <p:cNvPr id="85" name="Google Shape;85;p11"/>
          <p:cNvSpPr txBox="1"/>
          <p:nvPr userDrawn="1"/>
        </p:nvSpPr>
        <p:spPr>
          <a:xfrm>
            <a:off x="1236712" y="3310287"/>
            <a:ext cx="5020396" cy="593978"/>
          </a:xfrm>
          <a:prstGeom prst="rect">
            <a:avLst/>
          </a:prstGeom>
          <a:noFill/>
          <a:ln>
            <a:noFill/>
          </a:ln>
        </p:spPr>
        <p:txBody>
          <a:bodyPr spcFirstLastPara="1" wrap="square" lIns="91425" tIns="91425" rIns="91425" bIns="91425" anchor="ctr" anchorCtr="0">
            <a:spAutoFit/>
          </a:bodyPr>
          <a:lstStyle/>
          <a:p>
            <a:pPr marL="0" marR="0" lvl="0" indent="0" algn="l" defTabSz="914400" rtl="0" eaLnBrk="1" fontAlgn="auto" latinLnBrk="0" hangingPunct="1">
              <a:lnSpc>
                <a:spcPct val="95000"/>
              </a:lnSpc>
              <a:spcBef>
                <a:spcPts val="0"/>
              </a:spcBef>
              <a:spcAft>
                <a:spcPts val="0"/>
              </a:spcAft>
              <a:buClr>
                <a:schemeClr val="dk1"/>
              </a:buClr>
              <a:buFont typeface="Noto Sans CJK JP"/>
              <a:buNone/>
              <a:tabLst/>
              <a:defRPr lang="ja-JP">
                <a:latin typeface="Noto Sans"/>
                <a:ea typeface="Noto Sans CJK JP"/>
                <a:cs typeface="Noto Sans"/>
              </a:defRPr>
            </a:pPr>
            <a:r>
              <a:rPr lang="ja-JP" sz="2800" b="1" dirty="0">
                <a:solidFill>
                  <a:schemeClr val="accent2"/>
                </a:solidFill>
                <a:latin typeface="Noto Sans"/>
                <a:ea typeface="Noto Sans CJK JP"/>
                <a:cs typeface="Noto Sans"/>
              </a:rPr>
              <a:t>4.</a:t>
            </a:r>
            <a:r>
              <a:rPr lang="ja-JP" altLang="ja" sz="2800" b="1" dirty="0">
                <a:solidFill>
                  <a:schemeClr val="accent2"/>
                </a:solidFill>
                <a:latin typeface="Noto Sans"/>
                <a:ea typeface="Noto Sans CJK JP"/>
                <a:cs typeface="Noto Sans"/>
              </a:rPr>
              <a:t> </a:t>
            </a:r>
            <a:r>
              <a:rPr lang="ja-JP" altLang="ja" sz="2800" b="1" dirty="0">
                <a:solidFill>
                  <a:schemeClr val="dk1"/>
                </a:solidFill>
                <a:latin typeface="Noto Sans"/>
                <a:ea typeface="Noto Sans CJK JP"/>
                <a:cs typeface="Noto Sans"/>
              </a:rPr>
              <a:t>Results &amp; Analysis</a:t>
            </a:r>
            <a:endParaRPr lang="ja-JP" altLang="ja-JP" sz="2800" b="1" dirty="0">
              <a:solidFill>
                <a:schemeClr val="dk1"/>
              </a:solidFill>
              <a:latin typeface="Noto Sans"/>
              <a:ea typeface="Noto Sans CJK JP"/>
              <a:cs typeface="Noto Sans"/>
            </a:endParaRPr>
          </a:p>
        </p:txBody>
      </p:sp>
      <p:sp>
        <p:nvSpPr>
          <p:cNvPr id="87" name="Google Shape;87;p11"/>
          <p:cNvSpPr txBox="1"/>
          <p:nvPr/>
        </p:nvSpPr>
        <p:spPr>
          <a:xfrm>
            <a:off x="1929203" y="3891800"/>
            <a:ext cx="5996100" cy="432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900" dirty="0" lang="ja-JP">
              <a:solidFill>
                <a:schemeClr val="dk1"/>
              </a:solidFill>
              <a:latin typeface="Noto Sans"/>
              <a:ea typeface="Noto Sans CJK JP"/>
              <a:cs typeface="Noto Sans"/>
            </a:endParaRPr>
          </a:p>
        </p:txBody>
      </p:sp>
      <p:sp>
        <p:nvSpPr>
          <p:cNvPr id="88" name="Google Shape;88;p11"/>
          <p:cNvSpPr txBox="1"/>
          <p:nvPr/>
        </p:nvSpPr>
        <p:spPr>
          <a:xfrm>
            <a:off x="1236712" y="4132975"/>
            <a:ext cx="6196053" cy="593978"/>
          </a:xfrm>
          <a:prstGeom prst="rect">
            <a:avLst/>
          </a:prstGeom>
          <a:noFill/>
          <a:ln>
            <a:noFill/>
          </a:ln>
        </p:spPr>
        <p:txBody>
          <a:bodyPr spcFirstLastPara="1" wrap="square" lIns="91425" tIns="91425" rIns="91425" bIns="91425" anchor="ctr" anchorCtr="0">
            <a:spAutoFit/>
          </a:bodyPr>
          <a:lstStyle/>
          <a:p>
            <a:pPr marL="0" marR="0" lvl="0" indent="0" algn="l" defTabSz="914400" rtl="0" eaLnBrk="1" fontAlgn="auto" latinLnBrk="0" hangingPunct="1">
              <a:lnSpc>
                <a:spcPct val="95000"/>
              </a:lnSpc>
              <a:spcBef>
                <a:spcPts val="0"/>
              </a:spcBef>
              <a:spcAft>
                <a:spcPts val="0"/>
              </a:spcAft>
              <a:buClr>
                <a:schemeClr val="dk1"/>
              </a:buClr>
              <a:buFont typeface="Noto Sans CJK JP"/>
              <a:buNone/>
              <a:tabLst/>
              <a:defRPr lang="ja-JP">
                <a:latin typeface="Noto Sans"/>
                <a:ea typeface="Noto Sans CJK JP"/>
                <a:cs typeface="Noto Sans"/>
              </a:defRPr>
            </a:pPr>
            <a:r>
              <a:rPr lang="ja-JP" sz="2800" b="1" dirty="0">
                <a:solidFill>
                  <a:schemeClr val="accent2"/>
                </a:solidFill>
                <a:latin typeface="Noto Sans"/>
                <a:ea typeface="Noto Sans CJK JP"/>
                <a:cs typeface="Noto Sans"/>
              </a:rPr>
              <a:t>5.</a:t>
            </a:r>
            <a:r>
              <a:rPr lang="ja-JP" altLang="ja" sz="2800" b="1" dirty="0">
                <a:solidFill>
                  <a:schemeClr val="accent2"/>
                </a:solidFill>
                <a:latin typeface="Noto Sans"/>
                <a:ea typeface="Noto Sans CJK JP"/>
                <a:cs typeface="Noto Sans"/>
              </a:rPr>
              <a:t> </a:t>
            </a:r>
            <a:r>
              <a:rPr lang="ja-JP" altLang="ja" sz="2800" b="1" dirty="0">
                <a:solidFill>
                  <a:schemeClr val="dk1"/>
                </a:solidFill>
                <a:latin typeface="Noto Sans"/>
                <a:ea typeface="Noto Sans CJK JP"/>
                <a:cs typeface="Noto Sans"/>
              </a:rPr>
              <a:t>Conclusions and future work</a:t>
            </a:r>
            <a:endParaRPr lang="ja-JP" altLang="ja-JP" sz="2800" b="1" dirty="0">
              <a:solidFill>
                <a:schemeClr val="dk1"/>
              </a:solidFill>
              <a:latin typeface="Noto Sans"/>
              <a:ea typeface="Noto Sans CJK JP"/>
              <a:cs typeface="Noto Sans"/>
            </a:endParaRPr>
          </a:p>
        </p:txBody>
      </p:sp>
      <p:sp>
        <p:nvSpPr>
          <p:cNvPr id="999" name="Slide Number"/>
          <p:cNvSpPr txBox="1"/>
          <p:nvPr/>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lt1"/>
                </a:solidFill>
                <a:latin typeface="Noto Sans"/>
                <a:ea typeface="Noto Sans CJK JP"/>
                <a:cs typeface="Noto Sans"/>
              </a:rPr>
              <a:t>‹#›</a:t>
            </a:fld>
            <a:endParaRPr lang="ja-JP" sz="1800" b="1">
              <a:latin typeface="Noto Sans"/>
              <a:ea typeface="Noto Sans CJK JP"/>
              <a:cs typeface="Noto Sans"/>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normal">
  <p:cSld name="ONE_COLUMN_TEXT_1">
    <p:spTree>
      <p:nvGrpSpPr>
        <p:cNvPr id="1" name="Shape 21"/>
        <p:cNvGrpSpPr/>
        <p:nvPr/>
      </p:nvGrpSpPr>
      <p:grpSpPr>
        <a:xfrm>
          <a:off x="0" y="0"/>
          <a:ext cx="0" cy="0"/>
          <a:chOff x="0" y="0"/>
          <a:chExt cx="0" cy="0"/>
        </a:xfrm>
      </p:grpSpPr>
      <p:sp>
        <p:nvSpPr>
          <p:cNvPr id="22" name="Google Shape;22;p5"/>
          <p:cNvSpPr/>
          <p:nvPr/>
        </p:nvSpPr>
        <p:spPr>
          <a:xfrm>
            <a:off x="-12600" y="0"/>
            <a:ext cx="9169200" cy="480059"/>
          </a:xfrm>
          <a:prstGeom prst="rect">
            <a:avLst/>
          </a:prstGeom>
          <a:solidFill>
            <a:schemeClr val="accent2"/>
          </a:solidFill>
          <a:ln>
            <a:noFill/>
          </a:ln>
        </p:spPr>
        <p:txBody>
          <a:bodyPr spcFirstLastPara="1" wrap="square" lIns="91425" tIns="0" rIns="91425" bIns="0" anchor="ctr" anchorCtr="0">
            <a:noAutofit/>
          </a:bodyPr>
          <a:lstStyle/>
          <a:p>
            <a:pPr marL="0" lvl="0" indent="0" algn="ctr" rtl="0">
              <a:lnSpc>
                <a:spcPct val="100000"/>
              </a:lnSpc>
              <a:spcBef>
                <a:spcPts val="0"/>
              </a:spcBef>
              <a:spcAft>
                <a:spcPts val="0"/>
              </a:spcAft>
              <a:buNone/>
            </a:pPr>
            <a:endParaRPr lang="ja-JP">
              <a:latin typeface="Noto Sans"/>
              <a:ea typeface="Noto Sans CJK JP"/>
              <a:cs typeface="Noto Sans"/>
            </a:endParaRPr>
          </a:p>
        </p:txBody>
      </p:sp>
      <p:sp>
        <p:nvSpPr>
          <p:cNvPr id="24" name="Google Shape;24;p5"/>
          <p:cNvSpPr txBox="1">
            <a:spLocks noGrp="1"/>
          </p:cNvSpPr>
          <p:nvPr>
            <p:ph type="title"/>
          </p:nvPr>
        </p:nvSpPr>
        <p:spPr>
          <a:xfrm>
            <a:off x="468600" y="748150"/>
            <a:ext cx="8394600" cy="616200"/>
          </a:xfrm>
          <a:prstGeom prst="rect">
            <a:avLst/>
          </a:prstGeom>
        </p:spPr>
        <p:txBody>
          <a:bodyPr spcFirstLastPara="1" wrap="none" lIns="91425" tIns="91425" rIns="91425" bIns="91425" anchor="t" anchorCtr="0">
            <a:normAutofit/>
          </a:bodyPr>
          <a:lstStyle>
            <a:lvl1pPr lvl="0">
              <a:spcBef>
                <a:spcPts val="0"/>
              </a:spcBef>
              <a:spcAft>
                <a:spcPts val="0"/>
              </a:spcAft>
              <a:buClr>
                <a:schemeClr val="dk1"/>
              </a:buClr>
              <a:buNone/>
              <a:defRPr sz="3000" b="1" lang="ja-JP">
                <a:solidFill>
                  <a:schemeClr val="dk1"/>
                </a:solidFill>
                <a:latin typeface="Noto Sans"/>
                <a:ea typeface="Noto Sans CJK JP"/>
                <a:cs typeface="Noto Sans"/>
              </a:defRPr>
            </a:lvl1pPr>
            <a:lvl2pPr lvl="1">
              <a:spcBef>
                <a:spcPts val="0"/>
              </a:spcBef>
              <a:spcAft>
                <a:spcPts val="0"/>
              </a:spcAft>
              <a:buNone/>
              <a:defRPr lang="ja-JP">
                <a:latin typeface="Noto Sans"/>
                <a:ea typeface="Noto Sans CJK JP"/>
                <a:cs typeface="Noto Sans"/>
              </a:defRPr>
            </a:lvl2pPr>
            <a:lvl3pPr lvl="2">
              <a:spcBef>
                <a:spcPts val="0"/>
              </a:spcBef>
              <a:spcAft>
                <a:spcPts val="0"/>
              </a:spcAft>
              <a:buNone/>
              <a:defRPr lang="ja-JP">
                <a:latin typeface="Noto Sans"/>
                <a:ea typeface="Noto Sans CJK JP"/>
                <a:cs typeface="Noto Sans"/>
              </a:defRPr>
            </a:lvl3pPr>
            <a:lvl4pPr lvl="3">
              <a:spcBef>
                <a:spcPts val="0"/>
              </a:spcBef>
              <a:spcAft>
                <a:spcPts val="0"/>
              </a:spcAft>
              <a:buNone/>
              <a:defRPr lang="ja-JP">
                <a:latin typeface="Noto Sans"/>
                <a:ea typeface="Noto Sans CJK JP"/>
                <a:cs typeface="Noto Sans"/>
              </a:defRPr>
            </a:lvl4pPr>
            <a:lvl5pPr lvl="4">
              <a:spcBef>
                <a:spcPts val="0"/>
              </a:spcBef>
              <a:spcAft>
                <a:spcPts val="0"/>
              </a:spcAft>
              <a:buNone/>
              <a:defRPr lang="ja-JP">
                <a:latin typeface="Noto Sans"/>
                <a:ea typeface="Noto Sans CJK JP"/>
                <a:cs typeface="Noto Sans"/>
              </a:defRPr>
            </a:lvl5pPr>
            <a:lvl6pPr lvl="5">
              <a:spcBef>
                <a:spcPts val="0"/>
              </a:spcBef>
              <a:spcAft>
                <a:spcPts val="0"/>
              </a:spcAft>
              <a:buNone/>
              <a:defRPr lang="ja-JP">
                <a:latin typeface="Noto Sans"/>
                <a:ea typeface="Noto Sans CJK JP"/>
                <a:cs typeface="Noto Sans"/>
              </a:defRPr>
            </a:lvl6pPr>
            <a:lvl7pPr lvl="6">
              <a:spcBef>
                <a:spcPts val="0"/>
              </a:spcBef>
              <a:spcAft>
                <a:spcPts val="0"/>
              </a:spcAft>
              <a:buNone/>
              <a:defRPr lang="ja-JP">
                <a:latin typeface="Noto Sans"/>
                <a:ea typeface="Noto Sans CJK JP"/>
                <a:cs typeface="Noto Sans"/>
              </a:defRPr>
            </a:lvl7pPr>
            <a:lvl8pPr lvl="7">
              <a:spcBef>
                <a:spcPts val="0"/>
              </a:spcBef>
              <a:spcAft>
                <a:spcPts val="0"/>
              </a:spcAft>
              <a:buNone/>
              <a:defRPr lang="ja-JP">
                <a:latin typeface="Noto Sans"/>
                <a:ea typeface="Noto Sans CJK JP"/>
                <a:cs typeface="Noto Sans"/>
              </a:defRPr>
            </a:lvl8pPr>
            <a:lvl9pPr lvl="8">
              <a:spcBef>
                <a:spcPts val="0"/>
              </a:spcBef>
              <a:spcAft>
                <a:spcPts val="0"/>
              </a:spcAft>
              <a:buNone/>
              <a:defRPr lang="ja-JP">
                <a:latin typeface="Noto Sans"/>
                <a:ea typeface="Noto Sans CJK JP"/>
                <a:cs typeface="Noto Sans"/>
              </a:defRPr>
            </a:lvl9pPr>
          </a:lstStyle>
          <a:p>
            <a:endParaRPr lang="ja-JP">
              <a:latin typeface="Noto Sans"/>
              <a:ea typeface="Noto Sans CJK JP"/>
              <a:cs typeface="Noto Sans"/>
            </a:endParaRPr>
          </a:p>
        </p:txBody>
      </p:sp>
      <p:sp>
        <p:nvSpPr>
          <p:cNvPr id="25" name="Google Shape;25;p5"/>
          <p:cNvSpPr txBox="1">
            <a:spLocks noGrp="1"/>
          </p:cNvSpPr>
          <p:nvPr>
            <p:ph type="body" idx="1"/>
          </p:nvPr>
        </p:nvSpPr>
        <p:spPr>
          <a:xfrm>
            <a:off x="589650" y="1474850"/>
            <a:ext cx="7964700" cy="3458700"/>
          </a:xfrm>
          <a:prstGeom prst="rect">
            <a:avLst/>
          </a:prstGeom>
        </p:spPr>
        <p:txBody>
          <a:bodyPr spcFirstLastPara="1" wrap="square" lIns="91425" tIns="91425" rIns="91425" bIns="91425" anchor="t" anchorCtr="0">
            <a:normAutofit/>
          </a:bodyPr>
          <a:lst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a:lstStyle>
          <a:p>
            <a:endParaRPr lang="ja-JP">
              <a:latin typeface="Noto Sans"/>
              <a:ea typeface="Noto Sans CJK JP"/>
              <a:cs typeface="Noto Sans"/>
            </a:endParaRPr>
          </a:p>
        </p:txBody>
      </p:sp>
      <p:sp>
        <p:nvSpPr>
          <p:cNvPr id="26" name="Google Shape;26;p5"/>
          <p:cNvSpPr txBox="1">
            <a:spLocks noGrp="1"/>
          </p:cNvSpPr>
          <p:nvPr>
            <p:ph type="title" idx="2"/>
          </p:nvPr>
        </p:nvSpPr>
        <p:spPr>
          <a:xfrm>
            <a:off x="76100" y="0"/>
            <a:ext cx="8048100" cy="480059"/>
          </a:xfrm>
          <a:prstGeom prst="rect">
            <a:avLst/>
          </a:prstGeom>
          <a:ln>
            <a:noFill/>
          </a:ln>
        </p:spPr>
        <p:txBody>
          <a:bodyPr spcFirstLastPara="1" wrap="square" lIns="91425" tIns="0" rIns="91425" bIns="0" anchor="ctr" anchorCtr="0">
            <a:normAutofit/>
          </a:bodyPr>
          <a:lstStyle>
            <a:lvl1pPr lvl="0">
              <a:spcBef>
                <a:spcPts val="0"/>
              </a:spcBef>
              <a:spcAft>
                <a:spcPts val="0"/>
              </a:spcAft>
              <a:buClr>
                <a:schemeClr val="lt1"/>
              </a:buClr>
              <a:buNone/>
              <a:defRPr sz="1400" b="1" lang="ja-JP" altLang="en-US">
                <a:solidFill>
                  <a:schemeClr val="lt1"/>
                </a:solidFill>
                <a:latin typeface="Noto Sans"/>
                <a:ea typeface="Noto Sans CJK JP"/>
                <a:cs typeface="Noto Sans"/>
              </a:defRPr>
            </a:lvl1pPr>
            <a:lvl2pPr lvl="1">
              <a:spcBef>
                <a:spcPts val="0"/>
              </a:spcBef>
              <a:spcAft>
                <a:spcPts val="0"/>
              </a:spcAft>
              <a:buNone/>
              <a:defRPr lang="ja-JP" sz="1400" b="1" altLang="en-US">
                <a:latin typeface="Noto Sans"/>
                <a:ea typeface="Noto Sans CJK JP"/>
                <a:cs typeface="Noto Sans"/>
              </a:defRPr>
            </a:lvl2pPr>
            <a:lvl3pPr lvl="2">
              <a:spcBef>
                <a:spcPts val="0"/>
              </a:spcBef>
              <a:spcAft>
                <a:spcPts val="0"/>
              </a:spcAft>
              <a:buNone/>
              <a:defRPr lang="ja-JP" sz="1400" b="1" altLang="en-US">
                <a:latin typeface="Noto Sans"/>
                <a:ea typeface="Noto Sans CJK JP"/>
                <a:cs typeface="Noto Sans"/>
              </a:defRPr>
            </a:lvl3pPr>
            <a:lvl4pPr lvl="3">
              <a:spcBef>
                <a:spcPts val="0"/>
              </a:spcBef>
              <a:spcAft>
                <a:spcPts val="0"/>
              </a:spcAft>
              <a:buNone/>
              <a:defRPr lang="ja-JP" sz="1400" b="1" altLang="en-US">
                <a:latin typeface="Noto Sans"/>
                <a:ea typeface="Noto Sans CJK JP"/>
                <a:cs typeface="Noto Sans"/>
              </a:defRPr>
            </a:lvl4pPr>
            <a:lvl5pPr lvl="4">
              <a:spcBef>
                <a:spcPts val="0"/>
              </a:spcBef>
              <a:spcAft>
                <a:spcPts val="0"/>
              </a:spcAft>
              <a:buNone/>
              <a:defRPr lang="ja-JP" sz="1400" b="1" altLang="en-US">
                <a:latin typeface="Noto Sans"/>
                <a:ea typeface="Noto Sans CJK JP"/>
                <a:cs typeface="Noto Sans"/>
              </a:defRPr>
            </a:lvl5pPr>
            <a:lvl6pPr lvl="5">
              <a:spcBef>
                <a:spcPts val="0"/>
              </a:spcBef>
              <a:spcAft>
                <a:spcPts val="0"/>
              </a:spcAft>
              <a:buNone/>
              <a:defRPr lang="ja-JP" sz="1400" b="1" altLang="en-US">
                <a:latin typeface="Noto Sans"/>
                <a:ea typeface="Noto Sans CJK JP"/>
                <a:cs typeface="Noto Sans"/>
              </a:defRPr>
            </a:lvl6pPr>
            <a:lvl7pPr lvl="6">
              <a:spcBef>
                <a:spcPts val="0"/>
              </a:spcBef>
              <a:spcAft>
                <a:spcPts val="0"/>
              </a:spcAft>
              <a:buNone/>
              <a:defRPr lang="ja-JP" sz="1400" b="1" altLang="en-US">
                <a:latin typeface="Noto Sans"/>
                <a:ea typeface="Noto Sans CJK JP"/>
                <a:cs typeface="Noto Sans"/>
              </a:defRPr>
            </a:lvl7pPr>
            <a:lvl8pPr lvl="7">
              <a:spcBef>
                <a:spcPts val="0"/>
              </a:spcBef>
              <a:spcAft>
                <a:spcPts val="0"/>
              </a:spcAft>
              <a:buNone/>
              <a:defRPr lang="ja-JP" sz="1400" b="1" altLang="en-US">
                <a:latin typeface="Noto Sans"/>
                <a:ea typeface="Noto Sans CJK JP"/>
                <a:cs typeface="Noto Sans"/>
              </a:defRPr>
            </a:lvl8pPr>
            <a:lvl9pPr lvl="8">
              <a:spcBef>
                <a:spcPts val="0"/>
              </a:spcBef>
              <a:spcAft>
                <a:spcPts val="0"/>
              </a:spcAft>
              <a:buNone/>
              <a:defRPr lang="ja-JP" sz="1400" b="1" altLang="en-US">
                <a:latin typeface="Noto Sans"/>
                <a:ea typeface="Noto Sans CJK JP"/>
                <a:cs typeface="Noto Sans"/>
              </a:defRPr>
            </a:lvl9pPr>
          </a:lstStyle>
          <a:p>
            <a:pPr>
              <a:lnSpc>
                <a:spcPct val="100000"/>
              </a:lnSpc>
              <a:spcBef>
                <a:spcPts val="0"/>
              </a:spcBef>
              <a:spcAft>
                <a:spcPts val="0"/>
              </a:spcAft>
              <a:defRPr sz="1400" b="1" lang="ja-JP" altLang="en-US">
                <a:latin typeface="Noto Sans"/>
                <a:ea typeface="Noto Sans CJK JP"/>
                <a:cs typeface="Noto Sans"/>
              </a:defRPr>
            </a:pPr>
            <a:endParaRPr lang="ja-JP" sz="1400" b="1" altLang="en-US">
              <a:latin typeface="Noto Sans"/>
              <a:ea typeface="Noto Sans CJK JP"/>
              <a:cs typeface="Noto Sans"/>
            </a:endParaRPr>
          </a:p>
        </p:txBody>
      </p:sp>
      <p:sp>
        <p:nvSpPr>
          <p:cNvPr id="999" name="Slide Number"/>
          <p:cNvSpPr txBox="1"/>
          <p:nvPr/>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lt1"/>
                </a:solidFill>
                <a:latin typeface="Noto Sans"/>
                <a:ea typeface="Noto Sans CJK JP"/>
                <a:cs typeface="Noto Sans"/>
              </a:rPr>
              <a:t>‹#›</a:t>
            </a:fld>
            <a:endParaRPr lang="ja-JP" sz="1800" b="1" dirty="0">
              <a:latin typeface="Noto Sans"/>
              <a:ea typeface="Noto Sans CJK JP"/>
              <a:cs typeface="Noto Sans"/>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タイトルのみ">
  <p:cSld name="ONE_COLUMN_TEXT_1_4">
    <p:spTree>
      <p:nvGrpSpPr>
        <p:cNvPr id="1" name="Shape 27"/>
        <p:cNvGrpSpPr/>
        <p:nvPr/>
      </p:nvGrpSpPr>
      <p:grpSpPr>
        <a:xfrm>
          <a:off x="0" y="0"/>
          <a:ext cx="0" cy="0"/>
          <a:chOff x="0" y="0"/>
          <a:chExt cx="0" cy="0"/>
        </a:xfrm>
      </p:grpSpPr>
      <p:sp>
        <p:nvSpPr>
          <p:cNvPr id="28" name="Google Shape;28;p6"/>
          <p:cNvSpPr/>
          <p:nvPr/>
        </p:nvSpPr>
        <p:spPr>
          <a:xfrm>
            <a:off x="-12600" y="0"/>
            <a:ext cx="9169200" cy="480059"/>
          </a:xfrm>
          <a:prstGeom prst="rect">
            <a:avLst/>
          </a:prstGeom>
          <a:solidFill>
            <a:schemeClr val="accent2"/>
          </a:solidFill>
          <a:ln>
            <a:noFill/>
          </a:ln>
        </p:spPr>
        <p:txBody>
          <a:bodyPr spcFirstLastPara="1" wrap="square" lIns="91425" tIns="0" rIns="91425" bIns="0" anchor="ctr" anchorCtr="0">
            <a:noAutofit/>
          </a:bodyPr>
          <a:lstStyle/>
          <a:p>
            <a:pPr marL="0" lvl="0" indent="0" algn="ctr" rtl="0">
              <a:lnSpc>
                <a:spcPct val="100000"/>
              </a:lnSpc>
              <a:spcBef>
                <a:spcPts val="0"/>
              </a:spcBef>
              <a:spcAft>
                <a:spcPts val="0"/>
              </a:spcAft>
              <a:buNone/>
            </a:pPr>
            <a:endParaRPr lang="ja-JP">
              <a:latin typeface="Noto Sans"/>
              <a:ea typeface="Noto Sans CJK JP"/>
              <a:cs typeface="Noto Sans"/>
            </a:endParaRPr>
          </a:p>
        </p:txBody>
      </p:sp>
      <p:sp>
        <p:nvSpPr>
          <p:cNvPr id="30" name="Google Shape;30;p6"/>
          <p:cNvSpPr txBox="1">
            <a:spLocks noGrp="1"/>
          </p:cNvSpPr>
          <p:nvPr>
            <p:ph type="title"/>
          </p:nvPr>
        </p:nvSpPr>
        <p:spPr>
          <a:xfrm>
            <a:off x="468600" y="649825"/>
            <a:ext cx="8206800" cy="616200"/>
          </a:xfrm>
          <a:prstGeom prst="rect">
            <a:avLst/>
          </a:prstGeom>
        </p:spPr>
        <p:txBody>
          <a:bodyPr spcFirstLastPara="1" wrap="none" lIns="91425" tIns="91425" rIns="91425" bIns="91425" anchor="t" anchorCtr="0">
            <a:normAutofit/>
          </a:bodyPr>
          <a:lstStyle>
            <a:lvl1pPr lvl="0" rtl="0">
              <a:spcBef>
                <a:spcPts val="0"/>
              </a:spcBef>
              <a:spcAft>
                <a:spcPts val="0"/>
              </a:spcAft>
              <a:buClr>
                <a:schemeClr val="dk1"/>
              </a:buClr>
              <a:buNone/>
              <a:defRPr sz="3000" b="1" lang="ja-JP">
                <a:solidFill>
                  <a:schemeClr val="dk1"/>
                </a:solidFill>
                <a:latin typeface="Noto Sans"/>
                <a:ea typeface="Noto Sans CJK JP"/>
                <a:cs typeface="Noto Sans"/>
              </a:defRPr>
            </a:lvl1pPr>
            <a:lvl2pPr lvl="1" rtl="0">
              <a:spcBef>
                <a:spcPts val="0"/>
              </a:spcBef>
              <a:spcAft>
                <a:spcPts val="0"/>
              </a:spcAft>
              <a:buNone/>
              <a:defRPr lang="ja-JP">
                <a:latin typeface="Noto Sans"/>
                <a:ea typeface="Noto Sans CJK JP"/>
                <a:cs typeface="Noto Sans"/>
              </a:defRPr>
            </a:lvl2pPr>
            <a:lvl3pPr lvl="2" rtl="0">
              <a:spcBef>
                <a:spcPts val="0"/>
              </a:spcBef>
              <a:spcAft>
                <a:spcPts val="0"/>
              </a:spcAft>
              <a:buNone/>
              <a:defRPr lang="ja-JP">
                <a:latin typeface="Noto Sans"/>
                <a:ea typeface="Noto Sans CJK JP"/>
                <a:cs typeface="Noto Sans"/>
              </a:defRPr>
            </a:lvl3pPr>
            <a:lvl4pPr lvl="3" rtl="0">
              <a:spcBef>
                <a:spcPts val="0"/>
              </a:spcBef>
              <a:spcAft>
                <a:spcPts val="0"/>
              </a:spcAft>
              <a:buNone/>
              <a:defRPr lang="ja-JP">
                <a:latin typeface="Noto Sans"/>
                <a:ea typeface="Noto Sans CJK JP"/>
                <a:cs typeface="Noto Sans"/>
              </a:defRPr>
            </a:lvl4pPr>
            <a:lvl5pPr lvl="4" rtl="0">
              <a:spcBef>
                <a:spcPts val="0"/>
              </a:spcBef>
              <a:spcAft>
                <a:spcPts val="0"/>
              </a:spcAft>
              <a:buNone/>
              <a:defRPr lang="ja-JP">
                <a:latin typeface="Noto Sans"/>
                <a:ea typeface="Noto Sans CJK JP"/>
                <a:cs typeface="Noto Sans"/>
              </a:defRPr>
            </a:lvl5pPr>
            <a:lvl6pPr lvl="5" rtl="0">
              <a:spcBef>
                <a:spcPts val="0"/>
              </a:spcBef>
              <a:spcAft>
                <a:spcPts val="0"/>
              </a:spcAft>
              <a:buNone/>
              <a:defRPr lang="ja-JP">
                <a:latin typeface="Noto Sans"/>
                <a:ea typeface="Noto Sans CJK JP"/>
                <a:cs typeface="Noto Sans"/>
              </a:defRPr>
            </a:lvl6pPr>
            <a:lvl7pPr lvl="6" rtl="0">
              <a:spcBef>
                <a:spcPts val="0"/>
              </a:spcBef>
              <a:spcAft>
                <a:spcPts val="0"/>
              </a:spcAft>
              <a:buNone/>
              <a:defRPr lang="ja-JP">
                <a:latin typeface="Noto Sans"/>
                <a:ea typeface="Noto Sans CJK JP"/>
                <a:cs typeface="Noto Sans"/>
              </a:defRPr>
            </a:lvl7pPr>
            <a:lvl8pPr lvl="7" rtl="0">
              <a:spcBef>
                <a:spcPts val="0"/>
              </a:spcBef>
              <a:spcAft>
                <a:spcPts val="0"/>
              </a:spcAft>
              <a:buNone/>
              <a:defRPr lang="ja-JP">
                <a:latin typeface="Noto Sans"/>
                <a:ea typeface="Noto Sans CJK JP"/>
                <a:cs typeface="Noto Sans"/>
              </a:defRPr>
            </a:lvl8pPr>
            <a:lvl9pPr lvl="8" rtl="0">
              <a:spcBef>
                <a:spcPts val="0"/>
              </a:spcBef>
              <a:spcAft>
                <a:spcPts val="0"/>
              </a:spcAft>
              <a:buNone/>
              <a:defRPr lang="ja-JP">
                <a:latin typeface="Noto Sans"/>
                <a:ea typeface="Noto Sans CJK JP"/>
                <a:cs typeface="Noto Sans"/>
              </a:defRPr>
            </a:lvl9pPr>
          </a:lstStyle>
          <a:p>
            <a:endParaRPr lang="ja-JP">
              <a:latin typeface="Noto Sans"/>
              <a:ea typeface="Noto Sans CJK JP"/>
              <a:cs typeface="Noto Sans"/>
            </a:endParaRPr>
          </a:p>
        </p:txBody>
      </p:sp>
      <p:sp>
        <p:nvSpPr>
          <p:cNvPr id="31" name="Google Shape;31;p6"/>
          <p:cNvSpPr txBox="1">
            <a:spLocks noGrp="1"/>
          </p:cNvSpPr>
          <p:nvPr>
            <p:ph type="title" idx="2"/>
          </p:nvPr>
        </p:nvSpPr>
        <p:spPr>
          <a:xfrm>
            <a:off x="76100" y="0"/>
            <a:ext cx="8115300" cy="480059"/>
          </a:xfrm>
          <a:prstGeom prst="rect">
            <a:avLst/>
          </a:prstGeom>
          <a:ln>
            <a:noFill/>
          </a:ln>
        </p:spPr>
        <p:txBody>
          <a:bodyPr spcFirstLastPara="1" wrap="square" lIns="91425" tIns="0" rIns="91425" bIns="0" anchor="ctr" anchorCtr="0">
            <a:normAutofit/>
          </a:bodyPr>
          <a:lstStyle>
            <a:lvl1pPr lvl="0" rtl="0">
              <a:spcBef>
                <a:spcPts val="0"/>
              </a:spcBef>
              <a:spcAft>
                <a:spcPts val="0"/>
              </a:spcAft>
              <a:buClr>
                <a:schemeClr val="lt1"/>
              </a:buClr>
              <a:buNone/>
              <a:defRPr sz="1400" b="1" lang="ja-JP" altLang="en-US">
                <a:solidFill>
                  <a:schemeClr val="lt1"/>
                </a:solidFill>
                <a:latin typeface="Noto Sans"/>
                <a:ea typeface="Noto Sans CJK JP"/>
                <a:cs typeface="Noto Sans"/>
              </a:defRPr>
            </a:lvl1pPr>
            <a:lvl2pPr lvl="1" rtl="0">
              <a:spcBef>
                <a:spcPts val="0"/>
              </a:spcBef>
              <a:spcAft>
                <a:spcPts val="0"/>
              </a:spcAft>
              <a:buNone/>
              <a:defRPr lang="ja-JP" sz="1400" b="1" altLang="en-US">
                <a:latin typeface="Noto Sans"/>
                <a:ea typeface="Noto Sans CJK JP"/>
                <a:cs typeface="Noto Sans"/>
              </a:defRPr>
            </a:lvl2pPr>
            <a:lvl3pPr lvl="2" rtl="0">
              <a:spcBef>
                <a:spcPts val="0"/>
              </a:spcBef>
              <a:spcAft>
                <a:spcPts val="0"/>
              </a:spcAft>
              <a:buNone/>
              <a:defRPr lang="ja-JP" sz="1400" b="1" altLang="en-US">
                <a:latin typeface="Noto Sans"/>
                <a:ea typeface="Noto Sans CJK JP"/>
                <a:cs typeface="Noto Sans"/>
              </a:defRPr>
            </a:lvl3pPr>
            <a:lvl4pPr lvl="3" rtl="0">
              <a:spcBef>
                <a:spcPts val="0"/>
              </a:spcBef>
              <a:spcAft>
                <a:spcPts val="0"/>
              </a:spcAft>
              <a:buNone/>
              <a:defRPr lang="ja-JP" sz="1400" b="1" altLang="en-US">
                <a:latin typeface="Noto Sans"/>
                <a:ea typeface="Noto Sans CJK JP"/>
                <a:cs typeface="Noto Sans"/>
              </a:defRPr>
            </a:lvl4pPr>
            <a:lvl5pPr lvl="4" rtl="0">
              <a:spcBef>
                <a:spcPts val="0"/>
              </a:spcBef>
              <a:spcAft>
                <a:spcPts val="0"/>
              </a:spcAft>
              <a:buNone/>
              <a:defRPr lang="ja-JP" sz="1400" b="1" altLang="en-US">
                <a:latin typeface="Noto Sans"/>
                <a:ea typeface="Noto Sans CJK JP"/>
                <a:cs typeface="Noto Sans"/>
              </a:defRPr>
            </a:lvl5pPr>
            <a:lvl6pPr lvl="5" rtl="0">
              <a:spcBef>
                <a:spcPts val="0"/>
              </a:spcBef>
              <a:spcAft>
                <a:spcPts val="0"/>
              </a:spcAft>
              <a:buNone/>
              <a:defRPr lang="ja-JP" sz="1400" b="1" altLang="en-US">
                <a:latin typeface="Noto Sans"/>
                <a:ea typeface="Noto Sans CJK JP"/>
                <a:cs typeface="Noto Sans"/>
              </a:defRPr>
            </a:lvl6pPr>
            <a:lvl7pPr lvl="6" rtl="0">
              <a:spcBef>
                <a:spcPts val="0"/>
              </a:spcBef>
              <a:spcAft>
                <a:spcPts val="0"/>
              </a:spcAft>
              <a:buNone/>
              <a:defRPr lang="ja-JP" sz="1400" b="1" altLang="en-US">
                <a:latin typeface="Noto Sans"/>
                <a:ea typeface="Noto Sans CJK JP"/>
                <a:cs typeface="Noto Sans"/>
              </a:defRPr>
            </a:lvl7pPr>
            <a:lvl8pPr lvl="7" rtl="0">
              <a:spcBef>
                <a:spcPts val="0"/>
              </a:spcBef>
              <a:spcAft>
                <a:spcPts val="0"/>
              </a:spcAft>
              <a:buNone/>
              <a:defRPr lang="ja-JP" sz="1400" b="1" altLang="en-US">
                <a:latin typeface="Noto Sans"/>
                <a:ea typeface="Noto Sans CJK JP"/>
                <a:cs typeface="Noto Sans"/>
              </a:defRPr>
            </a:lvl8pPr>
            <a:lvl9pPr lvl="8" rtl="0">
              <a:spcBef>
                <a:spcPts val="0"/>
              </a:spcBef>
              <a:spcAft>
                <a:spcPts val="0"/>
              </a:spcAft>
              <a:buNone/>
              <a:defRPr lang="ja-JP" sz="1400" b="1" altLang="en-US">
                <a:latin typeface="Noto Sans"/>
                <a:ea typeface="Noto Sans CJK JP"/>
                <a:cs typeface="Noto Sans"/>
              </a:defRPr>
            </a:lvl9pPr>
          </a:lstStyle>
          <a:p>
            <a:pPr>
              <a:lnSpc>
                <a:spcPct val="100000"/>
              </a:lnSpc>
              <a:spcBef>
                <a:spcPts val="0"/>
              </a:spcBef>
              <a:spcAft>
                <a:spcPts val="0"/>
              </a:spcAft>
              <a:defRPr sz="1400" b="1" lang="ja-JP" altLang="en-US">
                <a:latin typeface="Noto Sans"/>
                <a:ea typeface="Noto Sans CJK JP"/>
                <a:cs typeface="Noto Sans"/>
              </a:defRPr>
            </a:pPr>
            <a:endParaRPr lang="ja-JP" sz="1400" b="1" altLang="en-US">
              <a:latin typeface="Noto Sans"/>
              <a:ea typeface="Noto Sans CJK JP"/>
              <a:cs typeface="Noto Sans"/>
            </a:endParaRPr>
          </a:p>
        </p:txBody>
      </p:sp>
      <p:sp>
        <p:nvSpPr>
          <p:cNvPr id="999" name="Slide Number"/>
          <p:cNvSpPr txBox="1"/>
          <p:nvPr/>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lt1"/>
                </a:solidFill>
                <a:latin typeface="Noto Sans"/>
                <a:ea typeface="Noto Sans CJK JP"/>
                <a:cs typeface="Noto Sans"/>
              </a:rPr>
              <a:t>‹#›</a:t>
            </a:fld>
            <a:endParaRPr lang="ja-JP" sz="1800" b="1">
              <a:latin typeface="Noto Sans"/>
              <a:ea typeface="Noto Sans CJK JP"/>
              <a:cs typeface="Noto Sans"/>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transition" type="secHead">
  <p:cSld name="ONE_COLUMN_TEXT_1_4_1">
    <p:spTree>
      <p:nvGrpSpPr>
        <p:cNvPr id="1" name="Shape 32"/>
        <p:cNvGrpSpPr/>
        <p:nvPr/>
      </p:nvGrpSpPr>
      <p:grpSpPr>
        <a:xfrm>
          <a:off x="0" y="0"/>
          <a:ext cx="0" cy="0"/>
          <a:chOff x="0" y="0"/>
          <a:chExt cx="0" cy="0"/>
        </a:xfrm>
      </p:grpSpPr>
      <p:sp>
        <p:nvSpPr>
          <p:cNvPr id="33" name="Google Shape;33;p7"/>
          <p:cNvSpPr/>
          <p:nvPr/>
        </p:nvSpPr>
        <p:spPr>
          <a:xfrm>
            <a:off x="-12600" y="0"/>
            <a:ext cx="9169200" cy="480059"/>
          </a:xfrm>
          <a:prstGeom prst="rect">
            <a:avLst/>
          </a:prstGeom>
          <a:solidFill>
            <a:schemeClr val="accent2"/>
          </a:solidFill>
          <a:ln>
            <a:noFill/>
          </a:ln>
        </p:spPr>
        <p:txBody>
          <a:bodyPr spcFirstLastPara="1" wrap="square" lIns="91425" tIns="0" rIns="91425" bIns="0" anchor="ctr" anchorCtr="0">
            <a:noAutofit/>
          </a:bodyPr>
          <a:lstStyle/>
          <a:p>
            <a:pPr marL="0" lvl="0" indent="0" algn="ctr" rtl="0">
              <a:lnSpc>
                <a:spcPct val="100000"/>
              </a:lnSpc>
              <a:spcBef>
                <a:spcPts val="0"/>
              </a:spcBef>
              <a:spcAft>
                <a:spcPts val="0"/>
              </a:spcAft>
              <a:buNone/>
            </a:pPr>
            <a:endParaRPr lang="ja-JP">
              <a:latin typeface="Noto Sans"/>
              <a:ea typeface="Noto Sans CJK JP"/>
              <a:cs typeface="Noto Sans"/>
            </a:endParaRPr>
          </a:p>
        </p:txBody>
      </p:sp>
      <p:sp>
        <p:nvSpPr>
          <p:cNvPr id="35" name="Google Shape;35;p7"/>
          <p:cNvSpPr txBox="1">
            <a:spLocks noGrp="1"/>
          </p:cNvSpPr>
          <p:nvPr>
            <p:ph type="title"/>
          </p:nvPr>
        </p:nvSpPr>
        <p:spPr>
          <a:xfrm>
            <a:off x="548640" y="2414016"/>
            <a:ext cx="8046720" cy="822960"/>
          </a:xfrm>
          <a:prstGeom prst="rect">
            <a:avLst/>
          </a:prstGeom>
        </p:spPr>
        <p:txBody>
          <a:bodyPr spcFirstLastPara="1" wrap="none" lIns="0" tIns="0" rIns="0" bIns="0" anchor="ctr" anchorCtr="0">
            <a:normAutofit/>
          </a:bodyPr>
          <a:lstStyle>
            <a:lvl1pPr lvl="0" rtl="0" algn="ctr">
              <a:spcBef>
                <a:spcPts val="0"/>
              </a:spcBef>
              <a:spcAft>
                <a:spcPts val="0"/>
              </a:spcAft>
              <a:buClr>
                <a:schemeClr val="dk1"/>
              </a:buClr>
              <a:buNone/>
              <a:defRPr sz="3600" b="1" lang="ja-JP" altLang="en-US">
                <a:solidFill>
                  <a:schemeClr val="dk1"/>
                </a:solidFill>
                <a:latin typeface="Noto Sans"/>
                <a:ea typeface="Noto Sans CJK JP"/>
                <a:cs typeface="Noto Sans"/>
              </a:defRPr>
            </a:lvl1pPr>
            <a:lvl2pPr lvl="1" rtl="0" algn="ctr">
              <a:spcBef>
                <a:spcPts val="0"/>
              </a:spcBef>
              <a:spcAft>
                <a:spcPts val="0"/>
              </a:spcAft>
              <a:buNone/>
              <a:defRPr lang="ja-JP" sz="3600" b="1" altLang="en-US">
                <a:latin typeface="Noto Sans"/>
                <a:ea typeface="Noto Sans CJK JP"/>
                <a:cs typeface="Noto Sans"/>
              </a:defRPr>
            </a:lvl2pPr>
            <a:lvl3pPr lvl="2" rtl="0" algn="ctr">
              <a:spcBef>
                <a:spcPts val="0"/>
              </a:spcBef>
              <a:spcAft>
                <a:spcPts val="0"/>
              </a:spcAft>
              <a:buNone/>
              <a:defRPr lang="ja-JP" sz="3600" b="1" altLang="en-US">
                <a:latin typeface="Noto Sans"/>
                <a:ea typeface="Noto Sans CJK JP"/>
                <a:cs typeface="Noto Sans"/>
              </a:defRPr>
            </a:lvl3pPr>
            <a:lvl4pPr lvl="3" rtl="0" algn="ctr">
              <a:spcBef>
                <a:spcPts val="0"/>
              </a:spcBef>
              <a:spcAft>
                <a:spcPts val="0"/>
              </a:spcAft>
              <a:buNone/>
              <a:defRPr lang="ja-JP" sz="3600" b="1" altLang="en-US">
                <a:latin typeface="Noto Sans"/>
                <a:ea typeface="Noto Sans CJK JP"/>
                <a:cs typeface="Noto Sans"/>
              </a:defRPr>
            </a:lvl4pPr>
            <a:lvl5pPr lvl="4" rtl="0" algn="ctr">
              <a:spcBef>
                <a:spcPts val="0"/>
              </a:spcBef>
              <a:spcAft>
                <a:spcPts val="0"/>
              </a:spcAft>
              <a:buNone/>
              <a:defRPr lang="ja-JP" sz="3600" b="1" altLang="en-US">
                <a:latin typeface="Noto Sans"/>
                <a:ea typeface="Noto Sans CJK JP"/>
                <a:cs typeface="Noto Sans"/>
              </a:defRPr>
            </a:lvl5pPr>
            <a:lvl6pPr lvl="5" rtl="0" algn="ctr">
              <a:spcBef>
                <a:spcPts val="0"/>
              </a:spcBef>
              <a:spcAft>
                <a:spcPts val="0"/>
              </a:spcAft>
              <a:buNone/>
              <a:defRPr lang="ja-JP" sz="3600" b="1" altLang="en-US">
                <a:latin typeface="Noto Sans"/>
                <a:ea typeface="Noto Sans CJK JP"/>
                <a:cs typeface="Noto Sans"/>
              </a:defRPr>
            </a:lvl6pPr>
            <a:lvl7pPr lvl="6" rtl="0" algn="ctr">
              <a:spcBef>
                <a:spcPts val="0"/>
              </a:spcBef>
              <a:spcAft>
                <a:spcPts val="0"/>
              </a:spcAft>
              <a:buNone/>
              <a:defRPr lang="ja-JP" sz="3600" b="1" altLang="en-US">
                <a:latin typeface="Noto Sans"/>
                <a:ea typeface="Noto Sans CJK JP"/>
                <a:cs typeface="Noto Sans"/>
              </a:defRPr>
            </a:lvl7pPr>
            <a:lvl8pPr lvl="7" rtl="0" algn="ctr">
              <a:spcBef>
                <a:spcPts val="0"/>
              </a:spcBef>
              <a:spcAft>
                <a:spcPts val="0"/>
              </a:spcAft>
              <a:buNone/>
              <a:defRPr lang="ja-JP" sz="3600" b="1" altLang="en-US">
                <a:latin typeface="Noto Sans"/>
                <a:ea typeface="Noto Sans CJK JP"/>
                <a:cs typeface="Noto Sans"/>
              </a:defRPr>
            </a:lvl8pPr>
            <a:lvl9pPr lvl="8" rtl="0" algn="ctr">
              <a:spcBef>
                <a:spcPts val="0"/>
              </a:spcBef>
              <a:spcAft>
                <a:spcPts val="0"/>
              </a:spcAft>
              <a:buNone/>
              <a:defRPr lang="ja-JP" sz="3600" b="1" altLang="en-US">
                <a:latin typeface="Noto Sans"/>
                <a:ea typeface="Noto Sans CJK JP"/>
                <a:cs typeface="Noto Sans"/>
              </a:defRPr>
            </a:lvl9pPr>
          </a:lstStyle>
          <a:p>
            <a:pPr algn="ctr">
              <a:lnSpc>
                <a:spcPct val="110000"/>
              </a:lnSpc>
              <a:defRPr sz="3600" b="1" lang="ja-JP" altLang="en-US">
                <a:latin typeface="Noto Sans"/>
                <a:ea typeface="Noto Sans CJK JP"/>
                <a:cs typeface="Noto Sans"/>
              </a:defRPr>
            </a:pPr>
            <a:endParaRPr lang="ja-JP" sz="3600" b="1" altLang="en-US">
              <a:latin typeface="Noto Sans"/>
              <a:ea typeface="Noto Sans CJK JP"/>
              <a:cs typeface="Noto Sans"/>
            </a:endParaRPr>
          </a:p>
        </p:txBody>
      </p:sp>
      <p:sp>
        <p:nvSpPr>
          <p:cNvPr id="36" name="Google Shape;36;p7"/>
          <p:cNvSpPr txBox="1">
            <a:spLocks noGrp="1"/>
          </p:cNvSpPr>
          <p:nvPr>
            <p:ph type="title" idx="2"/>
          </p:nvPr>
        </p:nvSpPr>
        <p:spPr>
          <a:xfrm>
            <a:off x="76100" y="0"/>
            <a:ext cx="8115300" cy="480059"/>
          </a:xfrm>
          <a:prstGeom prst="rect">
            <a:avLst/>
          </a:prstGeom>
          <a:ln>
            <a:noFill/>
          </a:ln>
        </p:spPr>
        <p:txBody>
          <a:bodyPr spcFirstLastPara="1" wrap="square" lIns="91425" tIns="0" rIns="91425" bIns="0" anchor="ctr" anchorCtr="0">
            <a:normAutofit/>
          </a:bodyPr>
          <a:lstStyle>
            <a:lvl1pPr lvl="0" rtl="0">
              <a:spcBef>
                <a:spcPts val="0"/>
              </a:spcBef>
              <a:spcAft>
                <a:spcPts val="0"/>
              </a:spcAft>
              <a:buClr>
                <a:schemeClr val="lt1"/>
              </a:buClr>
              <a:buNone/>
              <a:defRPr sz="1400" b="1" lang="ja-JP" altLang="en-US">
                <a:solidFill>
                  <a:schemeClr val="lt1"/>
                </a:solidFill>
                <a:latin typeface="Noto Sans"/>
                <a:ea typeface="Noto Sans CJK JP"/>
                <a:cs typeface="Noto Sans"/>
              </a:defRPr>
            </a:lvl1pPr>
            <a:lvl2pPr lvl="1" rtl="0">
              <a:spcBef>
                <a:spcPts val="0"/>
              </a:spcBef>
              <a:spcAft>
                <a:spcPts val="0"/>
              </a:spcAft>
              <a:buNone/>
              <a:defRPr lang="ja-JP" sz="1400" b="1" altLang="en-US">
                <a:latin typeface="Noto Sans"/>
                <a:ea typeface="Noto Sans CJK JP"/>
                <a:cs typeface="Noto Sans"/>
              </a:defRPr>
            </a:lvl2pPr>
            <a:lvl3pPr lvl="2" rtl="0">
              <a:spcBef>
                <a:spcPts val="0"/>
              </a:spcBef>
              <a:spcAft>
                <a:spcPts val="0"/>
              </a:spcAft>
              <a:buNone/>
              <a:defRPr lang="ja-JP" sz="1400" b="1" altLang="en-US">
                <a:latin typeface="Noto Sans"/>
                <a:ea typeface="Noto Sans CJK JP"/>
                <a:cs typeface="Noto Sans"/>
              </a:defRPr>
            </a:lvl3pPr>
            <a:lvl4pPr lvl="3" rtl="0">
              <a:spcBef>
                <a:spcPts val="0"/>
              </a:spcBef>
              <a:spcAft>
                <a:spcPts val="0"/>
              </a:spcAft>
              <a:buNone/>
              <a:defRPr lang="ja-JP" sz="1400" b="1" altLang="en-US">
                <a:latin typeface="Noto Sans"/>
                <a:ea typeface="Noto Sans CJK JP"/>
                <a:cs typeface="Noto Sans"/>
              </a:defRPr>
            </a:lvl4pPr>
            <a:lvl5pPr lvl="4" rtl="0">
              <a:spcBef>
                <a:spcPts val="0"/>
              </a:spcBef>
              <a:spcAft>
                <a:spcPts val="0"/>
              </a:spcAft>
              <a:buNone/>
              <a:defRPr lang="ja-JP" sz="1400" b="1" altLang="en-US">
                <a:latin typeface="Noto Sans"/>
                <a:ea typeface="Noto Sans CJK JP"/>
                <a:cs typeface="Noto Sans"/>
              </a:defRPr>
            </a:lvl5pPr>
            <a:lvl6pPr lvl="5" rtl="0">
              <a:spcBef>
                <a:spcPts val="0"/>
              </a:spcBef>
              <a:spcAft>
                <a:spcPts val="0"/>
              </a:spcAft>
              <a:buNone/>
              <a:defRPr lang="ja-JP" sz="1400" b="1" altLang="en-US">
                <a:latin typeface="Noto Sans"/>
                <a:ea typeface="Noto Sans CJK JP"/>
                <a:cs typeface="Noto Sans"/>
              </a:defRPr>
            </a:lvl6pPr>
            <a:lvl7pPr lvl="6" rtl="0">
              <a:spcBef>
                <a:spcPts val="0"/>
              </a:spcBef>
              <a:spcAft>
                <a:spcPts val="0"/>
              </a:spcAft>
              <a:buNone/>
              <a:defRPr lang="ja-JP" sz="1400" b="1" altLang="en-US">
                <a:latin typeface="Noto Sans"/>
                <a:ea typeface="Noto Sans CJK JP"/>
                <a:cs typeface="Noto Sans"/>
              </a:defRPr>
            </a:lvl7pPr>
            <a:lvl8pPr lvl="7" rtl="0">
              <a:spcBef>
                <a:spcPts val="0"/>
              </a:spcBef>
              <a:spcAft>
                <a:spcPts val="0"/>
              </a:spcAft>
              <a:buNone/>
              <a:defRPr lang="ja-JP" sz="1400" b="1" altLang="en-US">
                <a:latin typeface="Noto Sans"/>
                <a:ea typeface="Noto Sans CJK JP"/>
                <a:cs typeface="Noto Sans"/>
              </a:defRPr>
            </a:lvl8pPr>
            <a:lvl9pPr lvl="8" rtl="0">
              <a:spcBef>
                <a:spcPts val="0"/>
              </a:spcBef>
              <a:spcAft>
                <a:spcPts val="0"/>
              </a:spcAft>
              <a:buNone/>
              <a:defRPr lang="ja-JP" sz="1400" b="1" altLang="en-US">
                <a:latin typeface="Noto Sans"/>
                <a:ea typeface="Noto Sans CJK JP"/>
                <a:cs typeface="Noto Sans"/>
              </a:defRPr>
            </a:lvl9pPr>
          </a:lstStyle>
          <a:p>
            <a:pPr>
              <a:lnSpc>
                <a:spcPct val="100000"/>
              </a:lnSpc>
              <a:spcBef>
                <a:spcPts val="0"/>
              </a:spcBef>
              <a:spcAft>
                <a:spcPts val="0"/>
              </a:spcAft>
              <a:defRPr sz="1400" b="1" lang="ja-JP" altLang="en-US">
                <a:latin typeface="Noto Sans"/>
                <a:ea typeface="Noto Sans CJK JP"/>
                <a:cs typeface="Noto Sans"/>
              </a:defRPr>
            </a:pPr>
            <a:endParaRPr dirty="0" lang="ja-JP" sz="1400" b="1" altLang="en-US">
              <a:latin typeface="Noto Sans"/>
              <a:ea typeface="Noto Sans CJK JP"/>
              <a:cs typeface="Noto Sans"/>
            </a:endParaRPr>
          </a:p>
        </p:txBody>
      </p:sp>
      <p:sp>
        <p:nvSpPr>
          <p:cNvPr id="999" name="Slide Number"/>
          <p:cNvSpPr txBox="1"/>
          <p:nvPr/>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lt1"/>
                </a:solidFill>
                <a:latin typeface="Noto Sans"/>
                <a:ea typeface="Noto Sans CJK JP"/>
                <a:cs typeface="Noto Sans"/>
              </a:rPr>
              <a:t>‹#›</a:t>
            </a:fld>
            <a:endParaRPr lang="ja-JP" sz="1800" b="1">
              <a:latin typeface="Noto Sans"/>
              <a:ea typeface="Noto Sans CJK JP"/>
              <a:cs typeface="Noto Sans"/>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本文のみ">
  <p:cSld name="ONE_COLUMN_TEXT_1_3">
    <p:spTree>
      <p:nvGrpSpPr>
        <p:cNvPr id="1" name="Shape 37"/>
        <p:cNvGrpSpPr/>
        <p:nvPr/>
      </p:nvGrpSpPr>
      <p:grpSpPr>
        <a:xfrm>
          <a:off x="0" y="0"/>
          <a:ext cx="0" cy="0"/>
          <a:chOff x="0" y="0"/>
          <a:chExt cx="0" cy="0"/>
        </a:xfrm>
      </p:grpSpPr>
      <p:sp>
        <p:nvSpPr>
          <p:cNvPr id="38" name="Google Shape;38;p8"/>
          <p:cNvSpPr/>
          <p:nvPr/>
        </p:nvSpPr>
        <p:spPr>
          <a:xfrm>
            <a:off x="-12600" y="0"/>
            <a:ext cx="9169200" cy="480059"/>
          </a:xfrm>
          <a:prstGeom prst="rect">
            <a:avLst/>
          </a:prstGeom>
          <a:solidFill>
            <a:schemeClr val="accent2"/>
          </a:solidFill>
          <a:ln>
            <a:noFill/>
          </a:ln>
        </p:spPr>
        <p:txBody>
          <a:bodyPr spcFirstLastPara="1" wrap="square" lIns="91425" tIns="0" rIns="91425" bIns="0" anchor="ctr" anchorCtr="0">
            <a:noAutofit/>
          </a:bodyPr>
          <a:lstStyle/>
          <a:p>
            <a:pPr marL="0" lvl="0" indent="0" algn="ctr" rtl="0">
              <a:lnSpc>
                <a:spcPct val="100000"/>
              </a:lnSpc>
              <a:spcBef>
                <a:spcPts val="0"/>
              </a:spcBef>
              <a:spcAft>
                <a:spcPts val="0"/>
              </a:spcAft>
              <a:buNone/>
            </a:pPr>
            <a:endParaRPr lang="ja-JP">
              <a:latin typeface="Noto Sans"/>
              <a:ea typeface="Noto Sans CJK JP"/>
              <a:cs typeface="Noto Sans"/>
            </a:endParaRPr>
          </a:p>
        </p:txBody>
      </p:sp>
      <p:sp>
        <p:nvSpPr>
          <p:cNvPr id="40" name="Google Shape;40;p8"/>
          <p:cNvSpPr txBox="1">
            <a:spLocks noGrp="1"/>
          </p:cNvSpPr>
          <p:nvPr>
            <p:ph type="body" idx="1"/>
          </p:nvPr>
        </p:nvSpPr>
        <p:spPr>
          <a:xfrm>
            <a:off x="589650" y="1185250"/>
            <a:ext cx="7964700" cy="3272100"/>
          </a:xfrm>
          <a:prstGeom prst="rect">
            <a:avLst/>
          </a:prstGeom>
        </p:spPr>
        <p:txBody>
          <a:bodyPr spcFirstLastPara="1" wrap="square" lIns="91425" tIns="91425" rIns="91425" bIns="91425" anchor="t" anchorCtr="0">
            <a:normAutofit/>
          </a:bodyPr>
          <a:lst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a:lstStyle>
          <a:p>
            <a:endParaRPr lang="ja-JP">
              <a:latin typeface="Noto Sans"/>
              <a:ea typeface="Noto Sans CJK JP"/>
              <a:cs typeface="Noto Sans"/>
            </a:endParaRPr>
          </a:p>
        </p:txBody>
      </p:sp>
      <p:sp>
        <p:nvSpPr>
          <p:cNvPr id="41" name="Google Shape;41;p8"/>
          <p:cNvSpPr txBox="1">
            <a:spLocks noGrp="1"/>
          </p:cNvSpPr>
          <p:nvPr>
            <p:ph type="title"/>
          </p:nvPr>
        </p:nvSpPr>
        <p:spPr>
          <a:xfrm>
            <a:off x="76100" y="0"/>
            <a:ext cx="8059500" cy="480059"/>
          </a:xfrm>
          <a:prstGeom prst="rect">
            <a:avLst/>
          </a:prstGeom>
          <a:ln>
            <a:noFill/>
          </a:ln>
        </p:spPr>
        <p:txBody>
          <a:bodyPr spcFirstLastPara="1" wrap="square" lIns="91425" tIns="0" rIns="91425" bIns="0" anchor="ctr" anchorCtr="0">
            <a:normAutofit/>
          </a:bodyPr>
          <a:lstStyle>
            <a:lvl1pPr lvl="0" rtl="0">
              <a:spcBef>
                <a:spcPts val="0"/>
              </a:spcBef>
              <a:spcAft>
                <a:spcPts val="0"/>
              </a:spcAft>
              <a:buClr>
                <a:schemeClr val="lt1"/>
              </a:buClr>
              <a:buNone/>
              <a:defRPr sz="1400" b="1" lang="ja-JP" altLang="en-US">
                <a:solidFill>
                  <a:schemeClr val="lt1"/>
                </a:solidFill>
                <a:latin typeface="Noto Sans"/>
                <a:ea typeface="Noto Sans CJK JP"/>
                <a:cs typeface="Noto Sans"/>
              </a:defRPr>
            </a:lvl1pPr>
            <a:lvl2pPr lvl="1" rtl="0">
              <a:spcBef>
                <a:spcPts val="0"/>
              </a:spcBef>
              <a:spcAft>
                <a:spcPts val="0"/>
              </a:spcAft>
              <a:buNone/>
              <a:defRPr lang="ja-JP" sz="1400" b="1" altLang="en-US">
                <a:latin typeface="Noto Sans"/>
                <a:ea typeface="Noto Sans CJK JP"/>
                <a:cs typeface="Noto Sans"/>
              </a:defRPr>
            </a:lvl2pPr>
            <a:lvl3pPr lvl="2" rtl="0">
              <a:spcBef>
                <a:spcPts val="0"/>
              </a:spcBef>
              <a:spcAft>
                <a:spcPts val="0"/>
              </a:spcAft>
              <a:buNone/>
              <a:defRPr lang="ja-JP" sz="1400" b="1" altLang="en-US">
                <a:latin typeface="Noto Sans"/>
                <a:ea typeface="Noto Sans CJK JP"/>
                <a:cs typeface="Noto Sans"/>
              </a:defRPr>
            </a:lvl3pPr>
            <a:lvl4pPr lvl="3" rtl="0">
              <a:spcBef>
                <a:spcPts val="0"/>
              </a:spcBef>
              <a:spcAft>
                <a:spcPts val="0"/>
              </a:spcAft>
              <a:buNone/>
              <a:defRPr lang="ja-JP" sz="1400" b="1" altLang="en-US">
                <a:latin typeface="Noto Sans"/>
                <a:ea typeface="Noto Sans CJK JP"/>
                <a:cs typeface="Noto Sans"/>
              </a:defRPr>
            </a:lvl4pPr>
            <a:lvl5pPr lvl="4" rtl="0">
              <a:spcBef>
                <a:spcPts val="0"/>
              </a:spcBef>
              <a:spcAft>
                <a:spcPts val="0"/>
              </a:spcAft>
              <a:buNone/>
              <a:defRPr lang="ja-JP" sz="1400" b="1" altLang="en-US">
                <a:latin typeface="Noto Sans"/>
                <a:ea typeface="Noto Sans CJK JP"/>
                <a:cs typeface="Noto Sans"/>
              </a:defRPr>
            </a:lvl5pPr>
            <a:lvl6pPr lvl="5" rtl="0">
              <a:spcBef>
                <a:spcPts val="0"/>
              </a:spcBef>
              <a:spcAft>
                <a:spcPts val="0"/>
              </a:spcAft>
              <a:buNone/>
              <a:defRPr lang="ja-JP" sz="1400" b="1" altLang="en-US">
                <a:latin typeface="Noto Sans"/>
                <a:ea typeface="Noto Sans CJK JP"/>
                <a:cs typeface="Noto Sans"/>
              </a:defRPr>
            </a:lvl6pPr>
            <a:lvl7pPr lvl="6" rtl="0">
              <a:spcBef>
                <a:spcPts val="0"/>
              </a:spcBef>
              <a:spcAft>
                <a:spcPts val="0"/>
              </a:spcAft>
              <a:buNone/>
              <a:defRPr lang="ja-JP" sz="1400" b="1" altLang="en-US">
                <a:latin typeface="Noto Sans"/>
                <a:ea typeface="Noto Sans CJK JP"/>
                <a:cs typeface="Noto Sans"/>
              </a:defRPr>
            </a:lvl7pPr>
            <a:lvl8pPr lvl="7" rtl="0">
              <a:spcBef>
                <a:spcPts val="0"/>
              </a:spcBef>
              <a:spcAft>
                <a:spcPts val="0"/>
              </a:spcAft>
              <a:buNone/>
              <a:defRPr lang="ja-JP" sz="1400" b="1" altLang="en-US">
                <a:latin typeface="Noto Sans"/>
                <a:ea typeface="Noto Sans CJK JP"/>
                <a:cs typeface="Noto Sans"/>
              </a:defRPr>
            </a:lvl8pPr>
            <a:lvl9pPr lvl="8" rtl="0">
              <a:spcBef>
                <a:spcPts val="0"/>
              </a:spcBef>
              <a:spcAft>
                <a:spcPts val="0"/>
              </a:spcAft>
              <a:buNone/>
              <a:defRPr lang="ja-JP" sz="1400" b="1" altLang="en-US">
                <a:latin typeface="Noto Sans"/>
                <a:ea typeface="Noto Sans CJK JP"/>
                <a:cs typeface="Noto Sans"/>
              </a:defRPr>
            </a:lvl9pPr>
          </a:lstStyle>
          <a:p>
            <a:pPr>
              <a:lnSpc>
                <a:spcPct val="100000"/>
              </a:lnSpc>
              <a:spcBef>
                <a:spcPts val="0"/>
              </a:spcBef>
              <a:spcAft>
                <a:spcPts val="0"/>
              </a:spcAft>
              <a:defRPr sz="1400" b="1" lang="ja-JP" altLang="en-US">
                <a:latin typeface="Noto Sans"/>
                <a:ea typeface="Noto Sans CJK JP"/>
                <a:cs typeface="Noto Sans"/>
              </a:defRPr>
            </a:pPr>
            <a:endParaRPr dirty="0" lang="ja-JP" sz="1400" b="1" altLang="en-US">
              <a:latin typeface="Noto Sans"/>
              <a:ea typeface="Noto Sans CJK JP"/>
              <a:cs typeface="Noto Sans"/>
            </a:endParaRPr>
          </a:p>
        </p:txBody>
      </p:sp>
      <p:sp>
        <p:nvSpPr>
          <p:cNvPr id="999" name="Slide Number"/>
          <p:cNvSpPr txBox="1"/>
          <p:nvPr/>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lt1"/>
                </a:solidFill>
                <a:latin typeface="Noto Sans"/>
                <a:ea typeface="Noto Sans CJK JP"/>
                <a:cs typeface="Noto Sans"/>
              </a:rPr>
              <a:t>‹#›</a:t>
            </a:fld>
            <a:endParaRPr lang="ja-JP" sz="1800" b="1">
              <a:latin typeface="Noto Sans"/>
              <a:ea typeface="Noto Sans CJK JP"/>
              <a:cs typeface="Noto Sans"/>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ヘッダーのみ">
  <p:cSld name="ONE_COLUMN_TEXT_1_1">
    <p:spTree>
      <p:nvGrpSpPr>
        <p:cNvPr id="1" name="Shape 42"/>
        <p:cNvGrpSpPr/>
        <p:nvPr/>
      </p:nvGrpSpPr>
      <p:grpSpPr>
        <a:xfrm>
          <a:off x="0" y="0"/>
          <a:ext cx="0" cy="0"/>
          <a:chOff x="0" y="0"/>
          <a:chExt cx="0" cy="0"/>
        </a:xfrm>
      </p:grpSpPr>
      <p:sp>
        <p:nvSpPr>
          <p:cNvPr id="43" name="Google Shape;43;p9"/>
          <p:cNvSpPr/>
          <p:nvPr/>
        </p:nvSpPr>
        <p:spPr>
          <a:xfrm>
            <a:off x="-12600" y="0"/>
            <a:ext cx="9169200" cy="480059"/>
          </a:xfrm>
          <a:prstGeom prst="rect">
            <a:avLst/>
          </a:prstGeom>
          <a:solidFill>
            <a:schemeClr val="accent2"/>
          </a:solidFill>
          <a:ln>
            <a:noFill/>
          </a:ln>
        </p:spPr>
        <p:txBody>
          <a:bodyPr spcFirstLastPara="1" wrap="square" lIns="91425" tIns="0" rIns="91425" bIns="0" anchor="ctr" anchorCtr="0">
            <a:noAutofit/>
          </a:bodyPr>
          <a:lstStyle/>
          <a:p>
            <a:pPr marL="0" lvl="0" indent="0" algn="ctr" rtl="0">
              <a:lnSpc>
                <a:spcPct val="100000"/>
              </a:lnSpc>
              <a:spcBef>
                <a:spcPts val="0"/>
              </a:spcBef>
              <a:spcAft>
                <a:spcPts val="0"/>
              </a:spcAft>
              <a:buNone/>
            </a:pPr>
            <a:endParaRPr lang="ja-JP">
              <a:latin typeface="Noto Sans"/>
              <a:ea typeface="Noto Sans CJK JP"/>
              <a:cs typeface="Noto Sans"/>
            </a:endParaRPr>
          </a:p>
        </p:txBody>
      </p:sp>
      <p:sp>
        <p:nvSpPr>
          <p:cNvPr id="45" name="Google Shape;45;p9"/>
          <p:cNvSpPr txBox="1">
            <a:spLocks noGrp="1"/>
          </p:cNvSpPr>
          <p:nvPr>
            <p:ph type="title"/>
          </p:nvPr>
        </p:nvSpPr>
        <p:spPr>
          <a:xfrm>
            <a:off x="76100" y="0"/>
            <a:ext cx="8148900" cy="480059"/>
          </a:xfrm>
          <a:prstGeom prst="rect">
            <a:avLst/>
          </a:prstGeom>
          <a:ln>
            <a:noFill/>
          </a:ln>
        </p:spPr>
        <p:txBody>
          <a:bodyPr spcFirstLastPara="1" wrap="square" lIns="91425" tIns="0" rIns="91425" bIns="0" anchor="ctr" anchorCtr="0">
            <a:normAutofit/>
          </a:bodyPr>
          <a:lstStyle>
            <a:lvl1pPr lvl="0" rtl="0">
              <a:spcBef>
                <a:spcPts val="0"/>
              </a:spcBef>
              <a:spcAft>
                <a:spcPts val="0"/>
              </a:spcAft>
              <a:buClr>
                <a:schemeClr val="lt1"/>
              </a:buClr>
              <a:buNone/>
              <a:defRPr sz="1400" b="1" lang="ja-JP" altLang="en-US">
                <a:solidFill>
                  <a:schemeClr val="lt1"/>
                </a:solidFill>
                <a:latin typeface="Noto Sans"/>
                <a:ea typeface="Noto Sans CJK JP"/>
                <a:cs typeface="Noto Sans"/>
              </a:defRPr>
            </a:lvl1pPr>
            <a:lvl2pPr lvl="1" rtl="0">
              <a:spcBef>
                <a:spcPts val="0"/>
              </a:spcBef>
              <a:spcAft>
                <a:spcPts val="0"/>
              </a:spcAft>
              <a:buNone/>
              <a:defRPr lang="ja-JP" sz="1400" b="1" altLang="en-US">
                <a:latin typeface="Noto Sans"/>
                <a:ea typeface="Noto Sans CJK JP"/>
                <a:cs typeface="Noto Sans"/>
              </a:defRPr>
            </a:lvl2pPr>
            <a:lvl3pPr lvl="2" rtl="0">
              <a:spcBef>
                <a:spcPts val="0"/>
              </a:spcBef>
              <a:spcAft>
                <a:spcPts val="0"/>
              </a:spcAft>
              <a:buNone/>
              <a:defRPr lang="ja-JP" sz="1400" b="1" altLang="en-US">
                <a:latin typeface="Noto Sans"/>
                <a:ea typeface="Noto Sans CJK JP"/>
                <a:cs typeface="Noto Sans"/>
              </a:defRPr>
            </a:lvl3pPr>
            <a:lvl4pPr lvl="3" rtl="0">
              <a:spcBef>
                <a:spcPts val="0"/>
              </a:spcBef>
              <a:spcAft>
                <a:spcPts val="0"/>
              </a:spcAft>
              <a:buNone/>
              <a:defRPr lang="ja-JP" sz="1400" b="1" altLang="en-US">
                <a:latin typeface="Noto Sans"/>
                <a:ea typeface="Noto Sans CJK JP"/>
                <a:cs typeface="Noto Sans"/>
              </a:defRPr>
            </a:lvl4pPr>
            <a:lvl5pPr lvl="4" rtl="0">
              <a:spcBef>
                <a:spcPts val="0"/>
              </a:spcBef>
              <a:spcAft>
                <a:spcPts val="0"/>
              </a:spcAft>
              <a:buNone/>
              <a:defRPr lang="ja-JP" sz="1400" b="1" altLang="en-US">
                <a:latin typeface="Noto Sans"/>
                <a:ea typeface="Noto Sans CJK JP"/>
                <a:cs typeface="Noto Sans"/>
              </a:defRPr>
            </a:lvl5pPr>
            <a:lvl6pPr lvl="5" rtl="0">
              <a:spcBef>
                <a:spcPts val="0"/>
              </a:spcBef>
              <a:spcAft>
                <a:spcPts val="0"/>
              </a:spcAft>
              <a:buNone/>
              <a:defRPr lang="ja-JP" sz="1400" b="1" altLang="en-US">
                <a:latin typeface="Noto Sans"/>
                <a:ea typeface="Noto Sans CJK JP"/>
                <a:cs typeface="Noto Sans"/>
              </a:defRPr>
            </a:lvl6pPr>
            <a:lvl7pPr lvl="6" rtl="0">
              <a:spcBef>
                <a:spcPts val="0"/>
              </a:spcBef>
              <a:spcAft>
                <a:spcPts val="0"/>
              </a:spcAft>
              <a:buNone/>
              <a:defRPr lang="ja-JP" sz="1400" b="1" altLang="en-US">
                <a:latin typeface="Noto Sans"/>
                <a:ea typeface="Noto Sans CJK JP"/>
                <a:cs typeface="Noto Sans"/>
              </a:defRPr>
            </a:lvl7pPr>
            <a:lvl8pPr lvl="7" rtl="0">
              <a:spcBef>
                <a:spcPts val="0"/>
              </a:spcBef>
              <a:spcAft>
                <a:spcPts val="0"/>
              </a:spcAft>
              <a:buNone/>
              <a:defRPr lang="ja-JP" sz="1400" b="1" altLang="en-US">
                <a:latin typeface="Noto Sans"/>
                <a:ea typeface="Noto Sans CJK JP"/>
                <a:cs typeface="Noto Sans"/>
              </a:defRPr>
            </a:lvl8pPr>
            <a:lvl9pPr lvl="8" rtl="0">
              <a:spcBef>
                <a:spcPts val="0"/>
              </a:spcBef>
              <a:spcAft>
                <a:spcPts val="0"/>
              </a:spcAft>
              <a:buNone/>
              <a:defRPr lang="ja-JP" sz="1400" b="1" altLang="en-US">
                <a:latin typeface="Noto Sans"/>
                <a:ea typeface="Noto Sans CJK JP"/>
                <a:cs typeface="Noto Sans"/>
              </a:defRPr>
            </a:lvl9pPr>
          </a:lstStyle>
          <a:p>
            <a:pPr>
              <a:lnSpc>
                <a:spcPct val="100000"/>
              </a:lnSpc>
              <a:spcBef>
                <a:spcPts val="0"/>
              </a:spcBef>
              <a:spcAft>
                <a:spcPts val="0"/>
              </a:spcAft>
              <a:defRPr sz="1400" b="1" lang="ja-JP" altLang="en-US">
                <a:latin typeface="Noto Sans"/>
                <a:ea typeface="Noto Sans CJK JP"/>
                <a:cs typeface="Noto Sans"/>
              </a:defRPr>
            </a:pPr>
            <a:endParaRPr dirty="0" lang="ja-JP" sz="1400" b="1" altLang="en-US">
              <a:latin typeface="Noto Sans"/>
              <a:ea typeface="Noto Sans CJK JP"/>
              <a:cs typeface="Noto Sans"/>
            </a:endParaRPr>
          </a:p>
        </p:txBody>
      </p:sp>
      <p:sp>
        <p:nvSpPr>
          <p:cNvPr id="999" name="Slide Number"/>
          <p:cNvSpPr txBox="1"/>
          <p:nvPr/>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lt1"/>
                </a:solidFill>
                <a:latin typeface="Noto Sans"/>
                <a:ea typeface="Noto Sans CJK JP"/>
                <a:cs typeface="Noto Sans"/>
              </a:rPr>
              <a:t>‹#›</a:t>
            </a:fld>
            <a:endParaRPr lang="ja-JP" sz="1800" b="1">
              <a:latin typeface="Noto Sans"/>
              <a:ea typeface="Noto Sans CJK JP"/>
              <a:cs typeface="Noto Sans"/>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CHART_AND_EXPLANATION">
    <p:spTree>
      <p:nvGrpSpPr>
        <p:cNvPr id="1" name=""/>
        <p:cNvGrpSpPr/>
        <p:nvPr/>
      </p:nvGrpSpPr>
      <p:grpSpPr>
        <a:xfrm>
          <a:off x="0" y="0"/>
          <a:ext cx="0" cy="0"/>
          <a:chOff x="0" y="0"/>
          <a:chExt cx="0" cy="0"/>
        </a:xfrm>
      </p:grpSpPr>
      <p:sp>
        <p:nvSpPr>
          <p:cNvPr id="2" name="Header band"/>
          <p:cNvSpPr txBox="1"/>
          <p:nvPr userDrawn="1"/>
        </p:nvSpPr>
        <p:spPr>
          <a:xfrm>
            <a:off x="0" y="0"/>
            <a:ext cx="9144000" cy="480059"/>
          </a:xfrm>
          <a:prstGeom prst="rect">
            <a:avLst/>
          </a:prstGeom>
          <a:solidFill>
            <a:schemeClr val="accent2"/>
          </a:solidFill>
          <a:ln>
            <a:noFill/>
          </a:ln>
        </p:spPr>
        <p:txBody>
          <a:bodyPr wrap="square" anchor="ctr" tIns="0" bIns="0"/>
          <a:lstStyle/>
          <a:p>
            <a:pPr algn="l">
              <a:lnSpc>
                <a:spcPct val="100000"/>
              </a:lnSpc>
              <a:spcBef>
                <a:spcPts val="0"/>
              </a:spcBef>
              <a:spcAft>
                <a:spcPts val="0"/>
              </a:spcAft>
            </a:pPr>
            <a:endParaRPr lang="ja-JP" dirty="0">
              <a:latin typeface="Noto Sans"/>
              <a:ea typeface="Noto Sans CJK JP"/>
              <a:cs typeface="Noto Sans"/>
            </a:endParaRPr>
          </a:p>
        </p:txBody>
      </p:sp>
      <p:sp>
        <p:nvSpPr>
          <p:cNvPr id="4" name="Chart Placeholder"/>
          <p:cNvSpPr txBox="1">
            <a:spLocks noGrp="1"/>
          </p:cNvSpPr>
          <p:nvPr>
            <p:ph idx="1"/>
          </p:nvPr>
        </p:nvSpPr>
        <p:spPr>
          <a:xfrm>
            <a:off x="456520" y="1250000"/>
            <a:ext cx="5715000" cy="3000000"/>
          </a:xfrm>
          <a:prstGeom prst="rect">
            <a:avLst/>
          </a:prstGeom>
          <a:solidFill>
            <a:schemeClr val="lt2"/>
          </a:solidFill>
          <a:ln>
            <a:noFill/>
          </a:ln>
        </p:spPr>
        <p:txBody>
          <a:bodyPr wrap="square"/>
          <a:lstStyle/>
          <a:p>
            <a:r>
              <a:rPr lang="ja-JP" sz="1800" b="0">
                <a:solidFill>
                  <a:schemeClr val="dk2"/>
                </a:solidFill>
                <a:latin typeface="Noto Sans"/>
                <a:ea typeface="Noto Sans CJK JP"/>
                <a:cs typeface="Noto Sans"/>
              </a:rPr>
              <a:t>Insert chart</a:t>
            </a:r>
            <a:endParaRPr lang="ja-JP">
              <a:latin typeface="Noto Sans"/>
              <a:ea typeface="Noto Sans CJK JP"/>
              <a:cs typeface="Noto Sans"/>
            </a:endParaRPr>
          </a:p>
        </p:txBody>
      </p:sp>
      <p:sp>
        <p:nvSpPr>
          <p:cNvPr id="5" name="Explanation Placeholder"/>
          <p:cNvSpPr txBox="1">
            <a:spLocks noGrp="1"/>
          </p:cNvSpPr>
          <p:nvPr>
            <p:ph type="body" idx="2"/>
          </p:nvPr>
        </p:nvSpPr>
        <p:spPr>
          <a:xfrm>
            <a:off x="6295292" y="1550000"/>
            <a:ext cx="2500000" cy="2400000"/>
          </a:xfrm>
          <a:prstGeom prst="rect">
            <a:avLst/>
          </a:prstGeom>
          <a:noFill/>
          <a:ln>
            <a:noFill/>
          </a:ln>
        </p:spPr>
        <p:txBody>
          <a:bodyPr wrap="square" lIns="91425" rIns="91425" tIns="91425" bIns="91425"/>
          <a:lst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a:lstStyle>
          <a:p>
            <a:endParaRPr lang="ja-JP" dirty="0">
              <a:latin typeface="Noto Sans"/>
              <a:ea typeface="Noto Sans CJK JP"/>
              <a:cs typeface="Noto Sans"/>
            </a:endParaRPr>
          </a:p>
        </p:txBody>
      </p:sp>
      <p:sp>
        <p:nvSpPr>
          <p:cNvPr id="6" name="Supporting Text Placeholder"/>
          <p:cNvSpPr txBox="1">
            <a:spLocks noGrp="1"/>
          </p:cNvSpPr>
          <p:nvPr>
            <p:ph type="body" idx="3"/>
          </p:nvPr>
        </p:nvSpPr>
        <p:spPr>
          <a:xfrm>
            <a:off x="500000" y="4650000"/>
            <a:ext cx="8144000" cy="260000"/>
          </a:xfrm>
          <a:prstGeom prst="rect">
            <a:avLst/>
          </a:prstGeom>
          <a:noFill/>
          <a:ln>
            <a:noFill/>
          </a:ln>
        </p:spPr>
        <p:txBody>
          <a:bodyPr wrap="square" lIns="91425" rIns="91425" tIns="91425" bIns="91425"/>
          <a:lst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a:lstStyle>
          <a:p>
            <a:endParaRPr lang="ja-JP" dirty="0">
              <a:latin typeface="Noto Sans"/>
              <a:ea typeface="Noto Sans CJK JP"/>
              <a:cs typeface="Noto Sans"/>
            </a:endParaRPr>
          </a:p>
        </p:txBody>
      </p:sp>
      <p:sp>
        <p:nvSpPr>
          <p:cNvPr id="999" name="Slide Number"/>
          <p:cNvSpPr txBox="1"/>
          <p:nvPr/>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lt1"/>
                </a:solidFill>
                <a:latin typeface="Noto Sans"/>
                <a:ea typeface="Noto Sans CJK JP"/>
                <a:cs typeface="Noto Sans"/>
              </a:rPr>
              <a:t>‹#›</a:t>
            </a:fld>
            <a:endParaRPr lang="ja-JP" sz="1800" b="1">
              <a:latin typeface="Noto Sans"/>
              <a:ea typeface="Noto Sans CJK JP"/>
              <a:cs typeface="Noto Sans"/>
            </a:endParaRPr>
          </a:p>
        </p:txBody>
      </p:sp>
      <p:sp>
        <p:nvSpPr>
          <p:cNvPr id="9" name="タイトル 8">
            <a:extLst>
              <a:ext uri="{FF2B5EF4-FFF2-40B4-BE49-F238E27FC236}">
                <a16:creationId xmlns:a16="http://schemas.microsoft.com/office/drawing/2014/main" id="{25C0E310-B322-8587-531C-0E2F5BB13C5E}"/>
              </a:ext>
            </a:extLst>
          </p:cNvPr>
          <p:cNvSpPr>
            <a:spLocks noGrp="1"/>
          </p:cNvSpPr>
          <p:nvPr>
            <p:ph type="title"/>
          </p:nvPr>
        </p:nvSpPr>
        <p:spPr/>
        <p:txBody>
          <a:bodyPr/>
          <a:lstStyle/>
          <a:p>
            <a:endParaRPr kumimoji="1" lang="ja-JP" altLang="en-US">
              <a:latin typeface="Noto Sans"/>
              <a:ea typeface="Noto Sans CJK JP"/>
              <a:cs typeface="Noto Sans"/>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ページ番号のみ 1">
  <p:cSld name="ONE_COLUMN_TEXT_1_2_1">
    <p:spTree>
      <p:nvGrpSpPr>
        <p:cNvPr id="1" name="Shape 93"/>
        <p:cNvGrpSpPr/>
        <p:nvPr/>
      </p:nvGrpSpPr>
      <p:grpSpPr>
        <a:xfrm>
          <a:off x="0" y="0"/>
          <a:ext cx="0" cy="0"/>
          <a:chOff x="0" y="0"/>
          <a:chExt cx="0" cy="0"/>
        </a:xfrm>
      </p:grpSpPr>
      <p:sp>
        <p:nvSpPr>
          <p:cNvPr id="96" name="Google Shape;96;p13"/>
          <p:cNvSpPr txBox="1">
            <a:spLocks noGrp="1"/>
          </p:cNvSpPr>
          <p:nvPr>
            <p:ph type="title"/>
          </p:nvPr>
        </p:nvSpPr>
        <p:spPr>
          <a:xfrm>
            <a:off x="5796650" y="4091225"/>
            <a:ext cx="3347400" cy="1052400"/>
          </a:xfrm>
          <a:prstGeom prst="rect">
            <a:avLst/>
          </a:prstGeom>
          <a:solidFill>
            <a:schemeClr val="accent2"/>
          </a:solidFill>
        </p:spPr>
        <p:txBody>
          <a:bodyPr spcFirstLastPara="1" wrap="square" lIns="126000" tIns="126000" rIns="91425" bIns="91425" anchor="ctr" anchorCtr="0">
            <a:normAutofit/>
          </a:bodyPr>
          <a:lstStyle>
            <a:lvl1pPr lvl="0" algn="ctr">
              <a:spcBef>
                <a:spcPts val="0"/>
              </a:spcBef>
              <a:spcAft>
                <a:spcPts val="0"/>
              </a:spcAft>
              <a:buClr>
                <a:schemeClr val="lt1"/>
              </a:buClr>
              <a:buNone/>
              <a:defRPr b="1" lang="ja-JP">
                <a:solidFill>
                  <a:schemeClr val="lt1"/>
                </a:solidFill>
                <a:latin typeface="Noto Sans"/>
                <a:ea typeface="Noto Sans CJK JP"/>
                <a:cs typeface="Noto Sans"/>
              </a:defRPr>
            </a:lvl1pPr>
            <a:lvl2pPr lvl="1">
              <a:spcBef>
                <a:spcPts val="0"/>
              </a:spcBef>
              <a:spcAft>
                <a:spcPts val="0"/>
              </a:spcAft>
              <a:buClr>
                <a:schemeClr val="lt1"/>
              </a:buClr>
              <a:buNone/>
              <a:defRPr sz="3200" b="1" lang="ja-JP">
                <a:solidFill>
                  <a:schemeClr val="lt1"/>
                </a:solidFill>
                <a:latin typeface="Noto Sans"/>
                <a:ea typeface="Noto Sans CJK JP"/>
                <a:cs typeface="Noto Sans"/>
              </a:defRPr>
            </a:lvl2pPr>
            <a:lvl3pPr lvl="2">
              <a:spcBef>
                <a:spcPts val="0"/>
              </a:spcBef>
              <a:spcAft>
                <a:spcPts val="0"/>
              </a:spcAft>
              <a:buClr>
                <a:schemeClr val="lt1"/>
              </a:buClr>
              <a:buNone/>
              <a:defRPr sz="3200" b="1" lang="ja-JP">
                <a:solidFill>
                  <a:schemeClr val="lt1"/>
                </a:solidFill>
                <a:latin typeface="Noto Sans"/>
                <a:ea typeface="Noto Sans CJK JP"/>
                <a:cs typeface="Noto Sans"/>
              </a:defRPr>
            </a:lvl3pPr>
            <a:lvl4pPr lvl="3">
              <a:spcBef>
                <a:spcPts val="0"/>
              </a:spcBef>
              <a:spcAft>
                <a:spcPts val="0"/>
              </a:spcAft>
              <a:buClr>
                <a:schemeClr val="lt1"/>
              </a:buClr>
              <a:buNone/>
              <a:defRPr sz="3200" b="1" lang="ja-JP">
                <a:solidFill>
                  <a:schemeClr val="lt1"/>
                </a:solidFill>
                <a:latin typeface="Noto Sans"/>
                <a:ea typeface="Noto Sans CJK JP"/>
                <a:cs typeface="Noto Sans"/>
              </a:defRPr>
            </a:lvl4pPr>
            <a:lvl5pPr lvl="4">
              <a:spcBef>
                <a:spcPts val="0"/>
              </a:spcBef>
              <a:spcAft>
                <a:spcPts val="0"/>
              </a:spcAft>
              <a:buClr>
                <a:schemeClr val="lt1"/>
              </a:buClr>
              <a:buNone/>
              <a:defRPr sz="3200" b="1" lang="ja-JP">
                <a:solidFill>
                  <a:schemeClr val="lt1"/>
                </a:solidFill>
                <a:latin typeface="Noto Sans"/>
                <a:ea typeface="Noto Sans CJK JP"/>
                <a:cs typeface="Noto Sans"/>
              </a:defRPr>
            </a:lvl5pPr>
            <a:lvl6pPr lvl="5">
              <a:spcBef>
                <a:spcPts val="0"/>
              </a:spcBef>
              <a:spcAft>
                <a:spcPts val="0"/>
              </a:spcAft>
              <a:buClr>
                <a:schemeClr val="lt1"/>
              </a:buClr>
              <a:buNone/>
              <a:defRPr sz="3200" b="1" lang="ja-JP">
                <a:solidFill>
                  <a:schemeClr val="lt1"/>
                </a:solidFill>
                <a:latin typeface="Noto Sans"/>
                <a:ea typeface="Noto Sans CJK JP"/>
                <a:cs typeface="Noto Sans"/>
              </a:defRPr>
            </a:lvl6pPr>
            <a:lvl7pPr lvl="6">
              <a:spcBef>
                <a:spcPts val="0"/>
              </a:spcBef>
              <a:spcAft>
                <a:spcPts val="0"/>
              </a:spcAft>
              <a:buClr>
                <a:schemeClr val="lt1"/>
              </a:buClr>
              <a:buNone/>
              <a:defRPr sz="3200" b="1" lang="ja-JP">
                <a:solidFill>
                  <a:schemeClr val="lt1"/>
                </a:solidFill>
                <a:latin typeface="Noto Sans"/>
                <a:ea typeface="Noto Sans CJK JP"/>
                <a:cs typeface="Noto Sans"/>
              </a:defRPr>
            </a:lvl7pPr>
            <a:lvl8pPr lvl="7">
              <a:spcBef>
                <a:spcPts val="0"/>
              </a:spcBef>
              <a:spcAft>
                <a:spcPts val="0"/>
              </a:spcAft>
              <a:buClr>
                <a:schemeClr val="lt1"/>
              </a:buClr>
              <a:buNone/>
              <a:defRPr sz="3200" b="1" lang="ja-JP">
                <a:solidFill>
                  <a:schemeClr val="lt1"/>
                </a:solidFill>
                <a:latin typeface="Noto Sans"/>
                <a:ea typeface="Noto Sans CJK JP"/>
                <a:cs typeface="Noto Sans"/>
              </a:defRPr>
            </a:lvl8pPr>
            <a:lvl9pPr lvl="8">
              <a:spcBef>
                <a:spcPts val="0"/>
              </a:spcBef>
              <a:spcAft>
                <a:spcPts val="0"/>
              </a:spcAft>
              <a:buClr>
                <a:schemeClr val="lt1"/>
              </a:buClr>
              <a:buNone/>
              <a:defRPr sz="3200" b="1" lang="ja-JP">
                <a:solidFill>
                  <a:schemeClr val="lt1"/>
                </a:solidFill>
                <a:latin typeface="Noto Sans"/>
                <a:ea typeface="Noto Sans CJK JP"/>
                <a:cs typeface="Noto Sans"/>
              </a:defRPr>
            </a:lvl9pPr>
          </a:lstStyle>
          <a:p>
            <a:endParaRPr dirty="0" lang="ja-JP">
              <a:latin typeface="Noto Sans"/>
              <a:ea typeface="Noto Sans CJK JP"/>
              <a:cs typeface="Noto Sans"/>
            </a:endParaRPr>
          </a:p>
        </p:txBody>
      </p:sp>
      <p:sp>
        <p:nvSpPr>
          <p:cNvPr id="999" name="Slide Number"/>
          <p:cNvSpPr txBox="1"/>
          <p:nvPr/>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dk2"/>
                </a:solidFill>
                <a:latin typeface="Noto Sans"/>
                <a:ea typeface="Noto Sans CJK JP"/>
                <a:cs typeface="Noto Sans"/>
              </a:rPr>
              <a:t>‹#›</a:t>
            </a:fld>
            <a:endParaRPr lang="ja-JP" sz="1800" b="1">
              <a:latin typeface="Noto Sans"/>
              <a:ea typeface="Noto Sans CJK JP"/>
              <a:cs typeface="Noto Sans"/>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simple-light-2">
    <p:bg>
      <p:bgPr>
        <a:solidFill>
          <a:schemeClr val="lt1"/>
        </a:solidFill>
        <a:effectLst/>
      </p:bgPr>
    </p:bg>
    <p:spTree>
      <p:nvGrpSpPr>
        <p:cNvPr id="1" name="Shape 5"/>
        <p:cNvGrpSpPr/>
        <p:nvPr/>
      </p:nvGrpSpPr>
      <p:grpSpPr>
        <a:xfrm>
          <a:off x="0" y="0"/>
          <a:ext cx="0" cy="0"/>
          <a:chOff x="0" y="0"/>
          <a:chExt cx="0" cy="0"/>
        </a:xfrm>
      </p:grpSpPr>
      <p:sp>
        <p:nvSpPr>
          <p:cNvPr id="6" name="Google Shape;6;p1"/>
          <p:cNvSpPr txBox="1">
            <a:spLocks noGrp="1"/>
          </p:cNvSpPr>
          <p:nvPr>
            <p:ph type="title"/>
          </p:nvPr>
        </p:nvSpPr>
        <p:spPr>
          <a:xfrm>
            <a:off x="311700" y="445025"/>
            <a:ext cx="8520600" cy="572700"/>
          </a:xfrm>
          <a:prstGeom prst="rect">
            <a:avLst/>
          </a:prstGeom>
          <a:noFill/>
          <a:ln>
            <a:noFill/>
          </a:ln>
        </p:spPr>
        <p:txBody>
          <a:bodyPr spcFirstLastPara="1" wrap="square" lIns="91425" tIns="91425" rIns="91425" bIns="91425" anchor="t" anchorCtr="0">
            <a:normAutofit/>
          </a:bodyPr>
          <a:lstStyle>
            <a:lvl1pPr lvl="0">
              <a:spcBef>
                <a:spcPts val="0"/>
              </a:spcBef>
              <a:spcAft>
                <a:spcPts val="0"/>
              </a:spcAft>
              <a:buClr>
                <a:schemeClr val="dk1"/>
              </a:buClr>
              <a:buNone/>
              <a:defRPr sz="2800" lang="ja-JP">
                <a:solidFill>
                  <a:schemeClr val="dk1"/>
                </a:solidFill>
                <a:latin typeface="Noto Sans"/>
                <a:ea typeface="Noto Sans CJK JP"/>
                <a:cs typeface="Noto Sans"/>
              </a:defRPr>
            </a:lvl1pPr>
            <a:lvl2pPr lvl="1">
              <a:spcBef>
                <a:spcPts val="0"/>
              </a:spcBef>
              <a:spcAft>
                <a:spcPts val="0"/>
              </a:spcAft>
              <a:buClr>
                <a:schemeClr val="dk1"/>
              </a:buClr>
              <a:buNone/>
              <a:defRPr sz="2800" lang="ja-JP">
                <a:solidFill>
                  <a:schemeClr val="dk1"/>
                </a:solidFill>
                <a:latin typeface="Noto Sans"/>
                <a:ea typeface="Noto Sans CJK JP"/>
                <a:cs typeface="Noto Sans"/>
              </a:defRPr>
            </a:lvl2pPr>
            <a:lvl3pPr lvl="2">
              <a:spcBef>
                <a:spcPts val="0"/>
              </a:spcBef>
              <a:spcAft>
                <a:spcPts val="0"/>
              </a:spcAft>
              <a:buClr>
                <a:schemeClr val="dk1"/>
              </a:buClr>
              <a:buNone/>
              <a:defRPr sz="2800" lang="ja-JP">
                <a:solidFill>
                  <a:schemeClr val="dk1"/>
                </a:solidFill>
                <a:latin typeface="Noto Sans"/>
                <a:ea typeface="Noto Sans CJK JP"/>
                <a:cs typeface="Noto Sans"/>
              </a:defRPr>
            </a:lvl3pPr>
            <a:lvl4pPr lvl="3">
              <a:spcBef>
                <a:spcPts val="0"/>
              </a:spcBef>
              <a:spcAft>
                <a:spcPts val="0"/>
              </a:spcAft>
              <a:buClr>
                <a:schemeClr val="dk1"/>
              </a:buClr>
              <a:buNone/>
              <a:defRPr sz="2800" lang="ja-JP">
                <a:solidFill>
                  <a:schemeClr val="dk1"/>
                </a:solidFill>
                <a:latin typeface="Noto Sans"/>
                <a:ea typeface="Noto Sans CJK JP"/>
                <a:cs typeface="Noto Sans"/>
              </a:defRPr>
            </a:lvl4pPr>
            <a:lvl5pPr lvl="4">
              <a:spcBef>
                <a:spcPts val="0"/>
              </a:spcBef>
              <a:spcAft>
                <a:spcPts val="0"/>
              </a:spcAft>
              <a:buClr>
                <a:schemeClr val="dk1"/>
              </a:buClr>
              <a:buNone/>
              <a:defRPr sz="2800" lang="ja-JP">
                <a:solidFill>
                  <a:schemeClr val="dk1"/>
                </a:solidFill>
                <a:latin typeface="Noto Sans"/>
                <a:ea typeface="Noto Sans CJK JP"/>
                <a:cs typeface="Noto Sans"/>
              </a:defRPr>
            </a:lvl5pPr>
            <a:lvl6pPr lvl="5">
              <a:spcBef>
                <a:spcPts val="0"/>
              </a:spcBef>
              <a:spcAft>
                <a:spcPts val="0"/>
              </a:spcAft>
              <a:buClr>
                <a:schemeClr val="dk1"/>
              </a:buClr>
              <a:buNone/>
              <a:defRPr sz="2800" lang="ja-JP">
                <a:solidFill>
                  <a:schemeClr val="dk1"/>
                </a:solidFill>
                <a:latin typeface="Noto Sans"/>
                <a:ea typeface="Noto Sans CJK JP"/>
                <a:cs typeface="Noto Sans"/>
              </a:defRPr>
            </a:lvl6pPr>
            <a:lvl7pPr lvl="6">
              <a:spcBef>
                <a:spcPts val="0"/>
              </a:spcBef>
              <a:spcAft>
                <a:spcPts val="0"/>
              </a:spcAft>
              <a:buClr>
                <a:schemeClr val="dk1"/>
              </a:buClr>
              <a:buNone/>
              <a:defRPr sz="2800" lang="ja-JP">
                <a:solidFill>
                  <a:schemeClr val="dk1"/>
                </a:solidFill>
                <a:latin typeface="Noto Sans"/>
                <a:ea typeface="Noto Sans CJK JP"/>
                <a:cs typeface="Noto Sans"/>
              </a:defRPr>
            </a:lvl7pPr>
            <a:lvl8pPr lvl="7">
              <a:spcBef>
                <a:spcPts val="0"/>
              </a:spcBef>
              <a:spcAft>
                <a:spcPts val="0"/>
              </a:spcAft>
              <a:buClr>
                <a:schemeClr val="dk1"/>
              </a:buClr>
              <a:buNone/>
              <a:defRPr sz="2800" lang="ja-JP">
                <a:solidFill>
                  <a:schemeClr val="dk1"/>
                </a:solidFill>
                <a:latin typeface="Noto Sans"/>
                <a:ea typeface="Noto Sans CJK JP"/>
                <a:cs typeface="Noto Sans"/>
              </a:defRPr>
            </a:lvl8pPr>
            <a:lvl9pPr lvl="8">
              <a:spcBef>
                <a:spcPts val="0"/>
              </a:spcBef>
              <a:spcAft>
                <a:spcPts val="0"/>
              </a:spcAft>
              <a:buClr>
                <a:schemeClr val="dk1"/>
              </a:buClr>
              <a:buNone/>
              <a:defRPr sz="2800" lang="ja-JP">
                <a:solidFill>
                  <a:schemeClr val="dk1"/>
                </a:solidFill>
                <a:latin typeface="Noto Sans"/>
                <a:ea typeface="Noto Sans CJK JP"/>
                <a:cs typeface="Noto Sans"/>
              </a:defRPr>
            </a:lvl9pPr>
          </a:lstStyle>
          <a:p>
            <a:endParaRPr lang="ja-JP">
              <a:latin typeface="Noto Sans"/>
              <a:ea typeface="Noto Sans CJK JP"/>
              <a:cs typeface="Noto Sans"/>
            </a:endParaRPr>
          </a:p>
        </p:txBody>
      </p:sp>
      <p:sp>
        <p:nvSpPr>
          <p:cNvPr id="7" name="Google Shape;7;p1"/>
          <p:cNvSpPr txBox="1">
            <a:spLocks noGrp="1"/>
          </p:cNvSpPr>
          <p:nvPr>
            <p:ph type="body" idx="1"/>
          </p:nvPr>
        </p:nvSpPr>
        <p:spPr>
          <a:xfrm>
            <a:off x="311700" y="1152475"/>
            <a:ext cx="8520600" cy="3416400"/>
          </a:xfrm>
          <a:prstGeom prst="rect">
            <a:avLst/>
          </a:prstGeom>
          <a:noFill/>
          <a:ln>
            <a:noFill/>
          </a:ln>
        </p:spPr>
        <p:txBody>
          <a:bodyPr spcFirstLastPara="1" wrap="square" lIns="91425" tIns="91425" rIns="91425" bIns="91425" anchor="t" anchorCtr="0">
            <a:normAutofit/>
          </a:bodyPr>
          <a:lstStyle>
            <a:lvl1pPr marL="203200" lvl="0" indent="-152400">
              <a:lnSpc>
                <a:spcPct val="115000"/>
              </a:lnSpc>
              <a:spcBef>
                <a:spcPts val="0"/>
              </a:spcBef>
              <a:spcAft>
                <a:spcPts val="0"/>
              </a:spcAft>
              <a:buClr>
                <a:schemeClr val="dk2"/>
              </a:buClr>
              <a:buSzPct val="73889"/>
              <a:buFont typeface="Noto Sans CJK JP"/>
              <a:buChar char="●"/>
              <a:defRPr sz="1800" lang="ja-JP">
                <a:solidFill>
                  <a:schemeClr val="dk2"/>
                </a:solidFill>
                <a:latin typeface="Noto Sans"/>
                <a:ea typeface="Noto Sans CJK JP"/>
                <a:cs typeface="Noto Sans"/>
              </a:defRPr>
            </a:lvl1pPr>
            <a:lvl2pPr marL="482600" lvl="1"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2pPr>
            <a:lvl3pPr marL="762000" lvl="2"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3pPr>
            <a:lvl4pPr marL="1041400" lvl="3"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4pPr>
            <a:lvl5pPr marL="1320800" lvl="4"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5pPr>
            <a:lvl6pPr marL="1600200" lvl="5"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6pPr>
            <a:lvl7pPr marL="1879600" lvl="6"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7pPr>
            <a:lvl8pPr marL="2159000" lvl="7"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8pPr>
            <a:lvl9pPr marL="2438400" lvl="8"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9pPr>
          </a:lstStyle>
          <a:p>
            <a:endParaRPr lang="ja-JP">
              <a:latin typeface="Noto Sans"/>
              <a:ea typeface="Noto Sans CJK JP"/>
              <a:cs typeface="Noto Sans"/>
            </a:endParaRPr>
          </a:p>
        </p:txBody>
      </p:sp>
      <p:sp>
        <p:nvSpPr>
          <p:cNvPr id="8" name="Google Shape;8;p1"/>
          <p:cNvSpPr txBox="1">
            <a:spLocks noGrp="1"/>
          </p:cNvSpPr>
          <p:nvPr>
            <p:ph type="sldNum" idx="12"/>
          </p:nvPr>
        </p:nvSpPr>
        <p:spPr>
          <a:xfrm>
            <a:off x="8412480" y="7937"/>
            <a:ext cx="640080" cy="480059"/>
          </a:xfrm>
          <a:prstGeom prst="rect">
            <a:avLst/>
          </a:prstGeom>
          <a:noFill/>
          <a:ln>
            <a:noFill/>
          </a:ln>
        </p:spPr>
        <p:txBody>
          <a:bodyPr spcFirstLastPara="1" wrap="square" lIns="0" tIns="0" bIns="0" anchor="ctr" anchorCtr="0">
            <a:normAutofit/>
          </a:bodyPr>
          <a:lstStyle>
            <a:lvl1pPr lvl="0" algn="r">
              <a:buNone/>
              <a:defRPr sz="1000" lang="ja-JP">
                <a:solidFill>
                  <a:schemeClr val="dk2"/>
                </a:solidFill>
                <a:latin typeface="Noto Sans"/>
                <a:ea typeface="Noto Sans CJK JP"/>
                <a:cs typeface="Noto Sans"/>
              </a:defRPr>
            </a:lvl1pPr>
            <a:lvl2pPr lvl="1" algn="r">
              <a:buNone/>
              <a:defRPr sz="1000" lang="ja-JP">
                <a:solidFill>
                  <a:schemeClr val="dk2"/>
                </a:solidFill>
                <a:latin typeface="Noto Sans"/>
                <a:ea typeface="Noto Sans CJK JP"/>
                <a:cs typeface="Noto Sans"/>
              </a:defRPr>
            </a:lvl2pPr>
            <a:lvl3pPr lvl="2" algn="r">
              <a:buNone/>
              <a:defRPr sz="1000" lang="ja-JP">
                <a:solidFill>
                  <a:schemeClr val="dk2"/>
                </a:solidFill>
                <a:latin typeface="Noto Sans"/>
                <a:ea typeface="Noto Sans CJK JP"/>
                <a:cs typeface="Noto Sans"/>
              </a:defRPr>
            </a:lvl3pPr>
            <a:lvl4pPr lvl="3" algn="r">
              <a:buNone/>
              <a:defRPr sz="1000" lang="ja-JP">
                <a:solidFill>
                  <a:schemeClr val="dk2"/>
                </a:solidFill>
                <a:latin typeface="Noto Sans"/>
                <a:ea typeface="Noto Sans CJK JP"/>
                <a:cs typeface="Noto Sans"/>
              </a:defRPr>
            </a:lvl4pPr>
            <a:lvl5pPr lvl="4" algn="r">
              <a:buNone/>
              <a:defRPr sz="1000" lang="ja-JP">
                <a:solidFill>
                  <a:schemeClr val="dk2"/>
                </a:solidFill>
                <a:latin typeface="Noto Sans"/>
                <a:ea typeface="Noto Sans CJK JP"/>
                <a:cs typeface="Noto Sans"/>
              </a:defRPr>
            </a:lvl5pPr>
            <a:lvl6pPr lvl="5" algn="r">
              <a:buNone/>
              <a:defRPr sz="1000" lang="ja-JP">
                <a:solidFill>
                  <a:schemeClr val="dk2"/>
                </a:solidFill>
                <a:latin typeface="Noto Sans"/>
                <a:ea typeface="Noto Sans CJK JP"/>
                <a:cs typeface="Noto Sans"/>
              </a:defRPr>
            </a:lvl6pPr>
            <a:lvl7pPr lvl="6" algn="r">
              <a:buNone/>
              <a:defRPr sz="1000" lang="ja-JP">
                <a:solidFill>
                  <a:schemeClr val="dk2"/>
                </a:solidFill>
                <a:latin typeface="Noto Sans"/>
                <a:ea typeface="Noto Sans CJK JP"/>
                <a:cs typeface="Noto Sans"/>
              </a:defRPr>
            </a:lvl7pPr>
            <a:lvl8pPr lvl="7" algn="r">
              <a:buNone/>
              <a:defRPr sz="1000" lang="ja-JP">
                <a:solidFill>
                  <a:schemeClr val="dk2"/>
                </a:solidFill>
                <a:latin typeface="Noto Sans"/>
                <a:ea typeface="Noto Sans CJK JP"/>
                <a:cs typeface="Noto Sans"/>
              </a:defRPr>
            </a:lvl8pPr>
            <a:lvl9pPr lvl="8" algn="r">
              <a:buNone/>
              <a:defRPr sz="1000" lang="ja-JP">
                <a:solidFill>
                  <a:schemeClr val="dk2"/>
                </a:solidFill>
                <a:latin typeface="Noto Sans"/>
                <a:ea typeface="Noto Sans CJK JP"/>
                <a:cs typeface="Noto Sans"/>
              </a:defRPr>
            </a:lvl9pPr>
          </a:lstStyle>
          <a:p>
            <a:pPr marL="0" lvl="0" indent="0" algn="r" rtl="0">
              <a:lnSpc>
                <a:spcPct val="100000"/>
              </a:lnSpc>
              <a:spcBef>
                <a:spcPts val="0"/>
              </a:spcBef>
              <a:spcAft>
                <a:spcPts val="0"/>
              </a:spcAft>
              <a:buNone/>
            </a:pPr>
            <a:fld id="{00000000-1234-1234-1234-123412341234}" type="slidenum">
              <a:rPr lang="ja-JP">
                <a:latin typeface="Noto Sans"/>
                <a:ea typeface="Noto Sans CJK JP"/>
                <a:cs typeface="Noto Sans"/>
              </a:rPr>
              <a:t>‹#›</a:t>
            </a:fld>
            <a:endParaRPr lang="ja-JP">
              <a:latin typeface="Noto Sans"/>
              <a:ea typeface="Noto Sans CJK JP"/>
              <a:cs typeface="Noto Sans"/>
            </a:endParaRPr>
          </a:p>
        </p:txBody>
      </p:sp>
    </p:spTree>
  </p:cSld>
  <p:clrMap bg1="lt1" tx1="dk1" bg2="dk2" tx2="lt2" accent1="accent1" accent2="accent2" accent3="accent3" accent4="accent4" accent5="accent5" accent6="accent6" hlink="hlink" folHlink="folHlink"/>
  <p:sldLayoutIdLst>
    <p:sldLayoutId id="2147483648" r:id="rId1"/>
    <p:sldLayoutId id="2147483657" r:id="rId2"/>
    <p:sldLayoutId id="2147483651" r:id="rId3"/>
    <p:sldLayoutId id="2147483652" r:id="rId4"/>
    <p:sldLayoutId id="2147483653" r:id="rId5"/>
    <p:sldLayoutId id="2147483654" r:id="rId6"/>
    <p:sldLayoutId id="2147483655" r:id="rId7"/>
    <p:sldLayoutId id="2147483658" r:id="rId8"/>
    <p:sldLayoutId id="2147483659" r:id="rId9"/>
  </p:sldLayoutIdLst>
  <p:hf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1pPr>
      <a:lvl2pPr marR="0" lvl="1"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2pPr>
      <a:lvl3pPr marR="0" lvl="2"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3pPr>
      <a:lvl4pPr marR="0" lvl="3"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4pPr>
      <a:lvl5pPr marR="0" lvl="4"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5pPr>
      <a:lvl6pPr marR="0" lvl="5"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6pPr>
      <a:lvl7pPr marR="0" lvl="6"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7pPr>
      <a:lvl8pPr marR="0" lvl="7"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8pPr>
      <a:lvl9pPr marR="0" lvl="8"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9pPr>
    </p:titleStyle>
    <p:body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1pPr>
      <a:lvl2pPr marR="0" lvl="1"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2pPr>
      <a:lvl3pPr marR="0" lvl="2"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3pPr>
      <a:lvl4pPr marR="0" lvl="3"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4pPr>
      <a:lvl5pPr marR="0" lvl="4"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5pPr>
      <a:lvl6pPr marR="0" lvl="5"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6pPr>
      <a:lvl7pPr marR="0" lvl="6"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7pPr>
      <a:lvl8pPr marR="0" lvl="7"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8pPr>
      <a:lvl9pPr marR="0" lvl="8"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png"/><Relationship Id="rId3" Type="http://schemas.openxmlformats.org/officeDocument/2006/relationships/hyperlink" Target="https://huggingface.co/datasets/ScaleAI/MCP-Atlas" TargetMode="Externa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arxiv.org/abs/2602.00933v3" TargetMode="Externa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arxiv.org/abs/2602.00933v3" TargetMode="Externa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huggingface.co/datasets/ScaleAI/MCP-Atlas" TargetMode="Externa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ScaleAI/MCP-Atlas/viewer/default/train?row=0"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ScaleAI/MCP-Atlas/viewer/default/train?row=0" TargetMode="Externa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ScaleAI/MCP-Atlas/viewer/default/train?row=2"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ScaleAI/MCP-Atlas/viewer/default/train?row=2" TargetMode="Externa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ScaleAI/MCP-Atlas/viewer/default/train?row=1" TargetMode="Externa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huggingface.co/datasets/ScaleAI/MCP-Atlas/viewer/default/train?row=1" TargetMode="Externa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arxiv.org/abs/2602.00933v3" TargetMode="Externa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arxiv.org/abs/2602.00933v3" TargetMode="Externa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arxiv.org/abs/2602.00933v3" TargetMode="Externa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arxiv.org/abs/2602.00933v3" TargetMode="Externa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deepmind.google/models/gemini/pro/"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arxiv.org/abs/2602.00933v3" TargetMode="Externa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arxiv.org/abs/2602.00933v3" TargetMode="Externa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arxiv.org/abs/2602.00933v3" TargetMode="Externa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arxiv.org/abs/2602.00933v3" TargetMode="Externa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chart" Target="../charts/chart1.xml"/><Relationship Id="rId3" Type="http://schemas.openxmlformats.org/officeDocument/2006/relationships/hyperlink" Target="https://arxiv.org/abs/2602.00933v3" TargetMode="Externa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chart" Target="../charts/chart2.xml"/><Relationship Id="rId3" Type="http://schemas.openxmlformats.org/officeDocument/2006/relationships/hyperlink" Target="https://arxiv.org/abs/2602.00933v3" TargetMode="Externa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arxiv.org/abs/2602.00933v3" TargetMode="Externa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scaleapi/mcp-atlas" TargetMode="Externa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github.com/scaleapi/mcp-atlas/blob/5c11ac4/CHANGELOG.md" TargetMode="Externa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scaleapi/mcp-atlas" TargetMode="Externa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arxiv.org/abs/2602.00933v3" TargetMode="Externa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arxiv.org/abs/2602.00933v3" TargetMode="Externa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arxiv.org/abs/2602.00933v3" TargetMode="Externa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ScaleAI/MCP-Atlas/viewer/default/train?row=4" TargetMode="Externa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huggingface.co/datasets/ScaleAI/MCP-Atlas/viewer/default/train?row=4" TargetMode="Externa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ScaleAI/MCP-Atlas/viewer/default/train?row=30" TargetMode="Externa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huggingface.co/datasets/ScaleAI/MCP-Atlas/viewer/default/train?row=30" TargetMode="Externa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ScaleAI/MCP-Atlas/viewer/default/train?row=63" TargetMode="Externa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huggingface.co/datasets/ScaleAI/MCP-Atlas/viewer/default/train?row=63" TargetMode="Externa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ScaleAI/MCP-Atlas/viewer/default/train?row=66" TargetMode="Externa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huggingface.co/datasets/ScaleAI/MCP-Atlas/viewer/default/train?row=66" TargetMode="Externa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ScaleAI/MCP-Atlas/viewer/default/train?row=76" TargetMode="Externa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huggingface.co/datasets/ScaleAI/MCP-Atlas/viewer/default/train?row=76" TargetMode="Externa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ScaleAI/MCP-Atlas/viewer/default/train?row=25" TargetMode="Externa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huggingface.co/datasets/ScaleAI/MCP-Atlas/viewer/default/train?row=25" TargetMode="Externa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ScaleAI/MCP-Atlas/viewer/default/train?row=67" TargetMode="Externa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huggingface.co/datasets/ScaleAI/MCP-Atlas/viewer/default/train?row=67" TargetMode="Externa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ScaleAI/MCP-Atlas/viewer/default/train?row=465" TargetMode="Externa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huggingface.co/datasets/ScaleAI/MCP-Atlas/viewer/default/train?row=465" TargetMode="Externa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ScaleAI/MCP-Atlas/viewer/default/train?row=477" TargetMode="Externa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huggingface.co/datasets/ScaleAI/MCP-Atlas/viewer/default/train?row=477" TargetMode="Externa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chart" Target="../charts/chart3.xml"/><Relationship Id="rId3" Type="http://schemas.openxmlformats.org/officeDocument/2006/relationships/hyperlink" Target="https://arxiv.org/abs/2602.00933v3" TargetMode="Externa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arxiv.org/abs/2602.00933v3" TargetMode="Externa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arxiv.org/abs/2602.00933v3" TargetMode="Externa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arxiv.org/abs/2602.00933v3" TargetMode="Externa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arxiv.org/abs/2602.00933v3" TargetMode="Externa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arxiv.org/abs/2602.00933v3" TargetMode="Externa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github.com/scaleapi/mcp-atlas" TargetMode="Externa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arxiv.org/abs/2602.00933v3" TargetMode="Externa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arxiv.org/abs/2602.00933v3" TargetMode="External"/><Relationship Id="rId3" Type="http://schemas.openxmlformats.org/officeDocument/2006/relationships/hyperlink" Target="https://huggingface.co/datasets/ScaleAI/MCP-Atlas" TargetMode="Externa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scaleapi/mcp-atlas" TargetMode="External"/><Relationship Id="rId3" Type="http://schemas.openxmlformats.org/officeDocument/2006/relationships/hyperlink" Target="https://github.com/scaleapi/mcp-atlas/blob/5c11ac4/services/scoring/score_claims.py" TargetMode="Externa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scaleapi/mcp-atlas/blob/5c11ac4/CHANGELOG.md" TargetMode="External"/><Relationship Id="rId3" Type="http://schemas.openxmlformats.org/officeDocument/2006/relationships/hyperlink" Target="https://deepmind.google/models/gemini/pro/" TargetMode="Externa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a:xfrm>
            <a:off x="457200" y="1836991"/>
            <a:ext cx="8229600" cy="863600"/>
          </a:xfrm>
        </p:spPr>
        <p:txBody>
          <a:bodyPr wrap="square" lIns="0" rIns="0" tIns="0" bIns="0">
            <a:noAutofit/>
          </a:bodyPr>
          <a:lstStyle/>
          <a:p>
            <a:pPr algn="ctr">
              <a:lnSpc>
                <a:spcPct val="110000"/>
              </a:lnSpc>
              <a:buNone/>
              <a:defRPr sz="5200" b="0">
                <a:solidFill>
                  <a:srgbClr val="303437"/>
                </a:solidFill>
                <a:latin typeface="Noto Sans"/>
              </a:defRPr>
            </a:pPr>
            <a:r>
              <a:rPr sz="5200" b="1" lang="ja-JP" altLang="en-US">
                <a:solidFill>
                  <a:srgbClr val="303437"/>
                </a:solidFill>
                <a:latin typeface="Noto Sans"/>
                <a:ea typeface="Noto Sans CJK JP"/>
                <a:cs typeface="Noto Sans"/>
              </a:rPr>
              <a:t>MCP Atlas</a:t>
            </a:r>
          </a:p>
        </p:txBody>
      </p:sp>
      <p:sp>
        <p:nvSpPr>
          <p:cNvPr id="3" name="Subtitle 2"/>
          <p:cNvSpPr>
            <a:spLocks noGrp="1"/>
          </p:cNvSpPr>
          <p:nvPr>
            <p:ph type="subTitle" idx="1"/>
          </p:nvPr>
        </p:nvSpPr>
        <p:spPr>
          <a:xfrm>
            <a:off x="457200" y="2998279"/>
            <a:ext cx="8229600" cy="812800"/>
          </a:xfrm>
        </p:spPr>
        <p:txBody>
          <a:bodyPr wrap="square" lIns="0" rIns="0" tIns="0" bIns="0">
            <a:noAutofit/>
          </a:bodyPr>
          <a:lstStyle/>
          <a:p>
            <a:pPr algn="ctr">
              <a:lnSpc>
                <a:spcPct val="110000"/>
              </a:lnSpc>
              <a:buNone/>
              <a:defRPr sz="2300" b="0">
                <a:solidFill>
                  <a:srgbClr val="303437"/>
                </a:solidFill>
                <a:latin typeface="Noto Sans"/>
              </a:defRPr>
            </a:pPr>
            <a:r>
              <a:rPr sz="2300" b="0" lang="ja-JP" altLang="en-US">
                <a:solidFill>
                  <a:srgbClr val="303437"/>
                </a:solidFill>
                <a:latin typeface="Noto Sans"/>
                <a:ea typeface="Noto Sans CJK JP"/>
                <a:cs typeface="Noto Sans"/>
              </a:rPr>
              <a:t>外部ツールを組み合わせ、必要な事実をそろえる
実際のMCPサーバーで仕事を進めるエージェント評価</a:t>
            </a:r>
          </a:p>
        </p:txBody>
      </p:sp>
      <p:sp>
        <p:nvSpPr>
          <p:cNvPr id="5" name="Text Placeholder 4"/>
          <p:cNvSpPr>
            <a:spLocks noGrp="1"/>
          </p:cNvSpPr>
          <p:nvPr>
            <p:ph type="body" idx="11"/>
          </p:nvPr>
        </p:nvSpPr>
        <p:spPr>
          <a:xfrm>
            <a:off x="6766560" y="4489704"/>
            <a:ext cx="1828800" cy="365760"/>
          </a:xfrm>
        </p:spPr>
        <p:txBody>
          <a:bodyPr wrap="square" lIns="0" rIns="0" tIns="0" bIns="0">
            <a:noAutofit/>
          </a:bodyPr>
          <a:lstStyle/>
          <a:p>
            <a:pPr algn="l">
              <a:lnSpc>
                <a:spcPct val="110000"/>
              </a:lnSpc>
              <a:buNone/>
              <a:defRPr sz="2000" b="0">
                <a:solidFill>
                  <a:srgbClr val="303437"/>
                </a:solidFill>
                <a:latin typeface="Noto Sans"/>
              </a:defRPr>
            </a:pPr>
            <a:r>
              <a:rPr sz="2000" b="0" lang="ja-JP" altLang="en-US">
                <a:solidFill>
                  <a:srgbClr val="303437"/>
                </a:solidFill>
                <a:latin typeface="Noto Sans"/>
                <a:ea typeface="Noto Sans CJK JP"/>
                <a:cs typeface="Noto Sans"/>
              </a:rPr>
              <a:t>sasakiy84</a:t>
            </a:r>
          </a:p>
        </p:txBody>
      </p:sp>
      <p:sp>
        <p:nvSpPr>
          <p:cNvPr id="6" name="Text Placeholder 5"/>
          <p:cNvSpPr>
            <a:spLocks noGrp="1"/>
          </p:cNvSpPr>
          <p:nvPr>
            <p:ph type="body" idx="12"/>
          </p:nvPr>
        </p:nvSpPr>
        <p:spPr>
          <a:xfrm>
            <a:off x="658368" y="274320"/>
            <a:ext cx="7772400" cy="365760"/>
          </a:xfrm>
        </p:spPr>
        <p:txBody>
          <a:bodyPr wrap="square" lIns="0" rIns="0" tIns="0" bIns="0">
            <a:noAutofit/>
          </a:bodyPr>
          <a:lstStyle/>
          <a:p>
            <a:pPr algn="l">
              <a:lnSpc>
                <a:spcPct val="110000"/>
              </a:lnSpc>
              <a:buNone/>
              <a:defRPr sz="1400" b="0">
                <a:solidFill>
                  <a:srgbClr val="303437"/>
                </a:solidFill>
                <a:latin typeface="Noto Sans"/>
              </a:defRPr>
            </a:pPr>
            <a:r>
              <a:rPr sz="1400" b="0" lang="ja-JP" altLang="en-US">
                <a:solidFill>
                  <a:srgbClr val="626669"/>
                </a:solidFill>
                <a:latin typeface="Noto Sans"/>
                <a:ea typeface="Noto Sans CJK JP"/>
                <a:cs typeface="Noto Sans"/>
              </a:rPr>
              <a:t>datasets in 10 minutes (2026-10-16)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MCP Atlasの公式配布ページ</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MCP Atlas: 公開データ</a:t>
            </a:r>
          </a:p>
        </p:txBody>
      </p:sp>
      <p:pic>
        <p:nvPicPr>
          <p:cNvPr id="4" name="Picture 3" descr="dataset-page.png"/>
          <p:cNvPicPr>
            <a:picLocks noChangeAspect="1"/>
          </p:cNvPicPr>
          <p:nvPr/>
        </p:nvPicPr>
        <p:blipFill>
          <a:blip r:embed="rId2"/>
          <a:stretch>
            <a:fillRect/>
          </a:stretch>
        </p:blipFill>
        <p:spPr>
          <a:xfrm>
            <a:off x="2274570" y="1481328"/>
            <a:ext cx="4594859" cy="3063240"/>
          </a:xfrm>
          <a:prstGeom prst="rect">
            <a:avLst/>
          </a:prstGeom>
        </p:spPr>
      </p:pic>
      <p:sp>
        <p:nvSpPr>
          <p:cNvPr id="5" name="TextBox 4"/>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Scale AI. MCP-Atlas. CC BY 4.0。改訂8c563b5。2026-10-16参照。</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3"/>
              </a:rPr>
              <a:t>https://huggingface.co/datasets/ScaleAI/MCP-Atlas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
            </a:r>
          </a:p>
        </p:txBody>
      </p:sp>
      <p:sp>
        <p:nvSpPr>
          <p:cNvPr id="3" name="Text Placeholder 2"/>
          <p:cNvSpPr>
            <a:spLocks noGrp="1"/>
          </p:cNvSpPr>
          <p:nvPr>
            <p:ph type="body" idx="1"/>
          </p:nvPr>
        </p:nvSpPr>
        <p:spPr>
          <a:xfrm>
            <a:off x="777240" y="1226434"/>
            <a:ext cx="7772400" cy="2846324"/>
          </a:xfrm>
        </p:spPr>
        <p:txBody>
          <a:bodyPr lIns="0" rIns="0" tIns="0" bIns="0" wrap="square">
            <a:noAutofit/>
          </a:bodyPr>
          <a:lstStyle/>
          <a:p>
            <a:pPr marL="457200" indent="-457200">
              <a:lnSpc>
                <a:spcPct val="128000"/>
              </a:lnSpc>
              <a:spcAft>
                <a:spcPts val="1700"/>
              </a:spcAft>
              <a:buSzPct val="100000"/>
              <a:buFont typeface="Noto Sans CJK JP"/>
              <a:buAutoNum type="arabicPeriod" startAt="1"/>
              <a:defRPr sz="3100" b="1">
                <a:solidFill>
                  <a:srgbClr val="303437"/>
                </a:solidFill>
                <a:latin typeface="Noto Sans"/>
              </a:defRPr>
            </a:pPr>
            <a:r>
              <a:rPr sz="3100" b="1" lang="ja-JP" altLang="en-US">
                <a:solidFill>
                  <a:srgbClr val="303437"/>
                </a:solidFill>
                <a:latin typeface="Noto Sans"/>
                <a:ea typeface="Noto Sans CJK JP"/>
                <a:cs typeface="Noto Sans"/>
              </a:rPr>
              <a:t>複数ツールを使う仕事と実例</a:t>
            </a:r>
          </a:p>
          <a:p>
            <a:pPr marL="457200" indent="-457200">
              <a:lnSpc>
                <a:spcPct val="128000"/>
              </a:lnSpc>
              <a:spcAft>
                <a:spcPts val="1700"/>
              </a:spcAft>
              <a:buSzPct val="100000"/>
              <a:buFont typeface="Noto Sans CJK JP"/>
              <a:buAutoNum type="arabicPeriod" startAt="2"/>
              <a:defRPr sz="3100" b="1">
                <a:solidFill>
                  <a:srgbClr val="303437"/>
                </a:solidFill>
                <a:latin typeface="Noto Sans"/>
              </a:defRPr>
            </a:pPr>
            <a:r>
              <a:rPr sz="3100" b="1" lang="ja-JP" altLang="en-US">
                <a:solidFill>
                  <a:srgbClr val="303437"/>
                </a:solidFill>
                <a:latin typeface="Noto Sans"/>
                <a:ea typeface="Noto Sans CJK JP"/>
                <a:cs typeface="Noto Sans"/>
              </a:rPr>
              <a:t>正解条件による採点とモデル評価</a:t>
            </a:r>
          </a:p>
          <a:p>
            <a:pPr marL="457200" indent="-457200">
              <a:lnSpc>
                <a:spcPct val="128000"/>
              </a:lnSpc>
              <a:spcAft>
                <a:spcPts val="1700"/>
              </a:spcAft>
              <a:buSzPct val="100000"/>
              <a:buFont typeface="Noto Sans CJK JP"/>
              <a:buAutoNum type="arabicPeriod" startAt="3"/>
              <a:defRPr sz="3100" b="1">
                <a:solidFill>
                  <a:srgbClr val="303437"/>
                </a:solidFill>
                <a:latin typeface="Noto Sans"/>
              </a:defRPr>
            </a:pPr>
            <a:r>
              <a:rPr sz="3100" b="1" lang="ja-JP" altLang="en-US">
                <a:solidFill>
                  <a:srgbClr val="303437"/>
                </a:solidFill>
                <a:latin typeface="Noto Sans"/>
                <a:ea typeface="Noto Sans CJK JP"/>
                <a:cs typeface="Noto Sans"/>
              </a:rPr>
              <a:t>専門家による作成とデータの構成</a:t>
            </a:r>
          </a:p>
          <a:p>
            <a:pPr marL="457200" indent="-457200">
              <a:lnSpc>
                <a:spcPct val="128000"/>
              </a:lnSpc>
              <a:spcAft>
                <a:spcPts val="1700"/>
              </a:spcAft>
              <a:buSzPct val="100000"/>
              <a:buFont typeface="Noto Sans CJK JP"/>
              <a:buAutoNum type="arabicPeriod" startAt="4"/>
              <a:defRPr sz="3100" b="1">
                <a:solidFill>
                  <a:srgbClr val="303437"/>
                </a:solidFill>
                <a:latin typeface="Noto Sans"/>
              </a:defRPr>
            </a:pPr>
            <a:r>
              <a:rPr sz="3100" b="1" lang="ja-JP" altLang="en-US">
                <a:solidFill>
                  <a:srgbClr val="303437"/>
                </a:solidFill>
                <a:latin typeface="Noto Sans"/>
                <a:ea typeface="Noto Sans CJK JP"/>
                <a:cs typeface="Noto Sans"/>
              </a:rPr>
              <a:t>複数サーバーの連携と利用方法</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目次</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2388106"/>
            <a:ext cx="8046720" cy="822960"/>
          </a:xfrm>
        </p:spPr>
        <p:txBody>
          <a:bodyPr wrap="square" lIns="0" rIns="0" tIns="0" bIns="0" anchor="ctr">
            <a:noAutofit/>
          </a:bodyPr>
          <a:lstStyle/>
          <a:p>
            <a:pPr algn="ctr">
              <a:lnSpc>
                <a:spcPct val="110000"/>
              </a:lnSpc>
              <a:buNone/>
              <a:defRPr sz="3100" b="0">
                <a:solidFill>
                  <a:srgbClr val="303437"/>
                </a:solidFill>
                <a:latin typeface="Noto Sans"/>
              </a:defRPr>
            </a:pPr>
            <a:r>
              <a:rPr sz="3100" b="1" lang="ja-JP" altLang="en-US">
                <a:solidFill>
                  <a:srgbClr val="303437"/>
                </a:solidFill>
                <a:latin typeface="Noto Sans"/>
                <a:ea typeface="Noto Sans CJK JP"/>
                <a:cs typeface="Noto Sans"/>
              </a:rPr>
              <a:t>1. 複数ツールを使う仕事と実例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1. 複数ツールを使う仕事と実例</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仕事に必要なツールを選び、結果をつなぐ</a:t>
            </a:r>
          </a:p>
        </p:txBody>
      </p:sp>
      <p:sp>
        <p:nvSpPr>
          <p:cNvPr id="3" name="Text Placeholder 2"/>
          <p:cNvSpPr>
            <a:spLocks noGrp="1"/>
          </p:cNvSpPr>
          <p:nvPr>
            <p:ph type="body" idx="1"/>
          </p:nvPr>
        </p:nvSpPr>
        <p:spPr>
          <a:xfrm>
            <a:off x="594360" y="1463040"/>
            <a:ext cx="7955279" cy="3090672"/>
          </a:xfrm>
        </p:spPr>
        <p:txBody>
          <a:bodyPr wrap="square" tIns="91440" bIns="91440">
            <a:noAutofit/>
          </a:bodyPr>
          <a:lstStyle/>
          <a:p>
            <a:pPr marL="457200" indent="-355600">
              <a:lnSpc>
                <a:spcPts val="2460"/>
              </a:lnSpc>
              <a:spcAft>
                <a:spcPts val="800"/>
              </a:spcAft>
              <a:buSzPct val="64878"/>
              <a:buFont typeface="Noto Sans CJK JP"/>
              <a:buChar char="●"/>
              <a:defRPr sz="2050" b="0">
                <a:solidFill>
                  <a:srgbClr val="303437"/>
                </a:solidFill>
                <a:latin typeface="Noto Sans"/>
              </a:defRPr>
            </a:pPr>
            <a:r>
              <a:rPr sz="2050" b="0" lang="ja-JP" altLang="en-US">
                <a:solidFill>
                  <a:srgbClr val="303437"/>
                </a:solidFill>
                <a:latin typeface="Noto Sans"/>
                <a:ea typeface="Noto Sans CJK JP"/>
                <a:cs typeface="Noto Sans"/>
              </a:rPr>
              <a:t>MCPは、モデルが外部のデータや機能へアクセスするための共通の接続方式。サーバーは検索・ファイル・データベースなどのツールを提供する。</a:t>
            </a:r>
          </a:p>
          <a:p>
            <a:pPr marL="457200" indent="-355600">
              <a:lnSpc>
                <a:spcPts val="2460"/>
              </a:lnSpc>
              <a:spcAft>
                <a:spcPts val="800"/>
              </a:spcAft>
              <a:buSzPct val="64878"/>
              <a:buFont typeface="Noto Sans CJK JP"/>
              <a:buChar char="●"/>
              <a:defRPr sz="2050" b="0">
                <a:solidFill>
                  <a:srgbClr val="303437"/>
                </a:solidFill>
                <a:latin typeface="Noto Sans"/>
              </a:defRPr>
            </a:pPr>
            <a:r>
              <a:rPr sz="2050" b="0" lang="ja-JP" altLang="en-US">
                <a:solidFill>
                  <a:srgbClr val="303437"/>
                </a:solidFill>
                <a:latin typeface="Noto Sans"/>
                <a:ea typeface="Noto Sans CJK JP"/>
                <a:cs typeface="Noto Sans"/>
              </a:rPr>
              <a:t>MCP Atlasは、自然言語で頼まれた仕事を、外部ツールを使って完了できるかを評価する。</a:t>
            </a:r>
          </a:p>
          <a:p>
            <a:pPr marL="457200" indent="-355600">
              <a:lnSpc>
                <a:spcPts val="2460"/>
              </a:lnSpc>
              <a:spcAft>
                <a:spcPts val="0"/>
              </a:spcAft>
              <a:buSzPct val="64878"/>
              <a:buFont typeface="Noto Sans CJK JP"/>
              <a:buChar char="●"/>
              <a:defRPr sz="2050" b="0">
                <a:solidFill>
                  <a:srgbClr val="303437"/>
                </a:solidFill>
                <a:latin typeface="Noto Sans"/>
              </a:defRPr>
            </a:pPr>
            <a:r>
              <a:rPr sz="2050" b="0" lang="ja-JP" altLang="en-US">
                <a:solidFill>
                  <a:srgbClr val="303437"/>
                </a:solidFill>
                <a:latin typeface="Noto Sans"/>
                <a:ea typeface="Noto Sans CJK JP"/>
                <a:cs typeface="Noto Sans"/>
              </a:rPr>
              <a:t>全1,000課題は36サーバー・220ツールにまたがる。問題文を読み、関連するツールを選んで呼び出し、回答をまとめる。</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1. 複数ツールを使う仕事と実例</a:t>
            </a:r>
          </a:p>
        </p:txBody>
      </p:sp>
      <p:sp>
        <p:nvSpPr>
          <p:cNvPr id="5" name="TextBox 4"/>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Bandi, Dumitru et al. (2026). MCP-Atlas: A Large-Scale Benchmark for Tool-Use Competency with Real MCP Servers. 論文v3。</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https://arxiv.org/abs/2602.00933v3</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一つの依頼から、ツールを使って回答を作る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1. 複数ツールを使う仕事と実例</a:t>
            </a:r>
          </a:p>
        </p:txBody>
      </p:sp>
      <p:graphicFrame>
        <p:nvGraphicFramePr>
          <p:cNvPr id="4" name="Table 3"/>
          <p:cNvGraphicFramePr>
            <a:graphicFrameLocks noGrp="1"/>
          </p:cNvGraphicFramePr>
          <p:nvPr/>
        </p:nvGraphicFramePr>
        <p:xfrm>
          <a:off x="548640" y="1508760"/>
          <a:ext cx="8046720" cy="1901952"/>
        </p:xfrm>
        <a:graphic>
          <a:graphicData uri="http://schemas.openxmlformats.org/drawingml/2006/table">
            <a:tbl>
              <a:tblPr firstRow="0" bandRow="0"/>
              <a:tblGrid>
                <a:gridCol w="1280160"/>
                <a:gridCol w="6766560"/>
              </a:tblGrid>
              <a:tr h="475488">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段階</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エージェントが扱うもの</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475488">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入力</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利用者の依頼と、使えるツールの説明</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475488">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実行</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ツール名・引数を選び、返った情報を次の操作に使う</a:t>
                      </a:r>
                    </a:p>
                  </a:txBody>
                  <a:tcPr marL="63500" marR="63500" marT="38100" marB="38100" anchor="ctr">
                    <a:lnL w="7620">
                      <a:noFill/>
                    </a:lnL>
                    <a:lnR w="7620">
                      <a:noFill/>
                    </a:lnR>
                    <a:lnT w="7620">
                      <a:noFill/>
                    </a:lnT>
                    <a:lnB w="7620">
                      <a:noFill/>
                    </a:lnB>
                    <a:solidFill>
                      <a:srgbClr val="FFFEF8"/>
                    </a:solidFill>
                  </a:tcPr>
                </a:tc>
              </a:tr>
              <a:tr h="475488">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出力</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依頼に必要な事実を含む最終回答</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TextBox 4"/>
          <p:cNvSpPr txBox="1"/>
          <p:nvPr/>
        </p:nvSpPr>
        <p:spPr>
          <a:xfrm>
            <a:off x="594360" y="3602736"/>
            <a:ext cx="7955279" cy="685800"/>
          </a:xfrm>
          <a:prstGeom prst="rect">
            <a:avLst/>
          </a:prstGeom>
          <a:noFill/>
        </p:spPr>
        <p:txBody>
          <a:bodyPr wrap="square" lIns="0" rIns="0" tIns="0" bIns="0">
            <a:noAutofit/>
          </a:bodyPr>
          <a:lstStyle/>
          <a:p>
            <a:pPr algn="l">
              <a:lnSpc>
                <a:spcPts val="2160"/>
              </a:lnSpc>
              <a:spcBef>
                <a:spcPts val="0"/>
              </a:spcBef>
              <a:spcAft>
                <a:spcPts val="0"/>
              </a:spcAft>
              <a:buNone/>
              <a:defRPr sz="1800" b="0">
                <a:solidFill>
                  <a:srgbClr val="303437"/>
                </a:solidFill>
                <a:latin typeface="Noto Sans"/>
              </a:defRPr>
            </a:pPr>
            <a:r>
              <a:rPr sz="1800" b="0" lang="ja-JP" altLang="en-US">
                <a:solidFill>
                  <a:srgbClr val="303437"/>
                </a:solidFill>
                <a:latin typeface="Noto Sans"/>
                <a:ea typeface="Noto Sans CJK JP"/>
                <a:cs typeface="Noto Sans"/>
              </a:rPr>
              <a:t>各課題には6〜37のツールを提示する。</a:t>
            </a:r>
          </a:p>
          <a:p>
            <a:pPr algn="l">
              <a:lnSpc>
                <a:spcPts val="2160"/>
              </a:lnSpc>
              <a:spcBef>
                <a:spcPts val="0"/>
              </a:spcBef>
              <a:spcAft>
                <a:spcPts val="0"/>
              </a:spcAft>
              <a:buNone/>
              <a:defRPr sz="1800" b="0">
                <a:solidFill>
                  <a:srgbClr val="303437"/>
                </a:solidFill>
                <a:latin typeface="Noto Sans"/>
              </a:defRPr>
            </a:pPr>
            <a:r>
              <a:rPr sz="1800" b="0" lang="ja-JP" altLang="en-US">
                <a:solidFill>
                  <a:srgbClr val="303437"/>
                </a:solidFill>
                <a:latin typeface="Noto Sans"/>
                <a:ea typeface="Noto Sans CJK JP"/>
                <a:cs typeface="Noto Sans"/>
              </a:rPr>
              <a:t>正解に必要なものは2〜8で、似た用途の候補も混ぜる。</a:t>
            </a:r>
          </a:p>
        </p:txBody>
      </p:sp>
      <p:sp>
        <p:nvSpPr>
          <p:cNvPr id="6" name="TextBox 5"/>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Bandi, Dumitru et al. (2026). MCP-Atlas: A Large-Scale Benchmark for Tool-Use Competency with Real MCP Servers. 論文v3。</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https://arxiv.org/abs/2602.00933v3</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実例は公開されている課題と正解条件を使う</a:t>
            </a:r>
          </a:p>
        </p:txBody>
      </p:sp>
      <p:sp>
        <p:nvSpPr>
          <p:cNvPr id="3" name="Text Placeholder 2"/>
          <p:cNvSpPr>
            <a:spLocks noGrp="1"/>
          </p:cNvSpPr>
          <p:nvPr>
            <p:ph type="body" idx="1"/>
          </p:nvPr>
        </p:nvSpPr>
        <p:spPr>
          <a:xfrm>
            <a:off x="594360" y="1463040"/>
            <a:ext cx="7955279" cy="3090672"/>
          </a:xfrm>
        </p:spPr>
        <p:txBody>
          <a:bodyPr wrap="square" tIns="91440" bIns="91440">
            <a:noAutofit/>
          </a:bodyPr>
          <a:lstStyle/>
          <a:p>
            <a:pPr marL="457200" indent="-355600">
              <a:lnSpc>
                <a:spcPts val="2640"/>
              </a:lnSpc>
              <a:spcAft>
                <a:spcPts val="8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公開500課題・非公開500課題。公開側は依頼文・提示ツール・正解条件・参照履歴を配布する。</a:t>
            </a:r>
          </a:p>
          <a:p>
            <a:pPr marL="457200" indent="-355600">
              <a:lnSpc>
                <a:spcPts val="2640"/>
              </a:lnSpc>
              <a:spcAft>
                <a:spcPts val="8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本編はゲームの履歴・製品の売上・医学論文の3課題。Appendixは公開データ9課題と論文の1課題を追加する。</a:t>
            </a:r>
          </a:p>
          <a:p>
            <a:pPr marL="457200" indent="-355600">
              <a:lnSpc>
                <a:spcPts val="2640"/>
              </a:lnSpc>
              <a:spcAft>
                <a:spcPts val="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英語の依頼に、日本語の要約・正解条件・参照履歴の説明を添える。</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1. 複数ツールを使う仕事と実例</a:t>
            </a:r>
          </a:p>
        </p:txBody>
      </p:sp>
      <p:sp>
        <p:nvSpPr>
          <p:cNvPr id="5" name="TextBox 4"/>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Scale AI. MCP-Atlas. CC BY 4.0。改訂8c563b5。2026-10-16参照。</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https://huggingface.co/datasets/ScaleAI/MCP-Atlas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実例1：ゲーム開発と公式サイトの年差を調べる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1. 複数ツールを使う仕事と実例</a:t>
            </a:r>
          </a:p>
        </p:txBody>
      </p:sp>
      <p:sp>
        <p:nvSpPr>
          <p:cNvPr id="4" name="TextBox 3"/>
          <p:cNvSpPr txBox="1"/>
          <p:nvPr/>
        </p:nvSpPr>
        <p:spPr>
          <a:xfrm>
            <a:off x="594360" y="1389888"/>
            <a:ext cx="7955279" cy="228600"/>
          </a:xfrm>
          <a:prstGeom prst="rect">
            <a:avLst/>
          </a:prstGeom>
          <a:noFill/>
        </p:spPr>
        <p:txBody>
          <a:bodyPr wrap="square" lIns="0" rIns="0" tIns="0" bIns="0">
            <a:noAutofit/>
          </a:bodyPr>
          <a:lstStyle/>
          <a:p>
            <a:pPr algn="l">
              <a:lnSpc>
                <a:spcPct val="117000"/>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公開課題（原文）</a:t>
            </a:r>
          </a:p>
        </p:txBody>
      </p:sp>
      <p:sp>
        <p:nvSpPr>
          <p:cNvPr id="5" name="TextBox 4"/>
          <p:cNvSpPr txBox="1"/>
          <p:nvPr/>
        </p:nvSpPr>
        <p:spPr>
          <a:xfrm>
            <a:off x="594360" y="1737360"/>
            <a:ext cx="7955279" cy="1691640"/>
          </a:xfrm>
          <a:prstGeom prst="rect">
            <a:avLst/>
          </a:prstGeom>
          <a:noFill/>
        </p:spPr>
        <p:txBody>
          <a:bodyPr wrap="square" lIns="0" rIns="0" tIns="0" bIns="0">
            <a:noAutofit/>
          </a:bodyPr>
          <a:lstStyle/>
          <a:p>
            <a:pPr algn="l">
              <a:lnSpc>
                <a:spcPct val="120000"/>
              </a:lnSpc>
              <a:spcBef>
                <a:spcPts val="0"/>
              </a:spcBef>
              <a:spcAft>
                <a:spcPts val="0"/>
              </a:spcAft>
              <a:buNone/>
              <a:defRPr sz="1800" b="0">
                <a:solidFill>
                  <a:srgbClr val="303437"/>
                </a:solidFill>
                <a:latin typeface="Noto Sans"/>
              </a:defRPr>
            </a:pPr>
            <a:r>
              <a:rPr sz="1800" b="0" lang="ja-JP" altLang="en-US">
                <a:solidFill>
                  <a:srgbClr val="303437"/>
                </a:solidFill>
                <a:latin typeface="Noto Sans"/>
                <a:ea typeface="Noto Sans CJK JP"/>
                <a:cs typeface="Noto Sans"/>
              </a:rPr>
              <a:t>I've been looking into contributions in open source videogames and I'm curious about the longevity of this one open source project. Can you get me the year difference between the creation of the repository of the shooter game assaultcube and the domain registration date of the game's official site</a:t>
            </a:r>
          </a:p>
        </p:txBody>
      </p:sp>
      <p:sp>
        <p:nvSpPr>
          <p:cNvPr id="6" name="TextBox 5"/>
          <p:cNvSpPr txBox="1"/>
          <p:nvPr/>
        </p:nvSpPr>
        <p:spPr>
          <a:xfrm>
            <a:off x="594360" y="3712463"/>
            <a:ext cx="7955279" cy="777240"/>
          </a:xfrm>
          <a:prstGeom prst="rect">
            <a:avLst/>
          </a:prstGeom>
          <a:noFill/>
        </p:spPr>
        <p:txBody>
          <a:bodyPr wrap="square" lIns="0" rIns="0" tIns="0" bIns="0">
            <a:noAutofit/>
          </a:bodyPr>
          <a:lstStyle/>
          <a:p>
            <a:pPr algn="l">
              <a:lnSpc>
                <a:spcPct val="120000"/>
              </a:lnSpc>
              <a:spcBef>
                <a:spcPts val="0"/>
              </a:spcBef>
              <a:spcAft>
                <a:spcPts val="0"/>
              </a:spcAft>
              <a:buNone/>
              <a:defRPr sz="2000" b="0">
                <a:solidFill>
                  <a:srgbClr val="303437"/>
                </a:solidFill>
                <a:latin typeface="Noto Sans"/>
              </a:defRPr>
            </a:pPr>
            <a:r>
              <a:rPr sz="2000" b="0" lang="ja-JP" altLang="en-US">
                <a:solidFill>
                  <a:srgbClr val="303437"/>
                </a:solidFill>
                <a:latin typeface="Noto Sans"/>
                <a:ea typeface="Noto Sans CJK JP"/>
                <a:cs typeface="Noto Sans"/>
              </a:rPr>
              <a:t>AssaultCubeのリポジトリ作成年と、公式サイトのドメイン登録年を調べ、その年差を答える。</a:t>
            </a:r>
          </a:p>
        </p:txBody>
      </p:sp>
      <p:sp>
        <p:nvSpPr>
          <p:cNvPr id="7" name="TextBox 6"/>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Scale AI. MCP-Atlas / 公開train。課題689f4d693e212e8ef3390731。CC BY 4.0。</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https://huggingface.co/datasets/ScaleAI/MCP-Atlas/viewer/default/train?row=0</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二つの年を取得し、差を計算する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1. 複数ツールを使う仕事と実例</a:t>
            </a:r>
          </a:p>
        </p:txBody>
      </p:sp>
      <p:graphicFrame>
        <p:nvGraphicFramePr>
          <p:cNvPr id="4" name="Table 3"/>
          <p:cNvGraphicFramePr>
            <a:graphicFrameLocks noGrp="1"/>
          </p:cNvGraphicFramePr>
          <p:nvPr/>
        </p:nvGraphicFramePr>
        <p:xfrm>
          <a:off x="548640" y="1508760"/>
          <a:ext cx="8046720" cy="1901952"/>
        </p:xfrm>
        <a:graphic>
          <a:graphicData uri="http://schemas.openxmlformats.org/drawingml/2006/table">
            <a:tbl>
              <a:tblPr firstRow="0" bandRow="0"/>
              <a:tblGrid>
                <a:gridCol w="4389120"/>
                <a:gridCol w="3657600"/>
              </a:tblGrid>
              <a:tr h="475488">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正解条件</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配布データが示す答え</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475488">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リポジトリの作成年</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2013年</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475488">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公式サイトのドメイン登録年</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2006年</a:t>
                      </a:r>
                    </a:p>
                  </a:txBody>
                  <a:tcPr marL="63500" marR="63500" marT="38100" marB="38100" anchor="ctr">
                    <a:lnL w="7620">
                      <a:noFill/>
                    </a:lnL>
                    <a:lnR w="7620">
                      <a:noFill/>
                    </a:lnR>
                    <a:lnT w="7620">
                      <a:noFill/>
                    </a:lnT>
                    <a:lnB w="7620">
                      <a:noFill/>
                    </a:lnB>
                    <a:solidFill>
                      <a:srgbClr val="FFFEF8"/>
                    </a:solidFill>
                  </a:tcPr>
                </a:tc>
              </a:tr>
              <a:tr h="475488">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年差</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7年</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TextBox 4"/>
          <p:cNvSpPr txBox="1"/>
          <p:nvPr/>
        </p:nvSpPr>
        <p:spPr>
          <a:xfrm>
            <a:off x="594360" y="3602736"/>
            <a:ext cx="7955279" cy="685800"/>
          </a:xfrm>
          <a:prstGeom prst="rect">
            <a:avLst/>
          </a:prstGeom>
          <a:noFill/>
        </p:spPr>
        <p:txBody>
          <a:bodyPr wrap="square" lIns="0" rIns="0" tIns="0" bIns="0">
            <a:noAutofit/>
          </a:bodyPr>
          <a:lstStyle/>
          <a:p>
            <a:pPr algn="l">
              <a:lnSpc>
                <a:spcPts val="2160"/>
              </a:lnSpc>
              <a:spcBef>
                <a:spcPts val="0"/>
              </a:spcBef>
              <a:spcAft>
                <a:spcPts val="0"/>
              </a:spcAft>
              <a:buNone/>
              <a:defRPr sz="1800" b="0">
                <a:solidFill>
                  <a:srgbClr val="303437"/>
                </a:solidFill>
                <a:latin typeface="Noto Sans"/>
              </a:defRPr>
            </a:pPr>
            <a:r>
              <a:rPr sz="1800" b="0" lang="ja-JP" altLang="en-US">
                <a:solidFill>
                  <a:srgbClr val="303437"/>
                </a:solidFill>
                <a:latin typeface="Noto Sans"/>
                <a:ea typeface="Noto Sans CJK JP"/>
                <a:cs typeface="Noto Sans"/>
              </a:rPr>
              <a:t>参照履歴ではGitHubで対象リポジトリを確認し、</a:t>
            </a:r>
          </a:p>
          <a:p>
            <a:pPr algn="l">
              <a:lnSpc>
                <a:spcPts val="2160"/>
              </a:lnSpc>
              <a:spcBef>
                <a:spcPts val="0"/>
              </a:spcBef>
              <a:spcAft>
                <a:spcPts val="0"/>
              </a:spcAft>
              <a:buNone/>
              <a:defRPr sz="1800" b="0">
                <a:solidFill>
                  <a:srgbClr val="303437"/>
                </a:solidFill>
                <a:latin typeface="Noto Sans"/>
              </a:defRPr>
            </a:pPr>
            <a:r>
              <a:rPr sz="1800" b="0" lang="ja-JP" altLang="en-US">
                <a:solidFill>
                  <a:srgbClr val="303437"/>
                </a:solidFill>
                <a:latin typeface="Noto Sans"/>
                <a:ea typeface="Noto Sans CJK JP"/>
                <a:cs typeface="Noto Sans"/>
              </a:rPr>
              <a:t>ドメイン情報をWHOISで調べ、年差を計算する。</a:t>
            </a:r>
          </a:p>
        </p:txBody>
      </p:sp>
      <p:sp>
        <p:nvSpPr>
          <p:cNvPr id="6" name="TextBox 5"/>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Scale AI. MCP-Atlas / 公開train。課題689f4d693e212e8ef3390731。CC BY 4.0。</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https://huggingface.co/datasets/ScaleAI/MCP-Atlas/viewer/default/train?row=0</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実例2：宇宙の出来事から売上データをたどる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1. 複数ツールを使う仕事と実例</a:t>
            </a:r>
          </a:p>
        </p:txBody>
      </p:sp>
      <p:sp>
        <p:nvSpPr>
          <p:cNvPr id="4" name="TextBox 3"/>
          <p:cNvSpPr txBox="1"/>
          <p:nvPr/>
        </p:nvSpPr>
        <p:spPr>
          <a:xfrm>
            <a:off x="594360" y="1389888"/>
            <a:ext cx="7955279" cy="228600"/>
          </a:xfrm>
          <a:prstGeom prst="rect">
            <a:avLst/>
          </a:prstGeom>
          <a:noFill/>
        </p:spPr>
        <p:txBody>
          <a:bodyPr wrap="square" lIns="0" rIns="0" tIns="0" bIns="0">
            <a:noAutofit/>
          </a:bodyPr>
          <a:lstStyle/>
          <a:p>
            <a:pPr algn="l">
              <a:lnSpc>
                <a:spcPct val="117000"/>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公開課題（原文）</a:t>
            </a:r>
          </a:p>
        </p:txBody>
      </p:sp>
      <p:sp>
        <p:nvSpPr>
          <p:cNvPr id="5" name="TextBox 4"/>
          <p:cNvSpPr txBox="1"/>
          <p:nvPr/>
        </p:nvSpPr>
        <p:spPr>
          <a:xfrm>
            <a:off x="594360" y="1737360"/>
            <a:ext cx="7955279" cy="1691640"/>
          </a:xfrm>
          <a:prstGeom prst="rect">
            <a:avLst/>
          </a:prstGeom>
          <a:noFill/>
        </p:spPr>
        <p:txBody>
          <a:bodyPr wrap="square" lIns="0" rIns="0" tIns="0" bIns="0">
            <a:noAutofit/>
          </a:bodyPr>
          <a:lstStyle/>
          <a:p>
            <a:pPr algn="l">
              <a:lnSpc>
                <a:spcPct val="120000"/>
              </a:lnSpc>
              <a:spcBef>
                <a:spcPts val="0"/>
              </a:spcBef>
              <a:spcAft>
                <a:spcPts val="0"/>
              </a:spcAft>
              <a:buNone/>
              <a:defRPr sz="1800" b="0">
                <a:solidFill>
                  <a:srgbClr val="303437"/>
                </a:solidFill>
                <a:latin typeface="Noto Sans"/>
              </a:defRPr>
            </a:pPr>
            <a:r>
              <a:rPr sz="1800" b="0" lang="ja-JP" altLang="en-US">
                <a:solidFill>
                  <a:srgbClr val="303437"/>
                </a:solidFill>
                <a:latin typeface="Noto Sans"/>
                <a:ea typeface="Noto Sans CJK JP"/>
                <a:cs typeface="Noto Sans"/>
              </a:rPr>
              <a:t>I was exploring product trends using the cloud database. In the same year and month that SpaceX launched the first car into space, which was the leading product type in commercial performance data? Which was the most sold vehicle in the world for that category in the same year that SpaceX launched the first car into space?</a:t>
            </a:r>
          </a:p>
        </p:txBody>
      </p:sp>
      <p:sp>
        <p:nvSpPr>
          <p:cNvPr id="6" name="TextBox 5"/>
          <p:cNvSpPr txBox="1"/>
          <p:nvPr/>
        </p:nvSpPr>
        <p:spPr>
          <a:xfrm>
            <a:off x="594360" y="3712463"/>
            <a:ext cx="7955279" cy="777240"/>
          </a:xfrm>
          <a:prstGeom prst="rect">
            <a:avLst/>
          </a:prstGeom>
          <a:noFill/>
        </p:spPr>
        <p:txBody>
          <a:bodyPr wrap="square" lIns="0" rIns="0" tIns="0" bIns="0">
            <a:noAutofit/>
          </a:bodyPr>
          <a:lstStyle/>
          <a:p>
            <a:pPr algn="l">
              <a:lnSpc>
                <a:spcPct val="120000"/>
              </a:lnSpc>
              <a:spcBef>
                <a:spcPts val="0"/>
              </a:spcBef>
              <a:spcAft>
                <a:spcPts val="0"/>
              </a:spcAft>
              <a:buNone/>
              <a:defRPr sz="2000" b="0">
                <a:solidFill>
                  <a:srgbClr val="303437"/>
                </a:solidFill>
                <a:latin typeface="Noto Sans"/>
              </a:defRPr>
            </a:pPr>
            <a:r>
              <a:rPr sz="2000" b="0" lang="ja-JP" altLang="en-US">
                <a:solidFill>
                  <a:srgbClr val="303437"/>
                </a:solidFill>
                <a:latin typeface="Noto Sans"/>
                <a:ea typeface="Noto Sans CJK JP"/>
                <a:cs typeface="Noto Sans"/>
              </a:rPr>
              <a:t>SpaceXが車を宇宙へ打ち上げた年月を調べ、同月の社内売上首位カテゴリと、その年の世界の販売首位車種を答える。</a:t>
            </a:r>
          </a:p>
        </p:txBody>
      </p:sp>
      <p:sp>
        <p:nvSpPr>
          <p:cNvPr id="7" name="TextBox 6"/>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Scale AI. MCP-Atlas / 公開train。課題68925f01db31fe35560e3e97。CC BY 4.0。</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https://huggingface.co/datasets/ScaleAI/MCP-Atlas/viewer/default/train?row=2</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外部の出来事を、社内データの期間指定に使う</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1. 複数ツールを使う仕事と実例</a:t>
            </a:r>
          </a:p>
        </p:txBody>
      </p:sp>
      <p:graphicFrame>
        <p:nvGraphicFramePr>
          <p:cNvPr id="4" name="Table 3"/>
          <p:cNvGraphicFramePr>
            <a:graphicFrameLocks noGrp="1"/>
          </p:cNvGraphicFramePr>
          <p:nvPr/>
        </p:nvGraphicFramePr>
        <p:xfrm>
          <a:off x="548640" y="1508760"/>
          <a:ext cx="8046720" cy="1901952"/>
        </p:xfrm>
        <a:graphic>
          <a:graphicData uri="http://schemas.openxmlformats.org/drawingml/2006/table">
            <a:tbl>
              <a:tblPr firstRow="0" bandRow="0"/>
              <a:tblGrid>
                <a:gridCol w="5029200"/>
                <a:gridCol w="3017520"/>
              </a:tblGrid>
              <a:tr h="475488">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正解条件</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配布データが示す答え</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475488">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最初の車を宇宙へ打ち上げた年月</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2018年2月</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475488">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同月の売上首位カテゴリ</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Electric（電気自動車）</a:t>
                      </a:r>
                    </a:p>
                  </a:txBody>
                  <a:tcPr marL="63500" marR="63500" marT="38100" marB="38100" anchor="ctr">
                    <a:lnL w="7620">
                      <a:noFill/>
                    </a:lnL>
                    <a:lnR w="7620">
                      <a:noFill/>
                    </a:lnR>
                    <a:lnT w="7620">
                      <a:noFill/>
                    </a:lnT>
                    <a:lnB w="7620">
                      <a:noFill/>
                    </a:lnB>
                    <a:solidFill>
                      <a:srgbClr val="FFFEF8"/>
                    </a:solidFill>
                  </a:tcPr>
                </a:tc>
              </a:tr>
              <a:tr h="475488">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2018年の同カテゴリの世界首位車種</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Tesla Model 3</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TextBox 4"/>
          <p:cNvSpPr txBox="1"/>
          <p:nvPr/>
        </p:nvSpPr>
        <p:spPr>
          <a:xfrm>
            <a:off x="594360" y="3602736"/>
            <a:ext cx="7955279" cy="685800"/>
          </a:xfrm>
          <a:prstGeom prst="rect">
            <a:avLst/>
          </a:prstGeom>
          <a:noFill/>
        </p:spPr>
        <p:txBody>
          <a:bodyPr wrap="square" lIns="0" rIns="0" tIns="0" bIns="0">
            <a:noAutofit/>
          </a:bodyPr>
          <a:lstStyle/>
          <a:p>
            <a:pPr algn="l">
              <a:lnSpc>
                <a:spcPts val="2160"/>
              </a:lnSpc>
              <a:spcBef>
                <a:spcPts val="0"/>
              </a:spcBef>
              <a:spcAft>
                <a:spcPts val="0"/>
              </a:spcAft>
              <a:buNone/>
              <a:defRPr sz="1800" b="0">
                <a:solidFill>
                  <a:srgbClr val="303437"/>
                </a:solidFill>
                <a:latin typeface="Noto Sans"/>
              </a:defRPr>
            </a:pPr>
            <a:r>
              <a:rPr sz="1800" b="0" lang="ja-JP" altLang="en-US">
                <a:solidFill>
                  <a:srgbClr val="303437"/>
                </a:solidFill>
                <a:latin typeface="Noto Sans"/>
                <a:ea typeface="Noto Sans CJK JP"/>
                <a:cs typeface="Noto Sans"/>
              </a:rPr>
              <a:t>検索で年月を特定 → Airtableの売上を集計 →</a:t>
            </a:r>
          </a:p>
          <a:p>
            <a:pPr algn="l">
              <a:lnSpc>
                <a:spcPts val="2160"/>
              </a:lnSpc>
              <a:spcBef>
                <a:spcPts val="0"/>
              </a:spcBef>
              <a:spcAft>
                <a:spcPts val="0"/>
              </a:spcAft>
              <a:buNone/>
              <a:defRPr sz="1800" b="0">
                <a:solidFill>
                  <a:srgbClr val="303437"/>
                </a:solidFill>
                <a:latin typeface="Noto Sans"/>
              </a:defRPr>
            </a:pPr>
            <a:r>
              <a:rPr sz="1800" b="0" lang="ja-JP" altLang="en-US">
                <a:solidFill>
                  <a:srgbClr val="303437"/>
                </a:solidFill>
                <a:latin typeface="Noto Sans"/>
                <a:ea typeface="Noto Sans CJK JP"/>
                <a:cs typeface="Noto Sans"/>
              </a:rPr>
              <a:t>検索でその年の販売首位車種を確認する。</a:t>
            </a:r>
          </a:p>
        </p:txBody>
      </p:sp>
      <p:sp>
        <p:nvSpPr>
          <p:cNvPr id="6" name="TextBox 5"/>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Scale AI. MCP-Atlas / 公開train。課題68925f01db31fe35560e3e97。CC BY 4.0。</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https://huggingface.co/datasets/ScaleAI/MCP-Atlas/viewer/default/train?row=2</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実例3：医学論文・翻訳・文献史をまとめる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1. 複数ツールを使う仕事と実例</a:t>
            </a:r>
          </a:p>
        </p:txBody>
      </p:sp>
      <p:sp>
        <p:nvSpPr>
          <p:cNvPr id="4" name="TextBox 3"/>
          <p:cNvSpPr txBox="1"/>
          <p:nvPr/>
        </p:nvSpPr>
        <p:spPr>
          <a:xfrm>
            <a:off x="594360" y="1389888"/>
            <a:ext cx="7955279" cy="228600"/>
          </a:xfrm>
          <a:prstGeom prst="rect">
            <a:avLst/>
          </a:prstGeom>
          <a:noFill/>
        </p:spPr>
        <p:txBody>
          <a:bodyPr wrap="square" lIns="0" rIns="0" tIns="0" bIns="0">
            <a:noAutofit/>
          </a:bodyPr>
          <a:lstStyle/>
          <a:p>
            <a:pPr algn="l">
              <a:lnSpc>
                <a:spcPct val="117000"/>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公開課題（原文）</a:t>
            </a:r>
          </a:p>
        </p:txBody>
      </p:sp>
      <p:sp>
        <p:nvSpPr>
          <p:cNvPr id="5" name="TextBox 4"/>
          <p:cNvSpPr txBox="1"/>
          <p:nvPr/>
        </p:nvSpPr>
        <p:spPr>
          <a:xfrm>
            <a:off x="594360" y="1737360"/>
            <a:ext cx="7955279" cy="1691640"/>
          </a:xfrm>
          <a:prstGeom prst="rect">
            <a:avLst/>
          </a:prstGeom>
          <a:noFill/>
        </p:spPr>
        <p:txBody>
          <a:bodyPr wrap="square" lIns="0" rIns="0" tIns="0" bIns="0">
            <a:noAutofit/>
          </a:bodyPr>
          <a:lstStyle/>
          <a:p>
            <a:pPr algn="l">
              <a:lnSpc>
                <a:spcPct val="120000"/>
              </a:lnSpc>
              <a:spcBef>
                <a:spcPts val="0"/>
              </a:spcBef>
              <a:spcAft>
                <a:spcPts val="0"/>
              </a:spcAft>
              <a:buNone/>
              <a:defRPr sz="1800" b="0">
                <a:solidFill>
                  <a:srgbClr val="303437"/>
                </a:solidFill>
                <a:latin typeface="Noto Sans"/>
              </a:defRPr>
            </a:pPr>
            <a:r>
              <a:rPr sz="1800" b="0" lang="ja-JP" altLang="en-US">
                <a:solidFill>
                  <a:srgbClr val="303437"/>
                </a:solidFill>
                <a:latin typeface="Noto Sans"/>
                <a:ea typeface="Noto Sans CJK JP"/>
                <a:cs typeface="Noto Sans"/>
              </a:rPr>
              <a:t>For a report I have to prepare on oncology with machine learning, help me identify the last related study published on november 2024 containing the word cancer in its title and retrieve the abstract of the article. Translate only the title of the study into spanish while keeping the abstract of the study in its original language. Find the type of cancer discussed in the article and tell me who published the first literature and in which year.</a:t>
            </a:r>
          </a:p>
        </p:txBody>
      </p:sp>
      <p:sp>
        <p:nvSpPr>
          <p:cNvPr id="6" name="TextBox 5"/>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Scale AI. MCP-Atlas / 公開train。課題688a441c1a0d2e5c93853e76。CC BY 4.0。</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https://huggingface.co/datasets/ScaleAI/MCP-Atlas/viewer/default/train?row=1</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論文・翻訳・医学史を正解条件にする</a:t>
            </a:r>
          </a:p>
        </p:txBody>
      </p:sp>
      <p:sp>
        <p:nvSpPr>
          <p:cNvPr id="3" name="Text Placeholder 2"/>
          <p:cNvSpPr>
            <a:spLocks noGrp="1"/>
          </p:cNvSpPr>
          <p:nvPr>
            <p:ph type="body" idx="1"/>
          </p:nvPr>
        </p:nvSpPr>
        <p:spPr>
          <a:xfrm>
            <a:off x="594360" y="1463040"/>
            <a:ext cx="7955279" cy="3090672"/>
          </a:xfrm>
        </p:spPr>
        <p:txBody>
          <a:bodyPr wrap="square" tIns="91440" bIns="91440">
            <a:noAutofit/>
          </a:bodyPr>
          <a:lstStyle/>
          <a:p>
            <a:pPr marL="457200" indent="-355600">
              <a:lnSpc>
                <a:spcPts val="2640"/>
              </a:lnSpc>
              <a:spcAft>
                <a:spcPts val="8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対象論文は「xCG: Explainable Cell Graphs for Survival Prediction in Non-Small Cell Lung Cancer」。非小細胞肺がんの生存予測を扱う。</a:t>
            </a:r>
          </a:p>
          <a:p>
            <a:pPr marL="457200" indent="-355600">
              <a:lnSpc>
                <a:spcPts val="2640"/>
              </a:lnSpc>
              <a:spcAft>
                <a:spcPts val="8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正解条件は、対象論文の特定、題名のスペイン語訳、原語の要旨、肺がんの初期文献に関する4項目。</a:t>
            </a:r>
          </a:p>
          <a:p>
            <a:pPr marL="457200" indent="-355600">
              <a:lnSpc>
                <a:spcPts val="2640"/>
              </a:lnSpc>
              <a:spcAft>
                <a:spcPts val="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配布正解では、肺がんの最初の文献レビューをIsaac Adlerが1912年に発表したとしている。</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1. 複数ツールを使う仕事と実例</a:t>
            </a:r>
          </a:p>
        </p:txBody>
      </p:sp>
      <p:sp>
        <p:nvSpPr>
          <p:cNvPr id="5" name="TextBox 4"/>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Scale AI. MCP-Atlas / 公開train。課題688a441c1a0d2e5c93853e76。CC BY 4.0。</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https://huggingface.co/datasets/ScaleAI/MCP-Atlas/viewer/default/train?row=1</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2388106"/>
            <a:ext cx="8046720" cy="822960"/>
          </a:xfrm>
        </p:spPr>
        <p:txBody>
          <a:bodyPr wrap="square" lIns="0" rIns="0" tIns="0" bIns="0" anchor="ctr">
            <a:noAutofit/>
          </a:bodyPr>
          <a:lstStyle/>
          <a:p>
            <a:pPr algn="ctr">
              <a:lnSpc>
                <a:spcPct val="110000"/>
              </a:lnSpc>
              <a:buNone/>
              <a:defRPr sz="3100" b="0">
                <a:solidFill>
                  <a:srgbClr val="303437"/>
                </a:solidFill>
                <a:latin typeface="Noto Sans"/>
              </a:defRPr>
            </a:pPr>
            <a:r>
              <a:rPr sz="3100" b="1" lang="ja-JP" altLang="en-US">
                <a:solidFill>
                  <a:srgbClr val="303437"/>
                </a:solidFill>
                <a:latin typeface="Noto Sans"/>
                <a:ea typeface="Noto Sans CJK JP"/>
                <a:cs typeface="Noto Sans"/>
              </a:rPr>
              <a:t>2. 正解条件による採点とモデル評価</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2. 正解条件による採点とモデル評価</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回答を、満たすべき事実ごとに採点する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2. 正解条件による採点とモデル評価</a:t>
            </a:r>
          </a:p>
        </p:txBody>
      </p:sp>
      <p:graphicFrame>
        <p:nvGraphicFramePr>
          <p:cNvPr id="4" name="Table 3"/>
          <p:cNvGraphicFramePr>
            <a:graphicFrameLocks noGrp="1"/>
          </p:cNvGraphicFramePr>
          <p:nvPr/>
        </p:nvGraphicFramePr>
        <p:xfrm>
          <a:off x="548640" y="1508760"/>
          <a:ext cx="8046720" cy="1901952"/>
        </p:xfrm>
        <a:graphic>
          <a:graphicData uri="http://schemas.openxmlformats.org/drawingml/2006/table">
            <a:tbl>
              <a:tblPr firstRow="0" bandRow="0"/>
              <a:tblGrid>
                <a:gridCol w="6217920"/>
                <a:gridCol w="1828800"/>
              </a:tblGrid>
              <a:tr h="475488">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各正解条件の判定</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得点</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475488">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満たしている（fulfilled）</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1.0</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475488">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一部を満たす（partially fulfilled）</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0.5</a:t>
                      </a:r>
                    </a:p>
                  </a:txBody>
                  <a:tcPr marL="63500" marR="63500" marT="38100" marB="38100" anchor="ctr">
                    <a:lnL w="7620">
                      <a:noFill/>
                    </a:lnL>
                    <a:lnR w="7620">
                      <a:noFill/>
                    </a:lnR>
                    <a:lnT w="7620">
                      <a:noFill/>
                    </a:lnT>
                    <a:lnB w="7620">
                      <a:noFill/>
                    </a:lnB>
                    <a:solidFill>
                      <a:srgbClr val="FFFEF8"/>
                    </a:solidFill>
                  </a:tcPr>
                </a:tc>
              </a:tr>
              <a:tr h="475488">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満たしていない（not fulfilled）</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0.0</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TextBox 4"/>
          <p:cNvSpPr txBox="1"/>
          <p:nvPr/>
        </p:nvSpPr>
        <p:spPr>
          <a:xfrm>
            <a:off x="594360" y="3602736"/>
            <a:ext cx="7955279" cy="685800"/>
          </a:xfrm>
          <a:prstGeom prst="rect">
            <a:avLst/>
          </a:prstGeom>
          <a:noFill/>
        </p:spPr>
        <p:txBody>
          <a:bodyPr wrap="square" lIns="0" rIns="0" tIns="0" bIns="0">
            <a:noAutofit/>
          </a:bodyPr>
          <a:lstStyle/>
          <a:p>
            <a:pPr algn="l">
              <a:lnSpc>
                <a:spcPts val="2160"/>
              </a:lnSpc>
              <a:spcBef>
                <a:spcPts val="0"/>
              </a:spcBef>
              <a:spcAft>
                <a:spcPts val="0"/>
              </a:spcAft>
              <a:buNone/>
              <a:defRPr sz="1800" b="0">
                <a:solidFill>
                  <a:srgbClr val="303437"/>
                </a:solidFill>
                <a:latin typeface="Noto Sans"/>
              </a:defRPr>
            </a:pPr>
            <a:r>
              <a:rPr sz="1800" b="0" lang="ja-JP" altLang="en-US">
                <a:solidFill>
                  <a:srgbClr val="303437"/>
                </a:solidFill>
                <a:latin typeface="Noto Sans"/>
                <a:ea typeface="Noto Sans CJK JP"/>
                <a:cs typeface="Noto Sans"/>
              </a:rPr>
              <a:t>LLM判定器が、最終回答と各正解条件を照合する。</a:t>
            </a:r>
          </a:p>
          <a:p>
            <a:pPr algn="l">
              <a:lnSpc>
                <a:spcPts val="2160"/>
              </a:lnSpc>
              <a:spcBef>
                <a:spcPts val="0"/>
              </a:spcBef>
              <a:spcAft>
                <a:spcPts val="0"/>
              </a:spcAft>
              <a:buNone/>
              <a:defRPr sz="1800" b="0">
                <a:solidFill>
                  <a:srgbClr val="303437"/>
                </a:solidFill>
                <a:latin typeface="Noto Sans"/>
              </a:defRPr>
            </a:pPr>
            <a:r>
              <a:rPr sz="1800" b="0" lang="ja-JP" altLang="en-US">
                <a:solidFill>
                  <a:srgbClr val="303437"/>
                </a:solidFill>
                <a:latin typeface="Noto Sans"/>
                <a:ea typeface="Noto Sans CJK JP"/>
                <a:cs typeface="Noto Sans"/>
              </a:rPr>
              <a:t>得点の平均をcoverage（正解条件の充足率）とする。</a:t>
            </a:r>
          </a:p>
        </p:txBody>
      </p:sp>
      <p:sp>
        <p:nvSpPr>
          <p:cNvPr id="6" name="TextBox 5"/>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Bandi, Dumitru et al. (2026). MCP-Atlas: A Large-Scale Benchmark for Tool-Use Competency with Real MCP Servers. 論文v3。</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https://arxiv.org/abs/2602.00933v3</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ゲームの例なら、3条件の平均を取る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2. 正解条件による採点とモデル評価</a:t>
            </a:r>
          </a:p>
        </p:txBody>
      </p:sp>
      <p:graphicFrame>
        <p:nvGraphicFramePr>
          <p:cNvPr id="4" name="Table 3"/>
          <p:cNvGraphicFramePr>
            <a:graphicFrameLocks noGrp="1"/>
          </p:cNvGraphicFramePr>
          <p:nvPr/>
        </p:nvGraphicFramePr>
        <p:xfrm>
          <a:off x="548640" y="1508760"/>
          <a:ext cx="8046720" cy="1901952"/>
        </p:xfrm>
        <a:graphic>
          <a:graphicData uri="http://schemas.openxmlformats.org/drawingml/2006/table">
            <a:tbl>
              <a:tblPr firstRow="0" bandRow="0"/>
              <a:tblGrid>
                <a:gridCol w="4480560"/>
                <a:gridCol w="2194560"/>
                <a:gridCol w="1371600"/>
              </a:tblGrid>
              <a:tr h="475488">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正解条件</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説明用の判定</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得点</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475488">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2013年のリポジトリ作成</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満たす</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1</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475488">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2006年のドメイン登録</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満たす</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1</a:t>
                      </a:r>
                    </a:p>
                  </a:txBody>
                  <a:tcPr marL="63500" marR="63500" marT="38100" marB="38100" anchor="ctr">
                    <a:lnL w="7620">
                      <a:noFill/>
                    </a:lnL>
                    <a:lnR w="7620">
                      <a:noFill/>
                    </a:lnR>
                    <a:lnT w="7620">
                      <a:noFill/>
                    </a:lnT>
                    <a:lnB w="7620">
                      <a:noFill/>
                    </a:lnB>
                    <a:solidFill>
                      <a:srgbClr val="FFFEF8"/>
                    </a:solidFill>
                  </a:tcPr>
                </a:tc>
              </a:tr>
              <a:tr h="475488">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7年の差</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満たさない</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0</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TextBox 4"/>
          <p:cNvSpPr txBox="1"/>
          <p:nvPr/>
        </p:nvSpPr>
        <p:spPr>
          <a:xfrm>
            <a:off x="594360" y="3602736"/>
            <a:ext cx="7955279" cy="685800"/>
          </a:xfrm>
          <a:prstGeom prst="rect">
            <a:avLst/>
          </a:prstGeom>
          <a:noFill/>
        </p:spPr>
        <p:txBody>
          <a:bodyPr wrap="square" lIns="0" rIns="0" tIns="0" bIns="0">
            <a:noAutofit/>
          </a:bodyPr>
          <a:lstStyle/>
          <a:p>
            <a:pPr algn="l">
              <a:lnSpc>
                <a:spcPts val="2160"/>
              </a:lnSpc>
              <a:spcBef>
                <a:spcPts val="0"/>
              </a:spcBef>
              <a:spcAft>
                <a:spcPts val="0"/>
              </a:spcAft>
              <a:buNone/>
              <a:defRPr sz="1800" b="0">
                <a:solidFill>
                  <a:srgbClr val="303437"/>
                </a:solidFill>
                <a:latin typeface="Noto Sans"/>
              </a:defRPr>
            </a:pPr>
            <a:r>
              <a:rPr sz="1800" b="0" lang="ja-JP" altLang="en-US">
                <a:solidFill>
                  <a:srgbClr val="303437"/>
                </a:solidFill>
                <a:latin typeface="Noto Sans"/>
                <a:ea typeface="Noto Sans CJK JP"/>
                <a:cs typeface="Noto Sans"/>
              </a:rPr>
              <a:t>coverage = (1 + 1 + 0) / 3 ≈ 0.667。</a:t>
            </a:r>
          </a:p>
          <a:p>
            <a:pPr algn="l">
              <a:lnSpc>
                <a:spcPts val="2160"/>
              </a:lnSpc>
              <a:spcBef>
                <a:spcPts val="0"/>
              </a:spcBef>
              <a:spcAft>
                <a:spcPts val="0"/>
              </a:spcAft>
              <a:buNone/>
              <a:defRPr sz="1800" b="0">
                <a:solidFill>
                  <a:srgbClr val="303437"/>
                </a:solidFill>
                <a:latin typeface="Noto Sans"/>
              </a:defRPr>
            </a:pPr>
            <a:r>
              <a:rPr sz="1800" b="0" lang="ja-JP" altLang="en-US">
                <a:solidFill>
                  <a:srgbClr val="303437"/>
                </a:solidFill>
                <a:latin typeface="Noto Sans"/>
                <a:ea typeface="Noto Sans CJK JP"/>
                <a:cs typeface="Noto Sans"/>
              </a:rPr>
              <a:t>本論文では0.75以上を、その課題の合格とする。</a:t>
            </a:r>
          </a:p>
        </p:txBody>
      </p:sp>
      <p:sp>
        <p:nvSpPr>
          <p:cNvPr id="6" name="TextBox 5"/>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Bandi, Dumitru et al. (2026). MCP-Atlas: A Large-Scale Benchmark for Tool-Use Competency with Real MCP Servers. 論文v3。</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https://arxiv.org/abs/2602.00933v3</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合格率と、正解条件の充足率を集計する</a:t>
            </a:r>
          </a:p>
        </p:txBody>
      </p:sp>
      <p:sp>
        <p:nvSpPr>
          <p:cNvPr id="3" name="Text Placeholder 2"/>
          <p:cNvSpPr>
            <a:spLocks noGrp="1"/>
          </p:cNvSpPr>
          <p:nvPr>
            <p:ph type="body" idx="1"/>
          </p:nvPr>
        </p:nvSpPr>
        <p:spPr>
          <a:xfrm>
            <a:off x="594360" y="1463040"/>
            <a:ext cx="7955279" cy="3090672"/>
          </a:xfrm>
        </p:spPr>
        <p:txBody>
          <a:bodyPr wrap="square" tIns="91440" bIns="91440">
            <a:noAutofit/>
          </a:bodyPr>
          <a:lstStyle/>
          <a:p>
            <a:pPr marL="457200" indent="-355600">
              <a:lnSpc>
                <a:spcPts val="2760"/>
              </a:lnSpc>
              <a:spcAft>
                <a:spcPts val="800"/>
              </a:spcAft>
              <a:buSzPct val="57826"/>
              <a:buFont typeface="Noto Sans CJK JP"/>
              <a:buChar char="●"/>
              <a:defRPr sz="2300" b="0">
                <a:solidFill>
                  <a:srgbClr val="303437"/>
                </a:solidFill>
                <a:latin typeface="Noto Sans"/>
              </a:defRPr>
            </a:pPr>
            <a:r>
              <a:rPr sz="2300" b="0" lang="ja-JP" altLang="en-US">
                <a:solidFill>
                  <a:srgbClr val="303437"/>
                </a:solidFill>
                <a:latin typeface="Noto Sans"/>
                <a:ea typeface="Noto Sans CJK JP"/>
                <a:cs typeface="Noto Sans"/>
              </a:rPr>
              <a:t>課題ごとのcoverageを計算し、0.75以上になった課題の割合を合格率として報告する。</a:t>
            </a:r>
          </a:p>
          <a:p>
            <a:pPr marL="457200" indent="-355600">
              <a:lnSpc>
                <a:spcPts val="2760"/>
              </a:lnSpc>
              <a:spcAft>
                <a:spcPts val="800"/>
              </a:spcAft>
              <a:buSzPct val="57826"/>
              <a:buFont typeface="Noto Sans CJK JP"/>
              <a:buChar char="●"/>
              <a:defRPr sz="2300" b="0">
                <a:solidFill>
                  <a:srgbClr val="303437"/>
                </a:solidFill>
                <a:latin typeface="Noto Sans"/>
              </a:defRPr>
            </a:pPr>
            <a:r>
              <a:rPr sz="2300" b="0" lang="ja-JP" altLang="en-US">
                <a:solidFill>
                  <a:srgbClr val="303437"/>
                </a:solidFill>
                <a:latin typeface="Noto Sans"/>
                <a:ea typeface="Noto Sans CJK JP"/>
                <a:cs typeface="Noto Sans"/>
              </a:rPr>
              <a:t>平均coverageは、全課題のcoverageの平均。部分的に回答できた項目も反映する。</a:t>
            </a:r>
          </a:p>
          <a:p>
            <a:pPr marL="457200" indent="-355600">
              <a:lnSpc>
                <a:spcPts val="2760"/>
              </a:lnSpc>
              <a:spcAft>
                <a:spcPts val="0"/>
              </a:spcAft>
              <a:buSzPct val="57826"/>
              <a:buFont typeface="Noto Sans CJK JP"/>
              <a:buChar char="●"/>
              <a:defRPr sz="2300" b="0">
                <a:solidFill>
                  <a:srgbClr val="303437"/>
                </a:solidFill>
                <a:latin typeface="Noto Sans"/>
              </a:defRPr>
            </a:pPr>
            <a:r>
              <a:rPr sz="2300" b="0" lang="ja-JP" altLang="en-US">
                <a:solidFill>
                  <a:srgbClr val="303437"/>
                </a:solidFill>
                <a:latin typeface="Noto Sans"/>
                <a:ea typeface="Noto Sans CJK JP"/>
                <a:cs typeface="Noto Sans"/>
              </a:rPr>
              <a:t>参照の操作履歴は、解けることの検証や失敗の分析に使う。合否は、最終回答が正解条件をどれだけ満たすかで決まる。</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2. 正解条件による採点とモデル評価</a:t>
            </a:r>
          </a:p>
        </p:txBody>
      </p:sp>
      <p:sp>
        <p:nvSpPr>
          <p:cNvPr id="5" name="TextBox 4"/>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Bandi, Dumitru et al. (2026). MCP-Atlas: A Large-Scale Benchmark for Tool-Use Competency with Real MCP Servers. 論文v3。</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https://arxiv.org/abs/2602.00933v3</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500" b="0">
                <a:solidFill>
                  <a:srgbClr val="303437"/>
                </a:solidFill>
                <a:latin typeface="Noto Sans"/>
              </a:defRPr>
            </a:pPr>
            <a:r>
              <a:rPr sz="2500" b="1" lang="ja-JP" altLang="en-US">
                <a:solidFill>
                  <a:srgbClr val="303437"/>
                </a:solidFill>
                <a:latin typeface="Noto Sans"/>
                <a:ea typeface="Noto Sans CJK JP"/>
                <a:cs typeface="Noto Sans"/>
              </a:rPr>
              <a:t>論文バージョン3では、上位モデルの合格率は約8割</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2. 正解条件による採点とモデル評価</a:t>
            </a:r>
          </a:p>
        </p:txBody>
      </p:sp>
      <p:graphicFrame>
        <p:nvGraphicFramePr>
          <p:cNvPr id="4" name="Table 3"/>
          <p:cNvGraphicFramePr>
            <a:graphicFrameLocks noGrp="1"/>
          </p:cNvGraphicFramePr>
          <p:nvPr/>
        </p:nvGraphicFramePr>
        <p:xfrm>
          <a:off x="548640" y="1508760"/>
          <a:ext cx="8046720" cy="2304285"/>
        </p:xfrm>
        <a:graphic>
          <a:graphicData uri="http://schemas.openxmlformats.org/drawingml/2006/table">
            <a:tbl>
              <a:tblPr firstRow="0" bandRow="0"/>
              <a:tblGrid>
                <a:gridCol w="6309360"/>
                <a:gridCol w="1737360"/>
              </a:tblGrid>
              <a:tr h="460857">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モデル／推論設定</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合格率</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460857">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Muse Spark / max</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82.2%</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460857">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Claude Opus 4.7 / max</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79.1%</a:t>
                      </a:r>
                    </a:p>
                  </a:txBody>
                  <a:tcPr marL="63500" marR="63500" marT="38100" marB="38100" anchor="ctr">
                    <a:lnL w="7620">
                      <a:noFill/>
                    </a:lnL>
                    <a:lnR w="7620">
                      <a:noFill/>
                    </a:lnR>
                    <a:lnT w="7620">
                      <a:noFill/>
                    </a:lnT>
                    <a:lnB w="7620">
                      <a:noFill/>
                    </a:lnB>
                    <a:solidFill>
                      <a:srgbClr val="FFFEF8"/>
                    </a:solidFill>
                  </a:tcPr>
                </a:tc>
              </a:tr>
              <a:tr h="460857">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Gemini 3.1 Pro Preview / high</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78.2%</a:t>
                      </a:r>
                    </a:p>
                  </a:txBody>
                  <a:tcPr marL="63500" marR="63500" marT="38100" marB="38100" anchor="ctr">
                    <a:lnL w="7620">
                      <a:noFill/>
                    </a:lnL>
                    <a:lnR w="7620">
                      <a:noFill/>
                    </a:lnR>
                    <a:lnT w="7620">
                      <a:noFill/>
                    </a:lnT>
                    <a:lnB w="7620">
                      <a:noFill/>
                    </a:lnB>
                    <a:solidFill>
                      <a:srgbClr val="FFFEF8"/>
                    </a:solidFill>
                  </a:tcPr>
                </a:tc>
              </a:tr>
              <a:tr h="460857">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GPT-5.5 / xhigh</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75.3%</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TextBox 4"/>
          <p:cNvSpPr txBox="1"/>
          <p:nvPr/>
        </p:nvSpPr>
        <p:spPr>
          <a:xfrm>
            <a:off x="594360" y="4005072"/>
            <a:ext cx="7955279" cy="685800"/>
          </a:xfrm>
          <a:prstGeom prst="rect">
            <a:avLst/>
          </a:prstGeom>
          <a:noFill/>
        </p:spPr>
        <p:txBody>
          <a:bodyPr wrap="square" lIns="0" rIns="0" tIns="0" bIns="0">
            <a:noAutofit/>
          </a:bodyPr>
          <a:lstStyle/>
          <a:p>
            <a:pPr algn="l">
              <a:lnSpc>
                <a:spcPts val="2160"/>
              </a:lnSpc>
              <a:spcBef>
                <a:spcPts val="0"/>
              </a:spcBef>
              <a:spcAft>
                <a:spcPts val="0"/>
              </a:spcAft>
              <a:buNone/>
              <a:defRPr sz="1800" b="0">
                <a:solidFill>
                  <a:srgbClr val="303437"/>
                </a:solidFill>
                <a:latin typeface="Noto Sans"/>
              </a:defRPr>
            </a:pPr>
            <a:r>
              <a:rPr sz="1800" b="0" lang="ja-JP" altLang="en-US">
                <a:solidFill>
                  <a:srgbClr val="303437"/>
                </a:solidFill>
                <a:latin typeface="Noto Sans"/>
                <a:ea typeface="Noto Sans CJK JP"/>
                <a:cs typeface="Noto Sans"/>
              </a:rPr>
              <a:t>論文v3（2026年5月）、全1,000課題、coverage ≥ 0.75。</a:t>
            </a:r>
          </a:p>
          <a:p>
            <a:pPr algn="l">
              <a:lnSpc>
                <a:spcPts val="2160"/>
              </a:lnSpc>
              <a:spcBef>
                <a:spcPts val="0"/>
              </a:spcBef>
              <a:spcAft>
                <a:spcPts val="0"/>
              </a:spcAft>
              <a:buNone/>
              <a:defRPr sz="1800" b="0">
                <a:solidFill>
                  <a:srgbClr val="303437"/>
                </a:solidFill>
                <a:latin typeface="Noto Sans"/>
              </a:defRPr>
            </a:pPr>
            <a:r>
              <a:rPr sz="1800" b="0" lang="ja-JP" altLang="en-US">
                <a:solidFill>
                  <a:srgbClr val="303437"/>
                </a:solidFill>
                <a:latin typeface="Noto Sans"/>
                <a:ea typeface="Noto Sans CJK JP"/>
                <a:cs typeface="Noto Sans"/>
              </a:rPr>
              <a:t>主判定器はGemini 3.1 Pro Preview、1課題100ツール呼び出し。</a:t>
            </a:r>
          </a:p>
        </p:txBody>
      </p:sp>
      <p:sp>
        <p:nvSpPr>
          <p:cNvPr id="6" name="TextBox 5"/>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Bandi, Dumitru et al. (2026). MCP-Atlas: A Large-Scale Benchmark for Tool-Use Competency with Real MCP Servers. 論文v3。</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https://arxiv.org/abs/2602.00933v3</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公式モデル比較では、ツール連携を測る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2. 正解条件による採点とモデル評価</a:t>
            </a:r>
          </a:p>
        </p:txBody>
      </p:sp>
      <p:graphicFrame>
        <p:nvGraphicFramePr>
          <p:cNvPr id="4" name="Table 3"/>
          <p:cNvGraphicFramePr>
            <a:graphicFrameLocks noGrp="1"/>
          </p:cNvGraphicFramePr>
          <p:nvPr/>
        </p:nvGraphicFramePr>
        <p:xfrm>
          <a:off x="548640" y="1508760"/>
          <a:ext cx="8046720" cy="2304285"/>
        </p:xfrm>
        <a:graphic>
          <a:graphicData uri="http://schemas.openxmlformats.org/drawingml/2006/table">
            <a:tbl>
              <a:tblPr firstRow="0" bandRow="0"/>
              <a:tblGrid>
                <a:gridCol w="3383280"/>
                <a:gridCol w="4663440"/>
              </a:tblGrid>
              <a:tr h="460857">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評価データ</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扱う仕事</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460857">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MCP Atlas</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複数のMCPサーバーを組み合わせる</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460857">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τ²-bench</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顧客との対話とツール操作</a:t>
                      </a:r>
                    </a:p>
                  </a:txBody>
                  <a:tcPr marL="63500" marR="63500" marT="38100" marB="38100" anchor="ctr">
                    <a:lnL w="7620">
                      <a:noFill/>
                    </a:lnL>
                    <a:lnR w="7620">
                      <a:noFill/>
                    </a:lnR>
                    <a:lnT w="7620">
                      <a:noFill/>
                    </a:lnT>
                    <a:lnB w="7620">
                      <a:noFill/>
                    </a:lnB>
                    <a:solidFill>
                      <a:srgbClr val="FFFEF8"/>
                    </a:solidFill>
                  </a:tcPr>
                </a:tc>
              </a:tr>
              <a:tr h="460857">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Terminal-Bench 2.0</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端末上の作業を進める</a:t>
                      </a:r>
                    </a:p>
                  </a:txBody>
                  <a:tcPr marL="63500" marR="63500" marT="38100" marB="38100" anchor="ctr">
                    <a:lnL w="7620">
                      <a:noFill/>
                    </a:lnL>
                    <a:lnR w="7620">
                      <a:noFill/>
                    </a:lnR>
                    <a:lnT w="7620">
                      <a:noFill/>
                    </a:lnT>
                    <a:lnB w="7620">
                      <a:noFill/>
                    </a:lnB>
                    <a:solidFill>
                      <a:srgbClr val="FFFEF8"/>
                    </a:solidFill>
                  </a:tcPr>
                </a:tc>
              </a:tr>
              <a:tr h="460857">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SWE-bench Verified</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GitHubの不具合をコード修正で解く</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TextBox 4"/>
          <p:cNvSpPr txBox="1"/>
          <p:nvPr/>
        </p:nvSpPr>
        <p:spPr>
          <a:xfrm>
            <a:off x="594360" y="4005072"/>
            <a:ext cx="7955279" cy="685800"/>
          </a:xfrm>
          <a:prstGeom prst="rect">
            <a:avLst/>
          </a:prstGeom>
          <a:noFill/>
        </p:spPr>
        <p:txBody>
          <a:bodyPr wrap="square" lIns="0" rIns="0" tIns="0" bIns="0">
            <a:noAutofit/>
          </a:bodyPr>
          <a:lstStyle/>
          <a:p>
            <a:pPr algn="l">
              <a:lnSpc>
                <a:spcPts val="2160"/>
              </a:lnSpc>
              <a:spcBef>
                <a:spcPts val="0"/>
              </a:spcBef>
              <a:spcAft>
                <a:spcPts val="0"/>
              </a:spcAft>
              <a:buNone/>
              <a:defRPr sz="1800" b="0">
                <a:solidFill>
                  <a:srgbClr val="303437"/>
                </a:solidFill>
                <a:latin typeface="Noto Sans"/>
              </a:defRPr>
            </a:pPr>
            <a:r>
              <a:rPr sz="1800" b="0" lang="ja-JP" altLang="en-US">
                <a:solidFill>
                  <a:srgbClr val="303437"/>
                </a:solidFill>
                <a:latin typeface="Noto Sans"/>
                <a:ea typeface="Noto Sans CJK JP"/>
                <a:cs typeface="Noto Sans"/>
              </a:rPr>
              <a:t>表の評価データはGemini 3.1 Proの公式比較に掲載。</a:t>
            </a:r>
          </a:p>
          <a:p>
            <a:pPr algn="l">
              <a:lnSpc>
                <a:spcPts val="2160"/>
              </a:lnSpc>
              <a:spcBef>
                <a:spcPts val="0"/>
              </a:spcBef>
              <a:spcAft>
                <a:spcPts val="0"/>
              </a:spcAft>
              <a:buNone/>
              <a:defRPr sz="1800" b="0">
                <a:solidFill>
                  <a:srgbClr val="303437"/>
                </a:solidFill>
                <a:latin typeface="Noto Sans"/>
              </a:defRPr>
            </a:pPr>
            <a:r>
              <a:rPr sz="1800" b="0" lang="ja-JP" altLang="en-US">
                <a:solidFill>
                  <a:srgbClr val="303437"/>
                </a:solidFill>
                <a:latin typeface="Noto Sans"/>
                <a:ea typeface="Noto Sans CJK JP"/>
                <a:cs typeface="Noto Sans"/>
              </a:rPr>
              <a:t>MCP Atlasは「Multi-step workflows using MCP」と位置付けられている。</a:t>
            </a:r>
          </a:p>
        </p:txBody>
      </p:sp>
      <p:sp>
        <p:nvSpPr>
          <p:cNvPr id="6" name="TextBox 5"/>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Google DeepMind (2026). Gemini 3.1 Pro. Performance: MCP Atlas. 2026-10-16参照。</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https://deepmind.google/models/gemini/pro/</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失敗の中心は、得た情報の使い方へ移る</a:t>
            </a:r>
          </a:p>
        </p:txBody>
      </p:sp>
      <p:sp>
        <p:nvSpPr>
          <p:cNvPr id="3" name="Text Placeholder 2"/>
          <p:cNvSpPr>
            <a:spLocks noGrp="1"/>
          </p:cNvSpPr>
          <p:nvPr>
            <p:ph type="body" idx="1"/>
          </p:nvPr>
        </p:nvSpPr>
        <p:spPr>
          <a:xfrm>
            <a:off x="594360" y="1463040"/>
            <a:ext cx="7955279" cy="3090672"/>
          </a:xfrm>
        </p:spPr>
        <p:txBody>
          <a:bodyPr wrap="square" tIns="91440" bIns="91440">
            <a:noAutofit/>
          </a:bodyPr>
          <a:lstStyle/>
          <a:p>
            <a:pPr marL="457200" indent="-355600">
              <a:lnSpc>
                <a:spcPts val="2640"/>
              </a:lnSpc>
              <a:spcAft>
                <a:spcPts val="8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論文v3では、診断した約6,900件の失敗の63.3%を、課題理解・情報統合・途中終了などの認知側の失敗に分類した。</a:t>
            </a:r>
          </a:p>
          <a:p>
            <a:pPr marL="457200" indent="-355600">
              <a:lnSpc>
                <a:spcPts val="2640"/>
              </a:lnSpc>
              <a:spcAft>
                <a:spcPts val="8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ツール呼び出し側の失敗は36.7%。引数の誤り、ツール選択、ツールを使わないこと、エラーからの復帰が含まれる。</a:t>
            </a:r>
          </a:p>
          <a:p>
            <a:pPr marL="457200" indent="-355600">
              <a:lnSpc>
                <a:spcPts val="2640"/>
              </a:lnSpc>
              <a:spcAft>
                <a:spcPts val="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情報を取得できても、必要な証拠をそろえる前に終えたり、結果を取り違えて回答したりする課題が残る。</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2. 正解条件による採点とモデル評価</a:t>
            </a:r>
          </a:p>
        </p:txBody>
      </p:sp>
      <p:sp>
        <p:nvSpPr>
          <p:cNvPr id="5" name="TextBox 4"/>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Bandi, Dumitru et al. (2026). MCP-Atlas: A Large-Scale Benchmark for Tool-Use Competency with Real MCP Servers. 論文v3。</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https://arxiv.org/abs/2602.00933v3</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2388106"/>
            <a:ext cx="8046720" cy="822960"/>
          </a:xfrm>
        </p:spPr>
        <p:txBody>
          <a:bodyPr wrap="square" lIns="0" rIns="0" tIns="0" bIns="0" anchor="ctr">
            <a:noAutofit/>
          </a:bodyPr>
          <a:lstStyle/>
          <a:p>
            <a:pPr algn="ctr">
              <a:lnSpc>
                <a:spcPct val="110000"/>
              </a:lnSpc>
              <a:buNone/>
              <a:defRPr sz="3100" b="0">
                <a:solidFill>
                  <a:srgbClr val="303437"/>
                </a:solidFill>
                <a:latin typeface="Noto Sans"/>
              </a:defRPr>
            </a:pPr>
            <a:r>
              <a:rPr sz="3100" b="1" lang="ja-JP" altLang="en-US">
                <a:solidFill>
                  <a:srgbClr val="303437"/>
                </a:solidFill>
                <a:latin typeface="Noto Sans"/>
                <a:ea typeface="Noto Sans CJK JP"/>
                <a:cs typeface="Noto Sans"/>
              </a:rPr>
              <a:t>3. 専門家による作成とデータの構成</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3. 専門家による作成とデータの構成</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専門家が、外部データが必要な課題を作る</a:t>
            </a:r>
          </a:p>
        </p:txBody>
      </p:sp>
      <p:sp>
        <p:nvSpPr>
          <p:cNvPr id="3" name="Text Placeholder 2"/>
          <p:cNvSpPr>
            <a:spLocks noGrp="1"/>
          </p:cNvSpPr>
          <p:nvPr>
            <p:ph type="body" idx="1"/>
          </p:nvPr>
        </p:nvSpPr>
        <p:spPr>
          <a:xfrm>
            <a:off x="594360" y="1463040"/>
            <a:ext cx="7955279" cy="3090672"/>
          </a:xfrm>
        </p:spPr>
        <p:txBody>
          <a:bodyPr wrap="square" tIns="91440" bIns="91440">
            <a:noAutofit/>
          </a:bodyPr>
          <a:lstStyle/>
          <a:p>
            <a:pPr marL="457200" indent="-355600">
              <a:lnSpc>
                <a:spcPts val="2640"/>
              </a:lnSpc>
              <a:spcAft>
                <a:spcPts val="8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課題作成者は、検索・業務アプリ・コード・分析・金融などの実際のMCPサーバーを使い、複数段階で解く依頼を作る。</a:t>
            </a:r>
          </a:p>
          <a:p>
            <a:pPr marL="457200" indent="-355600">
              <a:lnSpc>
                <a:spcPts val="2640"/>
              </a:lnSpc>
              <a:spcAft>
                <a:spcPts val="8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問題文は自然な依頼として書き、意図したサーバー名やツール名、引数を直接指定しない。</a:t>
            </a:r>
          </a:p>
          <a:p>
            <a:pPr marL="457200" indent="-355600">
              <a:lnSpc>
                <a:spcPts val="2640"/>
              </a:lnSpc>
              <a:spcAft>
                <a:spcPts val="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参照用の操作履歴と、ツールの返した情報に基づく最終回答を用意する。1課題の作成・検証・文書化は平均4.6時間。</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3. 専門家による作成とデータの構成</a:t>
            </a:r>
          </a:p>
        </p:txBody>
      </p:sp>
      <p:sp>
        <p:nvSpPr>
          <p:cNvPr id="5" name="TextBox 4"/>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Bandi, Dumitru et al. (2026). MCP-Atlas: A Large-Scale Benchmark for Tool-Use Competency with Real MCP Servers. 論文v3。</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https://arxiv.org/abs/2602.00933v3</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回答に必要な事実を、独立した条件へ分ける</a:t>
            </a:r>
          </a:p>
        </p:txBody>
      </p:sp>
      <p:sp>
        <p:nvSpPr>
          <p:cNvPr id="3" name="Text Placeholder 2"/>
          <p:cNvSpPr>
            <a:spLocks noGrp="1"/>
          </p:cNvSpPr>
          <p:nvPr>
            <p:ph type="body" idx="1"/>
          </p:nvPr>
        </p:nvSpPr>
        <p:spPr>
          <a:xfrm>
            <a:off x="594360" y="1463040"/>
            <a:ext cx="7955279" cy="3090672"/>
          </a:xfrm>
        </p:spPr>
        <p:txBody>
          <a:bodyPr wrap="square" tIns="91440" bIns="91440">
            <a:noAutofit/>
          </a:bodyPr>
          <a:lstStyle/>
          <a:p>
            <a:pPr marL="457200" indent="-355600">
              <a:lnSpc>
                <a:spcPts val="2640"/>
              </a:lnSpc>
              <a:spcAft>
                <a:spcPts val="8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正解条件は、個別に確かめられる事実へ分ける。全体では1課題平均4.7項目で、範囲は1〜23項目。</a:t>
            </a:r>
          </a:p>
          <a:p>
            <a:pPr marL="457200" indent="-355600">
              <a:lnSpc>
                <a:spcPts val="2640"/>
              </a:lnSpc>
              <a:spcAft>
                <a:spcPts val="8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専門家による作成と、自動生成した条件の候補の人手レビューを組み合わせて、条件の完全性と根拠を確かめる。</a:t>
            </a:r>
          </a:p>
          <a:p>
            <a:pPr marL="457200" indent="-355600">
              <a:lnSpc>
                <a:spcPts val="2640"/>
              </a:lnSpc>
              <a:spcAft>
                <a:spcPts val="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各課題の提示ツールには、必要な機能に加え、用途が似ている候補を混ぜる。ツールの説明から適切なものを選ぶ能力も調べる。</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3. 専門家による作成とデータの構成</a:t>
            </a:r>
          </a:p>
        </p:txBody>
      </p:sp>
      <p:sp>
        <p:nvSpPr>
          <p:cNvPr id="5" name="TextBox 4"/>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Bandi, Dumitru et al. (2026). MCP-Atlas: A Large-Scale Benchmark for Tool-Use Competency with Real MCP Servers. 論文v3。</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https://arxiv.org/abs/2602.00933v3</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実行・専門家レビュー・自動検証を重ねる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3. 専門家による作成とデータの構成</a:t>
            </a:r>
          </a:p>
        </p:txBody>
      </p:sp>
      <p:graphicFrame>
        <p:nvGraphicFramePr>
          <p:cNvPr id="4" name="Table 3"/>
          <p:cNvGraphicFramePr>
            <a:graphicFrameLocks noGrp="1"/>
          </p:cNvGraphicFramePr>
          <p:nvPr/>
        </p:nvGraphicFramePr>
        <p:xfrm>
          <a:off x="548640" y="1508760"/>
          <a:ext cx="8046720" cy="2697480"/>
        </p:xfrm>
        <a:graphic>
          <a:graphicData uri="http://schemas.openxmlformats.org/drawingml/2006/table">
            <a:tbl>
              <a:tblPr firstRow="0" bandRow="0"/>
              <a:tblGrid>
                <a:gridCol w="3383280"/>
                <a:gridCol w="4663440"/>
              </a:tblGrid>
              <a:tr h="411480">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品質確認</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検証内容</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457200">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作成者が参照履歴を実行</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設定した環境で課題が解けるか</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457200">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分野の専門家がレビュー</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正解と解決可能性</a:t>
                      </a:r>
                    </a:p>
                  </a:txBody>
                  <a:tcPr marL="63500" marR="63500" marT="38100" marB="38100" anchor="ctr">
                    <a:lnL w="7620">
                      <a:noFill/>
                    </a:lnL>
                    <a:lnR w="7620">
                      <a:noFill/>
                    </a:lnR>
                    <a:lnT w="7620">
                      <a:noFill/>
                    </a:lnT>
                    <a:lnB w="7620">
                      <a:noFill/>
                    </a:lnB>
                    <a:solidFill>
                      <a:srgbClr val="FFFEF8"/>
                    </a:solidFill>
                  </a:tcPr>
                </a:tc>
              </a:tr>
              <a:tr h="457200">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別担当者によるレビュー</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依頼文にツール名などが漏れていないか</a:t>
                      </a:r>
                    </a:p>
                  </a:txBody>
                  <a:tcPr marL="63500" marR="63500" marT="38100" marB="38100" anchor="ctr">
                    <a:lnL w="7620">
                      <a:noFill/>
                    </a:lnL>
                    <a:lnR w="7620">
                      <a:noFill/>
                    </a:lnR>
                    <a:lnT w="7620">
                      <a:noFill/>
                    </a:lnT>
                    <a:lnB w="7620">
                      <a:noFill/>
                    </a:lnB>
                    <a:solidFill>
                      <a:srgbClr val="FFFEF8"/>
                    </a:solidFill>
                  </a:tcPr>
                </a:tc>
              </a:tr>
              <a:tr h="457200">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LLMによる確認</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正解条件の完全性と操作履歴との対応</a:t>
                      </a:r>
                    </a:p>
                  </a:txBody>
                  <a:tcPr marL="63500" marR="63500" marT="38100" marB="38100" anchor="ctr">
                    <a:lnL w="7620">
                      <a:noFill/>
                    </a:lnL>
                    <a:lnR w="7620">
                      <a:noFill/>
                    </a:lnR>
                    <a:lnT w="7620">
                      <a:noFill/>
                    </a:lnT>
                    <a:lnB w="7620">
                      <a:noFill/>
                    </a:lnB>
                    <a:solidFill>
                      <a:srgbClr val="FFFEF8"/>
                    </a:solidFill>
                  </a:tcPr>
                </a:tc>
              </a:tr>
              <a:tr h="457200">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無作為な標本の人手監査</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課題と正解条件の品質</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TextBox 4"/>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Bandi, Dumitru et al. (2026). MCP-Atlas: A Large-Scale Benchmark for Tool-Use Competency with Real MCP Servers. 論文v3。</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https://arxiv.org/abs/2602.00933v3</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課題は検索・業務・コード・分析・金融に広がる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3. 専門家による作成とデータの構成</a:t>
            </a:r>
          </a:p>
        </p:txBody>
      </p:sp>
      <p:graphicFrame>
        <p:nvGraphicFramePr>
          <p:cNvPr id="4" name="Chart 3"/>
          <p:cNvGraphicFramePr>
            <a:graphicFrameLocks noGrp="1"/>
          </p:cNvGraphicFramePr>
          <p:nvPr/>
        </p:nvGraphicFramePr>
        <p:xfrm>
          <a:off x="548640" y="1481328"/>
          <a:ext cx="8046720" cy="2468880"/>
        </p:xfrm>
        <a:graphic>
          <a:graphicData uri="http://schemas.openxmlformats.org/drawingml/2006/chart">
            <c:chart xmlns:c="http://schemas.openxmlformats.org/drawingml/2006/chart" r:id="rId2"/>
          </a:graphicData>
        </a:graphic>
      </p:graphicFrame>
      <p:sp>
        <p:nvSpPr>
          <p:cNvPr id="5" name="TextBox 4"/>
          <p:cNvSpPr txBox="1"/>
          <p:nvPr/>
        </p:nvSpPr>
        <p:spPr>
          <a:xfrm>
            <a:off x="594360" y="4096512"/>
            <a:ext cx="7955279" cy="420624"/>
          </a:xfrm>
          <a:prstGeom prst="rect">
            <a:avLst/>
          </a:prstGeom>
          <a:noFill/>
        </p:spPr>
        <p:txBody>
          <a:bodyPr wrap="square" lIns="0" rIns="0" tIns="0" bIns="0">
            <a:noAutofit/>
          </a:bodyPr>
          <a:lstStyle/>
          <a:p>
            <a:pPr algn="l">
              <a:lnSpc>
                <a:spcPts val="2160"/>
              </a:lnSpc>
              <a:spcBef>
                <a:spcPts val="0"/>
              </a:spcBef>
              <a:spcAft>
                <a:spcPts val="0"/>
              </a:spcAft>
              <a:buNone/>
              <a:defRPr sz="1750" b="0">
                <a:solidFill>
                  <a:srgbClr val="303437"/>
                </a:solidFill>
                <a:latin typeface="Noto Sans"/>
              </a:defRPr>
            </a:pPr>
            <a:r>
              <a:rPr sz="1750" b="0" lang="ja-JP" altLang="en-US">
                <a:solidFill>
                  <a:srgbClr val="303437"/>
                </a:solidFill>
                <a:latin typeface="Noto Sans"/>
                <a:ea typeface="Noto Sans CJK JP"/>
                <a:cs typeface="Noto Sans"/>
              </a:rPr>
              <a:t>全1,000課題の分野別割合（%）。論文v3の分類。</a:t>
            </a:r>
          </a:p>
        </p:txBody>
      </p:sp>
      <p:sp>
        <p:nvSpPr>
          <p:cNvPr id="6" name="TextBox 5"/>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Bandi, Dumitru et al. (2026). MCP-Atlas: A Large-Scale Benchmark for Tool-Use Competency with Real MCP Servers. 論文v3。</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3"/>
              </a:rPr>
              <a:t>https://arxiv.org/abs/2602.00933v3</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98.6%の課題で、複数のサーバーを使う</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3. 専門家による作成とデータの構成</a:t>
            </a:r>
          </a:p>
        </p:txBody>
      </p:sp>
      <p:graphicFrame>
        <p:nvGraphicFramePr>
          <p:cNvPr id="4" name="Chart 3"/>
          <p:cNvGraphicFramePr>
            <a:graphicFrameLocks noGrp="1"/>
          </p:cNvGraphicFramePr>
          <p:nvPr/>
        </p:nvGraphicFramePr>
        <p:xfrm>
          <a:off x="548640" y="1481328"/>
          <a:ext cx="8046720" cy="2468880"/>
        </p:xfrm>
        <a:graphic>
          <a:graphicData uri="http://schemas.openxmlformats.org/drawingml/2006/chart">
            <c:chart xmlns:c="http://schemas.openxmlformats.org/drawingml/2006/chart" r:id="rId2"/>
          </a:graphicData>
        </a:graphic>
      </p:graphicFrame>
      <p:sp>
        <p:nvSpPr>
          <p:cNvPr id="5" name="TextBox 4"/>
          <p:cNvSpPr txBox="1"/>
          <p:nvPr/>
        </p:nvSpPr>
        <p:spPr>
          <a:xfrm>
            <a:off x="594360" y="4096512"/>
            <a:ext cx="7955279" cy="420624"/>
          </a:xfrm>
          <a:prstGeom prst="rect">
            <a:avLst/>
          </a:prstGeom>
          <a:noFill/>
        </p:spPr>
        <p:txBody>
          <a:bodyPr wrap="square" lIns="0" rIns="0" tIns="0" bIns="0">
            <a:noAutofit/>
          </a:bodyPr>
          <a:lstStyle/>
          <a:p>
            <a:pPr algn="l">
              <a:lnSpc>
                <a:spcPts val="2160"/>
              </a:lnSpc>
              <a:spcBef>
                <a:spcPts val="0"/>
              </a:spcBef>
              <a:spcAft>
                <a:spcPts val="0"/>
              </a:spcAft>
              <a:buNone/>
              <a:defRPr sz="1750" b="0">
                <a:solidFill>
                  <a:srgbClr val="303437"/>
                </a:solidFill>
                <a:latin typeface="Noto Sans"/>
              </a:defRPr>
            </a:pPr>
            <a:r>
              <a:rPr sz="1750" b="0" lang="ja-JP" altLang="en-US">
                <a:solidFill>
                  <a:srgbClr val="303437"/>
                </a:solidFill>
                <a:latin typeface="Noto Sans"/>
                <a:ea typeface="Noto Sans CJK JP"/>
                <a:cs typeface="Noto Sans"/>
              </a:rPr>
              <a:t>全1,000課題の必要サーバー数の割合（%）。平均2.55サーバー。</a:t>
            </a:r>
          </a:p>
        </p:txBody>
      </p:sp>
      <p:sp>
        <p:nvSpPr>
          <p:cNvPr id="6" name="TextBox 5"/>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Bandi, Dumitru et al. (2026). MCP-Atlas: A Large-Scale Benchmark for Tool-Use Competency with Real MCP Servers. 論文v3。</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3"/>
              </a:rPr>
              <a:t>https://arxiv.org/abs/2602.00933v3</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公開500課題では、依頼と正解条件を配布する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3. 専門家による作成とデータの構成</a:t>
            </a:r>
          </a:p>
        </p:txBody>
      </p:sp>
      <p:graphicFrame>
        <p:nvGraphicFramePr>
          <p:cNvPr id="4" name="Table 3"/>
          <p:cNvGraphicFramePr>
            <a:graphicFrameLocks noGrp="1"/>
          </p:cNvGraphicFramePr>
          <p:nvPr/>
        </p:nvGraphicFramePr>
        <p:xfrm>
          <a:off x="548640" y="1508760"/>
          <a:ext cx="8046720" cy="1426464"/>
        </p:xfrm>
        <a:graphic>
          <a:graphicData uri="http://schemas.openxmlformats.org/drawingml/2006/table">
            <a:tbl>
              <a:tblPr firstRow="0" bandRow="0"/>
              <a:tblGrid>
                <a:gridCol w="1645920"/>
                <a:gridCol w="1280160"/>
                <a:gridCol w="5120640"/>
              </a:tblGrid>
              <a:tr h="475488">
                <a:tc>
                  <a:txBody>
                    <a:bodyPr wrap="square">
                      <a:noAutofit/>
                    </a:bodyPr>
                    <a:lstStyle/>
                    <a:p>
                      <a:pPr algn="l">
                        <a:lnSpc>
                          <a:spcPts val="2242"/>
                        </a:lnSpc>
                        <a:buNone/>
                        <a:defRPr sz="1950" b="0">
                          <a:solidFill>
                            <a:srgbClr val="303437"/>
                          </a:solidFill>
                          <a:latin typeface="Noto Sans"/>
                        </a:defRPr>
                      </a:pPr>
                      <a:r>
                        <a:rPr sz="1950" b="0" lang="ja-JP" altLang="en-US">
                          <a:solidFill>
                            <a:srgbClr val="303437"/>
                          </a:solidFill>
                          <a:latin typeface="Noto Sans"/>
                          <a:ea typeface="Noto Sans CJK JP"/>
                          <a:cs typeface="Noto Sans"/>
                        </a:rPr>
                        <a:t>分割</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2242"/>
                        </a:lnSpc>
                        <a:buNone/>
                        <a:defRPr sz="1950" b="0">
                          <a:solidFill>
                            <a:srgbClr val="303437"/>
                          </a:solidFill>
                          <a:latin typeface="Noto Sans"/>
                        </a:defRPr>
                      </a:pPr>
                      <a:r>
                        <a:rPr sz="1950" b="0" lang="ja-JP" altLang="en-US">
                          <a:solidFill>
                            <a:srgbClr val="303437"/>
                          </a:solidFill>
                          <a:latin typeface="Noto Sans"/>
                          <a:ea typeface="Noto Sans CJK JP"/>
                          <a:cs typeface="Noto Sans"/>
                        </a:rPr>
                        <a:t>課題数</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l">
                        <a:lnSpc>
                          <a:spcPts val="2242"/>
                        </a:lnSpc>
                        <a:buNone/>
                        <a:defRPr sz="1950" b="0">
                          <a:solidFill>
                            <a:srgbClr val="303437"/>
                          </a:solidFill>
                          <a:latin typeface="Noto Sans"/>
                        </a:defRPr>
                      </a:pPr>
                      <a:r>
                        <a:rPr sz="1950" b="0" lang="ja-JP" altLang="en-US">
                          <a:solidFill>
                            <a:srgbClr val="303437"/>
                          </a:solidFill>
                          <a:latin typeface="Noto Sans"/>
                          <a:ea typeface="Noto Sans CJK JP"/>
                          <a:cs typeface="Noto Sans"/>
                        </a:rPr>
                        <a:t>入手できるもの</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475488">
                <a:tc>
                  <a:txBody>
                    <a:bodyPr wrap="square">
                      <a:noAutofit/>
                    </a:bodyPr>
                    <a:lstStyle/>
                    <a:p>
                      <a:pPr algn="l">
                        <a:lnSpc>
                          <a:spcPts val="2242"/>
                        </a:lnSpc>
                        <a:buNone/>
                        <a:defRPr sz="1950" b="0">
                          <a:solidFill>
                            <a:srgbClr val="303437"/>
                          </a:solidFill>
                          <a:latin typeface="Noto Sans"/>
                        </a:defRPr>
                      </a:pPr>
                      <a:r>
                        <a:rPr sz="1950" b="0" lang="ja-JP" altLang="en-US">
                          <a:solidFill>
                            <a:srgbClr val="303437"/>
                          </a:solidFill>
                          <a:latin typeface="Noto Sans"/>
                          <a:ea typeface="Noto Sans CJK JP"/>
                          <a:cs typeface="Noto Sans"/>
                        </a:rPr>
                        <a:t>公開</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2242"/>
                        </a:lnSpc>
                        <a:buNone/>
                        <a:defRPr sz="1950" b="0">
                          <a:solidFill>
                            <a:srgbClr val="303437"/>
                          </a:solidFill>
                          <a:latin typeface="Noto Sans"/>
                        </a:defRPr>
                      </a:pPr>
                      <a:r>
                        <a:rPr sz="1950" b="0" lang="ja-JP" altLang="en-US">
                          <a:solidFill>
                            <a:srgbClr val="303437"/>
                          </a:solidFill>
                          <a:latin typeface="Noto Sans"/>
                          <a:ea typeface="Noto Sans CJK JP"/>
                          <a:cs typeface="Noto Sans"/>
                        </a:rPr>
                        <a:t>500</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l">
                        <a:lnSpc>
                          <a:spcPts val="2242"/>
                        </a:lnSpc>
                        <a:buNone/>
                        <a:defRPr sz="1950" b="0">
                          <a:solidFill>
                            <a:srgbClr val="303437"/>
                          </a:solidFill>
                          <a:latin typeface="Noto Sans"/>
                        </a:defRPr>
                      </a:pPr>
                      <a:r>
                        <a:rPr sz="1950" b="0" lang="ja-JP" altLang="en-US">
                          <a:solidFill>
                            <a:srgbClr val="303437"/>
                          </a:solidFill>
                          <a:latin typeface="Noto Sans"/>
                          <a:ea typeface="Noto Sans CJK JP"/>
                          <a:cs typeface="Noto Sans"/>
                        </a:rPr>
                        <a:t>依頼・提示ツール・正解条件・参照履歴</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475488">
                <a:tc>
                  <a:txBody>
                    <a:bodyPr wrap="square">
                      <a:noAutofit/>
                    </a:bodyPr>
                    <a:lstStyle/>
                    <a:p>
                      <a:pPr algn="l">
                        <a:lnSpc>
                          <a:spcPts val="2242"/>
                        </a:lnSpc>
                        <a:buNone/>
                        <a:defRPr sz="1950" b="0">
                          <a:solidFill>
                            <a:srgbClr val="303437"/>
                          </a:solidFill>
                          <a:latin typeface="Noto Sans"/>
                        </a:defRPr>
                      </a:pPr>
                      <a:r>
                        <a:rPr sz="1950" b="0" lang="ja-JP" altLang="en-US">
                          <a:solidFill>
                            <a:srgbClr val="303437"/>
                          </a:solidFill>
                          <a:latin typeface="Noto Sans"/>
                          <a:ea typeface="Noto Sans CJK JP"/>
                          <a:cs typeface="Noto Sans"/>
                        </a:rPr>
                        <a:t>非公開</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2242"/>
                        </a:lnSpc>
                        <a:buNone/>
                        <a:defRPr sz="1950" b="0">
                          <a:solidFill>
                            <a:srgbClr val="303437"/>
                          </a:solidFill>
                          <a:latin typeface="Noto Sans"/>
                        </a:defRPr>
                      </a:pPr>
                      <a:r>
                        <a:rPr sz="1950" b="0" lang="ja-JP" altLang="en-US">
                          <a:solidFill>
                            <a:srgbClr val="303437"/>
                          </a:solidFill>
                          <a:latin typeface="Noto Sans"/>
                          <a:ea typeface="Noto Sans CJK JP"/>
                          <a:cs typeface="Noto Sans"/>
                        </a:rPr>
                        <a:t>500</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l">
                        <a:lnSpc>
                          <a:spcPts val="2242"/>
                        </a:lnSpc>
                        <a:buNone/>
                        <a:defRPr sz="1950" b="0">
                          <a:solidFill>
                            <a:srgbClr val="303437"/>
                          </a:solidFill>
                          <a:latin typeface="Noto Sans"/>
                        </a:defRPr>
                      </a:pPr>
                      <a:r>
                        <a:rPr sz="1950" b="0" lang="ja-JP" altLang="en-US">
                          <a:solidFill>
                            <a:srgbClr val="303437"/>
                          </a:solidFill>
                          <a:latin typeface="Noto Sans"/>
                          <a:ea typeface="Noto Sans CJK JP"/>
                          <a:cs typeface="Noto Sans"/>
                        </a:rPr>
                        <a:t>入手不可（運営側で保持する評価用課題）</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TextBox 4"/>
          <p:cNvSpPr txBox="1"/>
          <p:nvPr/>
        </p:nvSpPr>
        <p:spPr>
          <a:xfrm>
            <a:off x="594360" y="3127248"/>
            <a:ext cx="7955279" cy="685800"/>
          </a:xfrm>
          <a:prstGeom prst="rect">
            <a:avLst/>
          </a:prstGeom>
          <a:noFill/>
        </p:spPr>
        <p:txBody>
          <a:bodyPr wrap="square" lIns="0" rIns="0" tIns="0" bIns="0">
            <a:noAutofit/>
          </a:bodyPr>
          <a:lstStyle/>
          <a:p>
            <a:pPr algn="l">
              <a:lnSpc>
                <a:spcPts val="2160"/>
              </a:lnSpc>
              <a:spcBef>
                <a:spcPts val="0"/>
              </a:spcBef>
              <a:spcAft>
                <a:spcPts val="0"/>
              </a:spcAft>
              <a:buNone/>
              <a:defRPr sz="1800" b="0">
                <a:solidFill>
                  <a:srgbClr val="303437"/>
                </a:solidFill>
                <a:latin typeface="Noto Sans"/>
              </a:defRPr>
            </a:pPr>
            <a:r>
              <a:rPr sz="1800" b="0" lang="ja-JP" altLang="en-US">
                <a:solidFill>
                  <a:srgbClr val="303437"/>
                </a:solidFill>
                <a:latin typeface="Noto Sans"/>
                <a:ea typeface="Noto Sans CJK JP"/>
                <a:cs typeface="Noto Sans"/>
              </a:rPr>
              <a:t>全1,000課題を無作為に500 / 500へ分割。</a:t>
            </a:r>
          </a:p>
          <a:p>
            <a:pPr algn="l">
              <a:lnSpc>
                <a:spcPts val="2160"/>
              </a:lnSpc>
              <a:spcBef>
                <a:spcPts val="0"/>
              </a:spcBef>
              <a:spcAft>
                <a:spcPts val="0"/>
              </a:spcAft>
              <a:buNone/>
              <a:defRPr sz="1800" b="0">
                <a:solidFill>
                  <a:srgbClr val="303437"/>
                </a:solidFill>
                <a:latin typeface="Noto Sans"/>
              </a:defRPr>
            </a:pPr>
            <a:r>
              <a:rPr sz="1800" b="0" lang="ja-JP" altLang="en-US">
                <a:solidFill>
                  <a:srgbClr val="303437"/>
                </a:solidFill>
                <a:latin typeface="Noto Sans"/>
                <a:ea typeface="Noto Sans CJK JP"/>
                <a:cs typeface="Noto Sans"/>
              </a:rPr>
              <a:t>Hugging Faceでは公開500課題をtrainというsplit名で配布。</a:t>
            </a:r>
          </a:p>
        </p:txBody>
      </p:sp>
      <p:sp>
        <p:nvSpPr>
          <p:cNvPr id="6" name="TextBox 5"/>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Bandi, Dumitru et al. (2026). MCP-Atlas: A Large-Scale Benchmark for Tool-Use Competency with Real MCP Servers. 論文v3。</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https://arxiv.org/abs/2602.00933v3</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2388106"/>
            <a:ext cx="8046720" cy="822960"/>
          </a:xfrm>
        </p:spPr>
        <p:txBody>
          <a:bodyPr wrap="square" lIns="0" rIns="0" tIns="0" bIns="0" anchor="ctr">
            <a:noAutofit/>
          </a:bodyPr>
          <a:lstStyle/>
          <a:p>
            <a:pPr algn="ctr">
              <a:lnSpc>
                <a:spcPct val="110000"/>
              </a:lnSpc>
              <a:buNone/>
              <a:defRPr sz="3100" b="0">
                <a:solidFill>
                  <a:srgbClr val="303437"/>
                </a:solidFill>
                <a:latin typeface="Noto Sans"/>
              </a:defRPr>
            </a:pPr>
            <a:r>
              <a:rPr sz="3100" b="1" lang="ja-JP" altLang="en-US">
                <a:solidFill>
                  <a:srgbClr val="303437"/>
                </a:solidFill>
                <a:latin typeface="Noto Sans"/>
                <a:ea typeface="Noto Sans CJK JP"/>
                <a:cs typeface="Noto Sans"/>
              </a:rPr>
              <a:t>4. 複数サーバーの連携と利用方法</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4. 複数サーバーの連携と利用方法</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バージョンを固定したMCPサーバーを動かす</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4. 複数サーバーの連携と利用方法</a:t>
            </a:r>
          </a:p>
        </p:txBody>
      </p:sp>
      <p:graphicFrame>
        <p:nvGraphicFramePr>
          <p:cNvPr id="4" name="Table 3"/>
          <p:cNvGraphicFramePr>
            <a:graphicFrameLocks noGrp="1"/>
          </p:cNvGraphicFramePr>
          <p:nvPr/>
        </p:nvGraphicFramePr>
        <p:xfrm>
          <a:off x="548640" y="1508760"/>
          <a:ext cx="8046720" cy="1901952"/>
        </p:xfrm>
        <a:graphic>
          <a:graphicData uri="http://schemas.openxmlformats.org/drawingml/2006/table">
            <a:tbl>
              <a:tblPr firstRow="0" bandRow="0"/>
              <a:tblGrid>
                <a:gridCol w="3017520"/>
                <a:gridCol w="5029200"/>
              </a:tblGrid>
              <a:tr h="475488">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役割</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実装・動作内容</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475488">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ツールの実行環境</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36サーバーをDocker内に用意</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475488">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モデルの実行</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モデルとツールの間で操作を繰り返す</a:t>
                      </a:r>
                    </a:p>
                  </a:txBody>
                  <a:tcPr marL="63500" marR="63500" marT="38100" marB="38100" anchor="ctr">
                    <a:lnL w="7620">
                      <a:noFill/>
                    </a:lnL>
                    <a:lnR w="7620">
                      <a:noFill/>
                    </a:lnR>
                    <a:lnT w="7620">
                      <a:noFill/>
                    </a:lnT>
                    <a:lnB w="7620">
                      <a:noFill/>
                    </a:lnB>
                    <a:solidFill>
                      <a:srgbClr val="FFFEF8"/>
                    </a:solidFill>
                  </a:tcPr>
                </a:tc>
              </a:tr>
              <a:tr h="475488">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採点プログラム</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最終回答と正解条件をLLMで照合する</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TextBox 4"/>
          <p:cNvSpPr txBox="1"/>
          <p:nvPr/>
        </p:nvSpPr>
        <p:spPr>
          <a:xfrm>
            <a:off x="594360" y="3602736"/>
            <a:ext cx="7955279" cy="685800"/>
          </a:xfrm>
          <a:prstGeom prst="rect">
            <a:avLst/>
          </a:prstGeom>
          <a:noFill/>
        </p:spPr>
        <p:txBody>
          <a:bodyPr wrap="square" lIns="0" rIns="0" tIns="0" bIns="0">
            <a:noAutofit/>
          </a:bodyPr>
          <a:lstStyle/>
          <a:p>
            <a:pPr algn="l">
              <a:lnSpc>
                <a:spcPts val="2160"/>
              </a:lnSpc>
              <a:spcBef>
                <a:spcPts val="0"/>
              </a:spcBef>
              <a:spcAft>
                <a:spcPts val="0"/>
              </a:spcAft>
              <a:buNone/>
              <a:defRPr sz="1800" b="0">
                <a:solidFill>
                  <a:srgbClr val="303437"/>
                </a:solidFill>
                <a:latin typeface="Noto Sans"/>
              </a:defRPr>
            </a:pPr>
            <a:r>
              <a:rPr sz="1800" b="0" lang="ja-JP" altLang="en-US">
                <a:solidFill>
                  <a:srgbClr val="303437"/>
                </a:solidFill>
                <a:latin typeface="Noto Sans"/>
                <a:ea typeface="Noto Sans CJK JP"/>
                <a:cs typeface="Noto Sans"/>
              </a:rPr>
              <a:t>検索や外部APIにはライブ接続を使う。</a:t>
            </a:r>
          </a:p>
          <a:p>
            <a:pPr algn="l">
              <a:lnSpc>
                <a:spcPts val="2160"/>
              </a:lnSpc>
              <a:spcBef>
                <a:spcPts val="0"/>
              </a:spcBef>
              <a:spcAft>
                <a:spcPts val="0"/>
              </a:spcAft>
              <a:buNone/>
              <a:defRPr sz="1800" b="0">
                <a:solidFill>
                  <a:srgbClr val="303437"/>
                </a:solidFill>
                <a:latin typeface="Noto Sans"/>
              </a:defRPr>
            </a:pPr>
            <a:r>
              <a:rPr sz="1800" b="0" lang="ja-JP" altLang="en-US">
                <a:solidFill>
                  <a:srgbClr val="303437"/>
                </a:solidFill>
                <a:latin typeface="Noto Sans"/>
                <a:ea typeface="Noto Sans CJK JP"/>
                <a:cs typeface="Noto Sans"/>
              </a:rPr>
              <a:t>サーバーの実装・依存関係はバージョンを固定し、実行条件を記録する。</a:t>
            </a:r>
          </a:p>
        </p:txBody>
      </p:sp>
      <p:sp>
        <p:nvSpPr>
          <p:cNvPr id="6" name="TextBox 5"/>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Scale AI. MCP-Atlas: evaluation harness and instructions. 改訂5c11ac4。</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https://github.com/scaleapi/mcp-atlas</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データ公開と、論文・実行環境の更新が続く</a:t>
            </a:r>
          </a:p>
        </p:txBody>
      </p:sp>
      <p:sp>
        <p:nvSpPr>
          <p:cNvPr id="3" name="Text Placeholder 2"/>
          <p:cNvSpPr>
            <a:spLocks noGrp="1"/>
          </p:cNvSpPr>
          <p:nvPr>
            <p:ph type="body" idx="1"/>
          </p:nvPr>
        </p:nvSpPr>
        <p:spPr>
          <a:xfrm>
            <a:off x="594360" y="1463040"/>
            <a:ext cx="7955279" cy="3090672"/>
          </a:xfrm>
        </p:spPr>
        <p:txBody>
          <a:bodyPr wrap="square" tIns="91440" bIns="91440">
            <a:noAutofit/>
          </a:bodyPr>
          <a:lstStyle/>
          <a:p>
            <a:pPr marL="457200" indent="-355600">
              <a:lnSpc>
                <a:spcPts val="2640"/>
              </a:lnSpc>
              <a:spcAft>
                <a:spcPts val="8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2025年12月、Hugging Faceに500課題のParquetを登録。2026年に論文を公開し、5月の論文v3では20モデルを比較した。</a:t>
            </a:r>
          </a:p>
          <a:p>
            <a:pPr marL="457200" indent="-355600">
              <a:lnSpc>
                <a:spcPts val="2640"/>
              </a:lnSpc>
              <a:spcAft>
                <a:spcPts val="8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公開リポジトリのエージェント実行プログラムは、バージョン2.0.0でPythonからTypeScriptへ移行した。採点・診断はPythonで提供する。</a:t>
            </a:r>
          </a:p>
          <a:p>
            <a:pPr marL="457200" indent="-355600">
              <a:lnSpc>
                <a:spcPts val="2640"/>
              </a:lnSpc>
              <a:spcAft>
                <a:spcPts val="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データの改訂、論文の改訂、実行プログラムのバージョンを指定して、同じ構成で評価を再実行する。</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4. 複数サーバーの連携と利用方法</a:t>
            </a:r>
          </a:p>
        </p:txBody>
      </p:sp>
      <p:sp>
        <p:nvSpPr>
          <p:cNvPr id="5" name="TextBox 4"/>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Scale AI. MCP-Atlas: Changelog, agent harness v2.0.0. 改訂5c11ac4。</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https://github.com/scaleapi/mcp-atlas/blob/5c11ac4/CHANGELOG.md</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公開課題を実行し、回答を保存する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4. 複数サーバーの連携と利用方法</a:t>
            </a:r>
          </a:p>
        </p:txBody>
      </p:sp>
      <p:sp>
        <p:nvSpPr>
          <p:cNvPr id="4" name="Rectangle 3"/>
          <p:cNvSpPr/>
          <p:nvPr/>
        </p:nvSpPr>
        <p:spPr>
          <a:xfrm>
            <a:off x="548640" y="1508760"/>
            <a:ext cx="8046720" cy="1397000"/>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none" lIns="152400" rIns="152400" tIns="92710" bIns="127000"/>
          <a:lstStyle/>
          <a:p>
            <a:pPr algn="l">
              <a:lnSpc>
                <a:spcPts val="2250"/>
              </a:lnSpc>
              <a:spcBef>
                <a:spcPts val="0"/>
              </a:spcBef>
              <a:spcAft>
                <a:spcPts val="0"/>
              </a:spcAft>
              <a:buNone/>
              <a:defRPr sz="1800" b="0">
                <a:solidFill>
                  <a:srgbClr val="303437"/>
                </a:solidFill>
                <a:latin typeface="Noto Sans"/>
              </a:defRPr>
            </a:pPr>
            <a:r>
              <a:rPr sz="1800" b="0" lang="ja-JP" altLang="en-US">
                <a:solidFill>
                  <a:srgbClr val="303437"/>
                </a:solidFill>
                <a:latin typeface="Liberation Mono"/>
                <a:ea typeface="Noto Sans CJK JP"/>
                <a:cs typeface="Liberation Mono"/>
              </a:rPr>
              <a:t>python run_eval.py \</a:t>
            </a:r>
          </a:p>
          <a:p>
            <a:pPr algn="l">
              <a:lnSpc>
                <a:spcPts val="2250"/>
              </a:lnSpc>
              <a:spcBef>
                <a:spcPts val="0"/>
              </a:spcBef>
              <a:spcAft>
                <a:spcPts val="0"/>
              </a:spcAft>
              <a:buNone/>
              <a:defRPr sz="1800" b="0">
                <a:solidFill>
                  <a:srgbClr val="303437"/>
                </a:solidFill>
                <a:latin typeface="Noto Sans"/>
              </a:defRPr>
            </a:pPr>
            <a:r>
              <a:rPr sz="1800" b="0" lang="ja-JP" altLang="en-US">
                <a:solidFill>
                  <a:srgbClr val="303437"/>
                </a:solidFill>
                <a:latin typeface="Liberation Mono"/>
                <a:ea typeface="Noto Sans CJK JP"/>
                <a:cs typeface="Liberation Mono"/>
              </a:rPr>
              <a:t>  --model "provider/model-name" \</a:t>
            </a:r>
          </a:p>
          <a:p>
            <a:pPr algn="l">
              <a:lnSpc>
                <a:spcPts val="2250"/>
              </a:lnSpc>
              <a:spcBef>
                <a:spcPts val="0"/>
              </a:spcBef>
              <a:spcAft>
                <a:spcPts val="0"/>
              </a:spcAft>
              <a:buNone/>
              <a:defRPr sz="1800" b="0">
                <a:solidFill>
                  <a:srgbClr val="303437"/>
                </a:solidFill>
                <a:latin typeface="Noto Sans"/>
              </a:defRPr>
            </a:pPr>
            <a:r>
              <a:rPr sz="1800" b="0" lang="ja-JP" altLang="en-US">
                <a:solidFill>
                  <a:srgbClr val="303437"/>
                </a:solidFill>
                <a:latin typeface="Liberation Mono"/>
                <a:ea typeface="Noto Sans CJK JP"/>
                <a:cs typeface="Liberation Mono"/>
              </a:rPr>
              <a:t>  --num-tasks 1 \</a:t>
            </a:r>
          </a:p>
          <a:p>
            <a:pPr algn="l">
              <a:lnSpc>
                <a:spcPts val="2250"/>
              </a:lnSpc>
              <a:spcBef>
                <a:spcPts val="0"/>
              </a:spcBef>
              <a:spcAft>
                <a:spcPts val="0"/>
              </a:spcAft>
              <a:buNone/>
              <a:defRPr sz="1800" b="0">
                <a:solidFill>
                  <a:srgbClr val="303437"/>
                </a:solidFill>
                <a:latin typeface="Noto Sans"/>
              </a:defRPr>
            </a:pPr>
            <a:r>
              <a:rPr sz="1800" b="0" lang="ja-JP" altLang="en-US">
                <a:solidFill>
                  <a:srgbClr val="303437"/>
                </a:solidFill>
                <a:latin typeface="Liberation Mono"/>
                <a:ea typeface="Noto Sans CJK JP"/>
                <a:cs typeface="Liberation Mono"/>
              </a:rPr>
              <a:t>  --output runs/model/outputs.csv</a:t>
            </a:r>
          </a:p>
        </p:txBody>
      </p:sp>
      <p:sp>
        <p:nvSpPr>
          <p:cNvPr id="5" name="TextBox 4"/>
          <p:cNvSpPr txBox="1"/>
          <p:nvPr/>
        </p:nvSpPr>
        <p:spPr>
          <a:xfrm>
            <a:off x="594360" y="3106928"/>
            <a:ext cx="7955279" cy="777240"/>
          </a:xfrm>
          <a:prstGeom prst="rect">
            <a:avLst/>
          </a:prstGeom>
          <a:noFill/>
        </p:spPr>
        <p:txBody>
          <a:bodyPr wrap="square" lIns="0" rIns="0" tIns="0" bIns="0">
            <a:noAutofit/>
          </a:bodyPr>
          <a:lstStyle/>
          <a:p>
            <a:pPr algn="l">
              <a:lnSpc>
                <a:spcPct val="117000"/>
              </a:lnSpc>
              <a:spcBef>
                <a:spcPts val="0"/>
              </a:spcBef>
              <a:spcAft>
                <a:spcPts val="0"/>
              </a:spcAft>
              <a:buNone/>
              <a:defRPr sz="1900" b="0">
                <a:solidFill>
                  <a:srgbClr val="303437"/>
                </a:solidFill>
                <a:latin typeface="Noto Sans"/>
              </a:defRPr>
            </a:pPr>
            <a:r>
              <a:rPr sz="1900" b="0" lang="ja-JP" altLang="en-US">
                <a:solidFill>
                  <a:srgbClr val="303437"/>
                </a:solidFill>
                <a:latin typeface="Noto Sans"/>
                <a:ea typeface="Noto Sans CJK JP"/>
                <a:cs typeface="Noto Sans"/>
              </a:rPr>
              <a:t>公式バッチ実行の例。接続するモデルを指定し、最初の1課題を実行する。モデルと必要な外部サービスのAPIキーを設定し、MCP環境と実行プログラムを起動して使う。</a:t>
            </a:r>
          </a:p>
        </p:txBody>
      </p:sp>
      <p:sp>
        <p:nvSpPr>
          <p:cNvPr id="6" name="TextBox 5"/>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Scale AI. MCP-Atlas: evaluation harness and instructions. 改訂5c11ac4。</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https://github.com/scaleapi/mcp-atlas</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ツール選択と、回答をそろえる完了判断を測る</a:t>
            </a:r>
          </a:p>
        </p:txBody>
      </p:sp>
      <p:sp>
        <p:nvSpPr>
          <p:cNvPr id="3" name="Text Placeholder 2"/>
          <p:cNvSpPr>
            <a:spLocks noGrp="1"/>
          </p:cNvSpPr>
          <p:nvPr>
            <p:ph type="body" idx="1"/>
          </p:nvPr>
        </p:nvSpPr>
        <p:spPr>
          <a:xfrm>
            <a:off x="594360" y="1463040"/>
            <a:ext cx="7955279" cy="3090672"/>
          </a:xfrm>
        </p:spPr>
        <p:txBody>
          <a:bodyPr wrap="square" tIns="91440" bIns="91440">
            <a:noAutofit/>
          </a:bodyPr>
          <a:lstStyle/>
          <a:p>
            <a:pPr marL="457200" indent="-355600">
              <a:lnSpc>
                <a:spcPts val="2760"/>
              </a:lnSpc>
              <a:spcAft>
                <a:spcPts val="800"/>
              </a:spcAft>
              <a:buSzPct val="57826"/>
              <a:buFont typeface="Noto Sans CJK JP"/>
              <a:buChar char="●"/>
              <a:defRPr sz="2300" b="0">
                <a:solidFill>
                  <a:srgbClr val="303437"/>
                </a:solidFill>
                <a:latin typeface="Noto Sans"/>
              </a:defRPr>
            </a:pPr>
            <a:r>
              <a:rPr sz="2300" b="0" lang="ja-JP" altLang="en-US">
                <a:solidFill>
                  <a:srgbClr val="303437"/>
                </a:solidFill>
                <a:latin typeface="Noto Sans"/>
                <a:ea typeface="Noto Sans CJK JP"/>
                <a:cs typeface="Noto Sans"/>
              </a:rPr>
              <a:t>MCP Atlasは、自然な依頼に対して、必要なツールを探し、複数サーバーの結果をつないで回答を作る能力を評価する。</a:t>
            </a:r>
          </a:p>
          <a:p>
            <a:pPr marL="457200" indent="-355600">
              <a:lnSpc>
                <a:spcPts val="2760"/>
              </a:lnSpc>
              <a:spcAft>
                <a:spcPts val="800"/>
              </a:spcAft>
              <a:buSzPct val="57826"/>
              <a:buFont typeface="Noto Sans CJK JP"/>
              <a:buChar char="●"/>
              <a:defRPr sz="2300" b="0">
                <a:solidFill>
                  <a:srgbClr val="303437"/>
                </a:solidFill>
                <a:latin typeface="Noto Sans"/>
              </a:defRPr>
            </a:pPr>
            <a:r>
              <a:rPr sz="2300" b="0" lang="ja-JP" altLang="en-US">
                <a:solidFill>
                  <a:srgbClr val="303437"/>
                </a:solidFill>
                <a:latin typeface="Noto Sans"/>
                <a:ea typeface="Noto Sans CJK JP"/>
                <a:cs typeface="Noto Sans"/>
              </a:rPr>
              <a:t>専門家が用意した正解条件により、最終回答を事実ごとに採点する。課題の合否と部分的な充足率を集計できる。</a:t>
            </a:r>
          </a:p>
          <a:p>
            <a:pPr marL="457200" indent="-355600">
              <a:lnSpc>
                <a:spcPts val="2760"/>
              </a:lnSpc>
              <a:spcAft>
                <a:spcPts val="0"/>
              </a:spcAft>
              <a:buSzPct val="57826"/>
              <a:buFont typeface="Noto Sans CJK JP"/>
              <a:buChar char="●"/>
              <a:defRPr sz="2300" b="0">
                <a:solidFill>
                  <a:srgbClr val="303437"/>
                </a:solidFill>
                <a:latin typeface="Noto Sans"/>
              </a:defRPr>
            </a:pPr>
            <a:r>
              <a:rPr sz="2300" b="0" lang="ja-JP" altLang="en-US">
                <a:solidFill>
                  <a:srgbClr val="303437"/>
                </a:solidFill>
                <a:latin typeface="Noto Sans"/>
                <a:ea typeface="Noto Sans CJK JP"/>
                <a:cs typeface="Noto Sans"/>
              </a:rPr>
              <a:t>公開500課題と実行・採点コードを配布し、20モデルの比較では上位モデルが約8割の課題に合格した。</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4. 複数サーバーの連携と利用方法</a:t>
            </a:r>
          </a:p>
        </p:txBody>
      </p:sp>
      <p:sp>
        <p:nvSpPr>
          <p:cNvPr id="5" name="TextBox 4"/>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Bandi, Dumitru et al. (2026). MCP-Atlas: A Large-Scale Benchmark for Tool-Use Competency with Real MCP Servers. 論文v3。</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https://arxiv.org/abs/2602.00933v3</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2359895"/>
            <a:ext cx="8046720" cy="822960"/>
          </a:xfrm>
        </p:spPr>
        <p:txBody>
          <a:bodyPr wrap="square" lIns="0" rIns="0" tIns="0" bIns="0" anchor="ctr">
            <a:noAutofit/>
          </a:bodyPr>
          <a:lstStyle/>
          <a:p>
            <a:pPr algn="ctr">
              <a:lnSpc>
                <a:spcPct val="110000"/>
              </a:lnSpc>
              <a:buNone/>
              <a:defRPr sz="4200" b="0">
                <a:solidFill>
                  <a:srgbClr val="303437"/>
                </a:solidFill>
                <a:latin typeface="Noto Sans"/>
              </a:defRPr>
            </a:pPr>
            <a:r>
              <a:rPr sz="4200" b="1" lang="ja-JP" altLang="en-US">
                <a:solidFill>
                  <a:srgbClr val="303437"/>
                </a:solidFill>
                <a:latin typeface="Noto Sans"/>
                <a:ea typeface="Noto Sans CJK JP"/>
                <a:cs typeface="Noto Sans"/>
              </a:rPr>
              <a:t>Appendix</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
            </a:r>
          </a:p>
        </p:txBody>
      </p:sp>
      <p:sp>
        <p:nvSpPr>
          <p:cNvPr id="3" name="Text Placeholder 2"/>
          <p:cNvSpPr>
            <a:spLocks noGrp="1"/>
          </p:cNvSpPr>
          <p:nvPr>
            <p:ph type="body" idx="1"/>
          </p:nvPr>
        </p:nvSpPr>
        <p:spPr>
          <a:xfrm>
            <a:off x="777240" y="1668081"/>
            <a:ext cx="7772400" cy="2077720"/>
          </a:xfrm>
        </p:spPr>
        <p:txBody>
          <a:bodyPr lIns="0" rIns="0" tIns="0" bIns="0" wrap="square">
            <a:noAutofit/>
          </a:bodyPr>
          <a:lstStyle/>
          <a:p>
            <a:pPr marL="457200" indent="-457200">
              <a:lnSpc>
                <a:spcPct val="128000"/>
              </a:lnSpc>
              <a:spcAft>
                <a:spcPts val="1700"/>
              </a:spcAft>
              <a:buSzPct val="100000"/>
              <a:buFont typeface="Noto Sans CJK JP"/>
              <a:buAutoNum type="arabicPeriod" startAt="1"/>
              <a:defRPr sz="3000" b="1">
                <a:solidFill>
                  <a:srgbClr val="303437"/>
                </a:solidFill>
                <a:latin typeface="Noto Sans"/>
              </a:defRPr>
            </a:pPr>
            <a:r>
              <a:rPr sz="3000" b="1" lang="ja-JP" altLang="en-US">
                <a:solidFill>
                  <a:srgbClr val="303437"/>
                </a:solidFill>
                <a:latin typeface="Noto Sans"/>
                <a:ea typeface="Noto Sans CJK JP"/>
                <a:cs typeface="Noto Sans"/>
              </a:rPr>
              <a:t>追加の課題と分布</a:t>
            </a:r>
          </a:p>
          <a:p>
            <a:pPr marL="457200" indent="-457200">
              <a:lnSpc>
                <a:spcPct val="128000"/>
              </a:lnSpc>
              <a:spcAft>
                <a:spcPts val="1700"/>
              </a:spcAft>
              <a:buSzPct val="100000"/>
              <a:buFont typeface="Noto Sans CJK JP"/>
              <a:buAutoNum type="arabicPeriod" startAt="2"/>
              <a:defRPr sz="3000" b="1">
                <a:solidFill>
                  <a:srgbClr val="303437"/>
                </a:solidFill>
                <a:latin typeface="Noto Sans"/>
              </a:defRPr>
            </a:pPr>
            <a:r>
              <a:rPr sz="3000" b="1" lang="ja-JP" altLang="en-US">
                <a:solidFill>
                  <a:srgbClr val="303437"/>
                </a:solidFill>
                <a:latin typeface="Noto Sans"/>
                <a:ea typeface="Noto Sans CJK JP"/>
                <a:cs typeface="Noto Sans"/>
              </a:rPr>
              <a:t>バージョン・実装と評価条件</a:t>
            </a:r>
          </a:p>
          <a:p>
            <a:pPr marL="457200" indent="-457200">
              <a:lnSpc>
                <a:spcPct val="128000"/>
              </a:lnSpc>
              <a:spcAft>
                <a:spcPts val="1700"/>
              </a:spcAft>
              <a:buSzPct val="100000"/>
              <a:buFont typeface="Noto Sans CJK JP"/>
              <a:buAutoNum type="arabicPeriod" startAt="3"/>
              <a:defRPr sz="3000" b="1">
                <a:solidFill>
                  <a:srgbClr val="303437"/>
                </a:solidFill>
                <a:latin typeface="Noto Sans"/>
              </a:defRPr>
            </a:pPr>
            <a:r>
              <a:rPr sz="3000" b="1" lang="ja-JP" altLang="en-US">
                <a:solidFill>
                  <a:srgbClr val="303437"/>
                </a:solidFill>
                <a:latin typeface="Noto Sans"/>
                <a:ea typeface="Noto Sans CJK JP"/>
                <a:cs typeface="Noto Sans"/>
              </a:rPr>
              <a:t>著者と参考文献</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目次</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2388106"/>
            <a:ext cx="8046720" cy="822960"/>
          </a:xfrm>
        </p:spPr>
        <p:txBody>
          <a:bodyPr wrap="square" lIns="0" rIns="0" tIns="0" bIns="0" anchor="ctr">
            <a:noAutofit/>
          </a:bodyPr>
          <a:lstStyle/>
          <a:p>
            <a:pPr algn="ctr">
              <a:lnSpc>
                <a:spcPct val="110000"/>
              </a:lnSpc>
              <a:buNone/>
              <a:defRPr sz="3200" b="0">
                <a:solidFill>
                  <a:srgbClr val="303437"/>
                </a:solidFill>
                <a:latin typeface="Noto Sans"/>
              </a:defRPr>
            </a:pPr>
            <a:r>
              <a:rPr sz="3200" b="1" lang="ja-JP" altLang="en-US">
                <a:solidFill>
                  <a:srgbClr val="303437"/>
                </a:solidFill>
                <a:latin typeface="Noto Sans"/>
                <a:ea typeface="Noto Sans CJK JP"/>
                <a:cs typeface="Noto Sans"/>
              </a:rPr>
              <a:t>1. 追加の課題と分布</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1. 追加の課題と分布</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広告の論文と、社内キャンペーンを照合する</a:t>
            </a:r>
          </a:p>
        </p:txBody>
      </p:sp>
      <p:sp>
        <p:nvSpPr>
          <p:cNvPr id="3" name="Text Placeholder 2"/>
          <p:cNvSpPr>
            <a:spLocks noGrp="1"/>
          </p:cNvSpPr>
          <p:nvPr>
            <p:ph type="body" idx="1"/>
          </p:nvPr>
        </p:nvSpPr>
        <p:spPr>
          <a:xfrm>
            <a:off x="594360" y="1463040"/>
            <a:ext cx="7955279" cy="3090672"/>
          </a:xfrm>
        </p:spPr>
        <p:txBody>
          <a:bodyPr wrap="square" tIns="91440" bIns="91440">
            <a:noAutofit/>
          </a:bodyPr>
          <a:lstStyle/>
          <a:p>
            <a:pPr marL="457200" indent="-355600">
              <a:lnSpc>
                <a:spcPts val="2640"/>
              </a:lnSpc>
              <a:spcAft>
                <a:spcPts val="8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論文の追加例は、広告の効果に関する2024年のJane Castlemanの論文の要旨を探し、社内の広告データと照合する依頼。</a:t>
            </a:r>
          </a:p>
          <a:p>
            <a:pPr marL="457200" indent="-355600">
              <a:lnSpc>
                <a:spcPts val="2640"/>
              </a:lnSpc>
              <a:spcAft>
                <a:spcPts val="8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2015〜2023年に始まったキャンペーンから、反応率が最大のものの日付と地域を答える。</a:t>
            </a:r>
          </a:p>
          <a:p>
            <a:pPr marL="457200" indent="-355600">
              <a:lnSpc>
                <a:spcPts val="2640"/>
              </a:lnSpc>
              <a:spcAft>
                <a:spcPts val="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arXivで論文を検索し、Notionで広告データベースを探して照会する。正解条件には、論文、要旨、最大値、該当日、地域を含む。</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1. 追加の課題と分布</a:t>
            </a:r>
          </a:p>
        </p:txBody>
      </p:sp>
      <p:sp>
        <p:nvSpPr>
          <p:cNvPr id="5" name="TextBox 4"/>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Bandi, Dumitru et al. (2026). MCP-Atlas: A Large-Scale Benchmark for Tool-Use Competency with Real MCP Servers. 論文v3。</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https://arxiv.org/abs/2602.00933v3</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最高の反応率は3件で同率になっている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1. 追加の課題と分布</a:t>
            </a:r>
          </a:p>
        </p:txBody>
      </p:sp>
      <p:graphicFrame>
        <p:nvGraphicFramePr>
          <p:cNvPr id="4" name="Table 3"/>
          <p:cNvGraphicFramePr>
            <a:graphicFrameLocks noGrp="1"/>
          </p:cNvGraphicFramePr>
          <p:nvPr/>
        </p:nvGraphicFramePr>
        <p:xfrm>
          <a:off x="548640" y="1508760"/>
          <a:ext cx="8046720" cy="1901952"/>
        </p:xfrm>
        <a:graphic>
          <a:graphicData uri="http://schemas.openxmlformats.org/drawingml/2006/table">
            <a:tbl>
              <a:tblPr firstRow="0" bandRow="0"/>
              <a:tblGrid>
                <a:gridCol w="2468880"/>
                <a:gridCol w="5577840"/>
              </a:tblGrid>
              <a:tr h="475488">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正解条件</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論文が示した内容</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475488">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最大の反応率</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15%（3キャンペーンで同率）</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475488">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開始日</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2022-06-24 / 2019-09-20 / 2017-09-09</a:t>
                      </a:r>
                    </a:p>
                  </a:txBody>
                  <a:tcPr marL="63500" marR="63500" marT="38100" marB="38100" anchor="ctr">
                    <a:lnL w="7620">
                      <a:noFill/>
                    </a:lnL>
                    <a:lnR w="7620">
                      <a:noFill/>
                    </a:lnR>
                    <a:lnT w="7620">
                      <a:noFill/>
                    </a:lnT>
                    <a:lnB w="7620">
                      <a:noFill/>
                    </a:lnB>
                    <a:solidFill>
                      <a:srgbClr val="FFFEF8"/>
                    </a:solidFill>
                  </a:tcPr>
                </a:tc>
              </a:tr>
              <a:tr h="475488">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地域</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National / International / International</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TextBox 4"/>
          <p:cNvSpPr txBox="1"/>
          <p:nvPr/>
        </p:nvSpPr>
        <p:spPr>
          <a:xfrm>
            <a:off x="594360" y="3602736"/>
            <a:ext cx="7955279" cy="685800"/>
          </a:xfrm>
          <a:prstGeom prst="rect">
            <a:avLst/>
          </a:prstGeom>
          <a:noFill/>
        </p:spPr>
        <p:txBody>
          <a:bodyPr wrap="square" lIns="0" rIns="0" tIns="0" bIns="0">
            <a:noAutofit/>
          </a:bodyPr>
          <a:lstStyle/>
          <a:p>
            <a:pPr algn="l">
              <a:lnSpc>
                <a:spcPts val="2160"/>
              </a:lnSpc>
              <a:spcBef>
                <a:spcPts val="0"/>
              </a:spcBef>
              <a:spcAft>
                <a:spcPts val="0"/>
              </a:spcAft>
              <a:buNone/>
              <a:defRPr sz="1800" b="0">
                <a:solidFill>
                  <a:srgbClr val="303437"/>
                </a:solidFill>
                <a:latin typeface="Noto Sans"/>
              </a:defRPr>
            </a:pPr>
            <a:r>
              <a:rPr sz="1800" b="0" lang="ja-JP" altLang="en-US">
                <a:solidFill>
                  <a:srgbClr val="303437"/>
                </a:solidFill>
                <a:latin typeface="Noto Sans"/>
                <a:ea typeface="Noto Sans CJK JP"/>
                <a:cs typeface="Noto Sans"/>
              </a:rPr>
              <a:t>Jane Castlemanの広告研究と社内データを照合する公開例。</a:t>
            </a:r>
          </a:p>
          <a:p>
            <a:pPr algn="l">
              <a:lnSpc>
                <a:spcPts val="2160"/>
              </a:lnSpc>
              <a:spcBef>
                <a:spcPts val="0"/>
              </a:spcBef>
              <a:spcAft>
                <a:spcPts val="0"/>
              </a:spcAft>
              <a:buNone/>
              <a:defRPr sz="1800" b="0">
                <a:solidFill>
                  <a:srgbClr val="303437"/>
                </a:solidFill>
                <a:latin typeface="Noto Sans"/>
              </a:defRPr>
            </a:pPr>
            <a:r>
              <a:rPr sz="1800" b="0" lang="ja-JP" altLang="en-US">
                <a:solidFill>
                  <a:srgbClr val="303437"/>
                </a:solidFill>
                <a:latin typeface="Noto Sans"/>
                <a:ea typeface="Noto Sans CJK JP"/>
                <a:cs typeface="Noto Sans"/>
              </a:rPr>
              <a:t>日付と地域は同じ順に対応する。</a:t>
            </a:r>
          </a:p>
        </p:txBody>
      </p:sp>
      <p:sp>
        <p:nvSpPr>
          <p:cNvPr id="6" name="TextBox 5"/>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Bandi, Dumitru et al. (2026). MCP-Atlas: A Large-Scale Benchmark for Tool-Use Competency with Real MCP Servers. 論文v3。</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https://arxiv.org/abs/2602.00933v3</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追加例2：最短の部品が使う依存関係を調べる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1. 追加の課題と分布</a:t>
            </a:r>
          </a:p>
        </p:txBody>
      </p:sp>
      <p:sp>
        <p:nvSpPr>
          <p:cNvPr id="4" name="TextBox 3"/>
          <p:cNvSpPr txBox="1"/>
          <p:nvPr/>
        </p:nvSpPr>
        <p:spPr>
          <a:xfrm>
            <a:off x="594360" y="1389888"/>
            <a:ext cx="7955279" cy="228600"/>
          </a:xfrm>
          <a:prstGeom prst="rect">
            <a:avLst/>
          </a:prstGeom>
          <a:noFill/>
        </p:spPr>
        <p:txBody>
          <a:bodyPr wrap="square" lIns="0" rIns="0" tIns="0" bIns="0">
            <a:noAutofit/>
          </a:bodyPr>
          <a:lstStyle/>
          <a:p>
            <a:pPr algn="l">
              <a:lnSpc>
                <a:spcPct val="117000"/>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公開課題（原文）</a:t>
            </a:r>
          </a:p>
        </p:txBody>
      </p:sp>
      <p:sp>
        <p:nvSpPr>
          <p:cNvPr id="5" name="TextBox 4"/>
          <p:cNvSpPr txBox="1"/>
          <p:nvPr/>
        </p:nvSpPr>
        <p:spPr>
          <a:xfrm>
            <a:off x="594360" y="1737360"/>
            <a:ext cx="7955279" cy="1691640"/>
          </a:xfrm>
          <a:prstGeom prst="rect">
            <a:avLst/>
          </a:prstGeom>
          <a:noFill/>
        </p:spPr>
        <p:txBody>
          <a:bodyPr wrap="square" lIns="0" rIns="0" tIns="0" bIns="0">
            <a:noAutofit/>
          </a:bodyPr>
          <a:lstStyle/>
          <a:p>
            <a:pPr algn="l">
              <a:lnSpc>
                <a:spcPct val="120000"/>
              </a:lnSpc>
              <a:spcBef>
                <a:spcPts val="0"/>
              </a:spcBef>
              <a:spcAft>
                <a:spcPts val="0"/>
              </a:spcAft>
              <a:buNone/>
              <a:defRPr sz="1800" b="0">
                <a:solidFill>
                  <a:srgbClr val="303437"/>
                </a:solidFill>
                <a:latin typeface="Noto Sans"/>
              </a:defRPr>
            </a:pPr>
            <a:r>
              <a:rPr sz="1800" b="0" lang="ja-JP" altLang="en-US">
                <a:solidFill>
                  <a:srgbClr val="303437"/>
                </a:solidFill>
                <a:latin typeface="Noto Sans"/>
                <a:ea typeface="Noto Sans CJK JP"/>
                <a:cs typeface="Noto Sans"/>
              </a:rPr>
              <a:t>I've been working on a local project for telling stories where I've already built a few react components. I want to check the required dependency version for the component that has the fewest lines of code.</a:t>
            </a:r>
          </a:p>
        </p:txBody>
      </p:sp>
      <p:sp>
        <p:nvSpPr>
          <p:cNvPr id="6" name="TextBox 5"/>
          <p:cNvSpPr txBox="1"/>
          <p:nvPr/>
        </p:nvSpPr>
        <p:spPr>
          <a:xfrm>
            <a:off x="594360" y="3712463"/>
            <a:ext cx="7955279" cy="777240"/>
          </a:xfrm>
          <a:prstGeom prst="rect">
            <a:avLst/>
          </a:prstGeom>
          <a:noFill/>
        </p:spPr>
        <p:txBody>
          <a:bodyPr wrap="square" lIns="0" rIns="0" tIns="0" bIns="0">
            <a:noAutofit/>
          </a:bodyPr>
          <a:lstStyle/>
          <a:p>
            <a:pPr algn="l">
              <a:lnSpc>
                <a:spcPct val="120000"/>
              </a:lnSpc>
              <a:spcBef>
                <a:spcPts val="0"/>
              </a:spcBef>
              <a:spcAft>
                <a:spcPts val="0"/>
              </a:spcAft>
              <a:buNone/>
              <a:defRPr sz="2000" b="0">
                <a:solidFill>
                  <a:srgbClr val="303437"/>
                </a:solidFill>
                <a:latin typeface="Noto Sans"/>
              </a:defRPr>
            </a:pPr>
            <a:r>
              <a:rPr sz="2000" b="0" lang="ja-JP" altLang="en-US">
                <a:solidFill>
                  <a:srgbClr val="303437"/>
                </a:solidFill>
                <a:latin typeface="Noto Sans"/>
                <a:ea typeface="Noto Sans CJK JP"/>
                <a:cs typeface="Noto Sans"/>
              </a:rPr>
              <a:t>ローカルのReact部品を比較し、最も短い部品の依存パッケージと要求バージョンを調べる。</a:t>
            </a:r>
          </a:p>
        </p:txBody>
      </p:sp>
      <p:sp>
        <p:nvSpPr>
          <p:cNvPr id="7" name="TextBox 6"/>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Scale AI. MCP-Atlas / 公開train。課題689e0b1d9c8e2ac413c1f25c。CC BY 4.0。</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https://huggingface.co/datasets/ScaleAI/MCP-Atlas/viewer/default/train?row=4</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最短の部品と、必要なバージョンを対応させる</a:t>
            </a:r>
          </a:p>
        </p:txBody>
      </p:sp>
      <p:sp>
        <p:nvSpPr>
          <p:cNvPr id="3" name="Text Placeholder 2"/>
          <p:cNvSpPr>
            <a:spLocks noGrp="1"/>
          </p:cNvSpPr>
          <p:nvPr>
            <p:ph type="body" idx="1"/>
          </p:nvPr>
        </p:nvSpPr>
        <p:spPr>
          <a:xfrm>
            <a:off x="594360" y="1463040"/>
            <a:ext cx="7955279" cy="3090672"/>
          </a:xfrm>
        </p:spPr>
        <p:txBody>
          <a:bodyPr wrap="square" tIns="91440" bIns="91440">
            <a:noAutofit/>
          </a:bodyPr>
          <a:lstStyle/>
          <a:p>
            <a:pPr marL="457200" indent="-355600">
              <a:lnSpc>
                <a:spcPts val="2760"/>
              </a:lnSpc>
              <a:spcAft>
                <a:spcPts val="800"/>
              </a:spcAft>
              <a:buSzPct val="57826"/>
              <a:buFont typeface="Noto Sans CJK JP"/>
              <a:buChar char="●"/>
              <a:defRPr sz="2300" b="0">
                <a:solidFill>
                  <a:srgbClr val="303437"/>
                </a:solidFill>
                <a:latin typeface="Noto Sans"/>
              </a:defRPr>
            </a:pPr>
            <a:r>
              <a:rPr sz="2300" b="0" lang="ja-JP" altLang="en-US">
                <a:solidFill>
                  <a:srgbClr val="303437"/>
                </a:solidFill>
                <a:latin typeface="Noto Sans"/>
                <a:ea typeface="Noto Sans CJK JP"/>
                <a:cs typeface="Noto Sans"/>
              </a:rPr>
              <a:t>最も短いコンポーネントはAspectRatio。依存するパッケージは@radix-ui/react-aspect-ratio、要求バージョンは「^1.0.3」。</a:t>
            </a:r>
          </a:p>
          <a:p>
            <a:pPr marL="457200" indent="-355600">
              <a:lnSpc>
                <a:spcPts val="2760"/>
              </a:lnSpc>
              <a:spcAft>
                <a:spcPts val="0"/>
              </a:spcAft>
              <a:buSzPct val="57826"/>
              <a:buFont typeface="Noto Sans CJK JP"/>
              <a:buChar char="●"/>
              <a:defRPr sz="2300" b="0">
                <a:solidFill>
                  <a:srgbClr val="303437"/>
                </a:solidFill>
                <a:latin typeface="Noto Sans"/>
              </a:defRPr>
            </a:pPr>
            <a:r>
              <a:rPr sz="2300" b="0" lang="ja-JP" altLang="en-US">
                <a:solidFill>
                  <a:srgbClr val="303437"/>
                </a:solidFill>
                <a:latin typeface="Noto Sans"/>
                <a:ea typeface="Noto Sans CJK JP"/>
                <a:cs typeface="Noto Sans"/>
              </a:rPr>
              <a:t>参照履歴では、ローカルのディレクトリや複数ファイルを読み、端末コマンドでコード量と依存情報を確認している。</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1. 追加の課題と分布</a:t>
            </a:r>
          </a:p>
        </p:txBody>
      </p:sp>
      <p:sp>
        <p:nvSpPr>
          <p:cNvPr id="5" name="TextBox 4"/>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Scale AI. MCP-Atlas / 公開train。課題689e0b1d9c8e2ac413c1f25c。CC BY 4.0。</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https://huggingface.co/datasets/ScaleAI/MCP-Atlas/viewer/default/train?row=4</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追加例3：特定の開発者の変更履歴を追う</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1. 追加の課題と分布</a:t>
            </a:r>
          </a:p>
        </p:txBody>
      </p:sp>
      <p:sp>
        <p:nvSpPr>
          <p:cNvPr id="4" name="TextBox 3"/>
          <p:cNvSpPr txBox="1"/>
          <p:nvPr/>
        </p:nvSpPr>
        <p:spPr>
          <a:xfrm>
            <a:off x="594360" y="1389888"/>
            <a:ext cx="7955279" cy="228600"/>
          </a:xfrm>
          <a:prstGeom prst="rect">
            <a:avLst/>
          </a:prstGeom>
          <a:noFill/>
        </p:spPr>
        <p:txBody>
          <a:bodyPr wrap="square" lIns="0" rIns="0" tIns="0" bIns="0">
            <a:noAutofit/>
          </a:bodyPr>
          <a:lstStyle/>
          <a:p>
            <a:pPr algn="l">
              <a:lnSpc>
                <a:spcPct val="117000"/>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公開課題（原文）</a:t>
            </a:r>
          </a:p>
        </p:txBody>
      </p:sp>
      <p:sp>
        <p:nvSpPr>
          <p:cNvPr id="5" name="TextBox 4"/>
          <p:cNvSpPr txBox="1"/>
          <p:nvPr/>
        </p:nvSpPr>
        <p:spPr>
          <a:xfrm>
            <a:off x="594360" y="1737360"/>
            <a:ext cx="7955279" cy="1691640"/>
          </a:xfrm>
          <a:prstGeom prst="rect">
            <a:avLst/>
          </a:prstGeom>
          <a:noFill/>
        </p:spPr>
        <p:txBody>
          <a:bodyPr wrap="square" lIns="0" rIns="0" tIns="0" bIns="0">
            <a:noAutofit/>
          </a:bodyPr>
          <a:lstStyle/>
          <a:p>
            <a:pPr algn="l">
              <a:lnSpc>
                <a:spcPct val="120000"/>
              </a:lnSpc>
              <a:spcBef>
                <a:spcPts val="0"/>
              </a:spcBef>
              <a:spcAft>
                <a:spcPts val="0"/>
              </a:spcAft>
              <a:buNone/>
              <a:defRPr sz="1800" b="0">
                <a:solidFill>
                  <a:srgbClr val="303437"/>
                </a:solidFill>
                <a:latin typeface="Noto Sans"/>
              </a:defRPr>
            </a:pPr>
            <a:r>
              <a:rPr sz="1800" b="0" lang="ja-JP" altLang="en-US">
                <a:solidFill>
                  <a:srgbClr val="303437"/>
                </a:solidFill>
                <a:latin typeface="Noto Sans"/>
                <a:ea typeface="Noto Sans CJK JP"/>
                <a:cs typeface="Noto Sans"/>
              </a:rPr>
              <a:t>I'm studying some repos I have on my computer. I was wondering, what is the name of the utility introduced in the 30th commit made by the person with the most commits in the project related to museums?</a:t>
            </a:r>
          </a:p>
        </p:txBody>
      </p:sp>
      <p:sp>
        <p:nvSpPr>
          <p:cNvPr id="6" name="TextBox 5"/>
          <p:cNvSpPr txBox="1"/>
          <p:nvPr/>
        </p:nvSpPr>
        <p:spPr>
          <a:xfrm>
            <a:off x="594360" y="3712463"/>
            <a:ext cx="7955279" cy="777240"/>
          </a:xfrm>
          <a:prstGeom prst="rect">
            <a:avLst/>
          </a:prstGeom>
          <a:noFill/>
        </p:spPr>
        <p:txBody>
          <a:bodyPr wrap="square" lIns="0" rIns="0" tIns="0" bIns="0">
            <a:noAutofit/>
          </a:bodyPr>
          <a:lstStyle/>
          <a:p>
            <a:pPr algn="l">
              <a:lnSpc>
                <a:spcPct val="120000"/>
              </a:lnSpc>
              <a:spcBef>
                <a:spcPts val="0"/>
              </a:spcBef>
              <a:spcAft>
                <a:spcPts val="0"/>
              </a:spcAft>
              <a:buNone/>
              <a:defRPr sz="2000" b="0">
                <a:solidFill>
                  <a:srgbClr val="303437"/>
                </a:solidFill>
                <a:latin typeface="Noto Sans"/>
              </a:defRPr>
            </a:pPr>
            <a:r>
              <a:rPr sz="2000" b="0" lang="ja-JP" altLang="en-US">
                <a:solidFill>
                  <a:srgbClr val="303437"/>
                </a:solidFill>
                <a:latin typeface="Noto Sans"/>
                <a:ea typeface="Noto Sans CJK JP"/>
                <a:cs typeface="Noto Sans"/>
              </a:rPr>
              <a:t>博物館関連のリポジトリで、最多コミットの開発者が行った30番目の変更を調べる。</a:t>
            </a:r>
          </a:p>
        </p:txBody>
      </p:sp>
      <p:sp>
        <p:nvSpPr>
          <p:cNvPr id="7" name="TextBox 6"/>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Scale AI. MCP-Atlas / 公開train。課題689f4d693e212e8ef339071f。CC BY 4.0。</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https://huggingface.co/datasets/ScaleAI/MCP-Atlas/viewer/default/train?row=30</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開発者を数え、対象コミットの変更を見る</a:t>
            </a:r>
          </a:p>
        </p:txBody>
      </p:sp>
      <p:sp>
        <p:nvSpPr>
          <p:cNvPr id="3" name="Text Placeholder 2"/>
          <p:cNvSpPr>
            <a:spLocks noGrp="1"/>
          </p:cNvSpPr>
          <p:nvPr>
            <p:ph type="body" idx="1"/>
          </p:nvPr>
        </p:nvSpPr>
        <p:spPr>
          <a:xfrm>
            <a:off x="594360" y="1463040"/>
            <a:ext cx="7955279" cy="3090672"/>
          </a:xfrm>
        </p:spPr>
        <p:txBody>
          <a:bodyPr wrap="square" tIns="91440" bIns="91440">
            <a:noAutofit/>
          </a:bodyPr>
          <a:lstStyle/>
          <a:p>
            <a:pPr marL="457200" indent="-355600">
              <a:lnSpc>
                <a:spcPts val="2760"/>
              </a:lnSpc>
              <a:spcAft>
                <a:spcPts val="800"/>
              </a:spcAft>
              <a:buSzPct val="57826"/>
              <a:buFont typeface="Noto Sans CJK JP"/>
              <a:buChar char="●"/>
              <a:defRPr sz="2300" b="0">
                <a:solidFill>
                  <a:srgbClr val="303437"/>
                </a:solidFill>
                <a:latin typeface="Noto Sans"/>
              </a:defRPr>
            </a:pPr>
            <a:r>
              <a:rPr sz="2300" b="0" lang="ja-JP" altLang="en-US">
                <a:solidFill>
                  <a:srgbClr val="303437"/>
                </a:solidFill>
                <a:latin typeface="Noto Sans"/>
                <a:ea typeface="Noto Sans CJK JP"/>
                <a:cs typeface="Noto Sans"/>
              </a:rPr>
              <a:t>対象はmetmuseum-mcp。最多のコミットを行った開発者はMike Chaoで、その30番目のコミットでRateLimiter.tsが追加された。</a:t>
            </a:r>
          </a:p>
          <a:p>
            <a:pPr marL="457200" indent="-355600">
              <a:lnSpc>
                <a:spcPts val="2760"/>
              </a:lnSpc>
              <a:spcAft>
                <a:spcPts val="0"/>
              </a:spcAft>
              <a:buSzPct val="57826"/>
              <a:buFont typeface="Noto Sans CJK JP"/>
              <a:buChar char="●"/>
              <a:defRPr sz="2300" b="0">
                <a:solidFill>
                  <a:srgbClr val="303437"/>
                </a:solidFill>
                <a:latin typeface="Noto Sans"/>
              </a:defRPr>
            </a:pPr>
            <a:r>
              <a:rPr sz="2300" b="0" lang="ja-JP" altLang="en-US">
                <a:solidFill>
                  <a:srgbClr val="303437"/>
                </a:solidFill>
                <a:latin typeface="Noto Sans"/>
                <a:ea typeface="Noto Sans CJK JP"/>
                <a:cs typeface="Noto Sans"/>
              </a:rPr>
              <a:t>参照履歴では、端末でリポジトリを調べ、Gitの履歴を取得する。コードで対象コミットを絞り、Gitで変更内容を読む。</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1. 追加の課題と分布</a:t>
            </a:r>
          </a:p>
        </p:txBody>
      </p:sp>
      <p:sp>
        <p:nvSpPr>
          <p:cNvPr id="5" name="TextBox 4"/>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Scale AI. MCP-Atlas / 公開train。課題689f4d693e212e8ef339071f。CC BY 4.0。</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https://huggingface.co/datasets/ScaleAI/MCP-Atlas/viewer/default/train?row=30</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追加例4：勧められた映画を見たか確認する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1. 追加の課題と分布</a:t>
            </a:r>
          </a:p>
        </p:txBody>
      </p:sp>
      <p:sp>
        <p:nvSpPr>
          <p:cNvPr id="4" name="TextBox 3"/>
          <p:cNvSpPr txBox="1"/>
          <p:nvPr/>
        </p:nvSpPr>
        <p:spPr>
          <a:xfrm>
            <a:off x="594360" y="1389888"/>
            <a:ext cx="7955279" cy="228600"/>
          </a:xfrm>
          <a:prstGeom prst="rect">
            <a:avLst/>
          </a:prstGeom>
          <a:noFill/>
        </p:spPr>
        <p:txBody>
          <a:bodyPr wrap="square" lIns="0" rIns="0" tIns="0" bIns="0">
            <a:noAutofit/>
          </a:bodyPr>
          <a:lstStyle/>
          <a:p>
            <a:pPr algn="l">
              <a:lnSpc>
                <a:spcPct val="117000"/>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公開課題（原文）</a:t>
            </a:r>
          </a:p>
        </p:txBody>
      </p:sp>
      <p:sp>
        <p:nvSpPr>
          <p:cNvPr id="5" name="TextBox 4"/>
          <p:cNvSpPr txBox="1"/>
          <p:nvPr/>
        </p:nvSpPr>
        <p:spPr>
          <a:xfrm>
            <a:off x="594360" y="1737360"/>
            <a:ext cx="7955279" cy="1691640"/>
          </a:xfrm>
          <a:prstGeom prst="rect">
            <a:avLst/>
          </a:prstGeom>
          <a:noFill/>
        </p:spPr>
        <p:txBody>
          <a:bodyPr wrap="square" lIns="0" rIns="0" tIns="0" bIns="0">
            <a:noAutofit/>
          </a:bodyPr>
          <a:lstStyle/>
          <a:p>
            <a:pPr algn="l">
              <a:lnSpc>
                <a:spcPct val="120000"/>
              </a:lnSpc>
              <a:spcBef>
                <a:spcPts val="0"/>
              </a:spcBef>
              <a:spcAft>
                <a:spcPts val="0"/>
              </a:spcAft>
              <a:buNone/>
              <a:defRPr sz="1800" b="0">
                <a:solidFill>
                  <a:srgbClr val="303437"/>
                </a:solidFill>
                <a:latin typeface="Noto Sans"/>
              </a:defRPr>
            </a:pPr>
            <a:r>
              <a:rPr sz="1800" b="0" lang="ja-JP" altLang="en-US">
                <a:solidFill>
                  <a:srgbClr val="303437"/>
                </a:solidFill>
                <a:latin typeface="Noto Sans"/>
                <a:ea typeface="Noto Sans CJK JP"/>
                <a:cs typeface="Noto Sans"/>
              </a:rPr>
              <a:t>According to my local movie data, have I watched the movie recommended by kcpfan46 in the movie suggestions channel?</a:t>
            </a:r>
          </a:p>
        </p:txBody>
      </p:sp>
      <p:sp>
        <p:nvSpPr>
          <p:cNvPr id="6" name="TextBox 5"/>
          <p:cNvSpPr txBox="1"/>
          <p:nvPr/>
        </p:nvSpPr>
        <p:spPr>
          <a:xfrm>
            <a:off x="594360" y="3712463"/>
            <a:ext cx="7955279" cy="777240"/>
          </a:xfrm>
          <a:prstGeom prst="rect">
            <a:avLst/>
          </a:prstGeom>
          <a:noFill/>
        </p:spPr>
        <p:txBody>
          <a:bodyPr wrap="square" lIns="0" rIns="0" tIns="0" bIns="0">
            <a:noAutofit/>
          </a:bodyPr>
          <a:lstStyle/>
          <a:p>
            <a:pPr algn="l">
              <a:lnSpc>
                <a:spcPct val="120000"/>
              </a:lnSpc>
              <a:spcBef>
                <a:spcPts val="0"/>
              </a:spcBef>
              <a:spcAft>
                <a:spcPts val="0"/>
              </a:spcAft>
              <a:buNone/>
              <a:defRPr sz="2000" b="0">
                <a:solidFill>
                  <a:srgbClr val="303437"/>
                </a:solidFill>
                <a:latin typeface="Noto Sans"/>
              </a:defRPr>
            </a:pPr>
            <a:r>
              <a:rPr sz="2000" b="0" lang="ja-JP" altLang="en-US">
                <a:solidFill>
                  <a:srgbClr val="303437"/>
                </a:solidFill>
                <a:latin typeface="Noto Sans"/>
                <a:ea typeface="Noto Sans CJK JP"/>
                <a:cs typeface="Noto Sans"/>
              </a:rPr>
              <a:t>Slackで特定ユーザーが勧めた映画を探し、ローカルの鑑賞記録と照合する。</a:t>
            </a:r>
          </a:p>
        </p:txBody>
      </p:sp>
      <p:sp>
        <p:nvSpPr>
          <p:cNvPr id="7" name="TextBox 6"/>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Scale AI. MCP-Atlas / 公開train。課題689cd6f8522029b7ad7b2014。CC BY 4.0。</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https://huggingface.co/datasets/ScaleAI/MCP-Atlas/viewer/default/train?row=63</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会話中の映画名を、個人の鑑賞記録へつなぐ</a:t>
            </a:r>
          </a:p>
        </p:txBody>
      </p:sp>
      <p:sp>
        <p:nvSpPr>
          <p:cNvPr id="3" name="Text Placeholder 2"/>
          <p:cNvSpPr>
            <a:spLocks noGrp="1"/>
          </p:cNvSpPr>
          <p:nvPr>
            <p:ph type="body" idx="1"/>
          </p:nvPr>
        </p:nvSpPr>
        <p:spPr>
          <a:xfrm>
            <a:off x="594360" y="1463040"/>
            <a:ext cx="7955279" cy="3090672"/>
          </a:xfrm>
        </p:spPr>
        <p:txBody>
          <a:bodyPr wrap="square" tIns="91440" bIns="91440">
            <a:noAutofit/>
          </a:bodyPr>
          <a:lstStyle/>
          <a:p>
            <a:pPr marL="457200" indent="-355600">
              <a:lnSpc>
                <a:spcPts val="2760"/>
              </a:lnSpc>
              <a:spcAft>
                <a:spcPts val="800"/>
              </a:spcAft>
              <a:buSzPct val="57826"/>
              <a:buFont typeface="Noto Sans CJK JP"/>
              <a:buChar char="●"/>
              <a:defRPr sz="2300" b="0">
                <a:solidFill>
                  <a:srgbClr val="303437"/>
                </a:solidFill>
                <a:latin typeface="Noto Sans"/>
              </a:defRPr>
            </a:pPr>
            <a:r>
              <a:rPr sz="2300" b="0" lang="ja-JP" altLang="en-US">
                <a:solidFill>
                  <a:srgbClr val="303437"/>
                </a:solidFill>
                <a:latin typeface="Noto Sans"/>
                <a:ea typeface="Noto Sans CJK JP"/>
                <a:cs typeface="Noto Sans"/>
              </a:rPr>
              <a:t>kcpfan46が勧めた映画はThe Matrix。ローカルの映画データには、利用者が鑑賞済みであることが記録されている。</a:t>
            </a:r>
          </a:p>
          <a:p>
            <a:pPr marL="457200" indent="-355600">
              <a:lnSpc>
                <a:spcPts val="2760"/>
              </a:lnSpc>
              <a:spcAft>
                <a:spcPts val="0"/>
              </a:spcAft>
              <a:buSzPct val="57826"/>
              <a:buFont typeface="Noto Sans CJK JP"/>
              <a:buChar char="●"/>
              <a:defRPr sz="2300" b="0">
                <a:solidFill>
                  <a:srgbClr val="303437"/>
                </a:solidFill>
                <a:latin typeface="Noto Sans"/>
              </a:defRPr>
            </a:pPr>
            <a:r>
              <a:rPr sz="2300" b="0" lang="ja-JP" altLang="en-US">
                <a:solidFill>
                  <a:srgbClr val="303437"/>
                </a:solidFill>
                <a:latin typeface="Noto Sans"/>
                <a:ea typeface="Noto Sans CJK JP"/>
                <a:cs typeface="Noto Sans"/>
              </a:rPr>
              <a:t>参照履歴では、Slackのチャンネルとメッセージを検索した後、ローカルのディレクトリを探して該当ファイルを読んでいる。</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1. 追加の課題と分布</a:t>
            </a:r>
          </a:p>
        </p:txBody>
      </p:sp>
      <p:sp>
        <p:nvSpPr>
          <p:cNvPr id="5" name="TextBox 4"/>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Scale AI. MCP-Atlas / 公開train。課題689cd6f8522029b7ad7b2014。CC BY 4.0。</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https://huggingface.co/datasets/ScaleAI/MCP-Atlas/viewer/default/train?row=63</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追加例5：組織グラフから従業員を特定する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1. 追加の課題と分布</a:t>
            </a:r>
          </a:p>
        </p:txBody>
      </p:sp>
      <p:sp>
        <p:nvSpPr>
          <p:cNvPr id="4" name="TextBox 3"/>
          <p:cNvSpPr txBox="1"/>
          <p:nvPr/>
        </p:nvSpPr>
        <p:spPr>
          <a:xfrm>
            <a:off x="594360" y="1389888"/>
            <a:ext cx="7955279" cy="228600"/>
          </a:xfrm>
          <a:prstGeom prst="rect">
            <a:avLst/>
          </a:prstGeom>
          <a:noFill/>
        </p:spPr>
        <p:txBody>
          <a:bodyPr wrap="square" lIns="0" rIns="0" tIns="0" bIns="0">
            <a:noAutofit/>
          </a:bodyPr>
          <a:lstStyle/>
          <a:p>
            <a:pPr algn="l">
              <a:lnSpc>
                <a:spcPct val="117000"/>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公開課題（原文）</a:t>
            </a:r>
          </a:p>
        </p:txBody>
      </p:sp>
      <p:sp>
        <p:nvSpPr>
          <p:cNvPr id="5" name="TextBox 4"/>
          <p:cNvSpPr txBox="1"/>
          <p:nvPr/>
        </p:nvSpPr>
        <p:spPr>
          <a:xfrm>
            <a:off x="594360" y="1737360"/>
            <a:ext cx="7955279" cy="1691640"/>
          </a:xfrm>
          <a:prstGeom prst="rect">
            <a:avLst/>
          </a:prstGeom>
          <a:noFill/>
        </p:spPr>
        <p:txBody>
          <a:bodyPr wrap="square" lIns="0" rIns="0" tIns="0" bIns="0">
            <a:noAutofit/>
          </a:bodyPr>
          <a:lstStyle/>
          <a:p>
            <a:pPr algn="l">
              <a:lnSpc>
                <a:spcPct val="120000"/>
              </a:lnSpc>
              <a:spcBef>
                <a:spcPts val="0"/>
              </a:spcBef>
              <a:spcAft>
                <a:spcPts val="0"/>
              </a:spcAft>
              <a:buNone/>
              <a:defRPr sz="1800" b="0">
                <a:solidFill>
                  <a:srgbClr val="303437"/>
                </a:solidFill>
                <a:latin typeface="Noto Sans"/>
              </a:defRPr>
            </a:pPr>
            <a:r>
              <a:rPr sz="1800" b="0" lang="ja-JP" altLang="en-US">
                <a:solidFill>
                  <a:srgbClr val="303437"/>
                </a:solidFill>
                <a:latin typeface="Noto Sans"/>
                <a:ea typeface="Noto Sans CJK JP"/>
                <a:cs typeface="Noto Sans"/>
              </a:rPr>
              <a:t>I'm trying to find the first name of employee 1011 from the staff satisfaction database. I believe their last name was gomez? I'd check the organizational graph, they should be still working with buildwell. Get me their first name and survey ids, please.</a:t>
            </a:r>
          </a:p>
        </p:txBody>
      </p:sp>
      <p:sp>
        <p:nvSpPr>
          <p:cNvPr id="6" name="TextBox 5"/>
          <p:cNvSpPr txBox="1"/>
          <p:nvPr/>
        </p:nvSpPr>
        <p:spPr>
          <a:xfrm>
            <a:off x="594360" y="3712463"/>
            <a:ext cx="7955279" cy="777240"/>
          </a:xfrm>
          <a:prstGeom prst="rect">
            <a:avLst/>
          </a:prstGeom>
          <a:noFill/>
        </p:spPr>
        <p:txBody>
          <a:bodyPr wrap="square" lIns="0" rIns="0" tIns="0" bIns="0">
            <a:noAutofit/>
          </a:bodyPr>
          <a:lstStyle/>
          <a:p>
            <a:pPr algn="l">
              <a:lnSpc>
                <a:spcPct val="120000"/>
              </a:lnSpc>
              <a:spcBef>
                <a:spcPts val="0"/>
              </a:spcBef>
              <a:spcAft>
                <a:spcPts val="0"/>
              </a:spcAft>
              <a:buNone/>
              <a:defRPr sz="2000" b="0">
                <a:solidFill>
                  <a:srgbClr val="303437"/>
                </a:solidFill>
                <a:latin typeface="Noto Sans"/>
              </a:defRPr>
            </a:pPr>
            <a:r>
              <a:rPr sz="2000" b="0" lang="ja-JP" altLang="en-US">
                <a:solidFill>
                  <a:srgbClr val="303437"/>
                </a:solidFill>
                <a:latin typeface="Noto Sans"/>
                <a:ea typeface="Noto Sans CJK JP"/>
                <a:cs typeface="Noto Sans"/>
              </a:rPr>
              <a:t>所属企業と姓から従業員を特定し、満足度調査の回答IDをデータベースから取得する。</a:t>
            </a:r>
          </a:p>
        </p:txBody>
      </p:sp>
      <p:sp>
        <p:nvSpPr>
          <p:cNvPr id="7" name="TextBox 6"/>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Scale AI. MCP-Atlas / 公開train。課題689e0b1d9c8e2ac413c1f214。CC BY 4.0。</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https://huggingface.co/datasets/ScaleAI/MCP-Atlas/viewer/default/train?row=66</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人物の同定と、調査レコードの取得をつなぐ</a:t>
            </a:r>
          </a:p>
        </p:txBody>
      </p:sp>
      <p:sp>
        <p:nvSpPr>
          <p:cNvPr id="3" name="Text Placeholder 2"/>
          <p:cNvSpPr>
            <a:spLocks noGrp="1"/>
          </p:cNvSpPr>
          <p:nvPr>
            <p:ph type="body" idx="1"/>
          </p:nvPr>
        </p:nvSpPr>
        <p:spPr>
          <a:xfrm>
            <a:off x="594360" y="1463040"/>
            <a:ext cx="7955279" cy="3090672"/>
          </a:xfrm>
        </p:spPr>
        <p:txBody>
          <a:bodyPr wrap="square" tIns="91440" bIns="91440">
            <a:noAutofit/>
          </a:bodyPr>
          <a:lstStyle/>
          <a:p>
            <a:pPr marL="457200" indent="-355600">
              <a:lnSpc>
                <a:spcPts val="2760"/>
              </a:lnSpc>
              <a:spcAft>
                <a:spcPts val="800"/>
              </a:spcAft>
              <a:buSzPct val="57826"/>
              <a:buFont typeface="Noto Sans CJK JP"/>
              <a:buChar char="●"/>
              <a:defRPr sz="2300" b="0">
                <a:solidFill>
                  <a:srgbClr val="303437"/>
                </a:solidFill>
                <a:latin typeface="Noto Sans"/>
              </a:defRPr>
            </a:pPr>
            <a:r>
              <a:rPr sz="2300" b="0" lang="ja-JP" altLang="en-US">
                <a:solidFill>
                  <a:srgbClr val="303437"/>
                </a:solidFill>
                <a:latin typeface="Noto Sans"/>
                <a:ea typeface="Noto Sans CJK JP"/>
                <a:cs typeface="Noto Sans"/>
              </a:rPr>
              <a:t>Buildwellを含む企業に勤めるGomez姓の人物はAlice。EMP1011に対応する調査IDはSURV7979とSURV9741。</a:t>
            </a:r>
          </a:p>
          <a:p>
            <a:pPr marL="457200" indent="-355600">
              <a:lnSpc>
                <a:spcPts val="2760"/>
              </a:lnSpc>
              <a:spcAft>
                <a:spcPts val="0"/>
              </a:spcAft>
              <a:buSzPct val="57826"/>
              <a:buFont typeface="Noto Sans CJK JP"/>
              <a:buChar char="●"/>
              <a:defRPr sz="2300" b="0">
                <a:solidFill>
                  <a:srgbClr val="303437"/>
                </a:solidFill>
                <a:latin typeface="Noto Sans"/>
              </a:defRPr>
            </a:pPr>
            <a:r>
              <a:rPr sz="2300" b="0" lang="ja-JP" altLang="en-US">
                <a:solidFill>
                  <a:srgbClr val="303437"/>
                </a:solidFill>
                <a:latin typeface="Noto Sans"/>
                <a:ea typeface="Noto Sans CJK JP"/>
                <a:cs typeface="Noto Sans"/>
              </a:rPr>
              <a:t>参照履歴では、メモリーサーバーの組織グラフを読み、Notionで満足度調査のデータベースを検索・照会している。</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1. 追加の課題と分布</a:t>
            </a:r>
          </a:p>
        </p:txBody>
      </p:sp>
      <p:sp>
        <p:nvSpPr>
          <p:cNvPr id="5" name="TextBox 4"/>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Scale AI. MCP-Atlas / 公開train。課題689e0b1d9c8e2ac413c1f214。CC BY 4.0。</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https://huggingface.co/datasets/ScaleAI/MCP-Atlas/viewer/default/train?row=66</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追加例6：期間を特定し、価格変化を求める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1. 追加の課題と分布</a:t>
            </a:r>
          </a:p>
        </p:txBody>
      </p:sp>
      <p:sp>
        <p:nvSpPr>
          <p:cNvPr id="4" name="TextBox 3"/>
          <p:cNvSpPr txBox="1"/>
          <p:nvPr/>
        </p:nvSpPr>
        <p:spPr>
          <a:xfrm>
            <a:off x="594360" y="1389888"/>
            <a:ext cx="7955279" cy="228600"/>
          </a:xfrm>
          <a:prstGeom prst="rect">
            <a:avLst/>
          </a:prstGeom>
          <a:noFill/>
        </p:spPr>
        <p:txBody>
          <a:bodyPr wrap="square" lIns="0" rIns="0" tIns="0" bIns="0">
            <a:noAutofit/>
          </a:bodyPr>
          <a:lstStyle/>
          <a:p>
            <a:pPr algn="l">
              <a:lnSpc>
                <a:spcPct val="117000"/>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公開課題（原文）</a:t>
            </a:r>
          </a:p>
        </p:txBody>
      </p:sp>
      <p:sp>
        <p:nvSpPr>
          <p:cNvPr id="5" name="TextBox 4"/>
          <p:cNvSpPr txBox="1"/>
          <p:nvPr/>
        </p:nvSpPr>
        <p:spPr>
          <a:xfrm>
            <a:off x="594360" y="1737360"/>
            <a:ext cx="7955279" cy="1691640"/>
          </a:xfrm>
          <a:prstGeom prst="rect">
            <a:avLst/>
          </a:prstGeom>
          <a:noFill/>
        </p:spPr>
        <p:txBody>
          <a:bodyPr wrap="square" lIns="0" rIns="0" tIns="0" bIns="0">
            <a:noAutofit/>
          </a:bodyPr>
          <a:lstStyle/>
          <a:p>
            <a:pPr algn="l">
              <a:lnSpc>
                <a:spcPct val="120000"/>
              </a:lnSpc>
              <a:spcBef>
                <a:spcPts val="0"/>
              </a:spcBef>
              <a:spcAft>
                <a:spcPts val="0"/>
              </a:spcAft>
              <a:buNone/>
              <a:defRPr sz="1800" b="0">
                <a:solidFill>
                  <a:srgbClr val="303437"/>
                </a:solidFill>
                <a:latin typeface="Noto Sans"/>
              </a:defRPr>
            </a:pPr>
            <a:r>
              <a:rPr sz="1800" b="0" lang="ja-JP" altLang="en-US">
                <a:solidFill>
                  <a:srgbClr val="303437"/>
                </a:solidFill>
                <a:latin typeface="Noto Sans"/>
                <a:ea typeface="Noto Sans CJK JP"/>
                <a:cs typeface="Noto Sans"/>
              </a:rPr>
              <a:t>I want to analyze the percentage change of the ethereum token from the starts of the liquidity mining program for the comp token the year that joe biden wins the presidential election and the first day of autumn in the us the same year.</a:t>
            </a:r>
          </a:p>
        </p:txBody>
      </p:sp>
      <p:sp>
        <p:nvSpPr>
          <p:cNvPr id="6" name="TextBox 5"/>
          <p:cNvSpPr txBox="1"/>
          <p:nvPr/>
        </p:nvSpPr>
        <p:spPr>
          <a:xfrm>
            <a:off x="594360" y="3712463"/>
            <a:ext cx="7955279" cy="777240"/>
          </a:xfrm>
          <a:prstGeom prst="rect">
            <a:avLst/>
          </a:prstGeom>
          <a:noFill/>
        </p:spPr>
        <p:txBody>
          <a:bodyPr wrap="square" lIns="0" rIns="0" tIns="0" bIns="0">
            <a:noAutofit/>
          </a:bodyPr>
          <a:lstStyle/>
          <a:p>
            <a:pPr algn="l">
              <a:lnSpc>
                <a:spcPct val="120000"/>
              </a:lnSpc>
              <a:spcBef>
                <a:spcPts val="0"/>
              </a:spcBef>
              <a:spcAft>
                <a:spcPts val="0"/>
              </a:spcAft>
              <a:buNone/>
              <a:defRPr sz="2000" b="0">
                <a:solidFill>
                  <a:srgbClr val="303437"/>
                </a:solidFill>
                <a:latin typeface="Noto Sans"/>
              </a:defRPr>
            </a:pPr>
            <a:r>
              <a:rPr sz="2000" b="0" lang="ja-JP" altLang="en-US">
                <a:solidFill>
                  <a:srgbClr val="303437"/>
                </a:solidFill>
                <a:latin typeface="Noto Sans"/>
                <a:ea typeface="Noto Sans CJK JP"/>
                <a:cs typeface="Noto Sans"/>
              </a:rPr>
              <a:t>COMPの流動性マイニング開始日から同年の秋の初日まで、Ethereumの価格変化率を求める。</a:t>
            </a:r>
          </a:p>
        </p:txBody>
      </p:sp>
      <p:sp>
        <p:nvSpPr>
          <p:cNvPr id="7" name="TextBox 6"/>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Scale AI. MCP-Atlas / 公開train。課題689a373e148a49f91233e023。CC BY 4.0。</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https://huggingface.co/datasets/ScaleAI/MCP-Atlas/viewer/default/train?row=76</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二つの日付を特定し、その期間の価格を比べる</a:t>
            </a:r>
          </a:p>
        </p:txBody>
      </p:sp>
      <p:sp>
        <p:nvSpPr>
          <p:cNvPr id="3" name="Text Placeholder 2"/>
          <p:cNvSpPr>
            <a:spLocks noGrp="1"/>
          </p:cNvSpPr>
          <p:nvPr>
            <p:ph type="body" idx="1"/>
          </p:nvPr>
        </p:nvSpPr>
        <p:spPr>
          <a:xfrm>
            <a:off x="594360" y="1463040"/>
            <a:ext cx="7955279" cy="3090672"/>
          </a:xfrm>
        </p:spPr>
        <p:txBody>
          <a:bodyPr wrap="square" tIns="91440" bIns="91440">
            <a:noAutofit/>
          </a:bodyPr>
          <a:lstStyle/>
          <a:p>
            <a:pPr marL="457200" indent="-355600">
              <a:lnSpc>
                <a:spcPts val="2760"/>
              </a:lnSpc>
              <a:spcAft>
                <a:spcPts val="800"/>
              </a:spcAft>
              <a:buSzPct val="57826"/>
              <a:buFont typeface="Noto Sans CJK JP"/>
              <a:buChar char="●"/>
              <a:defRPr sz="2300" b="0">
                <a:solidFill>
                  <a:srgbClr val="303437"/>
                </a:solidFill>
                <a:latin typeface="Noto Sans"/>
              </a:defRPr>
            </a:pPr>
            <a:r>
              <a:rPr sz="2300" b="0" lang="ja-JP" altLang="en-US">
                <a:solidFill>
                  <a:srgbClr val="303437"/>
                </a:solidFill>
                <a:latin typeface="Noto Sans"/>
                <a:ea typeface="Noto Sans CJK JP"/>
                <a:cs typeface="Noto Sans"/>
              </a:rPr>
              <a:t>対象年は2020年。開始日はCOMPの流動性マイニングが始まった6月15日、終了日は米国の秋の初日である9月22日。</a:t>
            </a:r>
          </a:p>
          <a:p>
            <a:pPr marL="457200" indent="-355600">
              <a:lnSpc>
                <a:spcPts val="2760"/>
              </a:lnSpc>
              <a:spcAft>
                <a:spcPts val="0"/>
              </a:spcAft>
              <a:buSzPct val="57826"/>
              <a:buFont typeface="Noto Sans CJK JP"/>
              <a:buChar char="●"/>
              <a:defRPr sz="2300" b="0">
                <a:solidFill>
                  <a:srgbClr val="303437"/>
                </a:solidFill>
                <a:latin typeface="Noto Sans"/>
              </a:defRPr>
            </a:pPr>
            <a:r>
              <a:rPr sz="2300" b="0" lang="ja-JP" altLang="en-US">
                <a:solidFill>
                  <a:srgbClr val="303437"/>
                </a:solidFill>
                <a:latin typeface="Noto Sans"/>
                <a:ea typeface="Noto Sans CJK JP"/>
                <a:cs typeface="Noto Sans"/>
              </a:rPr>
              <a:t>配布正解の価格変化率は約47.03%の上昇。参照履歴ではWeb検索で日付を確認し、AlchemyでEthereumの価格履歴を取得してコードで計算している。</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1. 追加の課題と分布</a:t>
            </a:r>
          </a:p>
        </p:txBody>
      </p:sp>
      <p:sp>
        <p:nvSpPr>
          <p:cNvPr id="5" name="TextBox 4"/>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Scale AI. MCP-Atlas / 公開train。課題689a373e148a49f91233e023。CC BY 4.0。</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https://huggingface.co/datasets/ScaleAI/MCP-Atlas/viewer/default/train?row=76</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追加例7：公園を絞り、近くの観測地点を調べる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1. 追加の課題と分布</a:t>
            </a:r>
          </a:p>
        </p:txBody>
      </p:sp>
      <p:sp>
        <p:nvSpPr>
          <p:cNvPr id="4" name="TextBox 3"/>
          <p:cNvSpPr txBox="1"/>
          <p:nvPr/>
        </p:nvSpPr>
        <p:spPr>
          <a:xfrm>
            <a:off x="594360" y="1389888"/>
            <a:ext cx="7955279" cy="228600"/>
          </a:xfrm>
          <a:prstGeom prst="rect">
            <a:avLst/>
          </a:prstGeom>
          <a:noFill/>
        </p:spPr>
        <p:txBody>
          <a:bodyPr wrap="square" lIns="0" rIns="0" tIns="0" bIns="0">
            <a:noAutofit/>
          </a:bodyPr>
          <a:lstStyle/>
          <a:p>
            <a:pPr algn="l">
              <a:lnSpc>
                <a:spcPct val="117000"/>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公開課題（原文）</a:t>
            </a:r>
          </a:p>
        </p:txBody>
      </p:sp>
      <p:sp>
        <p:nvSpPr>
          <p:cNvPr id="5" name="TextBox 4"/>
          <p:cNvSpPr txBox="1"/>
          <p:nvPr/>
        </p:nvSpPr>
        <p:spPr>
          <a:xfrm>
            <a:off x="594360" y="1737360"/>
            <a:ext cx="7955279" cy="1691640"/>
          </a:xfrm>
          <a:prstGeom prst="rect">
            <a:avLst/>
          </a:prstGeom>
          <a:noFill/>
        </p:spPr>
        <p:txBody>
          <a:bodyPr wrap="square" lIns="0" rIns="0" tIns="0" bIns="0">
            <a:noAutofit/>
          </a:bodyPr>
          <a:lstStyle/>
          <a:p>
            <a:pPr algn="l">
              <a:lnSpc>
                <a:spcPct val="120000"/>
              </a:lnSpc>
              <a:spcBef>
                <a:spcPts val="0"/>
              </a:spcBef>
              <a:spcAft>
                <a:spcPts val="0"/>
              </a:spcAft>
              <a:buNone/>
              <a:defRPr sz="1800" b="0">
                <a:solidFill>
                  <a:srgbClr val="303437"/>
                </a:solidFill>
                <a:latin typeface="Noto Sans"/>
              </a:defRPr>
            </a:pPr>
            <a:r>
              <a:rPr sz="1800" b="0" lang="ja-JP" altLang="en-US">
                <a:solidFill>
                  <a:srgbClr val="303437"/>
                </a:solidFill>
                <a:latin typeface="Noto Sans"/>
                <a:ea typeface="Noto Sans CJK JP"/>
                <a:cs typeface="Noto Sans"/>
              </a:rPr>
              <a:t>What was the daily high temperature recording in celsius at the nearest location to the southern-most visitor station of the largest national park in terms of acreage in the state of florida on Aug 11, 2025?</a:t>
            </a:r>
          </a:p>
        </p:txBody>
      </p:sp>
      <p:sp>
        <p:nvSpPr>
          <p:cNvPr id="6" name="TextBox 5"/>
          <p:cNvSpPr txBox="1"/>
          <p:nvPr/>
        </p:nvSpPr>
        <p:spPr>
          <a:xfrm>
            <a:off x="594360" y="3712463"/>
            <a:ext cx="7955279" cy="777240"/>
          </a:xfrm>
          <a:prstGeom prst="rect">
            <a:avLst/>
          </a:prstGeom>
          <a:noFill/>
        </p:spPr>
        <p:txBody>
          <a:bodyPr wrap="square" lIns="0" rIns="0" tIns="0" bIns="0">
            <a:noAutofit/>
          </a:bodyPr>
          <a:lstStyle/>
          <a:p>
            <a:pPr algn="l">
              <a:lnSpc>
                <a:spcPct val="120000"/>
              </a:lnSpc>
              <a:spcBef>
                <a:spcPts val="0"/>
              </a:spcBef>
              <a:spcAft>
                <a:spcPts val="0"/>
              </a:spcAft>
              <a:buNone/>
              <a:defRPr sz="2000" b="0">
                <a:solidFill>
                  <a:srgbClr val="303437"/>
                </a:solidFill>
                <a:latin typeface="Noto Sans"/>
              </a:defRPr>
            </a:pPr>
            <a:r>
              <a:rPr sz="2000" b="0" lang="ja-JP" altLang="en-US">
                <a:solidFill>
                  <a:srgbClr val="303437"/>
                </a:solidFill>
                <a:latin typeface="Noto Sans"/>
                <a:ea typeface="Noto Sans CJK JP"/>
                <a:cs typeface="Noto Sans"/>
              </a:rPr>
              <a:t>フロリダ州最大の国立公園と最南端の案内所を特定し、近くの地点の日最高気温を調べる。</a:t>
            </a:r>
          </a:p>
        </p:txBody>
      </p:sp>
      <p:sp>
        <p:nvSpPr>
          <p:cNvPr id="7" name="TextBox 6"/>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Scale AI. MCP-Atlas / 公開train。課題689af4e653c3905e7b5b258e。CC BY 4.0。</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https://huggingface.co/datasets/ScaleAI/MCP-Atlas/viewer/default/train?row=25</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公園・案内所・観測地点を順に結び付ける</a:t>
            </a:r>
          </a:p>
        </p:txBody>
      </p:sp>
      <p:sp>
        <p:nvSpPr>
          <p:cNvPr id="3" name="Text Placeholder 2"/>
          <p:cNvSpPr>
            <a:spLocks noGrp="1"/>
          </p:cNvSpPr>
          <p:nvPr>
            <p:ph type="body" idx="1"/>
          </p:nvPr>
        </p:nvSpPr>
        <p:spPr>
          <a:xfrm>
            <a:off x="594360" y="1463040"/>
            <a:ext cx="7955279" cy="3090672"/>
          </a:xfrm>
        </p:spPr>
        <p:txBody>
          <a:bodyPr wrap="square" tIns="91440" bIns="91440">
            <a:noAutofit/>
          </a:bodyPr>
          <a:lstStyle/>
          <a:p>
            <a:pPr marL="457200" indent="-355600">
              <a:lnSpc>
                <a:spcPts val="2760"/>
              </a:lnSpc>
              <a:spcAft>
                <a:spcPts val="800"/>
              </a:spcAft>
              <a:buSzPct val="57826"/>
              <a:buFont typeface="Noto Sans CJK JP"/>
              <a:buChar char="●"/>
              <a:defRPr sz="2300" b="0">
                <a:solidFill>
                  <a:srgbClr val="303437"/>
                </a:solidFill>
                <a:latin typeface="Noto Sans"/>
              </a:defRPr>
            </a:pPr>
            <a:r>
              <a:rPr sz="2300" b="0" lang="ja-JP" altLang="en-US">
                <a:solidFill>
                  <a:srgbClr val="303437"/>
                </a:solidFill>
                <a:latin typeface="Noto Sans"/>
                <a:ea typeface="Noto Sans CJK JP"/>
                <a:cs typeface="Noto Sans"/>
              </a:rPr>
              <a:t>面積が州内最大の国立公園はEverglades。最南端の案内所はGuy Bradley Visitor Centerで、観測地点は約25.140881°N、80.924102°W。</a:t>
            </a:r>
          </a:p>
          <a:p>
            <a:pPr marL="457200" indent="-355600">
              <a:lnSpc>
                <a:spcPts val="2760"/>
              </a:lnSpc>
              <a:spcAft>
                <a:spcPts val="0"/>
              </a:spcAft>
              <a:buSzPct val="57826"/>
              <a:buFont typeface="Noto Sans CJK JP"/>
              <a:buChar char="●"/>
              <a:defRPr sz="2300" b="0">
                <a:solidFill>
                  <a:srgbClr val="303437"/>
                </a:solidFill>
                <a:latin typeface="Noto Sans"/>
              </a:defRPr>
            </a:pPr>
            <a:r>
              <a:rPr sz="2300" b="0" lang="ja-JP" altLang="en-US">
                <a:solidFill>
                  <a:srgbClr val="303437"/>
                </a:solidFill>
                <a:latin typeface="Noto Sans"/>
                <a:ea typeface="Noto Sans CJK JP"/>
                <a:cs typeface="Noto Sans"/>
              </a:rPr>
              <a:t>2025年8月11日の日最高気温は30.6℃。参照履歴では、公園情報と案内所を検索してから、その地点の気象履歴を取得している。</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1. 追加の課題と分布</a:t>
            </a:r>
          </a:p>
        </p:txBody>
      </p:sp>
      <p:sp>
        <p:nvSpPr>
          <p:cNvPr id="5" name="TextBox 4"/>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Scale AI. MCP-Atlas / 公開train。課題689af4e653c3905e7b5b258e。CC BY 4.0。</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https://huggingface.co/datasets/ScaleAI/MCP-Atlas/viewer/default/train?row=25</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追加例8：美術品から工房の歴史をたどる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1. 追加の課題と分布</a:t>
            </a:r>
          </a:p>
        </p:txBody>
      </p:sp>
      <p:sp>
        <p:nvSpPr>
          <p:cNvPr id="4" name="TextBox 3"/>
          <p:cNvSpPr txBox="1"/>
          <p:nvPr/>
        </p:nvSpPr>
        <p:spPr>
          <a:xfrm>
            <a:off x="594360" y="1389888"/>
            <a:ext cx="7955279" cy="228600"/>
          </a:xfrm>
          <a:prstGeom prst="rect">
            <a:avLst/>
          </a:prstGeom>
          <a:noFill/>
        </p:spPr>
        <p:txBody>
          <a:bodyPr wrap="square" lIns="0" rIns="0" tIns="0" bIns="0">
            <a:noAutofit/>
          </a:bodyPr>
          <a:lstStyle/>
          <a:p>
            <a:pPr algn="l">
              <a:lnSpc>
                <a:spcPct val="117000"/>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公開課題（原文）</a:t>
            </a:r>
          </a:p>
        </p:txBody>
      </p:sp>
      <p:sp>
        <p:nvSpPr>
          <p:cNvPr id="5" name="TextBox 4"/>
          <p:cNvSpPr txBox="1"/>
          <p:nvPr/>
        </p:nvSpPr>
        <p:spPr>
          <a:xfrm>
            <a:off x="594360" y="1737360"/>
            <a:ext cx="7955279" cy="1691640"/>
          </a:xfrm>
          <a:prstGeom prst="rect">
            <a:avLst/>
          </a:prstGeom>
          <a:noFill/>
        </p:spPr>
        <p:txBody>
          <a:bodyPr wrap="square" lIns="0" rIns="0" tIns="0" bIns="0">
            <a:noAutofit/>
          </a:bodyPr>
          <a:lstStyle/>
          <a:p>
            <a:pPr algn="l">
              <a:lnSpc>
                <a:spcPct val="120000"/>
              </a:lnSpc>
              <a:spcBef>
                <a:spcPts val="0"/>
              </a:spcBef>
              <a:spcAft>
                <a:spcPts val="0"/>
              </a:spcAft>
              <a:buNone/>
              <a:defRPr sz="1800" b="0">
                <a:solidFill>
                  <a:srgbClr val="303437"/>
                </a:solidFill>
                <a:latin typeface="Noto Sans"/>
              </a:defRPr>
            </a:pPr>
            <a:r>
              <a:rPr sz="1800" b="0" lang="ja-JP" altLang="en-US">
                <a:solidFill>
                  <a:srgbClr val="303437"/>
                </a:solidFill>
                <a:latin typeface="Noto Sans"/>
                <a:ea typeface="Noto Sans CJK JP"/>
                <a:cs typeface="Noto Sans"/>
              </a:rPr>
              <a:t>I am preparing a historical report on objects, and I need to know: In what year did the workshop where the tyg object was created begin producing ceramics? I also want to know the name of the workshop.</a:t>
            </a:r>
          </a:p>
        </p:txBody>
      </p:sp>
      <p:sp>
        <p:nvSpPr>
          <p:cNvPr id="6" name="TextBox 5"/>
          <p:cNvSpPr txBox="1"/>
          <p:nvPr/>
        </p:nvSpPr>
        <p:spPr>
          <a:xfrm>
            <a:off x="594360" y="3712463"/>
            <a:ext cx="7955279" cy="777240"/>
          </a:xfrm>
          <a:prstGeom prst="rect">
            <a:avLst/>
          </a:prstGeom>
          <a:noFill/>
        </p:spPr>
        <p:txBody>
          <a:bodyPr wrap="square" lIns="0" rIns="0" tIns="0" bIns="0">
            <a:noAutofit/>
          </a:bodyPr>
          <a:lstStyle/>
          <a:p>
            <a:pPr algn="l">
              <a:lnSpc>
                <a:spcPct val="120000"/>
              </a:lnSpc>
              <a:spcBef>
                <a:spcPts val="0"/>
              </a:spcBef>
              <a:spcAft>
                <a:spcPts val="0"/>
              </a:spcAft>
              <a:buNone/>
              <a:defRPr sz="2000" b="0">
                <a:solidFill>
                  <a:srgbClr val="303437"/>
                </a:solidFill>
                <a:latin typeface="Noto Sans"/>
              </a:defRPr>
            </a:pPr>
            <a:r>
              <a:rPr sz="2000" b="0" lang="ja-JP" altLang="en-US">
                <a:solidFill>
                  <a:srgbClr val="303437"/>
                </a:solidFill>
                <a:latin typeface="Noto Sans"/>
                <a:ea typeface="Noto Sans CJK JP"/>
                <a:cs typeface="Noto Sans"/>
              </a:rPr>
              <a:t>Tygという器の制作工房を美術館の所蔵品情報で調べ、その工房が陶器を作り始めた年を探す。</a:t>
            </a:r>
          </a:p>
        </p:txBody>
      </p:sp>
      <p:sp>
        <p:nvSpPr>
          <p:cNvPr id="7" name="TextBox 6"/>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Scale AI. MCP-Atlas / 公開train。課題6896416f7b30e5d8ccd7c8c2。CC BY 4.0。</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https://huggingface.co/datasets/ScaleAI/MCP-Atlas/viewer/default/train?row=67</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作品の制作者を、歴史情報の検索キーにする</a:t>
            </a:r>
          </a:p>
        </p:txBody>
      </p:sp>
      <p:sp>
        <p:nvSpPr>
          <p:cNvPr id="3" name="Text Placeholder 2"/>
          <p:cNvSpPr>
            <a:spLocks noGrp="1"/>
          </p:cNvSpPr>
          <p:nvPr>
            <p:ph type="body" idx="1"/>
          </p:nvPr>
        </p:nvSpPr>
        <p:spPr>
          <a:xfrm>
            <a:off x="594360" y="1463040"/>
            <a:ext cx="7955279" cy="3090672"/>
          </a:xfrm>
        </p:spPr>
        <p:txBody>
          <a:bodyPr wrap="square" tIns="91440" bIns="91440">
            <a:noAutofit/>
          </a:bodyPr>
          <a:lstStyle/>
          <a:p>
            <a:pPr marL="457200" indent="-355600">
              <a:lnSpc>
                <a:spcPts val="2760"/>
              </a:lnSpc>
              <a:spcAft>
                <a:spcPts val="800"/>
              </a:spcAft>
              <a:buSzPct val="57826"/>
              <a:buFont typeface="Noto Sans CJK JP"/>
              <a:buChar char="●"/>
              <a:defRPr sz="2300" b="0">
                <a:solidFill>
                  <a:srgbClr val="303437"/>
                </a:solidFill>
                <a:latin typeface="Noto Sans"/>
              </a:defRPr>
            </a:pPr>
            <a:r>
              <a:rPr sz="2300" b="0" lang="ja-JP" altLang="en-US">
                <a:solidFill>
                  <a:srgbClr val="303437"/>
                </a:solidFill>
                <a:latin typeface="Noto Sans"/>
                <a:ea typeface="Noto Sans CJK JP"/>
                <a:cs typeface="Noto Sans"/>
              </a:rPr>
              <a:t>Tygを制作した工房はNewcomb Pottery。陶器の生産を開始した年は1895年。</a:t>
            </a:r>
          </a:p>
          <a:p>
            <a:pPr marL="457200" indent="-355600">
              <a:lnSpc>
                <a:spcPts val="2760"/>
              </a:lnSpc>
              <a:spcAft>
                <a:spcPts val="0"/>
              </a:spcAft>
              <a:buSzPct val="57826"/>
              <a:buFont typeface="Noto Sans CJK JP"/>
              <a:buChar char="●"/>
              <a:defRPr sz="2300" b="0">
                <a:solidFill>
                  <a:srgbClr val="303437"/>
                </a:solidFill>
                <a:latin typeface="Noto Sans"/>
              </a:defRPr>
            </a:pPr>
            <a:r>
              <a:rPr sz="2300" b="0" lang="ja-JP" altLang="en-US">
                <a:solidFill>
                  <a:srgbClr val="303437"/>
                </a:solidFill>
                <a:latin typeface="Noto Sans"/>
                <a:ea typeface="Noto Sans CJK JP"/>
                <a:cs typeface="Noto Sans"/>
              </a:rPr>
              <a:t>参照履歴では、Metの所蔵品検索で作品を見つけて詳細を読み、DuckDuckGoで工房の歴史を検索している。</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1. 追加の課題と分布</a:t>
            </a:r>
          </a:p>
        </p:txBody>
      </p:sp>
      <p:sp>
        <p:nvSpPr>
          <p:cNvPr id="5" name="TextBox 4"/>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Scale AI. MCP-Atlas / 公開train。課題6896416f7b30e5d8ccd7c8c2。CC BY 4.0。</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https://huggingface.co/datasets/ScaleAI/MCP-Atlas/viewer/default/train?row=67</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追加例9：未鑑賞の映画と予定を一緒に調べる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1. 追加の課題と分布</a:t>
            </a:r>
          </a:p>
        </p:txBody>
      </p:sp>
      <p:sp>
        <p:nvSpPr>
          <p:cNvPr id="4" name="TextBox 3"/>
          <p:cNvSpPr txBox="1"/>
          <p:nvPr/>
        </p:nvSpPr>
        <p:spPr>
          <a:xfrm>
            <a:off x="594360" y="1389888"/>
            <a:ext cx="7955279" cy="228600"/>
          </a:xfrm>
          <a:prstGeom prst="rect">
            <a:avLst/>
          </a:prstGeom>
          <a:noFill/>
        </p:spPr>
        <p:txBody>
          <a:bodyPr wrap="square" lIns="0" rIns="0" tIns="0" bIns="0">
            <a:noAutofit/>
          </a:bodyPr>
          <a:lstStyle/>
          <a:p>
            <a:pPr algn="l">
              <a:lnSpc>
                <a:spcPct val="117000"/>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公開課題（原文）</a:t>
            </a:r>
          </a:p>
        </p:txBody>
      </p:sp>
      <p:sp>
        <p:nvSpPr>
          <p:cNvPr id="5" name="TextBox 4"/>
          <p:cNvSpPr txBox="1"/>
          <p:nvPr/>
        </p:nvSpPr>
        <p:spPr>
          <a:xfrm>
            <a:off x="594360" y="1737360"/>
            <a:ext cx="7955279" cy="1691640"/>
          </a:xfrm>
          <a:prstGeom prst="rect">
            <a:avLst/>
          </a:prstGeom>
          <a:noFill/>
        </p:spPr>
        <p:txBody>
          <a:bodyPr wrap="square" lIns="0" rIns="0" tIns="0" bIns="0">
            <a:noAutofit/>
          </a:bodyPr>
          <a:lstStyle/>
          <a:p>
            <a:pPr algn="l">
              <a:lnSpc>
                <a:spcPct val="120000"/>
              </a:lnSpc>
              <a:spcBef>
                <a:spcPts val="0"/>
              </a:spcBef>
              <a:spcAft>
                <a:spcPts val="0"/>
              </a:spcAft>
              <a:buNone/>
              <a:defRPr sz="1800" b="0">
                <a:solidFill>
                  <a:srgbClr val="303437"/>
                </a:solidFill>
                <a:latin typeface="Noto Sans"/>
              </a:defRPr>
            </a:pPr>
            <a:r>
              <a:rPr sz="1800" b="0" lang="ja-JP" altLang="en-US">
                <a:solidFill>
                  <a:srgbClr val="303437"/>
                </a:solidFill>
                <a:latin typeface="Noto Sans"/>
                <a:ea typeface="Noto Sans CJK JP"/>
                <a:cs typeface="Noto Sans"/>
              </a:rPr>
              <a:t>From my local movie data, what's the highest-rated movie I haven't watched yet on imdb? I need it for my july 2025 family movie night, so please also remind me of the date and time it is scheduled.</a:t>
            </a:r>
          </a:p>
        </p:txBody>
      </p:sp>
      <p:sp>
        <p:nvSpPr>
          <p:cNvPr id="6" name="TextBox 5"/>
          <p:cNvSpPr txBox="1"/>
          <p:nvPr/>
        </p:nvSpPr>
        <p:spPr>
          <a:xfrm>
            <a:off x="594360" y="3712463"/>
            <a:ext cx="7955279" cy="777240"/>
          </a:xfrm>
          <a:prstGeom prst="rect">
            <a:avLst/>
          </a:prstGeom>
          <a:noFill/>
        </p:spPr>
        <p:txBody>
          <a:bodyPr wrap="square" lIns="0" rIns="0" tIns="0" bIns="0">
            <a:noAutofit/>
          </a:bodyPr>
          <a:lstStyle/>
          <a:p>
            <a:pPr algn="l">
              <a:lnSpc>
                <a:spcPct val="120000"/>
              </a:lnSpc>
              <a:spcBef>
                <a:spcPts val="0"/>
              </a:spcBef>
              <a:spcAft>
                <a:spcPts val="0"/>
              </a:spcAft>
              <a:buNone/>
              <a:defRPr sz="2000" b="0">
                <a:solidFill>
                  <a:srgbClr val="303437"/>
                </a:solidFill>
                <a:latin typeface="Noto Sans"/>
              </a:defRPr>
            </a:pPr>
            <a:r>
              <a:rPr sz="2000" b="0" lang="ja-JP" altLang="en-US">
                <a:solidFill>
                  <a:srgbClr val="303437"/>
                </a:solidFill>
                <a:latin typeface="Noto Sans"/>
                <a:ea typeface="Noto Sans CJK JP"/>
                <a:cs typeface="Noto Sans"/>
              </a:rPr>
              <a:t>ローカルの鑑賞記録から評価の高い未鑑賞映画を選び、家族の映画鑑賞会の日時を確認する。</a:t>
            </a:r>
          </a:p>
        </p:txBody>
      </p:sp>
      <p:sp>
        <p:nvSpPr>
          <p:cNvPr id="7" name="TextBox 6"/>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Scale AI. MCP-Atlas / 公開train。課題689bd255c0422b257e7dfcaf。CC BY 4.0。</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https://huggingface.co/datasets/ScaleAI/MCP-Atlas/viewer/default/train?row=465</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映画の条件と、鑑賞会の予定を照合する</a:t>
            </a:r>
          </a:p>
        </p:txBody>
      </p:sp>
      <p:sp>
        <p:nvSpPr>
          <p:cNvPr id="3" name="Text Placeholder 2"/>
          <p:cNvSpPr>
            <a:spLocks noGrp="1"/>
          </p:cNvSpPr>
          <p:nvPr>
            <p:ph type="body" idx="1"/>
          </p:nvPr>
        </p:nvSpPr>
        <p:spPr>
          <a:xfrm>
            <a:off x="594360" y="1463040"/>
            <a:ext cx="7955279" cy="3090672"/>
          </a:xfrm>
        </p:spPr>
        <p:txBody>
          <a:bodyPr wrap="square" tIns="91440" bIns="91440">
            <a:noAutofit/>
          </a:bodyPr>
          <a:lstStyle/>
          <a:p>
            <a:pPr marL="457200" indent="-355600">
              <a:lnSpc>
                <a:spcPts val="2760"/>
              </a:lnSpc>
              <a:spcAft>
                <a:spcPts val="800"/>
              </a:spcAft>
              <a:buSzPct val="57826"/>
              <a:buFont typeface="Noto Sans CJK JP"/>
              <a:buChar char="●"/>
              <a:defRPr sz="2300" b="0">
                <a:solidFill>
                  <a:srgbClr val="303437"/>
                </a:solidFill>
                <a:latin typeface="Noto Sans"/>
              </a:defRPr>
            </a:pPr>
            <a:r>
              <a:rPr sz="2300" b="0" lang="ja-JP" altLang="en-US">
                <a:solidFill>
                  <a:srgbClr val="303437"/>
                </a:solidFill>
                <a:latin typeface="Noto Sans"/>
                <a:ea typeface="Noto Sans CJK JP"/>
                <a:cs typeface="Noto Sans"/>
              </a:rPr>
              <a:t>未鑑賞の中でIMDb評価が最も高い映画はThe Shawshank Redemption。</a:t>
            </a:r>
          </a:p>
          <a:p>
            <a:pPr marL="457200" indent="-355600">
              <a:lnSpc>
                <a:spcPts val="2760"/>
              </a:lnSpc>
              <a:spcAft>
                <a:spcPts val="0"/>
              </a:spcAft>
              <a:buSzPct val="57826"/>
              <a:buFont typeface="Noto Sans CJK JP"/>
              <a:buChar char="●"/>
              <a:defRPr sz="2300" b="0">
                <a:solidFill>
                  <a:srgbClr val="303437"/>
                </a:solidFill>
                <a:latin typeface="Noto Sans"/>
              </a:defRPr>
            </a:pPr>
            <a:r>
              <a:rPr sz="2300" b="0" lang="ja-JP" altLang="en-US">
                <a:solidFill>
                  <a:srgbClr val="303437"/>
                </a:solidFill>
                <a:latin typeface="Noto Sans"/>
                <a:ea typeface="Noto Sans CJK JP"/>
                <a:cs typeface="Noto Sans"/>
              </a:rPr>
              <a:t>家族の映画鑑賞会は2025年7月29日、20:00〜22:00（ET）。参照履歴では、ローカルの映画ファイルを読み、Google Workspaceの予定を取得する。</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1. 追加の課題と分布</a:t>
            </a:r>
          </a:p>
        </p:txBody>
      </p:sp>
      <p:sp>
        <p:nvSpPr>
          <p:cNvPr id="5" name="TextBox 4"/>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Scale AI. MCP-Atlas / 公開train。課題689bd255c0422b257e7dfcaf。CC BY 4.0。</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https://huggingface.co/datasets/ScaleAI/MCP-Atlas/viewer/default/train?row=465</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追加例10：顧客満足度を担当者ごとに集計する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1. 追加の課題と分布</a:t>
            </a:r>
          </a:p>
        </p:txBody>
      </p:sp>
      <p:sp>
        <p:nvSpPr>
          <p:cNvPr id="4" name="TextBox 3"/>
          <p:cNvSpPr txBox="1"/>
          <p:nvPr/>
        </p:nvSpPr>
        <p:spPr>
          <a:xfrm>
            <a:off x="594360" y="1389888"/>
            <a:ext cx="7955279" cy="228600"/>
          </a:xfrm>
          <a:prstGeom prst="rect">
            <a:avLst/>
          </a:prstGeom>
          <a:noFill/>
        </p:spPr>
        <p:txBody>
          <a:bodyPr wrap="square" lIns="0" rIns="0" tIns="0" bIns="0">
            <a:noAutofit/>
          </a:bodyPr>
          <a:lstStyle/>
          <a:p>
            <a:pPr algn="l">
              <a:lnSpc>
                <a:spcPct val="117000"/>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公開課題（原文）</a:t>
            </a:r>
          </a:p>
        </p:txBody>
      </p:sp>
      <p:sp>
        <p:nvSpPr>
          <p:cNvPr id="5" name="TextBox 4"/>
          <p:cNvSpPr txBox="1"/>
          <p:nvPr/>
        </p:nvSpPr>
        <p:spPr>
          <a:xfrm>
            <a:off x="594360" y="1737360"/>
            <a:ext cx="7955279" cy="1691640"/>
          </a:xfrm>
          <a:prstGeom prst="rect">
            <a:avLst/>
          </a:prstGeom>
          <a:noFill/>
        </p:spPr>
        <p:txBody>
          <a:bodyPr wrap="square" lIns="0" rIns="0" tIns="0" bIns="0">
            <a:noAutofit/>
          </a:bodyPr>
          <a:lstStyle/>
          <a:p>
            <a:pPr algn="l">
              <a:lnSpc>
                <a:spcPct val="120000"/>
              </a:lnSpc>
              <a:spcBef>
                <a:spcPts val="0"/>
              </a:spcBef>
              <a:spcAft>
                <a:spcPts val="0"/>
              </a:spcAft>
              <a:buNone/>
              <a:defRPr sz="1800" b="0">
                <a:solidFill>
                  <a:srgbClr val="303437"/>
                </a:solidFill>
                <a:latin typeface="Noto Sans"/>
              </a:defRPr>
            </a:pPr>
            <a:r>
              <a:rPr sz="1800" b="0" lang="ja-JP" altLang="en-US">
                <a:solidFill>
                  <a:srgbClr val="303437"/>
                </a:solidFill>
                <a:latin typeface="Noto Sans"/>
                <a:ea typeface="Noto Sans CJK JP"/>
                <a:cs typeface="Noto Sans"/>
              </a:rPr>
              <a:t>I'm trying to find out which which people had the best ratings, i do haircuts and I have a list about my business where i am known as barber 2, i compete with my partner to see who was better. My other partner, barber 3, is not interested in my competition</a:t>
            </a:r>
          </a:p>
        </p:txBody>
      </p:sp>
      <p:sp>
        <p:nvSpPr>
          <p:cNvPr id="6" name="TextBox 5"/>
          <p:cNvSpPr txBox="1"/>
          <p:nvPr/>
        </p:nvSpPr>
        <p:spPr>
          <a:xfrm>
            <a:off x="594360" y="3712463"/>
            <a:ext cx="7955279" cy="777240"/>
          </a:xfrm>
          <a:prstGeom prst="rect">
            <a:avLst/>
          </a:prstGeom>
          <a:noFill/>
        </p:spPr>
        <p:txBody>
          <a:bodyPr wrap="square" lIns="0" rIns="0" tIns="0" bIns="0">
            <a:noAutofit/>
          </a:bodyPr>
          <a:lstStyle/>
          <a:p>
            <a:pPr algn="l">
              <a:lnSpc>
                <a:spcPct val="120000"/>
              </a:lnSpc>
              <a:spcBef>
                <a:spcPts val="0"/>
              </a:spcBef>
              <a:spcAft>
                <a:spcPts val="0"/>
              </a:spcAft>
              <a:buNone/>
              <a:defRPr sz="2000" b="0">
                <a:solidFill>
                  <a:srgbClr val="303437"/>
                </a:solidFill>
                <a:latin typeface="Noto Sans"/>
              </a:defRPr>
            </a:pPr>
            <a:r>
              <a:rPr sz="2000" b="0" lang="ja-JP" altLang="en-US">
                <a:solidFill>
                  <a:srgbClr val="303437"/>
                </a:solidFill>
                <a:latin typeface="Noto Sans"/>
                <a:ea typeface="Noto Sans CJK JP"/>
                <a:cs typeface="Noto Sans"/>
              </a:rPr>
              <a:t>理髪店のローカルデータから、Barber 1とBarber 2の顧客満足度の平均を比較する。</a:t>
            </a:r>
          </a:p>
        </p:txBody>
      </p:sp>
      <p:sp>
        <p:nvSpPr>
          <p:cNvPr id="7" name="TextBox 6"/>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Scale AI. MCP-Atlas / 公開train。課題6886306b5ed4da6b2c381175。CC BY 4.0。</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https://huggingface.co/datasets/ScaleAI/MCP-Atlas/viewer/default/train?row=477</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担当者ごとに顧客満足度の平均を計算する</a:t>
            </a:r>
          </a:p>
        </p:txBody>
      </p:sp>
      <p:sp>
        <p:nvSpPr>
          <p:cNvPr id="3" name="Text Placeholder 2"/>
          <p:cNvSpPr>
            <a:spLocks noGrp="1"/>
          </p:cNvSpPr>
          <p:nvPr>
            <p:ph type="body" idx="1"/>
          </p:nvPr>
        </p:nvSpPr>
        <p:spPr>
          <a:xfrm>
            <a:off x="594360" y="1463040"/>
            <a:ext cx="7955279" cy="3090672"/>
          </a:xfrm>
        </p:spPr>
        <p:txBody>
          <a:bodyPr wrap="square" tIns="91440" bIns="91440">
            <a:noAutofit/>
          </a:bodyPr>
          <a:lstStyle/>
          <a:p>
            <a:pPr marL="457200" indent="-355600">
              <a:lnSpc>
                <a:spcPts val="2760"/>
              </a:lnSpc>
              <a:spcAft>
                <a:spcPts val="800"/>
              </a:spcAft>
              <a:buSzPct val="57826"/>
              <a:buFont typeface="Noto Sans CJK JP"/>
              <a:buChar char="●"/>
              <a:defRPr sz="2300" b="0">
                <a:solidFill>
                  <a:srgbClr val="303437"/>
                </a:solidFill>
                <a:latin typeface="Noto Sans"/>
              </a:defRPr>
            </a:pPr>
            <a:r>
              <a:rPr sz="2300" b="0" lang="ja-JP" altLang="en-US">
                <a:solidFill>
                  <a:srgbClr val="303437"/>
                </a:solidFill>
                <a:latin typeface="Noto Sans"/>
                <a:ea typeface="Noto Sans CJK JP"/>
                <a:cs typeface="Noto Sans"/>
              </a:rPr>
              <a:t>顧客満足度の平均はBarber 1が4.31、Barber 2が4.78。比較ではBarber 2の方が高い。</a:t>
            </a:r>
          </a:p>
          <a:p>
            <a:pPr marL="457200" indent="-355600">
              <a:lnSpc>
                <a:spcPts val="2760"/>
              </a:lnSpc>
              <a:spcAft>
                <a:spcPts val="0"/>
              </a:spcAft>
              <a:buSzPct val="57826"/>
              <a:buFont typeface="Noto Sans CJK JP"/>
              <a:buChar char="●"/>
              <a:defRPr sz="2300" b="0">
                <a:solidFill>
                  <a:srgbClr val="303437"/>
                </a:solidFill>
                <a:latin typeface="Noto Sans"/>
              </a:defRPr>
            </a:pPr>
            <a:r>
              <a:rPr sz="2300" b="0" lang="ja-JP" altLang="en-US">
                <a:solidFill>
                  <a:srgbClr val="303437"/>
                </a:solidFill>
                <a:latin typeface="Noto Sans"/>
                <a:ea typeface="Noto Sans CJK JP"/>
                <a:cs typeface="Noto Sans"/>
              </a:rPr>
              <a:t>参照履歴では、端末でローカルファイルを探し、コード実行サーバーでCSVを集計する。依頼の対象でないBarber 3は比較に含めない。</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1. 追加の課題と分布</a:t>
            </a:r>
          </a:p>
        </p:txBody>
      </p:sp>
      <p:sp>
        <p:nvSpPr>
          <p:cNvPr id="5" name="TextBox 4"/>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Scale AI. MCP-Atlas / 公開train。課題6886306b5ed4da6b2c381175。CC BY 4.0。</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https://huggingface.co/datasets/ScaleAI/MCP-Atlas/viewer/default/train?row=477</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500" b="0">
                <a:solidFill>
                  <a:srgbClr val="303437"/>
                </a:solidFill>
                <a:latin typeface="Noto Sans"/>
              </a:defRPr>
            </a:pPr>
            <a:r>
              <a:rPr sz="2500" b="1" lang="ja-JP" altLang="en-US">
                <a:solidFill>
                  <a:srgbClr val="303437"/>
                </a:solidFill>
                <a:latin typeface="Noto Sans"/>
                <a:ea typeface="Noto Sans CJK JP"/>
                <a:cs typeface="Noto Sans"/>
              </a:rPr>
              <a:t>36サーバーのうち、検索系は多くの課題で使われる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1. 追加の課題と分布</a:t>
            </a:r>
          </a:p>
        </p:txBody>
      </p:sp>
      <p:graphicFrame>
        <p:nvGraphicFramePr>
          <p:cNvPr id="4" name="Chart 3"/>
          <p:cNvGraphicFramePr>
            <a:graphicFrameLocks noGrp="1"/>
          </p:cNvGraphicFramePr>
          <p:nvPr/>
        </p:nvGraphicFramePr>
        <p:xfrm>
          <a:off x="548640" y="1481328"/>
          <a:ext cx="8046720" cy="2468880"/>
        </p:xfrm>
        <a:graphic>
          <a:graphicData uri="http://schemas.openxmlformats.org/drawingml/2006/chart">
            <c:chart xmlns:c="http://schemas.openxmlformats.org/drawingml/2006/chart" r:id="rId2"/>
          </a:graphicData>
        </a:graphic>
      </p:graphicFrame>
      <p:sp>
        <p:nvSpPr>
          <p:cNvPr id="5" name="TextBox 4"/>
          <p:cNvSpPr txBox="1"/>
          <p:nvPr/>
        </p:nvSpPr>
        <p:spPr>
          <a:xfrm>
            <a:off x="594360" y="4096512"/>
            <a:ext cx="7955279" cy="420624"/>
          </a:xfrm>
          <a:prstGeom prst="rect">
            <a:avLst/>
          </a:prstGeom>
          <a:noFill/>
        </p:spPr>
        <p:txBody>
          <a:bodyPr wrap="square" lIns="0" rIns="0" tIns="0" bIns="0">
            <a:noAutofit/>
          </a:bodyPr>
          <a:lstStyle/>
          <a:p>
            <a:pPr algn="l">
              <a:lnSpc>
                <a:spcPts val="2160"/>
              </a:lnSpc>
              <a:spcBef>
                <a:spcPts val="0"/>
              </a:spcBef>
              <a:spcAft>
                <a:spcPts val="0"/>
              </a:spcAft>
              <a:buNone/>
              <a:defRPr sz="1750" b="0">
                <a:solidFill>
                  <a:srgbClr val="303437"/>
                </a:solidFill>
                <a:latin typeface="Noto Sans"/>
              </a:defRPr>
            </a:pPr>
            <a:r>
              <a:rPr sz="1750" b="0" lang="ja-JP" altLang="en-US">
                <a:solidFill>
                  <a:srgbClr val="303437"/>
                </a:solidFill>
                <a:latin typeface="Noto Sans"/>
                <a:ea typeface="Noto Sans CJK JP"/>
                <a:cs typeface="Noto Sans"/>
              </a:rPr>
              <a:t>論文v3、全1,000課題の必要サーバー上位6件（課題数）。</a:t>
            </a:r>
          </a:p>
        </p:txBody>
      </p:sp>
      <p:sp>
        <p:nvSpPr>
          <p:cNvPr id="6" name="TextBox 5"/>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Bandi, Dumitru et al. (2026). MCP-Atlas: A Large-Scale Benchmark for Tool-Use Competency with Real MCP Servers. 論文v3。</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3"/>
              </a:rPr>
              <a:t>https://arxiv.org/abs/2602.00933v3</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1課題あたりのツールと正解条件の数</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1. 追加の課題と分布</a:t>
            </a:r>
          </a:p>
        </p:txBody>
      </p:sp>
      <p:graphicFrame>
        <p:nvGraphicFramePr>
          <p:cNvPr id="4" name="Table 3"/>
          <p:cNvGraphicFramePr>
            <a:graphicFrameLocks noGrp="1"/>
          </p:cNvGraphicFramePr>
          <p:nvPr/>
        </p:nvGraphicFramePr>
        <p:xfrm>
          <a:off x="548640" y="1938528"/>
          <a:ext cx="8046720" cy="1719072"/>
        </p:xfrm>
        <a:graphic>
          <a:graphicData uri="http://schemas.openxmlformats.org/drawingml/2006/table">
            <a:tbl>
              <a:tblPr firstRow="0" bandRow="0"/>
              <a:tblGrid>
                <a:gridCol w="4023360"/>
                <a:gridCol w="1737360"/>
                <a:gridCol w="2286000"/>
              </a:tblGrid>
              <a:tr h="429768">
                <a:tc>
                  <a:txBody>
                    <a:bodyPr wrap="square">
                      <a:noAutofit/>
                    </a:bodyPr>
                    <a:lstStyle/>
                    <a:p>
                      <a:pPr algn="l">
                        <a:lnSpc>
                          <a:spcPts val="2200"/>
                        </a:lnSpc>
                        <a:buNone/>
                        <a:defRPr sz="1850" b="0">
                          <a:solidFill>
                            <a:srgbClr val="303437"/>
                          </a:solidFill>
                          <a:latin typeface="Noto Sans"/>
                        </a:defRPr>
                      </a:pPr>
                      <a:r>
                        <a:rPr sz="1850" b="0" lang="ja-JP" altLang="en-US">
                          <a:solidFill>
                            <a:srgbClr val="303437"/>
                          </a:solidFill>
                          <a:latin typeface="Noto Sans"/>
                          <a:ea typeface="Noto Sans CJK JP"/>
                          <a:cs typeface="Noto Sans"/>
                        </a:rPr>
                        <a:t>数える対象</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2200"/>
                        </a:lnSpc>
                        <a:buNone/>
                        <a:defRPr sz="1850" b="0">
                          <a:solidFill>
                            <a:srgbClr val="303437"/>
                          </a:solidFill>
                          <a:latin typeface="Noto Sans"/>
                        </a:defRPr>
                      </a:pPr>
                      <a:r>
                        <a:rPr sz="1850" b="0" lang="ja-JP" altLang="en-US">
                          <a:solidFill>
                            <a:srgbClr val="303437"/>
                          </a:solidFill>
                          <a:latin typeface="Noto Sans"/>
                          <a:ea typeface="Noto Sans CJK JP"/>
                          <a:cs typeface="Noto Sans"/>
                        </a:rPr>
                        <a:t>1課題の平均</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2200"/>
                        </a:lnSpc>
                        <a:buNone/>
                        <a:defRPr sz="1850" b="0">
                          <a:solidFill>
                            <a:srgbClr val="303437"/>
                          </a:solidFill>
                          <a:latin typeface="Noto Sans"/>
                        </a:defRPr>
                      </a:pPr>
                      <a:r>
                        <a:rPr sz="1850" b="0" lang="ja-JP" altLang="en-US">
                          <a:solidFill>
                            <a:srgbClr val="303437"/>
                          </a:solidFill>
                          <a:latin typeface="Noto Sans"/>
                          <a:ea typeface="Noto Sans CJK JP"/>
                          <a:cs typeface="Noto Sans"/>
                        </a:rPr>
                        <a:t>最小〜最大</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429768">
                <a:tc>
                  <a:txBody>
                    <a:bodyPr wrap="square">
                      <a:noAutofit/>
                    </a:bodyPr>
                    <a:lstStyle/>
                    <a:p>
                      <a:pPr algn="l">
                        <a:lnSpc>
                          <a:spcPts val="2200"/>
                        </a:lnSpc>
                        <a:buNone/>
                        <a:defRPr sz="1850" b="0">
                          <a:solidFill>
                            <a:srgbClr val="303437"/>
                          </a:solidFill>
                          <a:latin typeface="Noto Sans"/>
                        </a:defRPr>
                      </a:pPr>
                      <a:r>
                        <a:rPr sz="1850" b="0" lang="ja-JP" altLang="en-US">
                          <a:solidFill>
                            <a:srgbClr val="303437"/>
                          </a:solidFill>
                          <a:latin typeface="Noto Sans"/>
                          <a:ea typeface="Noto Sans CJK JP"/>
                          <a:cs typeface="Noto Sans"/>
                        </a:rPr>
                        <a:t>提示するツールの種類数</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2200"/>
                        </a:lnSpc>
                        <a:buNone/>
                        <a:defRPr sz="1850" b="0">
                          <a:solidFill>
                            <a:srgbClr val="303437"/>
                          </a:solidFill>
                          <a:latin typeface="Noto Sans"/>
                        </a:defRPr>
                      </a:pPr>
                      <a:r>
                        <a:rPr sz="1850" b="0" lang="ja-JP" altLang="en-US">
                          <a:solidFill>
                            <a:srgbClr val="303437"/>
                          </a:solidFill>
                          <a:latin typeface="Noto Sans"/>
                          <a:ea typeface="Noto Sans CJK JP"/>
                          <a:cs typeface="Noto Sans"/>
                        </a:rPr>
                        <a:t>15.2種類</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2200"/>
                        </a:lnSpc>
                        <a:buNone/>
                        <a:defRPr sz="1850" b="0">
                          <a:solidFill>
                            <a:srgbClr val="303437"/>
                          </a:solidFill>
                          <a:latin typeface="Noto Sans"/>
                        </a:defRPr>
                      </a:pPr>
                      <a:r>
                        <a:rPr sz="1850" b="0" lang="ja-JP" altLang="en-US">
                          <a:solidFill>
                            <a:srgbClr val="303437"/>
                          </a:solidFill>
                          <a:latin typeface="Noto Sans"/>
                          <a:ea typeface="Noto Sans CJK JP"/>
                          <a:cs typeface="Noto Sans"/>
                        </a:rPr>
                        <a:t>6〜37種類</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429768">
                <a:tc>
                  <a:txBody>
                    <a:bodyPr wrap="square">
                      <a:noAutofit/>
                    </a:bodyPr>
                    <a:lstStyle/>
                    <a:p>
                      <a:pPr algn="l">
                        <a:lnSpc>
                          <a:spcPts val="2200"/>
                        </a:lnSpc>
                        <a:buNone/>
                        <a:defRPr sz="1850" b="0">
                          <a:solidFill>
                            <a:srgbClr val="303437"/>
                          </a:solidFill>
                          <a:latin typeface="Noto Sans"/>
                        </a:defRPr>
                      </a:pPr>
                      <a:r>
                        <a:rPr sz="1850" b="0" lang="ja-JP" altLang="en-US">
                          <a:solidFill>
                            <a:srgbClr val="303437"/>
                          </a:solidFill>
                          <a:latin typeface="Noto Sans"/>
                          <a:ea typeface="Noto Sans CJK JP"/>
                          <a:cs typeface="Noto Sans"/>
                        </a:rPr>
                        <a:t>解答に必要なツールの種類数</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200"/>
                        </a:lnSpc>
                        <a:buNone/>
                        <a:defRPr sz="1850" b="0">
                          <a:solidFill>
                            <a:srgbClr val="303437"/>
                          </a:solidFill>
                          <a:latin typeface="Noto Sans"/>
                        </a:defRPr>
                      </a:pPr>
                      <a:r>
                        <a:rPr sz="1850" b="0" lang="ja-JP" altLang="en-US">
                          <a:solidFill>
                            <a:srgbClr val="303437"/>
                          </a:solidFill>
                          <a:latin typeface="Noto Sans"/>
                          <a:ea typeface="Noto Sans CJK JP"/>
                          <a:cs typeface="Noto Sans"/>
                        </a:rPr>
                        <a:t>4.1種類</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200"/>
                        </a:lnSpc>
                        <a:buNone/>
                        <a:defRPr sz="1850" b="0">
                          <a:solidFill>
                            <a:srgbClr val="303437"/>
                          </a:solidFill>
                          <a:latin typeface="Noto Sans"/>
                        </a:defRPr>
                      </a:pPr>
                      <a:r>
                        <a:rPr sz="1850" b="0" lang="ja-JP" altLang="en-US">
                          <a:solidFill>
                            <a:srgbClr val="303437"/>
                          </a:solidFill>
                          <a:latin typeface="Noto Sans"/>
                          <a:ea typeface="Noto Sans CJK JP"/>
                          <a:cs typeface="Noto Sans"/>
                        </a:rPr>
                        <a:t>2〜8種類</a:t>
                      </a:r>
                    </a:p>
                  </a:txBody>
                  <a:tcPr marL="63500" marR="63500" marT="38100" marB="38100" anchor="ctr">
                    <a:lnL w="7620">
                      <a:noFill/>
                    </a:lnL>
                    <a:lnR w="7620">
                      <a:noFill/>
                    </a:lnR>
                    <a:lnT w="7620">
                      <a:noFill/>
                    </a:lnT>
                    <a:lnB w="7620">
                      <a:noFill/>
                    </a:lnB>
                    <a:solidFill>
                      <a:srgbClr val="FFFEF8"/>
                    </a:solidFill>
                  </a:tcPr>
                </a:tc>
              </a:tr>
              <a:tr h="429768">
                <a:tc>
                  <a:txBody>
                    <a:bodyPr wrap="square">
                      <a:noAutofit/>
                    </a:bodyPr>
                    <a:lstStyle/>
                    <a:p>
                      <a:pPr algn="l">
                        <a:lnSpc>
                          <a:spcPts val="2200"/>
                        </a:lnSpc>
                        <a:buNone/>
                        <a:defRPr sz="1850" b="0">
                          <a:solidFill>
                            <a:srgbClr val="303437"/>
                          </a:solidFill>
                          <a:latin typeface="Noto Sans"/>
                        </a:defRPr>
                      </a:pPr>
                      <a:r>
                        <a:rPr sz="1850" b="0" lang="ja-JP" altLang="en-US">
                          <a:solidFill>
                            <a:srgbClr val="303437"/>
                          </a:solidFill>
                          <a:latin typeface="Noto Sans"/>
                          <a:ea typeface="Noto Sans CJK JP"/>
                          <a:cs typeface="Noto Sans"/>
                        </a:rPr>
                        <a:t>回答の正解条件の数</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2200"/>
                        </a:lnSpc>
                        <a:buNone/>
                        <a:defRPr sz="1850" b="0">
                          <a:solidFill>
                            <a:srgbClr val="303437"/>
                          </a:solidFill>
                          <a:latin typeface="Noto Sans"/>
                        </a:defRPr>
                      </a:pPr>
                      <a:r>
                        <a:rPr sz="1850" b="0" lang="ja-JP" altLang="en-US">
                          <a:solidFill>
                            <a:srgbClr val="303437"/>
                          </a:solidFill>
                          <a:latin typeface="Noto Sans"/>
                          <a:ea typeface="Noto Sans CJK JP"/>
                          <a:cs typeface="Noto Sans"/>
                        </a:rPr>
                        <a:t>4.7項目</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2200"/>
                        </a:lnSpc>
                        <a:buNone/>
                        <a:defRPr sz="1850" b="0">
                          <a:solidFill>
                            <a:srgbClr val="303437"/>
                          </a:solidFill>
                          <a:latin typeface="Noto Sans"/>
                        </a:defRPr>
                      </a:pPr>
                      <a:r>
                        <a:rPr sz="1850" b="0" lang="ja-JP" altLang="en-US">
                          <a:solidFill>
                            <a:srgbClr val="303437"/>
                          </a:solidFill>
                          <a:latin typeface="Noto Sans"/>
                          <a:ea typeface="Noto Sans CJK JP"/>
                          <a:cs typeface="Noto Sans"/>
                        </a:rPr>
                        <a:t>1〜23項目</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TextBox 4"/>
          <p:cNvSpPr txBox="1"/>
          <p:nvPr/>
        </p:nvSpPr>
        <p:spPr>
          <a:xfrm>
            <a:off x="594360" y="3858768"/>
            <a:ext cx="7955279" cy="667512"/>
          </a:xfrm>
          <a:prstGeom prst="rect">
            <a:avLst/>
          </a:prstGeom>
          <a:noFill/>
        </p:spPr>
        <p:txBody>
          <a:bodyPr wrap="square" lIns="0" rIns="0" tIns="0" bIns="0">
            <a:noAutofit/>
          </a:bodyPr>
          <a:lstStyle/>
          <a:p>
            <a:pPr algn="l">
              <a:lnSpc>
                <a:spcPts val="2300"/>
              </a:lnSpc>
              <a:spcBef>
                <a:spcPts val="0"/>
              </a:spcBef>
              <a:spcAft>
                <a:spcPts val="0"/>
              </a:spcAft>
              <a:buNone/>
              <a:defRPr sz="1800" b="0">
                <a:solidFill>
                  <a:srgbClr val="303437"/>
                </a:solidFill>
                <a:latin typeface="Noto Sans"/>
              </a:defRPr>
            </a:pPr>
            <a:r>
              <a:rPr sz="1800" b="0" lang="ja-JP" altLang="en-US">
                <a:solidFill>
                  <a:srgbClr val="303437"/>
                </a:solidFill>
                <a:latin typeface="Noto Sans"/>
                <a:ea typeface="Noto Sans CJK JP"/>
                <a:cs typeface="Noto Sans"/>
              </a:rPr>
              <a:t>種類数はツールの機能の数。同じ機能を繰り返し呼ぶこともある。</a:t>
            </a:r>
          </a:p>
          <a:p>
            <a:pPr algn="l">
              <a:lnSpc>
                <a:spcPts val="2300"/>
              </a:lnSpc>
              <a:spcBef>
                <a:spcPts val="0"/>
              </a:spcBef>
              <a:spcAft>
                <a:spcPts val="0"/>
              </a:spcAft>
              <a:buNone/>
              <a:defRPr sz="1800" b="0">
                <a:solidFill>
                  <a:srgbClr val="303437"/>
                </a:solidFill>
                <a:latin typeface="Noto Sans"/>
              </a:defRPr>
            </a:pPr>
            <a:r>
              <a:rPr sz="1800" b="0" lang="ja-JP" altLang="en-US">
                <a:solidFill>
                  <a:srgbClr val="303437"/>
                </a:solidFill>
                <a:latin typeface="Noto Sans"/>
                <a:ea typeface="Noto Sans CJK JP"/>
                <a:cs typeface="Noto Sans"/>
              </a:rPr>
              <a:t>参照の操作履歴におけるツール呼び出しは、1課題あたり平均9.8回。</a:t>
            </a:r>
          </a:p>
        </p:txBody>
      </p:sp>
      <p:sp>
        <p:nvSpPr>
          <p:cNvPr id="6" name="TextBox 5"/>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Bandi, Dumitru et al. (2026). MCP-Atlas: A Large-Scale Benchmark for Tool-Use Competency with Real MCP Servers. 論文v3。</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https://arxiv.org/abs/2602.00933v3</a:t>
            </a:r>
          </a:p>
        </p:txBody>
      </p:sp>
      <p:sp>
        <p:nvSpPr>
          <p:cNvPr id="7" name="TextBox 6"/>
          <p:cNvSpPr txBox="1"/>
          <p:nvPr/>
        </p:nvSpPr>
        <p:spPr>
          <a:xfrm>
            <a:off x="594360" y="1417320"/>
            <a:ext cx="7955279" cy="320040"/>
          </a:xfrm>
          <a:prstGeom prst="rect">
            <a:avLst/>
          </a:prstGeom>
          <a:noFill/>
        </p:spPr>
        <p:txBody>
          <a:bodyPr wrap="none" lIns="0" rIns="0" tIns="0" bIns="0">
            <a:spAutoFit/>
          </a:bodyPr>
          <a:lstStyle/>
          <a:p>
            <a:pPr>
              <a:lnSpc>
                <a:spcPts val="2300"/>
              </a:lnSpc>
            </a:pPr>
            <a:r>
              <a:rPr sz="1800" b="0" lang="ja-JP" altLang="en-US">
                <a:solidFill>
                  <a:srgbClr val="303437"/>
                </a:solidFill>
                <a:latin typeface="Noto Sans"/>
                <a:ea typeface="Noto Sans CJK JP"/>
                <a:cs typeface="Noto Sans"/>
              </a:rPr>
              <a:t>全1,000課題を集計。平均は1課題あたり、範囲は最小〜最大。</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ツール呼び出しの失敗を4種類に分ける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1. 追加の課題と分布</a:t>
            </a:r>
          </a:p>
        </p:txBody>
      </p:sp>
      <p:graphicFrame>
        <p:nvGraphicFramePr>
          <p:cNvPr id="4" name="Table 3"/>
          <p:cNvGraphicFramePr>
            <a:graphicFrameLocks noGrp="1"/>
          </p:cNvGraphicFramePr>
          <p:nvPr/>
        </p:nvGraphicFramePr>
        <p:xfrm>
          <a:off x="548640" y="1508760"/>
          <a:ext cx="8046720" cy="2377440"/>
        </p:xfrm>
        <a:graphic>
          <a:graphicData uri="http://schemas.openxmlformats.org/drawingml/2006/table">
            <a:tbl>
              <a:tblPr firstRow="0" bandRow="0"/>
              <a:tblGrid>
                <a:gridCol w="3291840"/>
                <a:gridCol w="4754880"/>
              </a:tblGrid>
              <a:tr h="475488">
                <a:tc>
                  <a:txBody>
                    <a:bodyPr wrap="square">
                      <a:noAutofit/>
                    </a:bodyPr>
                    <a:lstStyle/>
                    <a:p>
                      <a:pPr algn="l">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失敗の種類</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l">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何が起きたか</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475488">
                <a:tc>
                  <a:txBody>
                    <a:bodyPr wrap="square">
                      <a:noAutofit/>
                    </a:bodyPr>
                    <a:lstStyle/>
                    <a:p>
                      <a:pPr algn="l">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引数の誤り</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l">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不正な形式や値で呼び出す</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475488">
                <a:tc>
                  <a:txBody>
                    <a:bodyPr wrap="square">
                      <a:noAutofit/>
                    </a:bodyPr>
                    <a:lstStyle/>
                    <a:p>
                      <a:pPr algn="l">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ツールの選択誤り</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依頼に対応できないツールを選ぶ</a:t>
                      </a:r>
                    </a:p>
                  </a:txBody>
                  <a:tcPr marL="63500" marR="63500" marT="38100" marB="38100" anchor="ctr">
                    <a:lnL w="7620">
                      <a:noFill/>
                    </a:lnL>
                    <a:lnR w="7620">
                      <a:noFill/>
                    </a:lnR>
                    <a:lnT w="7620">
                      <a:noFill/>
                    </a:lnT>
                    <a:lnB w="7620">
                      <a:noFill/>
                    </a:lnB>
                    <a:solidFill>
                      <a:srgbClr val="FFFEF8"/>
                    </a:solidFill>
                  </a:tcPr>
                </a:tc>
              </a:tr>
              <a:tr h="475488">
                <a:tc>
                  <a:txBody>
                    <a:bodyPr wrap="square">
                      <a:noAutofit/>
                    </a:bodyPr>
                    <a:lstStyle/>
                    <a:p>
                      <a:pPr algn="l">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ツールを使わない</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必要な外部データを取得しない</a:t>
                      </a:r>
                    </a:p>
                  </a:txBody>
                  <a:tcPr marL="63500" marR="63500" marT="38100" marB="38100" anchor="ctr">
                    <a:lnL w="7620">
                      <a:noFill/>
                    </a:lnL>
                    <a:lnR w="7620">
                      <a:noFill/>
                    </a:lnR>
                    <a:lnT w="7620">
                      <a:noFill/>
                    </a:lnT>
                    <a:lnB w="7620">
                      <a:noFill/>
                    </a:lnB>
                    <a:solidFill>
                      <a:srgbClr val="FFFEF8"/>
                    </a:solidFill>
                  </a:tcPr>
                </a:tc>
              </a:tr>
              <a:tr h="475488">
                <a:tc>
                  <a:txBody>
                    <a:bodyPr wrap="square">
                      <a:noAutofit/>
                    </a:bodyPr>
                    <a:lstStyle/>
                    <a:p>
                      <a:pPr algn="l">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エラーから復帰できない</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l">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呼び出し失敗の後、修正や代替を試さない</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TextBox 4"/>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Bandi, Dumitru et al. (2026). MCP-Atlas: A Large-Scale Benchmark for Tool-Use Competency with Real MCP Servers. 論文v3。</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https://arxiv.org/abs/2602.00933v3</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理解・情報統合・完了判断の失敗は7種類</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1. 追加の課題と分布</a:t>
            </a:r>
          </a:p>
        </p:txBody>
      </p:sp>
      <p:graphicFrame>
        <p:nvGraphicFramePr>
          <p:cNvPr id="4" name="Table 3"/>
          <p:cNvGraphicFramePr>
            <a:graphicFrameLocks noGrp="1"/>
          </p:cNvGraphicFramePr>
          <p:nvPr/>
        </p:nvGraphicFramePr>
        <p:xfrm>
          <a:off x="548640" y="1508760"/>
          <a:ext cx="8046720" cy="2926080"/>
        </p:xfrm>
        <a:graphic>
          <a:graphicData uri="http://schemas.openxmlformats.org/drawingml/2006/table">
            <a:tbl>
              <a:tblPr firstRow="0" bandRow="0"/>
              <a:tblGrid>
                <a:gridCol w="3291840"/>
                <a:gridCol w="4754880"/>
              </a:tblGrid>
              <a:tr h="365760">
                <a:tc>
                  <a:txBody>
                    <a:bodyPr wrap="square">
                      <a:noAutofit/>
                    </a:bodyPr>
                    <a:lstStyle/>
                    <a:p>
                      <a:pPr algn="l">
                        <a:lnSpc>
                          <a:spcPts val="1954"/>
                        </a:lnSpc>
                        <a:buNone/>
                        <a:defRPr sz="1700" b="0">
                          <a:solidFill>
                            <a:srgbClr val="303437"/>
                          </a:solidFill>
                          <a:latin typeface="Noto Sans"/>
                        </a:defRPr>
                      </a:pPr>
                      <a:r>
                        <a:rPr sz="1700" b="0" lang="ja-JP" altLang="en-US">
                          <a:solidFill>
                            <a:srgbClr val="303437"/>
                          </a:solidFill>
                          <a:latin typeface="Noto Sans"/>
                          <a:ea typeface="Noto Sans CJK JP"/>
                          <a:cs typeface="Noto Sans"/>
                        </a:rPr>
                        <a:t>失敗の種類</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l">
                        <a:lnSpc>
                          <a:spcPts val="1954"/>
                        </a:lnSpc>
                        <a:buNone/>
                        <a:defRPr sz="1700" b="0">
                          <a:solidFill>
                            <a:srgbClr val="303437"/>
                          </a:solidFill>
                          <a:latin typeface="Noto Sans"/>
                        </a:defRPr>
                      </a:pPr>
                      <a:r>
                        <a:rPr sz="1700" b="0" lang="ja-JP" altLang="en-US">
                          <a:solidFill>
                            <a:srgbClr val="303437"/>
                          </a:solidFill>
                          <a:latin typeface="Noto Sans"/>
                          <a:ea typeface="Noto Sans CJK JP"/>
                          <a:cs typeface="Noto Sans"/>
                        </a:rPr>
                        <a:t>何が起きたか</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365760">
                <a:tc>
                  <a:txBody>
                    <a:bodyPr wrap="square">
                      <a:noAutofit/>
                    </a:bodyPr>
                    <a:lstStyle/>
                    <a:p>
                      <a:pPr algn="l">
                        <a:lnSpc>
                          <a:spcPts val="1954"/>
                        </a:lnSpc>
                        <a:buNone/>
                        <a:defRPr sz="1700" b="0">
                          <a:solidFill>
                            <a:srgbClr val="303437"/>
                          </a:solidFill>
                          <a:latin typeface="Noto Sans"/>
                        </a:defRPr>
                      </a:pPr>
                      <a:r>
                        <a:rPr sz="1700" b="0" lang="ja-JP" altLang="en-US">
                          <a:solidFill>
                            <a:srgbClr val="303437"/>
                          </a:solidFill>
                          <a:latin typeface="Noto Sans"/>
                          <a:ea typeface="Noto Sans CJK JP"/>
                          <a:cs typeface="Noto Sans"/>
                        </a:rPr>
                        <a:t>課題の取り違え</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l">
                        <a:lnSpc>
                          <a:spcPts val="1954"/>
                        </a:lnSpc>
                        <a:buNone/>
                        <a:defRPr sz="1700" b="0">
                          <a:solidFill>
                            <a:srgbClr val="303437"/>
                          </a:solidFill>
                          <a:latin typeface="Noto Sans"/>
                        </a:defRPr>
                      </a:pPr>
                      <a:r>
                        <a:rPr sz="1700" b="0" lang="ja-JP" altLang="en-US">
                          <a:solidFill>
                            <a:srgbClr val="303437"/>
                          </a:solidFill>
                          <a:latin typeface="Noto Sans"/>
                          <a:ea typeface="Noto Sans CJK JP"/>
                          <a:cs typeface="Noto Sans"/>
                        </a:rPr>
                        <a:t>依頼とは異なる質問に答える</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365760">
                <a:tc>
                  <a:txBody>
                    <a:bodyPr wrap="square">
                      <a:noAutofit/>
                    </a:bodyPr>
                    <a:lstStyle/>
                    <a:p>
                      <a:pPr algn="l">
                        <a:lnSpc>
                          <a:spcPts val="1954"/>
                        </a:lnSpc>
                        <a:buNone/>
                        <a:defRPr sz="1700" b="0">
                          <a:solidFill>
                            <a:srgbClr val="303437"/>
                          </a:solidFill>
                          <a:latin typeface="Noto Sans"/>
                        </a:defRPr>
                      </a:pPr>
                      <a:r>
                        <a:rPr sz="1700" b="0" lang="ja-JP" altLang="en-US">
                          <a:solidFill>
                            <a:srgbClr val="303437"/>
                          </a:solidFill>
                          <a:latin typeface="Noto Sans"/>
                          <a:ea typeface="Noto Sans CJK JP"/>
                          <a:cs typeface="Noto Sans"/>
                        </a:rPr>
                        <a:t>情報の統合ミス</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1954"/>
                        </a:lnSpc>
                        <a:buNone/>
                        <a:defRPr sz="1700" b="0">
                          <a:solidFill>
                            <a:srgbClr val="303437"/>
                          </a:solidFill>
                          <a:latin typeface="Noto Sans"/>
                        </a:defRPr>
                      </a:pPr>
                      <a:r>
                        <a:rPr sz="1700" b="0" lang="ja-JP" altLang="en-US">
                          <a:solidFill>
                            <a:srgbClr val="303437"/>
                          </a:solidFill>
                          <a:latin typeface="Noto Sans"/>
                          <a:ea typeface="Noto Sans CJK JP"/>
                          <a:cs typeface="Noto Sans"/>
                        </a:rPr>
                        <a:t>取得した事実を誤って組み合わせる</a:t>
                      </a:r>
                    </a:p>
                  </a:txBody>
                  <a:tcPr marL="63500" marR="63500" marT="38100" marB="38100" anchor="ctr">
                    <a:lnL w="7620">
                      <a:noFill/>
                    </a:lnL>
                    <a:lnR w="7620">
                      <a:noFill/>
                    </a:lnR>
                    <a:lnT w="7620">
                      <a:noFill/>
                    </a:lnT>
                    <a:lnB w="7620">
                      <a:noFill/>
                    </a:lnB>
                    <a:solidFill>
                      <a:srgbClr val="FFFEF8"/>
                    </a:solidFill>
                  </a:tcPr>
                </a:tc>
              </a:tr>
              <a:tr h="365760">
                <a:tc>
                  <a:txBody>
                    <a:bodyPr wrap="square">
                      <a:noAutofit/>
                    </a:bodyPr>
                    <a:lstStyle/>
                    <a:p>
                      <a:pPr algn="l">
                        <a:lnSpc>
                          <a:spcPts val="1954"/>
                        </a:lnSpc>
                        <a:buNone/>
                        <a:defRPr sz="1700" b="0">
                          <a:solidFill>
                            <a:srgbClr val="303437"/>
                          </a:solidFill>
                          <a:latin typeface="Noto Sans"/>
                        </a:defRPr>
                      </a:pPr>
                      <a:r>
                        <a:rPr sz="1700" b="0" lang="ja-JP" altLang="en-US">
                          <a:solidFill>
                            <a:srgbClr val="303437"/>
                          </a:solidFill>
                          <a:latin typeface="Noto Sans"/>
                          <a:ea typeface="Noto Sans CJK JP"/>
                          <a:cs typeface="Noto Sans"/>
                        </a:rPr>
                        <a:t>結果の読み違い</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1954"/>
                        </a:lnSpc>
                        <a:buNone/>
                        <a:defRPr sz="1700" b="0">
                          <a:solidFill>
                            <a:srgbClr val="303437"/>
                          </a:solidFill>
                          <a:latin typeface="Noto Sans"/>
                        </a:defRPr>
                      </a:pPr>
                      <a:r>
                        <a:rPr sz="1700" b="0" lang="ja-JP" altLang="en-US">
                          <a:solidFill>
                            <a:srgbClr val="303437"/>
                          </a:solidFill>
                          <a:latin typeface="Noto Sans"/>
                          <a:ea typeface="Noto Sans CJK JP"/>
                          <a:cs typeface="Noto Sans"/>
                        </a:rPr>
                        <a:t>別の行やフィールドを読み取る</a:t>
                      </a:r>
                    </a:p>
                  </a:txBody>
                  <a:tcPr marL="63500" marR="63500" marT="38100" marB="38100" anchor="ctr">
                    <a:lnL w="7620">
                      <a:noFill/>
                    </a:lnL>
                    <a:lnR w="7620">
                      <a:noFill/>
                    </a:lnR>
                    <a:lnT w="7620">
                      <a:noFill/>
                    </a:lnT>
                    <a:lnB w="7620">
                      <a:noFill/>
                    </a:lnB>
                    <a:solidFill>
                      <a:srgbClr val="FFFEF8"/>
                    </a:solidFill>
                  </a:tcPr>
                </a:tc>
              </a:tr>
              <a:tr h="365760">
                <a:tc>
                  <a:txBody>
                    <a:bodyPr wrap="square">
                      <a:noAutofit/>
                    </a:bodyPr>
                    <a:lstStyle/>
                    <a:p>
                      <a:pPr algn="l">
                        <a:lnSpc>
                          <a:spcPts val="1954"/>
                        </a:lnSpc>
                        <a:buNone/>
                        <a:defRPr sz="1700" b="0">
                          <a:solidFill>
                            <a:srgbClr val="303437"/>
                          </a:solidFill>
                          <a:latin typeface="Noto Sans"/>
                        </a:defRPr>
                      </a:pPr>
                      <a:r>
                        <a:rPr sz="1700" b="0" lang="ja-JP" altLang="en-US">
                          <a:solidFill>
                            <a:srgbClr val="303437"/>
                          </a:solidFill>
                          <a:latin typeface="Noto Sans"/>
                          <a:ea typeface="Noto Sans CJK JP"/>
                          <a:cs typeface="Noto Sans"/>
                        </a:rPr>
                        <a:t>途中終了</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1954"/>
                        </a:lnSpc>
                        <a:buNone/>
                        <a:defRPr sz="1700" b="0">
                          <a:solidFill>
                            <a:srgbClr val="303437"/>
                          </a:solidFill>
                          <a:latin typeface="Noto Sans"/>
                        </a:defRPr>
                      </a:pPr>
                      <a:r>
                        <a:rPr sz="1700" b="0" lang="ja-JP" altLang="en-US">
                          <a:solidFill>
                            <a:srgbClr val="303437"/>
                          </a:solidFill>
                          <a:latin typeface="Noto Sans"/>
                          <a:ea typeface="Noto Sans CJK JP"/>
                          <a:cs typeface="Noto Sans"/>
                        </a:rPr>
                        <a:t>必要な証拠がそろう前に回答する</a:t>
                      </a:r>
                    </a:p>
                  </a:txBody>
                  <a:tcPr marL="63500" marR="63500" marT="38100" marB="38100" anchor="ctr">
                    <a:lnL w="7620">
                      <a:noFill/>
                    </a:lnL>
                    <a:lnR w="7620">
                      <a:noFill/>
                    </a:lnR>
                    <a:lnT w="7620">
                      <a:noFill/>
                    </a:lnT>
                    <a:lnB w="7620">
                      <a:noFill/>
                    </a:lnB>
                    <a:solidFill>
                      <a:srgbClr val="FFFEF8"/>
                    </a:solidFill>
                  </a:tcPr>
                </a:tc>
              </a:tr>
              <a:tr h="365760">
                <a:tc>
                  <a:txBody>
                    <a:bodyPr wrap="square">
                      <a:noAutofit/>
                    </a:bodyPr>
                    <a:lstStyle/>
                    <a:p>
                      <a:pPr algn="l">
                        <a:lnSpc>
                          <a:spcPts val="1954"/>
                        </a:lnSpc>
                        <a:buNone/>
                        <a:defRPr sz="1700" b="0">
                          <a:solidFill>
                            <a:srgbClr val="303437"/>
                          </a:solidFill>
                          <a:latin typeface="Noto Sans"/>
                        </a:defRPr>
                      </a:pPr>
                      <a:r>
                        <a:rPr sz="1700" b="0" lang="ja-JP" altLang="en-US">
                          <a:solidFill>
                            <a:srgbClr val="303437"/>
                          </a:solidFill>
                          <a:latin typeface="Noto Sans"/>
                          <a:ea typeface="Noto Sans CJK JP"/>
                          <a:cs typeface="Noto Sans"/>
                        </a:rPr>
                        <a:t>事実の捏造</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1954"/>
                        </a:lnSpc>
                        <a:buNone/>
                        <a:defRPr sz="1700" b="0">
                          <a:solidFill>
                            <a:srgbClr val="303437"/>
                          </a:solidFill>
                          <a:latin typeface="Noto Sans"/>
                        </a:defRPr>
                      </a:pPr>
                      <a:r>
                        <a:rPr sz="1700" b="0" lang="ja-JP" altLang="en-US">
                          <a:solidFill>
                            <a:srgbClr val="303437"/>
                          </a:solidFill>
                          <a:latin typeface="Noto Sans"/>
                          <a:ea typeface="Noto Sans CJK JP"/>
                          <a:cs typeface="Noto Sans"/>
                        </a:rPr>
                        <a:t>得ていない事実を回答に含める</a:t>
                      </a:r>
                    </a:p>
                  </a:txBody>
                  <a:tcPr marL="63500" marR="63500" marT="38100" marB="38100" anchor="ctr">
                    <a:lnL w="7620">
                      <a:noFill/>
                    </a:lnL>
                    <a:lnR w="7620">
                      <a:noFill/>
                    </a:lnR>
                    <a:lnT w="7620">
                      <a:noFill/>
                    </a:lnT>
                    <a:lnB w="7620">
                      <a:noFill/>
                    </a:lnB>
                    <a:solidFill>
                      <a:srgbClr val="FFFEF8"/>
                    </a:solidFill>
                  </a:tcPr>
                </a:tc>
              </a:tr>
              <a:tr h="365760">
                <a:tc>
                  <a:txBody>
                    <a:bodyPr wrap="square">
                      <a:noAutofit/>
                    </a:bodyPr>
                    <a:lstStyle/>
                    <a:p>
                      <a:pPr algn="l">
                        <a:lnSpc>
                          <a:spcPts val="1954"/>
                        </a:lnSpc>
                        <a:buNone/>
                        <a:defRPr sz="1700" b="0">
                          <a:solidFill>
                            <a:srgbClr val="303437"/>
                          </a:solidFill>
                          <a:latin typeface="Noto Sans"/>
                        </a:defRPr>
                      </a:pPr>
                      <a:r>
                        <a:rPr sz="1700" b="0" lang="ja-JP" altLang="en-US">
                          <a:solidFill>
                            <a:srgbClr val="303437"/>
                          </a:solidFill>
                          <a:latin typeface="Noto Sans"/>
                          <a:ea typeface="Noto Sans CJK JP"/>
                          <a:cs typeface="Noto Sans"/>
                        </a:rPr>
                        <a:t>論理の誤り</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1954"/>
                        </a:lnSpc>
                        <a:buNone/>
                        <a:defRPr sz="1700" b="0">
                          <a:solidFill>
                            <a:srgbClr val="303437"/>
                          </a:solidFill>
                          <a:latin typeface="Noto Sans"/>
                        </a:defRPr>
                      </a:pPr>
                      <a:r>
                        <a:rPr sz="1700" b="0" lang="ja-JP" altLang="en-US">
                          <a:solidFill>
                            <a:srgbClr val="303437"/>
                          </a:solidFill>
                          <a:latin typeface="Noto Sans"/>
                          <a:ea typeface="Noto Sans CJK JP"/>
                          <a:cs typeface="Noto Sans"/>
                        </a:rPr>
                        <a:t>計算や推論を間違える</a:t>
                      </a:r>
                    </a:p>
                  </a:txBody>
                  <a:tcPr marL="63500" marR="63500" marT="38100" marB="38100" anchor="ctr">
                    <a:lnL w="7620">
                      <a:noFill/>
                    </a:lnL>
                    <a:lnR w="7620">
                      <a:noFill/>
                    </a:lnR>
                    <a:lnT w="7620">
                      <a:noFill/>
                    </a:lnT>
                    <a:lnB w="7620">
                      <a:noFill/>
                    </a:lnB>
                    <a:solidFill>
                      <a:srgbClr val="FFFEF8"/>
                    </a:solidFill>
                  </a:tcPr>
                </a:tc>
              </a:tr>
              <a:tr h="365760">
                <a:tc>
                  <a:txBody>
                    <a:bodyPr wrap="square">
                      <a:noAutofit/>
                    </a:bodyPr>
                    <a:lstStyle/>
                    <a:p>
                      <a:pPr algn="l">
                        <a:lnSpc>
                          <a:spcPts val="1954"/>
                        </a:lnSpc>
                        <a:buNone/>
                        <a:defRPr sz="1700" b="0">
                          <a:solidFill>
                            <a:srgbClr val="303437"/>
                          </a:solidFill>
                          <a:latin typeface="Noto Sans"/>
                        </a:defRPr>
                      </a:pPr>
                      <a:r>
                        <a:rPr sz="1700" b="0" lang="ja-JP" altLang="en-US">
                          <a:solidFill>
                            <a:srgbClr val="303437"/>
                          </a:solidFill>
                          <a:latin typeface="Noto Sans"/>
                          <a:ea typeface="Noto Sans CJK JP"/>
                          <a:cs typeface="Noto Sans"/>
                        </a:rPr>
                        <a:t>制約違反</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l">
                        <a:lnSpc>
                          <a:spcPts val="1954"/>
                        </a:lnSpc>
                        <a:buNone/>
                        <a:defRPr sz="1700" b="0">
                          <a:solidFill>
                            <a:srgbClr val="303437"/>
                          </a:solidFill>
                          <a:latin typeface="Noto Sans"/>
                        </a:defRPr>
                      </a:pPr>
                      <a:r>
                        <a:rPr sz="1700" b="0" lang="ja-JP" altLang="en-US">
                          <a:solidFill>
                            <a:srgbClr val="303437"/>
                          </a:solidFill>
                          <a:latin typeface="Noto Sans"/>
                          <a:ea typeface="Noto Sans CJK JP"/>
                          <a:cs typeface="Noto Sans"/>
                        </a:rPr>
                        <a:t>期間・形式などの指定を守らない</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TextBox 4"/>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Bandi, Dumitru et al. (2026). MCP-Atlas: A Large-Scale Benchmark for Tool-Use Competency with Real MCP Servers. 論文v3。</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https://arxiv.org/abs/2602.00933v3</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2388106"/>
            <a:ext cx="8046720" cy="822960"/>
          </a:xfrm>
        </p:spPr>
        <p:txBody>
          <a:bodyPr wrap="square" lIns="0" rIns="0" tIns="0" bIns="0" anchor="ctr">
            <a:noAutofit/>
          </a:bodyPr>
          <a:lstStyle/>
          <a:p>
            <a:pPr algn="ctr">
              <a:lnSpc>
                <a:spcPct val="110000"/>
              </a:lnSpc>
              <a:buNone/>
              <a:defRPr sz="3200" b="0">
                <a:solidFill>
                  <a:srgbClr val="303437"/>
                </a:solidFill>
                <a:latin typeface="Noto Sans"/>
              </a:defRPr>
            </a:pPr>
            <a:r>
              <a:rPr sz="3200" b="1" lang="ja-JP" altLang="en-US">
                <a:solidFill>
                  <a:srgbClr val="303437"/>
                </a:solidFill>
                <a:latin typeface="Noto Sans"/>
                <a:ea typeface="Noto Sans CJK JP"/>
                <a:cs typeface="Noto Sans"/>
              </a:rPr>
              <a:t>2. バージョン・実装と評価条件</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2. バージョン・実装と評価条件</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論文バージョン3は、判定器も比較する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2. バージョン・実装と評価条件</a:t>
            </a:r>
          </a:p>
        </p:txBody>
      </p:sp>
      <p:graphicFrame>
        <p:nvGraphicFramePr>
          <p:cNvPr id="4" name="Table 3"/>
          <p:cNvGraphicFramePr>
            <a:graphicFrameLocks noGrp="1"/>
          </p:cNvGraphicFramePr>
          <p:nvPr/>
        </p:nvGraphicFramePr>
        <p:xfrm>
          <a:off x="548640" y="1508760"/>
          <a:ext cx="8046719" cy="1901952"/>
        </p:xfrm>
        <a:graphic>
          <a:graphicData uri="http://schemas.openxmlformats.org/drawingml/2006/table">
            <a:tbl>
              <a:tblPr firstRow="0" bandRow="0"/>
              <a:tblGrid>
                <a:gridCol w="3749039"/>
                <a:gridCol w="1463040"/>
                <a:gridCol w="1371600"/>
                <a:gridCol w="1463040"/>
              </a:tblGrid>
              <a:tr h="475488">
                <a:tc>
                  <a:txBody>
                    <a:bodyPr wrap="square">
                      <a:noAutofit/>
                    </a:bodyPr>
                    <a:lstStyle/>
                    <a:p>
                      <a:pPr algn="l">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評価対象</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Gemini判定</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GPT判定</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Claude判定</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475488">
                <a:tc>
                  <a:txBody>
                    <a:bodyPr wrap="square">
                      <a:noAutofit/>
                    </a:bodyPr>
                    <a:lstStyle/>
                    <a:p>
                      <a:pPr algn="l">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Muse Spark</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82.2%</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79.1%</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79.6%</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475488">
                <a:tc>
                  <a:txBody>
                    <a:bodyPr wrap="square">
                      <a:noAutofit/>
                    </a:bodyPr>
                    <a:lstStyle/>
                    <a:p>
                      <a:pPr algn="l">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Claude Opus 4.7</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79.1%</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75.1%</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74.5%</a:t>
                      </a:r>
                    </a:p>
                  </a:txBody>
                  <a:tcPr marL="63500" marR="63500" marT="38100" marB="38100" anchor="ctr">
                    <a:lnL w="7620">
                      <a:noFill/>
                    </a:lnL>
                    <a:lnR w="7620">
                      <a:noFill/>
                    </a:lnR>
                    <a:lnT w="7620">
                      <a:noFill/>
                    </a:lnT>
                    <a:lnB w="7620">
                      <a:noFill/>
                    </a:lnB>
                    <a:solidFill>
                      <a:srgbClr val="FFFEF8"/>
                    </a:solidFill>
                  </a:tcPr>
                </a:tc>
              </a:tr>
              <a:tr h="475488">
                <a:tc>
                  <a:txBody>
                    <a:bodyPr wrap="square">
                      <a:noAutofit/>
                    </a:bodyPr>
                    <a:lstStyle/>
                    <a:p>
                      <a:pPr algn="l">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Gemini 3.1 Pro Preview</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78.2%</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75.8%</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76.4%</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TextBox 4"/>
          <p:cNvSpPr txBox="1"/>
          <p:nvPr/>
        </p:nvSpPr>
        <p:spPr>
          <a:xfrm>
            <a:off x="594360" y="3602736"/>
            <a:ext cx="7955279" cy="685800"/>
          </a:xfrm>
          <a:prstGeom prst="rect">
            <a:avLst/>
          </a:prstGeom>
          <a:noFill/>
        </p:spPr>
        <p:txBody>
          <a:bodyPr wrap="square" lIns="0" rIns="0" tIns="0" bIns="0">
            <a:noAutofit/>
          </a:bodyPr>
          <a:lstStyle/>
          <a:p>
            <a:pPr algn="l">
              <a:lnSpc>
                <a:spcPts val="2160"/>
              </a:lnSpc>
              <a:spcBef>
                <a:spcPts val="0"/>
              </a:spcBef>
              <a:spcAft>
                <a:spcPts val="0"/>
              </a:spcAft>
              <a:buNone/>
              <a:defRPr sz="1800" b="0">
                <a:solidFill>
                  <a:srgbClr val="303437"/>
                </a:solidFill>
                <a:latin typeface="Noto Sans"/>
              </a:defRPr>
            </a:pPr>
            <a:r>
              <a:rPr sz="1800" b="0" lang="ja-JP" altLang="en-US">
                <a:solidFill>
                  <a:srgbClr val="303437"/>
                </a:solidFill>
                <a:latin typeface="Noto Sans"/>
                <a:ea typeface="Noto Sans CJK JP"/>
                <a:cs typeface="Noto Sans"/>
              </a:rPr>
              <a:t>論文v3、全1,000課題、coverage ≥ 0.75。判定器は順に</a:t>
            </a:r>
          </a:p>
          <a:p>
            <a:pPr algn="l">
              <a:lnSpc>
                <a:spcPts val="2160"/>
              </a:lnSpc>
              <a:spcBef>
                <a:spcPts val="0"/>
              </a:spcBef>
              <a:spcAft>
                <a:spcPts val="0"/>
              </a:spcAft>
              <a:buNone/>
              <a:defRPr sz="1800" b="0">
                <a:solidFill>
                  <a:srgbClr val="303437"/>
                </a:solidFill>
                <a:latin typeface="Noto Sans"/>
              </a:defRPr>
            </a:pPr>
            <a:r>
              <a:rPr sz="1800" b="0" lang="ja-JP" altLang="en-US">
                <a:solidFill>
                  <a:srgbClr val="303437"/>
                </a:solidFill>
                <a:latin typeface="Noto Sans"/>
                <a:ea typeface="Noto Sans CJK JP"/>
                <a:cs typeface="Noto Sans"/>
              </a:rPr>
              <a:t>Gemini 3.1 Pro Preview / GPT-5.4 / Claude Opus 4.6。</a:t>
            </a:r>
          </a:p>
        </p:txBody>
      </p:sp>
      <p:sp>
        <p:nvSpPr>
          <p:cNvPr id="6" name="TextBox 5"/>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Bandi, Dumitru et al. (2026). MCP-Atlas: A Large-Scale Benchmark for Tool-Use Competency with Real MCP Servers. 論文v3。</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https://arxiv.org/abs/2602.00933v3</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合格の閾値を変えると、合格率も変わる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2. バージョン・実装と評価条件</a:t>
            </a:r>
          </a:p>
        </p:txBody>
      </p:sp>
      <p:graphicFrame>
        <p:nvGraphicFramePr>
          <p:cNvPr id="4" name="Table 3"/>
          <p:cNvGraphicFramePr>
            <a:graphicFrameLocks noGrp="1"/>
          </p:cNvGraphicFramePr>
          <p:nvPr/>
        </p:nvGraphicFramePr>
        <p:xfrm>
          <a:off x="548640" y="1508760"/>
          <a:ext cx="8046719" cy="1901952"/>
        </p:xfrm>
        <a:graphic>
          <a:graphicData uri="http://schemas.openxmlformats.org/drawingml/2006/table">
            <a:tbl>
              <a:tblPr firstRow="0" bandRow="0"/>
              <a:tblGrid>
                <a:gridCol w="3749039"/>
                <a:gridCol w="1463040"/>
                <a:gridCol w="1371600"/>
                <a:gridCol w="1463040"/>
              </a:tblGrid>
              <a:tr h="475488">
                <a:tc>
                  <a:txBody>
                    <a:bodyPr wrap="square">
                      <a:noAutofit/>
                    </a:bodyPr>
                    <a:lstStyle/>
                    <a:p>
                      <a:pPr algn="l">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モデル</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0.50以上</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0.75以上</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0.90以上</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475488">
                <a:tc>
                  <a:txBody>
                    <a:bodyPr wrap="square">
                      <a:noAutofit/>
                    </a:bodyPr>
                    <a:lstStyle/>
                    <a:p>
                      <a:pPr algn="l">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Muse Spark</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89.6%</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82.2%</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71.2%</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475488">
                <a:tc>
                  <a:txBody>
                    <a:bodyPr wrap="square">
                      <a:noAutofit/>
                    </a:bodyPr>
                    <a:lstStyle/>
                    <a:p>
                      <a:pPr algn="l">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Claude Opus 4.7</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89.5%</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79.1%</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63.2%</a:t>
                      </a:r>
                    </a:p>
                  </a:txBody>
                  <a:tcPr marL="63500" marR="63500" marT="38100" marB="38100" anchor="ctr">
                    <a:lnL w="7620">
                      <a:noFill/>
                    </a:lnL>
                    <a:lnR w="7620">
                      <a:noFill/>
                    </a:lnR>
                    <a:lnT w="7620">
                      <a:noFill/>
                    </a:lnT>
                    <a:lnB w="7620">
                      <a:noFill/>
                    </a:lnB>
                    <a:solidFill>
                      <a:srgbClr val="FFFEF8"/>
                    </a:solidFill>
                  </a:tcPr>
                </a:tc>
              </a:tr>
              <a:tr h="475488">
                <a:tc>
                  <a:txBody>
                    <a:bodyPr wrap="square">
                      <a:noAutofit/>
                    </a:bodyPr>
                    <a:lstStyle/>
                    <a:p>
                      <a:pPr algn="l">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Gemini 3.1 Pro Preview</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90.6%</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78.2%</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61.8%</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TextBox 4"/>
          <p:cNvSpPr txBox="1"/>
          <p:nvPr/>
        </p:nvSpPr>
        <p:spPr>
          <a:xfrm>
            <a:off x="594360" y="3602736"/>
            <a:ext cx="7955279" cy="685800"/>
          </a:xfrm>
          <a:prstGeom prst="rect">
            <a:avLst/>
          </a:prstGeom>
          <a:noFill/>
        </p:spPr>
        <p:txBody>
          <a:bodyPr wrap="square" lIns="0" rIns="0" tIns="0" bIns="0">
            <a:noAutofit/>
          </a:bodyPr>
          <a:lstStyle/>
          <a:p>
            <a:pPr algn="l">
              <a:lnSpc>
                <a:spcPts val="2160"/>
              </a:lnSpc>
              <a:spcBef>
                <a:spcPts val="0"/>
              </a:spcBef>
              <a:spcAft>
                <a:spcPts val="0"/>
              </a:spcAft>
              <a:buNone/>
              <a:defRPr sz="1800" b="0">
                <a:solidFill>
                  <a:srgbClr val="303437"/>
                </a:solidFill>
                <a:latin typeface="Noto Sans"/>
              </a:defRPr>
            </a:pPr>
            <a:r>
              <a:rPr sz="1800" b="0" lang="ja-JP" altLang="en-US">
                <a:solidFill>
                  <a:srgbClr val="303437"/>
                </a:solidFill>
                <a:latin typeface="Noto Sans"/>
                <a:ea typeface="Noto Sans CJK JP"/>
                <a:cs typeface="Noto Sans"/>
              </a:rPr>
              <a:t>論文v3、全1,000課題。各列はcoverageの合格閾値。</a:t>
            </a:r>
          </a:p>
          <a:p>
            <a:pPr algn="l">
              <a:lnSpc>
                <a:spcPts val="2160"/>
              </a:lnSpc>
              <a:spcBef>
                <a:spcPts val="0"/>
              </a:spcBef>
              <a:spcAft>
                <a:spcPts val="0"/>
              </a:spcAft>
              <a:buNone/>
              <a:defRPr sz="1800" b="0">
                <a:solidFill>
                  <a:srgbClr val="303437"/>
                </a:solidFill>
                <a:latin typeface="Noto Sans"/>
              </a:defRPr>
            </a:pPr>
            <a:r>
              <a:rPr sz="1800" b="0" lang="ja-JP" altLang="en-US">
                <a:solidFill>
                  <a:srgbClr val="303437"/>
                </a:solidFill>
                <a:latin typeface="Noto Sans"/>
                <a:ea typeface="Noto Sans CJK JP"/>
                <a:cs typeface="Noto Sans"/>
              </a:rPr>
              <a:t>主結果では0.75を使う。</a:t>
            </a:r>
          </a:p>
        </p:txBody>
      </p:sp>
      <p:sp>
        <p:nvSpPr>
          <p:cNvPr id="6" name="TextBox 5"/>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Bandi, Dumitru et al. (2026). MCP-Atlas: A Large-Scale Benchmark for Tool-Use Competency with Real MCP Servers. 論文v3。</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https://arxiv.org/abs/2602.00933v3</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データと実行環境の利用条件を確認する</a:t>
            </a:r>
          </a:p>
        </p:txBody>
      </p:sp>
      <p:sp>
        <p:nvSpPr>
          <p:cNvPr id="3" name="Text Placeholder 2"/>
          <p:cNvSpPr>
            <a:spLocks noGrp="1"/>
          </p:cNvSpPr>
          <p:nvPr>
            <p:ph type="body" idx="1"/>
          </p:nvPr>
        </p:nvSpPr>
        <p:spPr>
          <a:xfrm>
            <a:off x="594360" y="1463040"/>
            <a:ext cx="7955279" cy="3090672"/>
          </a:xfrm>
        </p:spPr>
        <p:txBody>
          <a:bodyPr wrap="square" tIns="91440" bIns="91440">
            <a:noAutofit/>
          </a:bodyPr>
          <a:lstStyle/>
          <a:p>
            <a:pPr marL="457200" indent="-355600">
              <a:lnSpc>
                <a:spcPts val="2640"/>
              </a:lnSpc>
              <a:spcAft>
                <a:spcPts val="8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問題文・正解条件・参照履歴などの配布データはCC BY 4.0。転載・翻訳では出典と変更内容を示す。</a:t>
            </a:r>
          </a:p>
          <a:p>
            <a:pPr marL="457200" indent="-355600">
              <a:lnSpc>
                <a:spcPts val="2640"/>
              </a:lnSpc>
              <a:spcAft>
                <a:spcPts val="8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取得した公開コードのLICENSEはMIT。論文v3のApache 2.0という説明に対し、コードの利用条件は当該リポジトリの実ファイルを確認する。</a:t>
            </a:r>
          </a:p>
          <a:p>
            <a:pPr marL="457200" indent="-355600">
              <a:lnSpc>
                <a:spcPts val="2640"/>
              </a:lnSpc>
              <a:spcAft>
                <a:spcPts val="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実際のMCPサーバーは、それぞれのライセンスと外部APIの利用条件に従う。公開環境では20サーバーが鍵不要、残りはAPIキーやデータ設定が必要。</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2. バージョン・実装と評価条件</a:t>
            </a:r>
          </a:p>
        </p:txBody>
      </p:sp>
      <p:sp>
        <p:nvSpPr>
          <p:cNvPr id="5" name="TextBox 4"/>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Scale AI. MCP-Atlas: evaluation harness and instructions. 改訂5c11ac4。</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https://github.com/scaleapi/mcp-atlas</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2388106"/>
            <a:ext cx="8046720" cy="822960"/>
          </a:xfrm>
        </p:spPr>
        <p:txBody>
          <a:bodyPr wrap="square" lIns="0" rIns="0" tIns="0" bIns="0" anchor="ctr">
            <a:noAutofit/>
          </a:bodyPr>
          <a:lstStyle/>
          <a:p>
            <a:pPr algn="ctr">
              <a:lnSpc>
                <a:spcPct val="110000"/>
              </a:lnSpc>
              <a:buNone/>
              <a:defRPr sz="3200" b="0">
                <a:solidFill>
                  <a:srgbClr val="303437"/>
                </a:solidFill>
                <a:latin typeface="Noto Sans"/>
              </a:defRPr>
            </a:pPr>
            <a:r>
              <a:rPr sz="3200" b="1" lang="ja-JP" altLang="en-US">
                <a:solidFill>
                  <a:srgbClr val="303437"/>
                </a:solidFill>
                <a:latin typeface="Noto Sans"/>
                <a:ea typeface="Noto Sans CJK JP"/>
                <a:cs typeface="Noto Sans"/>
              </a:rPr>
              <a:t>3. 著者と参考文献</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3. 著者と参考文献</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Scale AIと研究者が、課題と採点方式を設計した</a:t>
            </a:r>
          </a:p>
        </p:txBody>
      </p:sp>
      <p:sp>
        <p:nvSpPr>
          <p:cNvPr id="3" name="Text Placeholder 2"/>
          <p:cNvSpPr>
            <a:spLocks noGrp="1"/>
          </p:cNvSpPr>
          <p:nvPr>
            <p:ph type="body" idx="1"/>
          </p:nvPr>
        </p:nvSpPr>
        <p:spPr>
          <a:xfrm>
            <a:off x="594360" y="1463040"/>
            <a:ext cx="7955279" cy="3090672"/>
          </a:xfrm>
        </p:spPr>
        <p:txBody>
          <a:bodyPr wrap="square" tIns="91440" bIns="91440">
            <a:noAutofit/>
          </a:bodyPr>
          <a:lstStyle/>
          <a:p>
            <a:pPr marL="457200" indent="-355600">
              <a:lnSpc>
                <a:spcPts val="2640"/>
              </a:lnSpc>
              <a:spcAft>
                <a:spcPts val="8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共同第一著者はChaithanya BandiとRazvan-Gabriel Dumitru。論文ではBandiの所属をNational University of Singapore、他の著者をScale AIと記載する。</a:t>
            </a:r>
          </a:p>
          <a:p>
            <a:pPr marL="457200" indent="-355600">
              <a:lnSpc>
                <a:spcPts val="2640"/>
              </a:lnSpc>
              <a:spcAft>
                <a:spcPts val="8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最終著者はBing Liu。課題、実際のMCPサーバーを使う実行環境、正解条件による評価と失敗診断をまとめて公開した。</a:t>
            </a:r>
          </a:p>
          <a:p>
            <a:pPr marL="457200" indent="-355600">
              <a:lnSpc>
                <a:spcPts val="2640"/>
              </a:lnSpc>
              <a:spcAft>
                <a:spcPts val="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本資料の論文結果は2026年5月19日のv3に基づく。データ配布は2025年12月からの改訂履歴を確認した。</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3. 著者と参考文献</a:t>
            </a:r>
          </a:p>
        </p:txBody>
      </p:sp>
      <p:sp>
        <p:nvSpPr>
          <p:cNvPr id="5" name="TextBox 4"/>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Bandi, Dumitru et al. (2026). MCP-Atlas: A Large-Scale Benchmark for Tool-Use Competency with Real MCP Servers. 論文v3。</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https://arxiv.org/abs/2602.00933v3</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参考文献</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3. 著者と参考文献</a:t>
            </a:r>
          </a:p>
        </p:txBody>
      </p:sp>
      <p:sp>
        <p:nvSpPr>
          <p:cNvPr id="4" name="文献 1: MCP-Atlas: A Large-Scale Benchmark for Tool-Use Competency with Real MCP Servers"/>
          <p:cNvSpPr txBox="1"/>
          <p:nvPr/>
        </p:nvSpPr>
        <p:spPr>
          <a:xfrm>
            <a:off x="548640" y="1371600"/>
            <a:ext cx="8046720" cy="1737360"/>
          </a:xfrm>
          <a:prstGeom prst="rect">
            <a:avLst/>
          </a:prstGeom>
          <a:noFill/>
        </p:spPr>
        <p:txBody>
          <a:bodyPr wrap="square" lIns="0" rIns="0" tIns="0" bIns="0">
            <a:noAutofit/>
          </a:bodyPr>
          <a:lstStyle/>
          <a:p>
            <a:pPr algn="l">
              <a:lnSpc>
                <a:spcPct val="112000"/>
              </a:lnSpc>
              <a:spcBef>
                <a:spcPts val="0"/>
              </a:spcBef>
              <a:spcAft>
                <a:spcPts val="400"/>
              </a:spcAft>
              <a:buNone/>
              <a:defRPr sz="1850" b="0">
                <a:solidFill>
                  <a:srgbClr val="303437"/>
                </a:solidFill>
                <a:latin typeface="Noto Sans"/>
              </a:defRPr>
            </a:pPr>
            <a:r>
              <a:rPr sz="1800" b="0" lang="ja-JP" altLang="en-US">
                <a:solidFill>
                  <a:srgbClr val="303437"/>
                </a:solidFill>
                <a:latin typeface="Noto Sans"/>
                <a:ea typeface="Noto Sans CJK JP"/>
                <a:cs typeface="Noto Sans"/>
              </a:rPr>
              <a:t/>
            </a:r>
            <a:r>
              <a:rPr sz="1850" b="1" lang="ja-JP" altLang="en-US">
                <a:solidFill>
                  <a:srgbClr val="303437"/>
                </a:solidFill>
                <a:latin typeface="Noto Sans"/>
                <a:ea typeface="Noto Sans CJK JP"/>
                <a:cs typeface="Noto Sans"/>
              </a:rPr>
              <a:t>MCP-Atlas: A Large-Scale Benchmark for Tool-Use Competency with Real MCP Servers</a:t>
            </a:r>
          </a:p>
          <a:p>
            <a:pPr>
              <a:lnSpc>
                <a:spcPct val="112000"/>
              </a:lnSpc>
              <a:spcAft>
                <a:spcPts val="400"/>
              </a:spcAft>
              <a:buNone/>
              <a:defRPr sz="1300" b="0">
                <a:solidFill>
                  <a:srgbClr val="303437"/>
                </a:solidFill>
                <a:latin typeface="Noto Sans"/>
              </a:defRPr>
            </a:pPr>
            <a:r>
              <a:rPr sz="1300" b="0" lang="ja-JP" altLang="en-US">
                <a:solidFill>
                  <a:srgbClr val="626669"/>
                </a:solidFill>
                <a:latin typeface="Noto Sans"/>
                <a:ea typeface="Noto Sans CJK JP"/>
                <a:cs typeface="Noto Sans"/>
              </a:rPr>
              <a:t>Chaithanya Bandi, Razvan-Gabriel Dumitru et al. / 2026 / v3</a:t>
            </a:r>
          </a:p>
          <a:p>
            <a:pPr>
              <a:lnSpc>
                <a:spcPct val="112000"/>
              </a:lnSpc>
              <a:spcAft>
                <a:spcPts val="400"/>
              </a:spcAft>
              <a:buNone/>
              <a:defRPr sz="1750" b="0">
                <a:solidFill>
                  <a:srgbClr val="303437"/>
                </a:solidFill>
                <a:latin typeface="Noto Sans"/>
              </a:defRPr>
            </a:pPr>
            <a:r>
              <a:rPr sz="1750" b="0" lang="ja-JP" altLang="en-US">
                <a:solidFill>
                  <a:srgbClr val="303437"/>
                </a:solidFill>
                <a:latin typeface="Noto Sans"/>
                <a:ea typeface="Noto Sans CJK JP"/>
                <a:cs typeface="Noto Sans"/>
              </a:rPr>
              <a:t>課題の設計、専門家による検証、正解条件の採点と20モデルの比較。</a:t>
            </a:r>
          </a:p>
          <a:p>
            <a:pPr>
              <a:lnSpc>
                <a:spcPct val="112000"/>
              </a:lnSpc>
              <a:spcAft>
                <a:spcPts val="0"/>
              </a:spcAft>
              <a:buNone/>
              <a:defRPr sz="1150" b="0">
                <a:solidFill>
                  <a:srgbClr val="303437"/>
                </a:solidFill>
                <a:latin typeface="Noto Sans"/>
              </a:defRPr>
            </a:pPr>
            <a:r>
              <a:rPr sz="1150" b="0" lang="ja-JP" altLang="en-US">
                <a:solidFill>
                  <a:srgbClr val="626669"/>
                </a:solidFill>
                <a:latin typeface="Noto Sans"/>
                <a:ea typeface="Noto Sans CJK JP"/>
                <a:cs typeface="Noto Sans"/>
                <a:hlinkClick r:id="rId2"/>
              </a:rPr>
              <a:t>https://arxiv.org/abs/2602.00933v3</a:t>
            </a:r>
          </a:p>
        </p:txBody>
      </p:sp>
      <p:sp>
        <p:nvSpPr>
          <p:cNvPr id="5" name="文献 2: MCP-Atlas"/>
          <p:cNvSpPr txBox="1"/>
          <p:nvPr/>
        </p:nvSpPr>
        <p:spPr>
          <a:xfrm>
            <a:off x="548640" y="3337560"/>
            <a:ext cx="8046720" cy="1737360"/>
          </a:xfrm>
          <a:prstGeom prst="rect">
            <a:avLst/>
          </a:prstGeom>
          <a:noFill/>
        </p:spPr>
        <p:txBody>
          <a:bodyPr wrap="square" lIns="0" rIns="0" tIns="0" bIns="0">
            <a:noAutofit/>
          </a:bodyPr>
          <a:lstStyle/>
          <a:p>
            <a:pPr algn="l">
              <a:lnSpc>
                <a:spcPct val="112000"/>
              </a:lnSpc>
              <a:spcBef>
                <a:spcPts val="0"/>
              </a:spcBef>
              <a:spcAft>
                <a:spcPts val="400"/>
              </a:spcAft>
              <a:buNone/>
              <a:defRPr sz="1850" b="0">
                <a:solidFill>
                  <a:srgbClr val="303437"/>
                </a:solidFill>
                <a:latin typeface="Noto Sans"/>
              </a:defRPr>
            </a:pPr>
            <a:r>
              <a:rPr sz="1800" b="0" lang="ja-JP" altLang="en-US">
                <a:solidFill>
                  <a:srgbClr val="303437"/>
                </a:solidFill>
                <a:latin typeface="Noto Sans"/>
                <a:ea typeface="Noto Sans CJK JP"/>
                <a:cs typeface="Noto Sans"/>
              </a:rPr>
              <a:t/>
            </a:r>
            <a:r>
              <a:rPr sz="1850" b="1" lang="ja-JP" altLang="en-US">
                <a:solidFill>
                  <a:srgbClr val="303437"/>
                </a:solidFill>
                <a:latin typeface="Noto Sans"/>
                <a:ea typeface="Noto Sans CJK JP"/>
                <a:cs typeface="Noto Sans"/>
              </a:rPr>
              <a:t>MCP-Atlas</a:t>
            </a:r>
          </a:p>
          <a:p>
            <a:pPr>
              <a:lnSpc>
                <a:spcPct val="112000"/>
              </a:lnSpc>
              <a:spcAft>
                <a:spcPts val="400"/>
              </a:spcAft>
              <a:buNone/>
              <a:defRPr sz="1300" b="0">
                <a:solidFill>
                  <a:srgbClr val="303437"/>
                </a:solidFill>
                <a:latin typeface="Noto Sans"/>
              </a:defRPr>
            </a:pPr>
            <a:r>
              <a:rPr sz="1300" b="0" lang="ja-JP" altLang="en-US">
                <a:solidFill>
                  <a:srgbClr val="626669"/>
                </a:solidFill>
                <a:latin typeface="Noto Sans"/>
                <a:ea typeface="Noto Sans CJK JP"/>
                <a:cs typeface="Noto Sans"/>
              </a:rPr>
              <a:t>Scale AI / Hugging Face Datasets / CC BY 4.0 / 改訂8c563b5</a:t>
            </a:r>
          </a:p>
          <a:p>
            <a:pPr>
              <a:lnSpc>
                <a:spcPct val="112000"/>
              </a:lnSpc>
              <a:spcAft>
                <a:spcPts val="400"/>
              </a:spcAft>
              <a:buNone/>
              <a:defRPr sz="1750" b="0">
                <a:solidFill>
                  <a:srgbClr val="303437"/>
                </a:solidFill>
                <a:latin typeface="Noto Sans"/>
              </a:defRPr>
            </a:pPr>
            <a:r>
              <a:rPr sz="1750" b="0" lang="ja-JP" altLang="en-US">
                <a:solidFill>
                  <a:srgbClr val="303437"/>
                </a:solidFill>
                <a:latin typeface="Noto Sans"/>
                <a:ea typeface="Noto Sans CJK JP"/>
                <a:cs typeface="Noto Sans"/>
              </a:rPr>
              <a:t>公開500課題の依頼文、ツール、正解条件、参照の操作履歴を配布する。</a:t>
            </a:r>
          </a:p>
          <a:p>
            <a:pPr>
              <a:lnSpc>
                <a:spcPct val="112000"/>
              </a:lnSpc>
              <a:spcAft>
                <a:spcPts val="0"/>
              </a:spcAft>
              <a:buNone/>
              <a:defRPr sz="1150" b="0">
                <a:solidFill>
                  <a:srgbClr val="303437"/>
                </a:solidFill>
                <a:latin typeface="Noto Sans"/>
              </a:defRPr>
            </a:pPr>
            <a:r>
              <a:rPr sz="1150" b="0" lang="ja-JP" altLang="en-US">
                <a:solidFill>
                  <a:srgbClr val="626669"/>
                </a:solidFill>
                <a:latin typeface="Noto Sans"/>
                <a:ea typeface="Noto Sans CJK JP"/>
                <a:cs typeface="Noto Sans"/>
                <a:hlinkClick r:id="rId3"/>
              </a:rPr>
              <a:t>https://huggingface.co/datasets/ScaleAI/MCP-Atlas</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参考文献</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3. 著者と参考文献</a:t>
            </a:r>
          </a:p>
        </p:txBody>
      </p:sp>
      <p:sp>
        <p:nvSpPr>
          <p:cNvPr id="4" name="文献 1: MCP-Atlas: evaluation harness and instructions"/>
          <p:cNvSpPr txBox="1"/>
          <p:nvPr/>
        </p:nvSpPr>
        <p:spPr>
          <a:xfrm>
            <a:off x="548640" y="1371600"/>
            <a:ext cx="8046720" cy="1737360"/>
          </a:xfrm>
          <a:prstGeom prst="rect">
            <a:avLst/>
          </a:prstGeom>
          <a:noFill/>
        </p:spPr>
        <p:txBody>
          <a:bodyPr wrap="square" lIns="0" rIns="0" tIns="0" bIns="0">
            <a:noAutofit/>
          </a:bodyPr>
          <a:lstStyle/>
          <a:p>
            <a:pPr algn="l">
              <a:lnSpc>
                <a:spcPct val="112000"/>
              </a:lnSpc>
              <a:spcBef>
                <a:spcPts val="0"/>
              </a:spcBef>
              <a:spcAft>
                <a:spcPts val="400"/>
              </a:spcAft>
              <a:buNone/>
              <a:defRPr sz="1850" b="0">
                <a:solidFill>
                  <a:srgbClr val="303437"/>
                </a:solidFill>
                <a:latin typeface="Noto Sans"/>
              </a:defRPr>
            </a:pPr>
            <a:r>
              <a:rPr sz="1800" b="0" lang="ja-JP" altLang="en-US">
                <a:solidFill>
                  <a:srgbClr val="303437"/>
                </a:solidFill>
                <a:latin typeface="Noto Sans"/>
                <a:ea typeface="Noto Sans CJK JP"/>
                <a:cs typeface="Noto Sans"/>
              </a:rPr>
              <a:t/>
            </a:r>
            <a:r>
              <a:rPr sz="1850" b="1" lang="ja-JP" altLang="en-US">
                <a:solidFill>
                  <a:srgbClr val="303437"/>
                </a:solidFill>
                <a:latin typeface="Noto Sans"/>
                <a:ea typeface="Noto Sans CJK JP"/>
                <a:cs typeface="Noto Sans"/>
              </a:rPr>
              <a:t>MCP-Atlas: evaluation harness and instructions</a:t>
            </a:r>
          </a:p>
          <a:p>
            <a:pPr>
              <a:lnSpc>
                <a:spcPct val="112000"/>
              </a:lnSpc>
              <a:spcAft>
                <a:spcPts val="400"/>
              </a:spcAft>
              <a:buNone/>
              <a:defRPr sz="1300" b="0">
                <a:solidFill>
                  <a:srgbClr val="303437"/>
                </a:solidFill>
                <a:latin typeface="Noto Sans"/>
              </a:defRPr>
            </a:pPr>
            <a:r>
              <a:rPr sz="1300" b="0" lang="ja-JP" altLang="en-US">
                <a:solidFill>
                  <a:srgbClr val="626669"/>
                </a:solidFill>
                <a:latin typeface="Noto Sans"/>
                <a:ea typeface="Noto Sans CJK JP"/>
                <a:cs typeface="Noto Sans"/>
              </a:rPr>
              <a:t>Scale AI / GitHub / 改訂5c11ac4</a:t>
            </a:r>
          </a:p>
          <a:p>
            <a:pPr>
              <a:lnSpc>
                <a:spcPct val="112000"/>
              </a:lnSpc>
              <a:spcAft>
                <a:spcPts val="400"/>
              </a:spcAft>
              <a:buNone/>
              <a:defRPr sz="1750" b="0">
                <a:solidFill>
                  <a:srgbClr val="303437"/>
                </a:solidFill>
                <a:latin typeface="Noto Sans"/>
              </a:defRPr>
            </a:pPr>
            <a:r>
              <a:rPr sz="1750" b="0" lang="ja-JP" altLang="en-US">
                <a:solidFill>
                  <a:srgbClr val="303437"/>
                </a:solidFill>
                <a:latin typeface="Noto Sans"/>
                <a:ea typeface="Noto Sans CJK JP"/>
                <a:cs typeface="Noto Sans"/>
              </a:rPr>
              <a:t>サーバーの設定と、モデル実行・採点・失敗診断の手順を提供する。</a:t>
            </a:r>
          </a:p>
          <a:p>
            <a:pPr>
              <a:lnSpc>
                <a:spcPct val="112000"/>
              </a:lnSpc>
              <a:spcAft>
                <a:spcPts val="0"/>
              </a:spcAft>
              <a:buNone/>
              <a:defRPr sz="1150" b="0">
                <a:solidFill>
                  <a:srgbClr val="303437"/>
                </a:solidFill>
                <a:latin typeface="Noto Sans"/>
              </a:defRPr>
            </a:pPr>
            <a:r>
              <a:rPr sz="1150" b="0" lang="ja-JP" altLang="en-US">
                <a:solidFill>
                  <a:srgbClr val="626669"/>
                </a:solidFill>
                <a:latin typeface="Noto Sans"/>
                <a:ea typeface="Noto Sans CJK JP"/>
                <a:cs typeface="Noto Sans"/>
                <a:hlinkClick r:id="rId2"/>
              </a:rPr>
              <a:t>https://github.com/scaleapi/mcp-atlas</a:t>
            </a:r>
          </a:p>
        </p:txBody>
      </p:sp>
      <p:sp>
        <p:nvSpPr>
          <p:cNvPr id="5" name="文献 2: MCP-Atlas: claim-coverage scoring"/>
          <p:cNvSpPr txBox="1"/>
          <p:nvPr/>
        </p:nvSpPr>
        <p:spPr>
          <a:xfrm>
            <a:off x="548640" y="3337560"/>
            <a:ext cx="8046720" cy="1737360"/>
          </a:xfrm>
          <a:prstGeom prst="rect">
            <a:avLst/>
          </a:prstGeom>
          <a:noFill/>
        </p:spPr>
        <p:txBody>
          <a:bodyPr wrap="square" lIns="0" rIns="0" tIns="0" bIns="0">
            <a:noAutofit/>
          </a:bodyPr>
          <a:lstStyle/>
          <a:p>
            <a:pPr algn="l">
              <a:lnSpc>
                <a:spcPct val="112000"/>
              </a:lnSpc>
              <a:spcBef>
                <a:spcPts val="0"/>
              </a:spcBef>
              <a:spcAft>
                <a:spcPts val="400"/>
              </a:spcAft>
              <a:buNone/>
              <a:defRPr sz="1850" b="0">
                <a:solidFill>
                  <a:srgbClr val="303437"/>
                </a:solidFill>
                <a:latin typeface="Noto Sans"/>
              </a:defRPr>
            </a:pPr>
            <a:r>
              <a:rPr sz="1800" b="0" lang="ja-JP" altLang="en-US">
                <a:solidFill>
                  <a:srgbClr val="303437"/>
                </a:solidFill>
                <a:latin typeface="Noto Sans"/>
                <a:ea typeface="Noto Sans CJK JP"/>
                <a:cs typeface="Noto Sans"/>
              </a:rPr>
              <a:t/>
            </a:r>
            <a:r>
              <a:rPr sz="1850" b="1" lang="ja-JP" altLang="en-US">
                <a:solidFill>
                  <a:srgbClr val="303437"/>
                </a:solidFill>
                <a:latin typeface="Noto Sans"/>
                <a:ea typeface="Noto Sans CJK JP"/>
                <a:cs typeface="Noto Sans"/>
              </a:rPr>
              <a:t>MCP-Atlas: claim-coverage scoring</a:t>
            </a:r>
          </a:p>
          <a:p>
            <a:pPr>
              <a:lnSpc>
                <a:spcPct val="112000"/>
              </a:lnSpc>
              <a:spcAft>
                <a:spcPts val="400"/>
              </a:spcAft>
              <a:buNone/>
              <a:defRPr sz="1300" b="0">
                <a:solidFill>
                  <a:srgbClr val="303437"/>
                </a:solidFill>
                <a:latin typeface="Noto Sans"/>
              </a:defRPr>
            </a:pPr>
            <a:r>
              <a:rPr sz="1300" b="0" lang="ja-JP" altLang="en-US">
                <a:solidFill>
                  <a:srgbClr val="626669"/>
                </a:solidFill>
                <a:latin typeface="Noto Sans"/>
                <a:ea typeface="Noto Sans CJK JP"/>
                <a:cs typeface="Noto Sans"/>
              </a:rPr>
              <a:t>Scale AI / GitHub / 改訂5c11ac4</a:t>
            </a:r>
          </a:p>
          <a:p>
            <a:pPr>
              <a:lnSpc>
                <a:spcPct val="112000"/>
              </a:lnSpc>
              <a:spcAft>
                <a:spcPts val="400"/>
              </a:spcAft>
              <a:buNone/>
              <a:defRPr sz="1750" b="0">
                <a:solidFill>
                  <a:srgbClr val="303437"/>
                </a:solidFill>
                <a:latin typeface="Noto Sans"/>
              </a:defRPr>
            </a:pPr>
            <a:r>
              <a:rPr sz="1750" b="0" lang="ja-JP" altLang="en-US">
                <a:solidFill>
                  <a:srgbClr val="303437"/>
                </a:solidFill>
                <a:latin typeface="Noto Sans"/>
                <a:ea typeface="Noto Sans CJK JP"/>
                <a:cs typeface="Noto Sans"/>
              </a:rPr>
              <a:t>各正解条件の判定を0・0.5・1へ対応させ、充足率と合格率を計算する。</a:t>
            </a:r>
          </a:p>
          <a:p>
            <a:pPr>
              <a:lnSpc>
                <a:spcPct val="112000"/>
              </a:lnSpc>
              <a:spcAft>
                <a:spcPts val="0"/>
              </a:spcAft>
              <a:buNone/>
              <a:defRPr sz="1150" b="0">
                <a:solidFill>
                  <a:srgbClr val="303437"/>
                </a:solidFill>
                <a:latin typeface="Noto Sans"/>
              </a:defRPr>
            </a:pPr>
            <a:r>
              <a:rPr sz="1150" b="0" lang="ja-JP" altLang="en-US">
                <a:solidFill>
                  <a:srgbClr val="626669"/>
                </a:solidFill>
                <a:latin typeface="Noto Sans"/>
                <a:ea typeface="Noto Sans CJK JP"/>
                <a:cs typeface="Noto Sans"/>
                <a:hlinkClick r:id="rId3"/>
              </a:rPr>
              <a:t>https://github.com/scaleapi/mcp-atlas/blob/5c11ac4/services/scoring/score_claims.py</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参考文献</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3. 著者と参考文献</a:t>
            </a:r>
          </a:p>
        </p:txBody>
      </p:sp>
      <p:sp>
        <p:nvSpPr>
          <p:cNvPr id="4" name="文献 1: MCP-Atlas: Changelog"/>
          <p:cNvSpPr txBox="1"/>
          <p:nvPr/>
        </p:nvSpPr>
        <p:spPr>
          <a:xfrm>
            <a:off x="548640" y="1371600"/>
            <a:ext cx="8046720" cy="1737360"/>
          </a:xfrm>
          <a:prstGeom prst="rect">
            <a:avLst/>
          </a:prstGeom>
          <a:noFill/>
        </p:spPr>
        <p:txBody>
          <a:bodyPr wrap="square" lIns="0" rIns="0" tIns="0" bIns="0">
            <a:noAutofit/>
          </a:bodyPr>
          <a:lstStyle/>
          <a:p>
            <a:pPr algn="l">
              <a:lnSpc>
                <a:spcPct val="112000"/>
              </a:lnSpc>
              <a:spcBef>
                <a:spcPts val="0"/>
              </a:spcBef>
              <a:spcAft>
                <a:spcPts val="400"/>
              </a:spcAft>
              <a:buNone/>
              <a:defRPr sz="1850" b="0">
                <a:solidFill>
                  <a:srgbClr val="303437"/>
                </a:solidFill>
                <a:latin typeface="Noto Sans"/>
              </a:defRPr>
            </a:pPr>
            <a:r>
              <a:rPr sz="1800" b="0" lang="ja-JP" altLang="en-US">
                <a:solidFill>
                  <a:srgbClr val="303437"/>
                </a:solidFill>
                <a:latin typeface="Noto Sans"/>
                <a:ea typeface="Noto Sans CJK JP"/>
                <a:cs typeface="Noto Sans"/>
              </a:rPr>
              <a:t/>
            </a:r>
            <a:r>
              <a:rPr sz="1850" b="1" lang="ja-JP" altLang="en-US">
                <a:solidFill>
                  <a:srgbClr val="303437"/>
                </a:solidFill>
                <a:latin typeface="Noto Sans"/>
                <a:ea typeface="Noto Sans CJK JP"/>
                <a:cs typeface="Noto Sans"/>
              </a:rPr>
              <a:t>MCP-Atlas: Changelog</a:t>
            </a:r>
          </a:p>
          <a:p>
            <a:pPr>
              <a:lnSpc>
                <a:spcPct val="112000"/>
              </a:lnSpc>
              <a:spcAft>
                <a:spcPts val="400"/>
              </a:spcAft>
              <a:buNone/>
              <a:defRPr sz="1300" b="0">
                <a:solidFill>
                  <a:srgbClr val="303437"/>
                </a:solidFill>
                <a:latin typeface="Noto Sans"/>
              </a:defRPr>
            </a:pPr>
            <a:r>
              <a:rPr sz="1300" b="0" lang="ja-JP" altLang="en-US">
                <a:solidFill>
                  <a:srgbClr val="626669"/>
                </a:solidFill>
                <a:latin typeface="Noto Sans"/>
                <a:ea typeface="Noto Sans CJK JP"/>
                <a:cs typeface="Noto Sans"/>
              </a:rPr>
              <a:t>Scale AI / Agent harness v2.0.0 / 改訂5c11ac4</a:t>
            </a:r>
          </a:p>
          <a:p>
            <a:pPr>
              <a:lnSpc>
                <a:spcPct val="112000"/>
              </a:lnSpc>
              <a:spcAft>
                <a:spcPts val="400"/>
              </a:spcAft>
              <a:buNone/>
              <a:defRPr sz="1750" b="0">
                <a:solidFill>
                  <a:srgbClr val="303437"/>
                </a:solidFill>
                <a:latin typeface="Noto Sans"/>
              </a:defRPr>
            </a:pPr>
            <a:r>
              <a:rPr sz="1750" b="0" lang="ja-JP" altLang="en-US">
                <a:solidFill>
                  <a:srgbClr val="303437"/>
                </a:solidFill>
                <a:latin typeface="Noto Sans"/>
                <a:ea typeface="Noto Sans CJK JP"/>
                <a:cs typeface="Noto Sans"/>
              </a:rPr>
              <a:t>実行プログラムのTypeScriptへの移行と、採点・診断機能を説明する。</a:t>
            </a:r>
          </a:p>
          <a:p>
            <a:pPr>
              <a:lnSpc>
                <a:spcPct val="112000"/>
              </a:lnSpc>
              <a:spcAft>
                <a:spcPts val="0"/>
              </a:spcAft>
              <a:buNone/>
              <a:defRPr sz="1150" b="0">
                <a:solidFill>
                  <a:srgbClr val="303437"/>
                </a:solidFill>
                <a:latin typeface="Noto Sans"/>
              </a:defRPr>
            </a:pPr>
            <a:r>
              <a:rPr sz="1150" b="0" lang="ja-JP" altLang="en-US">
                <a:solidFill>
                  <a:srgbClr val="626669"/>
                </a:solidFill>
                <a:latin typeface="Noto Sans"/>
                <a:ea typeface="Noto Sans CJK JP"/>
                <a:cs typeface="Noto Sans"/>
                <a:hlinkClick r:id="rId2"/>
              </a:rPr>
              <a:t>https://github.com/scaleapi/mcp-atlas/blob/5c11ac4/CHANGELOG.md</a:t>
            </a:r>
          </a:p>
        </p:txBody>
      </p:sp>
      <p:sp>
        <p:nvSpPr>
          <p:cNvPr id="5" name="文献 2: Gemini 3.1 Pro"/>
          <p:cNvSpPr txBox="1"/>
          <p:nvPr/>
        </p:nvSpPr>
        <p:spPr>
          <a:xfrm>
            <a:off x="548640" y="3337560"/>
            <a:ext cx="8046720" cy="1737360"/>
          </a:xfrm>
          <a:prstGeom prst="rect">
            <a:avLst/>
          </a:prstGeom>
          <a:noFill/>
        </p:spPr>
        <p:txBody>
          <a:bodyPr wrap="square" lIns="0" rIns="0" tIns="0" bIns="0">
            <a:noAutofit/>
          </a:bodyPr>
          <a:lstStyle/>
          <a:p>
            <a:pPr algn="l">
              <a:lnSpc>
                <a:spcPct val="112000"/>
              </a:lnSpc>
              <a:spcBef>
                <a:spcPts val="0"/>
              </a:spcBef>
              <a:spcAft>
                <a:spcPts val="400"/>
              </a:spcAft>
              <a:buNone/>
              <a:defRPr sz="1850" b="0">
                <a:solidFill>
                  <a:srgbClr val="303437"/>
                </a:solidFill>
                <a:latin typeface="Noto Sans"/>
              </a:defRPr>
            </a:pPr>
            <a:r>
              <a:rPr sz="1800" b="0" lang="ja-JP" altLang="en-US">
                <a:solidFill>
                  <a:srgbClr val="303437"/>
                </a:solidFill>
                <a:latin typeface="Noto Sans"/>
                <a:ea typeface="Noto Sans CJK JP"/>
                <a:cs typeface="Noto Sans"/>
              </a:rPr>
              <a:t/>
            </a:r>
            <a:r>
              <a:rPr sz="1850" b="1" lang="ja-JP" altLang="en-US">
                <a:solidFill>
                  <a:srgbClr val="303437"/>
                </a:solidFill>
                <a:latin typeface="Noto Sans"/>
                <a:ea typeface="Noto Sans CJK JP"/>
                <a:cs typeface="Noto Sans"/>
              </a:rPr>
              <a:t>Gemini 3.1 Pro</a:t>
            </a:r>
          </a:p>
          <a:p>
            <a:pPr>
              <a:lnSpc>
                <a:spcPct val="112000"/>
              </a:lnSpc>
              <a:spcAft>
                <a:spcPts val="400"/>
              </a:spcAft>
              <a:buNone/>
              <a:defRPr sz="1300" b="0">
                <a:solidFill>
                  <a:srgbClr val="303437"/>
                </a:solidFill>
                <a:latin typeface="Noto Sans"/>
              </a:defRPr>
            </a:pPr>
            <a:r>
              <a:rPr sz="1300" b="0" lang="ja-JP" altLang="en-US">
                <a:solidFill>
                  <a:srgbClr val="626669"/>
                </a:solidFill>
                <a:latin typeface="Noto Sans"/>
                <a:ea typeface="Noto Sans CJK JP"/>
                <a:cs typeface="Noto Sans"/>
              </a:rPr>
              <a:t>Google DeepMind / 2026 / Model performance</a:t>
            </a:r>
          </a:p>
          <a:p>
            <a:pPr>
              <a:lnSpc>
                <a:spcPct val="112000"/>
              </a:lnSpc>
              <a:spcAft>
                <a:spcPts val="400"/>
              </a:spcAft>
              <a:buNone/>
              <a:defRPr sz="1750" b="0">
                <a:solidFill>
                  <a:srgbClr val="303437"/>
                </a:solidFill>
                <a:latin typeface="Noto Sans"/>
              </a:defRPr>
            </a:pPr>
            <a:r>
              <a:rPr sz="1750" b="0" lang="ja-JP" altLang="en-US">
                <a:solidFill>
                  <a:srgbClr val="303437"/>
                </a:solidFill>
                <a:latin typeface="Noto Sans"/>
                <a:ea typeface="Noto Sans CJK JP"/>
                <a:cs typeface="Noto Sans"/>
              </a:rPr>
              <a:t>MCP Atlasを含む、現行モデルの公式比較と推論設定を掲載する。</a:t>
            </a:r>
          </a:p>
          <a:p>
            <a:pPr>
              <a:lnSpc>
                <a:spcPct val="112000"/>
              </a:lnSpc>
              <a:spcAft>
                <a:spcPts val="0"/>
              </a:spcAft>
              <a:buNone/>
              <a:defRPr sz="1150" b="0">
                <a:solidFill>
                  <a:srgbClr val="303437"/>
                </a:solidFill>
                <a:latin typeface="Noto Sans"/>
              </a:defRPr>
            </a:pPr>
            <a:r>
              <a:rPr sz="1150" b="0" lang="ja-JP" altLang="en-US">
                <a:solidFill>
                  <a:srgbClr val="626669"/>
                </a:solidFill>
                <a:latin typeface="Noto Sans"/>
                <a:ea typeface="Noto Sans CJK JP"/>
                <a:cs typeface="Noto Sans"/>
                <a:hlinkClick r:id="rId3"/>
              </a:rPr>
              <a:t>https://deepmind.google/models/gemini/pro/</a:t>
            </a:r>
          </a:p>
        </p:txBody>
      </p:sp>
    </p:spTree>
  </p:cSld>
  <p:clrMapOvr>
    <a:masterClrMapping/>
  </p:clrMapOvr>
</p:sld>
</file>

<file path=ppt/theme/theme1.xml><?xml version="1.0" encoding="utf-8"?>
<a:theme xmlns:a="http://schemas.openxmlformats.org/drawingml/2006/main" name="Simple Light">
  <a:themeElements>
    <a:clrScheme name="IARTEM Research Palette">
      <a:dk1>
        <a:srgbClr val="303437"/>
      </a:dk1>
      <a:lt1>
        <a:srgbClr val="FFFEF8"/>
      </a:lt1>
      <a:dk2>
        <a:srgbClr val="626669"/>
      </a:dk2>
      <a:lt2>
        <a:srgbClr val="EBEDEB"/>
      </a:lt2>
      <a:accent1>
        <a:srgbClr val="B13731"/>
      </a:accent1>
      <a:accent2>
        <a:srgbClr val="2C9100"/>
      </a:accent2>
      <a:accent3>
        <a:srgbClr val="2166AC"/>
      </a:accent3>
      <a:accent4>
        <a:srgbClr val="B84A00"/>
      </a:accent4>
      <a:accent5>
        <a:srgbClr val="007C91"/>
      </a:accent5>
      <a:accent6>
        <a:srgbClr val="763DA0"/>
      </a:accent6>
      <a:hlink>
        <a:srgbClr val="3F6F8F"/>
      </a:hlink>
      <a:folHlink>
        <a:srgbClr val="7A5C8E"/>
      </a:folHlink>
    </a:clrScheme>
    <a:fontScheme name="Office">
      <a:majorFont>
        <a:latin typeface="Noto Sans"/>
        <a:ea typeface="Noto Sans CJK JP"/>
        <a:cs typeface="Noto Sans"/>
        <a:font script="Jpan" typeface="Noto Sans CJK JP"/>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Noto Sans"/>
        <a:ea typeface="Noto Sans CJK JP"/>
        <a:cs typeface="Noto Sans"/>
        <a:font script="Jpan" typeface="Noto Sans CJK JP"/>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350" row="0">
    <wetp:webextensionref xmlns:r="http://schemas.openxmlformats.org/officeDocument/2006/relationships" r:id="rId1"/>
  </wetp:taskpane>
</wetp:taskpanes>
</file>

<file path=ppt/webextensions/webextension1.xml><?xml version="1.0" encoding="utf-8"?>
<we:webextension xmlns:we="http://schemas.microsoft.com/office/webextensions/webextension/2010/11" id="{3EA7E97F-3A5A-9342-98CB-7411DADE8916}">
  <we:reference id="wa200010215" version="2.0.0.0" store="ja-JP" storeType="OMEX"/>
  <we:alternateReferences>
    <we:reference id="WA200010215" version="2.0.0.0" store="WA200010215" storeType="OMEX"/>
  </we:alternateReferences>
  <we:properties>
    <we:property name="bps.codex_control.document_id" value="&quot;f3f6bd8f-7a20-4dbe-a71e-f9942711a911&quot;"/>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TotalTime>13685</TotalTime>
  <Words>14</Words>
  <Application>Microsoft Macintosh PowerPoint</Application>
  <PresentationFormat>画面に合わせる (16:9)</PresentationFormat>
  <Paragraphs>3</Paragraphs>
  <Slides>8</Slides>
  <Notes>0</Notes>
  <HiddenSlides>0</HiddenSlides>
  <MMClips>0</MMClips>
  <ScaleCrop>false</ScaleCrop>
  <HeadingPairs>
    <vt:vector size="6" baseType="variant">
      <vt:variant>
        <vt:lpstr>使用されているフォント</vt:lpstr>
      </vt:variant>
      <vt:variant>
        <vt:i4>1</vt:i4>
      </vt:variant>
      <vt:variant>
        <vt:lpstr>テーマ</vt:lpstr>
      </vt:variant>
      <vt:variant>
        <vt:i4>1</vt:i4>
      </vt:variant>
      <vt:variant>
        <vt:lpstr>スライド タイトル</vt:lpstr>
      </vt:variant>
      <vt:variant>
        <vt:i4>8</vt:i4>
      </vt:variant>
    </vt:vector>
  </HeadingPairs>
  <TitlesOfParts>
    <vt:vector size="10" baseType="lpstr">
      <vt:lpstr>Arial</vt:lpstr>
      <vt:lpstr>Simple Light</vt:lpstr>
      <vt:lpstr>Developing and Applying a Systematic Classification Framework</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Bottom-right caption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cp:lastModifiedBy>佐々木　悠太</cp:lastModifiedBy>
  <cp:revision>500</cp:revision>
  <dcterms:modified xsi:type="dcterms:W3CDTF">2026-10-13T12:49:59Z</dcterms:modified>
  <dc:title>MCP Atlas — datasets in 10 minutes</dc:title>
  <dc:creator>sasakiy84</dc:creator>
  <dc:subject>複数ツールの選択、MCPサーバー連携、正解条件による採点</dc:subject>
  <cp:keywords>MCP Atlas,MCP,tool use,dataset</cp:keywords>
</cp:coreProperties>
</file>