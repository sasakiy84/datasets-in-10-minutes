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facebookarchive/bAbI-task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uennighoff/bab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物語中の事実を使う20種類の推論課題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何が推論を難しくするかを、課題ごとに調べる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短い物語と質問を読み、場所、個数、人物、経路などを答える。物語・質問・正解は、世界の状態を管理するシミュレーターで生成する。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一つの事実だけで答える課題から、複数の事実の統合、否定、帰納、経路探索まで、20種類に分けている。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passage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質問より前に現れた物語の事実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 / 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質問と正解の語句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task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20種類の推論課題の番号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実例1：課題1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正解：garden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John?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garden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物語：ジョンは庭に移動した。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質問：ジョンはどこにいるか。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回答：庭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 / test行530。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実例2：課題2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back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質問：ミルクはどこにあるか。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回答：オフィス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 / test行1910。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実例3：課題19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19 / test行18310。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正解：east south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5212079" y="139903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43891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west of the bedroom.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bathroom is west of the garden.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kitchen is east of the garden.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east of the hallway.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kitchen is north of the office.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do you go from the garden to the office?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east south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5212079" y="1664208"/>
            <a:ext cx="3383280" cy="25165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オフィスは寝室の西にある。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浴室は庭の西にある。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キッチンは庭の東にある。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オフィスは廊下の東にある。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キッチンはオフィスの北にある。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質問：庭からオフィスへは、どの順に進めばよいか。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回答：東、南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自然な文章の質問応答だけでは、失敗の原因が知識不足なのか、複数の事実を結び付ける能力なのかを分けにくい。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そこで、必要な推論操作を制御できる小さな世界を作り、推論能力を個別に試す課題を用意した。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人物の移動、物の受け渡し、位置関係などを生成し、シミュレーター内の状態から質問と正解を作る。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元の形式には回答を支える事実の番号も付く。研究では、回答だけで学習する条件と、根拠の事実も教える条件を分けた。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18,013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ミラーの全課題を実測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同じミラーの開発問題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20課題×各1,000問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課題を混ぜる前に、何を答えるかを見る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単一の事実の参照、複数の事実の統合、位置関係、受け渡し、数え上げなど、20種類の操作を別々に生成した。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取得したtestは各課題1,000問で均等。en-validのtrainは18,013問、validは1,987問だった。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回答語句が正解と一致すれば1点。課題ごとに正解率を求め、20課題の平均も示せる。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2015年の研究では、正解率95%以上をその課題の達成基準にした。経路のs,wなどは、HELMではsouth westのような単語へ変換する。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各課題1,000問で学習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20課題の平均（%）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N-gram分類器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LSTM（回答のみの教師）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MemNN AM + NG + NL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MemNN拡張は根拠の事実も教師に使う。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en-valid由来。20課題をまとめた候補から最大1,000問を評価し、最大5例提示、3試行、温度0。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表はtest 906問の完全一致率。残る94問はvalidであり、testと混ぜずに示す。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906問、最大5例提示。完全一致率。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制御した推論の診断へ使われる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自然な文章を集めたベンチマークが増えた後も、bAbIは推論の段数や世界の状態を制御できる診断用データとして残った。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HELMは同じ短い回答形式で、学習済みモデルへ少数例を見せて評価した。生成器とHELM由来の変換コードは2026-10-18にも公開されている。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公式の生成器はfacebookarchive/bAbI-tasksで公開されている。英語のほか、ヒンディー語や語順を変えた版もある。生成器はBSD、データカードはCC BY 3.0を掲げる。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掲載例はMuennighoff/babiのen-valid変換ミラー。READMEがHELMと同じ変換手順を示しており、test全20,000問を取得した。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シミュレーターで作った物語を使い、20種類の推論操作を個別に測る。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根拠の事実を教師として与えた学習と、少数例提示の言語モデル評価は、学習条件が異なる。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追加例1：課題3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3 / test行2300。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正解：hallway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3858768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4681727" y="1399032"/>
            <a:ext cx="3913632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3858768" cy="226047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picked up the milk.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John went back to the garden.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hallway.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office.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the milk before the office?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hallway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4681727" y="1664208"/>
            <a:ext cx="3913632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メアリーはミルクを手に取った。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ジョンは庭に戻った。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メアリーは廊下に戻った。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メアリーはオフィスに戻った。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質問：オフィスに来る前、ミルクはどこにあったか。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回答：廊下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追加例2：課題5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正解：Jeff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grabbed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gave the milk to Bill.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Who gave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Jeff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物語：ジェフはそこでミルクをつかんだ。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物語：ジェフはビルにミルクを渡した。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質問：誰がミルクを渡したか。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回答：ジェフ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5 / test行4635。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追加例3：課題6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got the apple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John in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物語：メアリーはそこでリンゴを手に取った。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質問：ジョンはオフィスにいるか。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回答：はい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6 / test行5250。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追加例4：課題7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many objects is John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質問：ジョンはいくつ物を持っているか。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回答：1個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7 / test行6770。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追加例5：課題8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正解：milk,football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football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Daniel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milk,football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物語：ダニエルはそこでミルクを拾った。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物語：ダニエルはそこでサッカーボールを拾った。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質問：ダニエルは何を持っているか。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回答：ミルク、サッカーボール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8 / test行7590。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追加例6：課題9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not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garden?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質問：メアリーは庭にいるか。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回答：いいえ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9 / test行8715。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追加例7：課題10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正解：maybe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Fred is in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either in the park or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maybe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物語：フレッドは公園にいる。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物語：メアリーは公園かオフィスのどちらかにいる。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質問：メアリーは公園にいるか。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回答：いるかもしれない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10 / test行9870。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追加例8：課題14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正解：cinema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This morning Fred went to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Yesterday Fred went to the cinema.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Fred before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cinema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物語：今朝、フレッドは公園に行った。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物語：昨日、フレッドは映画館に行った。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質問：公園に行く前、フレッドはどこにいたか。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回答：映画館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14 / test行13905。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追加例9：課題15（原文）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167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original-panel"/>
          <p:cNvSpPr txBox="1"/>
          <p:nvPr/>
        </p:nvSpPr>
        <p:spPr>
          <a:xfrm>
            <a:off x="502920" y="1572768"/>
            <a:ext cx="8183879" cy="294132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88900" bIns="88900">
            <a:noAutofit/>
          </a:bodyPr>
          <a:lstStyle/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Cats are afraid of sheep.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Emily is a cat.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Winona is a cat.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Sheep are afraid of mice.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Mice are afraid of cats.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Wolves are afraid of cats.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Jessica is a wolf.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Gertrude is a cat.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emily afraid of?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sheep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追加例9：課題15（日本語訳）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10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94360" y="1655064"/>
            <a:ext cx="7955279" cy="278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ネコはヒツジを怖がる。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エミリーはネコである。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ウィノナはネコである。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ヒツジはネズミを怖がる。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ネズミはネコを怖がる。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オオカミはネコを怖がる。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ジェシカはオオカミである。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ガートルードはネコである。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質問：エミリーは何を怖がるか。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回答：ヒツジ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追加例10：課題20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正解：bedroom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Yann is tired.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will yann go?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bedroom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物語：ヤンは疲れている。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質問：ヤンはどこへ行くか。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回答：寝室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20 / test行19078。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 一つの根拠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 二つの根拠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 三つの根拠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 二項関係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 三項関係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 Yes／No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 数え上げ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8. リスト・集合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 否定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 不確かな知識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11. 代名詞照応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 接続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 複合照応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 時間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 演繹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 帰納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17. 位置関係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 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109661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 経路探索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 動機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第一著者Jason Weston、最終著者Tomas Mikolovを含むFacebook AI Researchの7名による研究。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2015年に公開。小さな世界での質問応答を通じ、推論能力を診断する一連の課題を提案した。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owards AI-Complete Question Answering: A Set of Prerequisite Toy Task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Towards AI-Complete Question Answering: A Set of Prerequisite Toy Tasks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Weston, Antoine Bordes, Sumit Chopra, Alexander M. Rush, Bart van Merriënboer, Armand Joulin, Tomas Mikolov / arXiv:1502.05698, 2015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AbI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Muennighoff/babi / 改訂1da25875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2026-10-18T00:20:12Z</dcterms:modified>
  <dc:title>babi</dc:title>
  <dc:creator>sasakiy84</dc:creator>
  <dcterms:created xsi:type="dcterms:W3CDTF">2026-10-18T00:20:12Z</dcterms:created>
  <dc:language>ja-JP</dc:language>
</cp:coreProperties>
</file>