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58" r:id="rId9"/>
    <p:sldId id="263" r:id="rId2"/>
    <p:sldId id="264" r:id="rId15"/>
    <p:sldId id="265" r:id="rId16"/>
    <p:sldId id="266" r:id="rId17"/>
    <p:sldId id="267" r:id="rId18"/>
    <p:sldId id="350" r:id="rId101"/>
    <p:sldId id="261" r:id="rId4"/>
    <p:sldId id="262" r:id="rId3"/>
    <p:sldId id="268" r:id="rId19"/>
    <p:sldId id="269" r:id="rId20"/>
    <p:sldId id="270" r:id="rId21"/>
    <p:sldId id="271" r:id="rId22"/>
    <p:sldId id="272" r:id="rId23"/>
    <p:sldId id="273" r:id="rId24"/>
    <p:sldId id="351" r:id="rId102"/>
    <p:sldId id="274" r:id="rId25"/>
    <p:sldId id="352" r:id="rId103"/>
    <p:sldId id="276" r:id="rId27"/>
    <p:sldId id="278" r:id="rId29"/>
    <p:sldId id="277" r:id="rId28"/>
    <p:sldId id="353" r:id="rId104"/>
    <p:sldId id="259" r:id="rId6"/>
    <p:sldId id="260" r:id="rId5"/>
    <p:sldId id="279" r:id="rId30"/>
    <p:sldId id="354" r:id="rId105"/>
    <p:sldId id="280" r:id="rId31"/>
    <p:sldId id="281" r:id="rId32"/>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23" r:id="rId74"/>
    <p:sldId id="347" r:id="rId9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5.xml"/><Relationship Id="rId29" Type="http://schemas.openxmlformats.org/officeDocument/2006/relationships/slide" Target="slides/slide24.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74.xml"/><Relationship Id="rId53" Type="http://schemas.openxmlformats.org/officeDocument/2006/relationships/slide" Target="slides/slide75.xml"/><Relationship Id="rId54" Type="http://schemas.openxmlformats.org/officeDocument/2006/relationships/slide" Target="slides/slide76.xml"/><Relationship Id="rId55" Type="http://schemas.openxmlformats.org/officeDocument/2006/relationships/slide" Target="slides/slide77.xml"/><Relationship Id="rId56" Type="http://schemas.openxmlformats.org/officeDocument/2006/relationships/slide" Target="slides/slide78.xml"/><Relationship Id="rId57" Type="http://schemas.openxmlformats.org/officeDocument/2006/relationships/slide" Target="slides/slide79.xml"/><Relationship Id="rId58" Type="http://schemas.openxmlformats.org/officeDocument/2006/relationships/slide" Target="slides/slide80.xml"/><Relationship Id="rId59" Type="http://schemas.openxmlformats.org/officeDocument/2006/relationships/slide" Target="slides/slide81.xml"/><Relationship Id="rId60" Type="http://schemas.openxmlformats.org/officeDocument/2006/relationships/slide" Target="slides/slide82.xml"/><Relationship Id="rId61" Type="http://schemas.openxmlformats.org/officeDocument/2006/relationships/slide" Target="slides/slide83.xml"/><Relationship Id="rId62" Type="http://schemas.openxmlformats.org/officeDocument/2006/relationships/slide" Target="slides/slide84.xml"/><Relationship Id="rId63" Type="http://schemas.openxmlformats.org/officeDocument/2006/relationships/slide" Target="slides/slide85.xml"/><Relationship Id="rId64" Type="http://schemas.openxmlformats.org/officeDocument/2006/relationships/slide" Target="slides/slide86.xml"/><Relationship Id="rId65" Type="http://schemas.openxmlformats.org/officeDocument/2006/relationships/slide" Target="slides/slide87.xml"/><Relationship Id="rId66" Type="http://schemas.openxmlformats.org/officeDocument/2006/relationships/slide" Target="slides/slide88.xml"/><Relationship Id="rId67" Type="http://schemas.openxmlformats.org/officeDocument/2006/relationships/slide" Target="slides/slide89.xml"/><Relationship Id="rId68" Type="http://schemas.openxmlformats.org/officeDocument/2006/relationships/slide" Target="slides/slide90.xml"/><Relationship Id="rId69" Type="http://schemas.openxmlformats.org/officeDocument/2006/relationships/slide" Target="slides/slide91.xml"/><Relationship Id="rId70" Type="http://schemas.openxmlformats.org/officeDocument/2006/relationships/slide" Target="slides/slide92.xml"/><Relationship Id="rId71" Type="http://schemas.openxmlformats.org/officeDocument/2006/relationships/slide" Target="slides/slide93.xml"/><Relationship Id="rId72" Type="http://schemas.openxmlformats.org/officeDocument/2006/relationships/slide" Target="slides/slide94.xml"/><Relationship Id="rId73" Type="http://schemas.openxmlformats.org/officeDocument/2006/relationships/slide" Target="slides/slide95.xml"/><Relationship Id="rId74" Type="http://schemas.openxmlformats.org/officeDocument/2006/relationships/slide" Target="slides/slide97.xml"/><Relationship Id="rId75" Type="http://schemas.openxmlformats.org/officeDocument/2006/relationships/slide" Target="slides/slide96.xml"/><Relationship Id="rId76" Type="http://schemas.openxmlformats.org/officeDocument/2006/relationships/slide" Target="slides/slide52.xml"/><Relationship Id="rId77" Type="http://schemas.openxmlformats.org/officeDocument/2006/relationships/slide" Target="slides/slide53.xml"/><Relationship Id="rId78" Type="http://schemas.openxmlformats.org/officeDocument/2006/relationships/slide" Target="slides/slide54.xml"/><Relationship Id="rId79" Type="http://schemas.openxmlformats.org/officeDocument/2006/relationships/slide" Target="slides/slide55.xml"/><Relationship Id="rId80" Type="http://schemas.openxmlformats.org/officeDocument/2006/relationships/slide" Target="slides/slide56.xml"/><Relationship Id="rId81" Type="http://schemas.openxmlformats.org/officeDocument/2006/relationships/slide" Target="slides/slide57.xml"/><Relationship Id="rId82" Type="http://schemas.openxmlformats.org/officeDocument/2006/relationships/slide" Target="slides/slide58.xml"/><Relationship Id="rId83" Type="http://schemas.openxmlformats.org/officeDocument/2006/relationships/slide" Target="slides/slide59.xml"/><Relationship Id="rId84" Type="http://schemas.openxmlformats.org/officeDocument/2006/relationships/slide" Target="slides/slide60.xml"/><Relationship Id="rId85" Type="http://schemas.openxmlformats.org/officeDocument/2006/relationships/slide" Target="slides/slide61.xml"/><Relationship Id="rId86" Type="http://schemas.openxmlformats.org/officeDocument/2006/relationships/slide" Target="slides/slide62.xml"/><Relationship Id="rId87" Type="http://schemas.openxmlformats.org/officeDocument/2006/relationships/slide" Target="slides/slide63.xml"/><Relationship Id="rId88" Type="http://schemas.openxmlformats.org/officeDocument/2006/relationships/slide" Target="slides/slide64.xml"/><Relationship Id="rId89" Type="http://schemas.openxmlformats.org/officeDocument/2006/relationships/slide" Target="slides/slide65.xml"/><Relationship Id="rId90" Type="http://schemas.openxmlformats.org/officeDocument/2006/relationships/slide" Target="slides/slide66.xml"/><Relationship Id="rId91" Type="http://schemas.openxmlformats.org/officeDocument/2006/relationships/slide" Target="slides/slide67.xml"/><Relationship Id="rId92" Type="http://schemas.openxmlformats.org/officeDocument/2006/relationships/slide" Target="slides/slide68.xml"/><Relationship Id="rId93" Type="http://schemas.openxmlformats.org/officeDocument/2006/relationships/slide" Target="slides/slide69.xml"/><Relationship Id="rId94" Type="http://schemas.openxmlformats.org/officeDocument/2006/relationships/slide" Target="slides/slide70.xml"/><Relationship Id="rId95" Type="http://schemas.openxmlformats.org/officeDocument/2006/relationships/slide" Target="slides/slide71.xml"/><Relationship Id="rId96" Type="http://schemas.openxmlformats.org/officeDocument/2006/relationships/slide" Target="slides/slide72.xml"/><Relationship Id="rId97" Type="http://schemas.openxmlformats.org/officeDocument/2006/relationships/slide" Target="slides/slide73.xml"/><Relationship Id="rId98" Type="http://schemas.openxmlformats.org/officeDocument/2006/relationships/slide" Target="slides/slide98.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1.xml"/><Relationship Id="rId102" Type="http://schemas.openxmlformats.org/officeDocument/2006/relationships/slide" Target="slides/slide20.xml"/><Relationship Id="rId103" Type="http://schemas.openxmlformats.org/officeDocument/2006/relationships/slide" Target="slides/slide22.xml"/><Relationship Id="rId104" Type="http://schemas.openxmlformats.org/officeDocument/2006/relationships/slide" Target="slides/slide26.xml"/><Relationship Id="rId105" Type="http://schemas.openxmlformats.org/officeDocument/2006/relationships/slide" Target="slides/slide30.xml"/><Relationship Id="rId106"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SzPts val="5200"/>
              <a:buNone/>
              <a:defRPr sz="5200" b="1" lang="ja-JP">
                <a:solidFill>
                  <a:schemeClr val="dk1"/>
                </a:solidFill>
                <a:latin typeface="Noto Sans"/>
                <a:ea typeface="Noto Sans CJK JP"/>
                <a:cs typeface="Noto Sans"/>
              </a:defRPr>
            </a:lvl1pPr>
            <a:lvl2pPr lvl="1" algn="ctr">
              <a:spcBef>
                <a:spcPts val="0"/>
              </a:spcBef>
              <a:spcAft>
                <a:spcPts val="0"/>
              </a:spcAft>
              <a:buSzPts val="5200"/>
              <a:buNone/>
              <a:defRPr sz="5200" lang="ja-JP">
                <a:latin typeface="Noto Sans"/>
                <a:ea typeface="Noto Sans CJK JP"/>
                <a:cs typeface="Noto Sans"/>
              </a:defRPr>
            </a:lvl2pPr>
            <a:lvl3pPr lvl="2" algn="ctr">
              <a:spcBef>
                <a:spcPts val="0"/>
              </a:spcBef>
              <a:spcAft>
                <a:spcPts val="0"/>
              </a:spcAft>
              <a:buSzPts val="5200"/>
              <a:buNone/>
              <a:defRPr sz="5200" lang="ja-JP">
                <a:latin typeface="Noto Sans"/>
                <a:ea typeface="Noto Sans CJK JP"/>
                <a:cs typeface="Noto Sans"/>
              </a:defRPr>
            </a:lvl3pPr>
            <a:lvl4pPr lvl="3" algn="ctr">
              <a:spcBef>
                <a:spcPts val="0"/>
              </a:spcBef>
              <a:spcAft>
                <a:spcPts val="0"/>
              </a:spcAft>
              <a:buSzPts val="5200"/>
              <a:buNone/>
              <a:defRPr sz="5200" lang="ja-JP">
                <a:latin typeface="Noto Sans"/>
                <a:ea typeface="Noto Sans CJK JP"/>
                <a:cs typeface="Noto Sans"/>
              </a:defRPr>
            </a:lvl4pPr>
            <a:lvl5pPr lvl="4" algn="ctr">
              <a:spcBef>
                <a:spcPts val="0"/>
              </a:spcBef>
              <a:spcAft>
                <a:spcPts val="0"/>
              </a:spcAft>
              <a:buSzPts val="5200"/>
              <a:buNone/>
              <a:defRPr sz="5200" lang="ja-JP">
                <a:latin typeface="Noto Sans"/>
                <a:ea typeface="Noto Sans CJK JP"/>
                <a:cs typeface="Noto Sans"/>
              </a:defRPr>
            </a:lvl5pPr>
            <a:lvl6pPr lvl="5" algn="ctr">
              <a:spcBef>
                <a:spcPts val="0"/>
              </a:spcBef>
              <a:spcAft>
                <a:spcPts val="0"/>
              </a:spcAft>
              <a:buSzPts val="5200"/>
              <a:buNone/>
              <a:defRPr sz="5200" lang="ja-JP">
                <a:latin typeface="Noto Sans"/>
                <a:ea typeface="Noto Sans CJK JP"/>
                <a:cs typeface="Noto Sans"/>
              </a:defRPr>
            </a:lvl6pPr>
            <a:lvl7pPr lvl="6" algn="ctr">
              <a:spcBef>
                <a:spcPts val="0"/>
              </a:spcBef>
              <a:spcAft>
                <a:spcPts val="0"/>
              </a:spcAft>
              <a:buSzPts val="5200"/>
              <a:buNone/>
              <a:defRPr sz="5200" lang="ja-JP">
                <a:latin typeface="Noto Sans"/>
                <a:ea typeface="Noto Sans CJK JP"/>
                <a:cs typeface="Noto Sans"/>
              </a:defRPr>
            </a:lvl7pPr>
            <a:lvl8pPr lvl="7" algn="ctr">
              <a:spcBef>
                <a:spcPts val="0"/>
              </a:spcBef>
              <a:spcAft>
                <a:spcPts val="0"/>
              </a:spcAft>
              <a:buSzPts val="5200"/>
              <a:buNone/>
              <a:defRPr sz="5200" lang="ja-JP">
                <a:latin typeface="Noto Sans"/>
                <a:ea typeface="Noto Sans CJK JP"/>
                <a:cs typeface="Noto Sans"/>
              </a:defRPr>
            </a:lvl8pPr>
            <a:lvl9pPr lvl="8" algn="ctr">
              <a:spcBef>
                <a:spcPts val="0"/>
              </a:spcBef>
              <a:spcAft>
                <a:spcPts val="0"/>
              </a:spcAft>
              <a:buSzPts val="5200"/>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800"/>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SzPts val="2800"/>
              <a:buNone/>
              <a:defRPr sz="2800" lang="ja-JP">
                <a:latin typeface="Noto Sans"/>
                <a:ea typeface="Noto Sans CJK JP"/>
                <a:cs typeface="Noto Sans"/>
              </a:defRPr>
            </a:lvl2pPr>
            <a:lvl3pPr lvl="2" algn="ctr">
              <a:lnSpc>
                <a:spcPct val="100000"/>
              </a:lnSpc>
              <a:spcBef>
                <a:spcPts val="0"/>
              </a:spcBef>
              <a:spcAft>
                <a:spcPts val="0"/>
              </a:spcAft>
              <a:buSzPts val="2800"/>
              <a:buNone/>
              <a:defRPr sz="2800" lang="ja-JP">
                <a:latin typeface="Noto Sans"/>
                <a:ea typeface="Noto Sans CJK JP"/>
                <a:cs typeface="Noto Sans"/>
              </a:defRPr>
            </a:lvl3pPr>
            <a:lvl4pPr lvl="3" algn="ctr">
              <a:lnSpc>
                <a:spcPct val="100000"/>
              </a:lnSpc>
              <a:spcBef>
                <a:spcPts val="0"/>
              </a:spcBef>
              <a:spcAft>
                <a:spcPts val="0"/>
              </a:spcAft>
              <a:buSzPts val="2800"/>
              <a:buNone/>
              <a:defRPr sz="2800" lang="ja-JP">
                <a:latin typeface="Noto Sans"/>
                <a:ea typeface="Noto Sans CJK JP"/>
                <a:cs typeface="Noto Sans"/>
              </a:defRPr>
            </a:lvl4pPr>
            <a:lvl5pPr lvl="4" algn="ctr">
              <a:lnSpc>
                <a:spcPct val="100000"/>
              </a:lnSpc>
              <a:spcBef>
                <a:spcPts val="0"/>
              </a:spcBef>
              <a:spcAft>
                <a:spcPts val="0"/>
              </a:spcAft>
              <a:buSzPts val="2800"/>
              <a:buNone/>
              <a:defRPr sz="2800" lang="ja-JP">
                <a:latin typeface="Noto Sans"/>
                <a:ea typeface="Noto Sans CJK JP"/>
                <a:cs typeface="Noto Sans"/>
              </a:defRPr>
            </a:lvl5pPr>
            <a:lvl6pPr lvl="5" algn="ctr">
              <a:lnSpc>
                <a:spcPct val="100000"/>
              </a:lnSpc>
              <a:spcBef>
                <a:spcPts val="0"/>
              </a:spcBef>
              <a:spcAft>
                <a:spcPts val="0"/>
              </a:spcAft>
              <a:buSzPts val="2800"/>
              <a:buNone/>
              <a:defRPr sz="2800" lang="ja-JP">
                <a:latin typeface="Noto Sans"/>
                <a:ea typeface="Noto Sans CJK JP"/>
                <a:cs typeface="Noto Sans"/>
              </a:defRPr>
            </a:lvl6pPr>
            <a:lvl7pPr lvl="6" algn="ctr">
              <a:lnSpc>
                <a:spcPct val="100000"/>
              </a:lnSpc>
              <a:spcBef>
                <a:spcPts val="0"/>
              </a:spcBef>
              <a:spcAft>
                <a:spcPts val="0"/>
              </a:spcAft>
              <a:buSzPts val="2800"/>
              <a:buNone/>
              <a:defRPr sz="2800" lang="ja-JP">
                <a:latin typeface="Noto Sans"/>
                <a:ea typeface="Noto Sans CJK JP"/>
                <a:cs typeface="Noto Sans"/>
              </a:defRPr>
            </a:lvl7pPr>
            <a:lvl8pPr lvl="7" algn="ctr">
              <a:lnSpc>
                <a:spcPct val="100000"/>
              </a:lnSpc>
              <a:spcBef>
                <a:spcPts val="0"/>
              </a:spcBef>
              <a:spcAft>
                <a:spcPts val="0"/>
              </a:spcAft>
              <a:buSzPts val="2800"/>
              <a:buNone/>
              <a:defRPr sz="2800" lang="ja-JP">
                <a:latin typeface="Noto Sans"/>
                <a:ea typeface="Noto Sans CJK JP"/>
                <a:cs typeface="Noto Sans"/>
              </a:defRPr>
            </a:lvl8pPr>
            <a:lvl9pPr lvl="8" algn="ctr">
              <a:lnSpc>
                <a:spcPct val="100000"/>
              </a:lnSpc>
              <a:spcBef>
                <a:spcPts val="0"/>
              </a:spcBef>
              <a:spcAft>
                <a:spcPts val="0"/>
              </a:spcAft>
              <a:buSzPts val="2800"/>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ts val="2200"/>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ts val="2200"/>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ts val="2200"/>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SzPts val="3000"/>
              <a:buNone/>
              <a:defRPr sz="3000" b="1" lang="ja-JP">
                <a:solidFill>
                  <a:schemeClr val="dk1"/>
                </a:solidFill>
                <a:latin typeface="Noto Sans"/>
                <a:ea typeface="Noto Sans CJK JP"/>
                <a:cs typeface="Noto Sans"/>
              </a:defRPr>
            </a:lvl1pPr>
            <a:lvl2pPr lvl="1">
              <a:spcBef>
                <a:spcPts val="0"/>
              </a:spcBef>
              <a:spcAft>
                <a:spcPts val="0"/>
              </a:spcAft>
              <a:buSzPts val="2800"/>
              <a:buNone/>
              <a:defRPr lang="ja-JP">
                <a:latin typeface="Noto Sans"/>
                <a:ea typeface="Noto Sans CJK JP"/>
                <a:cs typeface="Noto Sans"/>
              </a:defRPr>
            </a:lvl2pPr>
            <a:lvl3pPr lvl="2">
              <a:spcBef>
                <a:spcPts val="0"/>
              </a:spcBef>
              <a:spcAft>
                <a:spcPts val="0"/>
              </a:spcAft>
              <a:buSzPts val="2800"/>
              <a:buNone/>
              <a:defRPr lang="ja-JP">
                <a:latin typeface="Noto Sans"/>
                <a:ea typeface="Noto Sans CJK JP"/>
                <a:cs typeface="Noto Sans"/>
              </a:defRPr>
            </a:lvl3pPr>
            <a:lvl4pPr lvl="3">
              <a:spcBef>
                <a:spcPts val="0"/>
              </a:spcBef>
              <a:spcAft>
                <a:spcPts val="0"/>
              </a:spcAft>
              <a:buSzPts val="2800"/>
              <a:buNone/>
              <a:defRPr lang="ja-JP">
                <a:latin typeface="Noto Sans"/>
                <a:ea typeface="Noto Sans CJK JP"/>
                <a:cs typeface="Noto Sans"/>
              </a:defRPr>
            </a:lvl4pPr>
            <a:lvl5pPr lvl="4">
              <a:spcBef>
                <a:spcPts val="0"/>
              </a:spcBef>
              <a:spcAft>
                <a:spcPts val="0"/>
              </a:spcAft>
              <a:buSzPts val="2800"/>
              <a:buNone/>
              <a:defRPr lang="ja-JP">
                <a:latin typeface="Noto Sans"/>
                <a:ea typeface="Noto Sans CJK JP"/>
                <a:cs typeface="Noto Sans"/>
              </a:defRPr>
            </a:lvl5pPr>
            <a:lvl6pPr lvl="5">
              <a:spcBef>
                <a:spcPts val="0"/>
              </a:spcBef>
              <a:spcAft>
                <a:spcPts val="0"/>
              </a:spcAft>
              <a:buSzPts val="2800"/>
              <a:buNone/>
              <a:defRPr lang="ja-JP">
                <a:latin typeface="Noto Sans"/>
                <a:ea typeface="Noto Sans CJK JP"/>
                <a:cs typeface="Noto Sans"/>
              </a:defRPr>
            </a:lvl6pPr>
            <a:lvl7pPr lvl="6">
              <a:spcBef>
                <a:spcPts val="0"/>
              </a:spcBef>
              <a:spcAft>
                <a:spcPts val="0"/>
              </a:spcAft>
              <a:buSzPts val="2800"/>
              <a:buNone/>
              <a:defRPr lang="ja-JP">
                <a:latin typeface="Noto Sans"/>
                <a:ea typeface="Noto Sans CJK JP"/>
                <a:cs typeface="Noto Sans"/>
              </a:defRPr>
            </a:lvl7pPr>
            <a:lvl8pPr lvl="7">
              <a:spcBef>
                <a:spcPts val="0"/>
              </a:spcBef>
              <a:spcAft>
                <a:spcPts val="0"/>
              </a:spcAft>
              <a:buSzPts val="2800"/>
              <a:buNone/>
              <a:defRPr lang="ja-JP">
                <a:latin typeface="Noto Sans"/>
                <a:ea typeface="Noto Sans CJK JP"/>
                <a:cs typeface="Noto Sans"/>
              </a:defRPr>
            </a:lvl8pPr>
            <a:lvl9pPr lvl="8">
              <a:spcBef>
                <a:spcPts val="0"/>
              </a:spcBef>
              <a:spcAft>
                <a:spcPts val="0"/>
              </a:spcAft>
              <a:buSzPts val="2800"/>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ts val="2200"/>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SzPts val="1400"/>
              <a:buNone/>
              <a:defRPr sz="1400" b="1" lang="ja-JP">
                <a:solidFill>
                  <a:schemeClr val="lt1"/>
                </a:solidFill>
                <a:latin typeface="Noto Sans"/>
                <a:ea typeface="Noto Sans CJK JP"/>
                <a:cs typeface="Noto Sans"/>
              </a:defRPr>
            </a:lvl1pPr>
            <a:lvl2pPr lvl="1">
              <a:spcBef>
                <a:spcPts val="0"/>
              </a:spcBef>
              <a:spcAft>
                <a:spcPts val="0"/>
              </a:spcAft>
              <a:buSzPts val="2800"/>
              <a:buNone/>
              <a:defRPr lang="ja-JP">
                <a:latin typeface="Noto Sans"/>
                <a:ea typeface="Noto Sans CJK JP"/>
                <a:cs typeface="Noto Sans"/>
              </a:defRPr>
            </a:lvl2pPr>
            <a:lvl3pPr lvl="2">
              <a:spcBef>
                <a:spcPts val="0"/>
              </a:spcBef>
              <a:spcAft>
                <a:spcPts val="0"/>
              </a:spcAft>
              <a:buSzPts val="2800"/>
              <a:buNone/>
              <a:defRPr lang="ja-JP">
                <a:latin typeface="Noto Sans"/>
                <a:ea typeface="Noto Sans CJK JP"/>
                <a:cs typeface="Noto Sans"/>
              </a:defRPr>
            </a:lvl3pPr>
            <a:lvl4pPr lvl="3">
              <a:spcBef>
                <a:spcPts val="0"/>
              </a:spcBef>
              <a:spcAft>
                <a:spcPts val="0"/>
              </a:spcAft>
              <a:buSzPts val="2800"/>
              <a:buNone/>
              <a:defRPr lang="ja-JP">
                <a:latin typeface="Noto Sans"/>
                <a:ea typeface="Noto Sans CJK JP"/>
                <a:cs typeface="Noto Sans"/>
              </a:defRPr>
            </a:lvl4pPr>
            <a:lvl5pPr lvl="4">
              <a:spcBef>
                <a:spcPts val="0"/>
              </a:spcBef>
              <a:spcAft>
                <a:spcPts val="0"/>
              </a:spcAft>
              <a:buSzPts val="2800"/>
              <a:buNone/>
              <a:defRPr lang="ja-JP">
                <a:latin typeface="Noto Sans"/>
                <a:ea typeface="Noto Sans CJK JP"/>
                <a:cs typeface="Noto Sans"/>
              </a:defRPr>
            </a:lvl5pPr>
            <a:lvl6pPr lvl="5">
              <a:spcBef>
                <a:spcPts val="0"/>
              </a:spcBef>
              <a:spcAft>
                <a:spcPts val="0"/>
              </a:spcAft>
              <a:buSzPts val="2800"/>
              <a:buNone/>
              <a:defRPr lang="ja-JP">
                <a:latin typeface="Noto Sans"/>
                <a:ea typeface="Noto Sans CJK JP"/>
                <a:cs typeface="Noto Sans"/>
              </a:defRPr>
            </a:lvl6pPr>
            <a:lvl7pPr lvl="6">
              <a:spcBef>
                <a:spcPts val="0"/>
              </a:spcBef>
              <a:spcAft>
                <a:spcPts val="0"/>
              </a:spcAft>
              <a:buSzPts val="2800"/>
              <a:buNone/>
              <a:defRPr lang="ja-JP">
                <a:latin typeface="Noto Sans"/>
                <a:ea typeface="Noto Sans CJK JP"/>
                <a:cs typeface="Noto Sans"/>
              </a:defRPr>
            </a:lvl7pPr>
            <a:lvl8pPr lvl="7">
              <a:spcBef>
                <a:spcPts val="0"/>
              </a:spcBef>
              <a:spcAft>
                <a:spcPts val="0"/>
              </a:spcAft>
              <a:buSzPts val="2800"/>
              <a:buNone/>
              <a:defRPr lang="ja-JP">
                <a:latin typeface="Noto Sans"/>
                <a:ea typeface="Noto Sans CJK JP"/>
                <a:cs typeface="Noto Sans"/>
              </a:defRPr>
            </a:lvl8pPr>
            <a:lvl9pPr lvl="8">
              <a:spcBef>
                <a:spcPts val="0"/>
              </a:spcBef>
              <a:spcAft>
                <a:spcPts val="0"/>
              </a:spcAft>
              <a:buSzPts val="2800"/>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lang="ja-JP">
                <a:solidFill>
                  <a:schemeClr val="dk1"/>
                </a:solidFill>
                <a:latin typeface="Noto Sans"/>
                <a:ea typeface="Noto Sans CJK JP"/>
                <a:cs typeface="Noto Sans"/>
              </a:defRPr>
            </a:lvl1pPr>
            <a:lvl2pPr lvl="1" rtl="0">
              <a:spcBef>
                <a:spcPts val="0"/>
              </a:spcBef>
              <a:spcAft>
                <a:spcPts val="0"/>
              </a:spcAft>
              <a:buSzPts val="2800"/>
              <a:buNone/>
              <a:defRPr lang="ja-JP">
                <a:latin typeface="Noto Sans"/>
                <a:ea typeface="Noto Sans CJK JP"/>
                <a:cs typeface="Noto Sans"/>
              </a:defRPr>
            </a:lvl2pPr>
            <a:lvl3pPr lvl="2" rtl="0">
              <a:spcBef>
                <a:spcPts val="0"/>
              </a:spcBef>
              <a:spcAft>
                <a:spcPts val="0"/>
              </a:spcAft>
              <a:buSzPts val="2800"/>
              <a:buNone/>
              <a:defRPr lang="ja-JP">
                <a:latin typeface="Noto Sans"/>
                <a:ea typeface="Noto Sans CJK JP"/>
                <a:cs typeface="Noto Sans"/>
              </a:defRPr>
            </a:lvl3pPr>
            <a:lvl4pPr lvl="3" rtl="0">
              <a:spcBef>
                <a:spcPts val="0"/>
              </a:spcBef>
              <a:spcAft>
                <a:spcPts val="0"/>
              </a:spcAft>
              <a:buSzPts val="2800"/>
              <a:buNone/>
              <a:defRPr lang="ja-JP">
                <a:latin typeface="Noto Sans"/>
                <a:ea typeface="Noto Sans CJK JP"/>
                <a:cs typeface="Noto Sans"/>
              </a:defRPr>
            </a:lvl4pPr>
            <a:lvl5pPr lvl="4" rtl="0">
              <a:spcBef>
                <a:spcPts val="0"/>
              </a:spcBef>
              <a:spcAft>
                <a:spcPts val="0"/>
              </a:spcAft>
              <a:buSzPts val="2800"/>
              <a:buNone/>
              <a:defRPr lang="ja-JP">
                <a:latin typeface="Noto Sans"/>
                <a:ea typeface="Noto Sans CJK JP"/>
                <a:cs typeface="Noto Sans"/>
              </a:defRPr>
            </a:lvl5pPr>
            <a:lvl6pPr lvl="5" rtl="0">
              <a:spcBef>
                <a:spcPts val="0"/>
              </a:spcBef>
              <a:spcAft>
                <a:spcPts val="0"/>
              </a:spcAft>
              <a:buSzPts val="2800"/>
              <a:buNone/>
              <a:defRPr lang="ja-JP">
                <a:latin typeface="Noto Sans"/>
                <a:ea typeface="Noto Sans CJK JP"/>
                <a:cs typeface="Noto Sans"/>
              </a:defRPr>
            </a:lvl6pPr>
            <a:lvl7pPr lvl="6" rtl="0">
              <a:spcBef>
                <a:spcPts val="0"/>
              </a:spcBef>
              <a:spcAft>
                <a:spcPts val="0"/>
              </a:spcAft>
              <a:buSzPts val="2800"/>
              <a:buNone/>
              <a:defRPr lang="ja-JP">
                <a:latin typeface="Noto Sans"/>
                <a:ea typeface="Noto Sans CJK JP"/>
                <a:cs typeface="Noto Sans"/>
              </a:defRPr>
            </a:lvl7pPr>
            <a:lvl8pPr lvl="7" rtl="0">
              <a:spcBef>
                <a:spcPts val="0"/>
              </a:spcBef>
              <a:spcAft>
                <a:spcPts val="0"/>
              </a:spcAft>
              <a:buSzPts val="2800"/>
              <a:buNone/>
              <a:defRPr lang="ja-JP">
                <a:latin typeface="Noto Sans"/>
                <a:ea typeface="Noto Sans CJK JP"/>
                <a:cs typeface="Noto Sans"/>
              </a:defRPr>
            </a:lvl8pPr>
            <a:lvl9pPr lvl="8" rtl="0">
              <a:spcBef>
                <a:spcPts val="0"/>
              </a:spcBef>
              <a:spcAft>
                <a:spcPts val="0"/>
              </a:spcAft>
              <a:buSzPts val="2800"/>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lang="ja-JP">
                <a:solidFill>
                  <a:schemeClr val="lt1"/>
                </a:solidFill>
                <a:latin typeface="Noto Sans"/>
                <a:ea typeface="Noto Sans CJK JP"/>
                <a:cs typeface="Noto Sans"/>
              </a:defRPr>
            </a:lvl1pPr>
            <a:lvl2pPr lvl="1" rtl="0">
              <a:spcBef>
                <a:spcPts val="0"/>
              </a:spcBef>
              <a:spcAft>
                <a:spcPts val="0"/>
              </a:spcAft>
              <a:buSzPts val="2800"/>
              <a:buNone/>
              <a:defRPr lang="ja-JP">
                <a:latin typeface="Noto Sans"/>
                <a:ea typeface="Noto Sans CJK JP"/>
                <a:cs typeface="Noto Sans"/>
              </a:defRPr>
            </a:lvl2pPr>
            <a:lvl3pPr lvl="2" rtl="0">
              <a:spcBef>
                <a:spcPts val="0"/>
              </a:spcBef>
              <a:spcAft>
                <a:spcPts val="0"/>
              </a:spcAft>
              <a:buSzPts val="2800"/>
              <a:buNone/>
              <a:defRPr lang="ja-JP">
                <a:latin typeface="Noto Sans"/>
                <a:ea typeface="Noto Sans CJK JP"/>
                <a:cs typeface="Noto Sans"/>
              </a:defRPr>
            </a:lvl3pPr>
            <a:lvl4pPr lvl="3" rtl="0">
              <a:spcBef>
                <a:spcPts val="0"/>
              </a:spcBef>
              <a:spcAft>
                <a:spcPts val="0"/>
              </a:spcAft>
              <a:buSzPts val="2800"/>
              <a:buNone/>
              <a:defRPr lang="ja-JP">
                <a:latin typeface="Noto Sans"/>
                <a:ea typeface="Noto Sans CJK JP"/>
                <a:cs typeface="Noto Sans"/>
              </a:defRPr>
            </a:lvl4pPr>
            <a:lvl5pPr lvl="4" rtl="0">
              <a:spcBef>
                <a:spcPts val="0"/>
              </a:spcBef>
              <a:spcAft>
                <a:spcPts val="0"/>
              </a:spcAft>
              <a:buSzPts val="2800"/>
              <a:buNone/>
              <a:defRPr lang="ja-JP">
                <a:latin typeface="Noto Sans"/>
                <a:ea typeface="Noto Sans CJK JP"/>
                <a:cs typeface="Noto Sans"/>
              </a:defRPr>
            </a:lvl5pPr>
            <a:lvl6pPr lvl="5" rtl="0">
              <a:spcBef>
                <a:spcPts val="0"/>
              </a:spcBef>
              <a:spcAft>
                <a:spcPts val="0"/>
              </a:spcAft>
              <a:buSzPts val="2800"/>
              <a:buNone/>
              <a:defRPr lang="ja-JP">
                <a:latin typeface="Noto Sans"/>
                <a:ea typeface="Noto Sans CJK JP"/>
                <a:cs typeface="Noto Sans"/>
              </a:defRPr>
            </a:lvl6pPr>
            <a:lvl7pPr lvl="6" rtl="0">
              <a:spcBef>
                <a:spcPts val="0"/>
              </a:spcBef>
              <a:spcAft>
                <a:spcPts val="0"/>
              </a:spcAft>
              <a:buSzPts val="2800"/>
              <a:buNone/>
              <a:defRPr lang="ja-JP">
                <a:latin typeface="Noto Sans"/>
                <a:ea typeface="Noto Sans CJK JP"/>
                <a:cs typeface="Noto Sans"/>
              </a:defRPr>
            </a:lvl7pPr>
            <a:lvl8pPr lvl="7" rtl="0">
              <a:spcBef>
                <a:spcPts val="0"/>
              </a:spcBef>
              <a:spcAft>
                <a:spcPts val="0"/>
              </a:spcAft>
              <a:buSzPts val="2800"/>
              <a:buNone/>
              <a:defRPr lang="ja-JP">
                <a:latin typeface="Noto Sans"/>
                <a:ea typeface="Noto Sans CJK JP"/>
                <a:cs typeface="Noto Sans"/>
              </a:defRPr>
            </a:lvl8pPr>
            <a:lvl9pPr lvl="8" rtl="0">
              <a:spcBef>
                <a:spcPts val="0"/>
              </a:spcBef>
              <a:spcAft>
                <a:spcPts val="0"/>
              </a:spcAft>
              <a:buSzPts val="2800"/>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lang="ja-JP">
                <a:solidFill>
                  <a:schemeClr val="dk1"/>
                </a:solidFill>
                <a:latin typeface="Noto Sans"/>
                <a:ea typeface="Noto Sans CJK JP"/>
                <a:cs typeface="Noto Sans"/>
              </a:defRPr>
            </a:lvl1pPr>
            <a:lvl2pPr lvl="1" rtl="0">
              <a:spcBef>
                <a:spcPts val="0"/>
              </a:spcBef>
              <a:spcAft>
                <a:spcPts val="0"/>
              </a:spcAft>
              <a:buSzPts val="2800"/>
              <a:buNone/>
              <a:defRPr lang="ja-JP">
                <a:latin typeface="Noto Sans"/>
                <a:ea typeface="Noto Sans CJK JP"/>
                <a:cs typeface="Noto Sans"/>
              </a:defRPr>
            </a:lvl2pPr>
            <a:lvl3pPr lvl="2" rtl="0">
              <a:spcBef>
                <a:spcPts val="0"/>
              </a:spcBef>
              <a:spcAft>
                <a:spcPts val="0"/>
              </a:spcAft>
              <a:buSzPts val="2800"/>
              <a:buNone/>
              <a:defRPr lang="ja-JP">
                <a:latin typeface="Noto Sans"/>
                <a:ea typeface="Noto Sans CJK JP"/>
                <a:cs typeface="Noto Sans"/>
              </a:defRPr>
            </a:lvl3pPr>
            <a:lvl4pPr lvl="3" rtl="0">
              <a:spcBef>
                <a:spcPts val="0"/>
              </a:spcBef>
              <a:spcAft>
                <a:spcPts val="0"/>
              </a:spcAft>
              <a:buSzPts val="2800"/>
              <a:buNone/>
              <a:defRPr lang="ja-JP">
                <a:latin typeface="Noto Sans"/>
                <a:ea typeface="Noto Sans CJK JP"/>
                <a:cs typeface="Noto Sans"/>
              </a:defRPr>
            </a:lvl4pPr>
            <a:lvl5pPr lvl="4" rtl="0">
              <a:spcBef>
                <a:spcPts val="0"/>
              </a:spcBef>
              <a:spcAft>
                <a:spcPts val="0"/>
              </a:spcAft>
              <a:buSzPts val="2800"/>
              <a:buNone/>
              <a:defRPr lang="ja-JP">
                <a:latin typeface="Noto Sans"/>
                <a:ea typeface="Noto Sans CJK JP"/>
                <a:cs typeface="Noto Sans"/>
              </a:defRPr>
            </a:lvl5pPr>
            <a:lvl6pPr lvl="5" rtl="0">
              <a:spcBef>
                <a:spcPts val="0"/>
              </a:spcBef>
              <a:spcAft>
                <a:spcPts val="0"/>
              </a:spcAft>
              <a:buSzPts val="2800"/>
              <a:buNone/>
              <a:defRPr lang="ja-JP">
                <a:latin typeface="Noto Sans"/>
                <a:ea typeface="Noto Sans CJK JP"/>
                <a:cs typeface="Noto Sans"/>
              </a:defRPr>
            </a:lvl6pPr>
            <a:lvl7pPr lvl="6" rtl="0">
              <a:spcBef>
                <a:spcPts val="0"/>
              </a:spcBef>
              <a:spcAft>
                <a:spcPts val="0"/>
              </a:spcAft>
              <a:buSzPts val="2800"/>
              <a:buNone/>
              <a:defRPr lang="ja-JP">
                <a:latin typeface="Noto Sans"/>
                <a:ea typeface="Noto Sans CJK JP"/>
                <a:cs typeface="Noto Sans"/>
              </a:defRPr>
            </a:lvl7pPr>
            <a:lvl8pPr lvl="7" rtl="0">
              <a:spcBef>
                <a:spcPts val="0"/>
              </a:spcBef>
              <a:spcAft>
                <a:spcPts val="0"/>
              </a:spcAft>
              <a:buSzPts val="2800"/>
              <a:buNone/>
              <a:defRPr lang="ja-JP">
                <a:latin typeface="Noto Sans"/>
                <a:ea typeface="Noto Sans CJK JP"/>
                <a:cs typeface="Noto Sans"/>
              </a:defRPr>
            </a:lvl8pPr>
            <a:lvl9pPr lvl="8" rtl="0">
              <a:spcBef>
                <a:spcPts val="0"/>
              </a:spcBef>
              <a:spcAft>
                <a:spcPts val="0"/>
              </a:spcAft>
              <a:buSzPts val="2800"/>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lang="ja-JP">
                <a:solidFill>
                  <a:schemeClr val="lt1"/>
                </a:solidFill>
                <a:latin typeface="Noto Sans"/>
                <a:ea typeface="Noto Sans CJK JP"/>
                <a:cs typeface="Noto Sans"/>
              </a:defRPr>
            </a:lvl1pPr>
            <a:lvl2pPr lvl="1" rtl="0">
              <a:spcBef>
                <a:spcPts val="0"/>
              </a:spcBef>
              <a:spcAft>
                <a:spcPts val="0"/>
              </a:spcAft>
              <a:buSzPts val="2800"/>
              <a:buNone/>
              <a:defRPr lang="ja-JP">
                <a:latin typeface="Noto Sans"/>
                <a:ea typeface="Noto Sans CJK JP"/>
                <a:cs typeface="Noto Sans"/>
              </a:defRPr>
            </a:lvl2pPr>
            <a:lvl3pPr lvl="2" rtl="0">
              <a:spcBef>
                <a:spcPts val="0"/>
              </a:spcBef>
              <a:spcAft>
                <a:spcPts val="0"/>
              </a:spcAft>
              <a:buSzPts val="2800"/>
              <a:buNone/>
              <a:defRPr lang="ja-JP">
                <a:latin typeface="Noto Sans"/>
                <a:ea typeface="Noto Sans CJK JP"/>
                <a:cs typeface="Noto Sans"/>
              </a:defRPr>
            </a:lvl3pPr>
            <a:lvl4pPr lvl="3" rtl="0">
              <a:spcBef>
                <a:spcPts val="0"/>
              </a:spcBef>
              <a:spcAft>
                <a:spcPts val="0"/>
              </a:spcAft>
              <a:buSzPts val="2800"/>
              <a:buNone/>
              <a:defRPr lang="ja-JP">
                <a:latin typeface="Noto Sans"/>
                <a:ea typeface="Noto Sans CJK JP"/>
                <a:cs typeface="Noto Sans"/>
              </a:defRPr>
            </a:lvl4pPr>
            <a:lvl5pPr lvl="4" rtl="0">
              <a:spcBef>
                <a:spcPts val="0"/>
              </a:spcBef>
              <a:spcAft>
                <a:spcPts val="0"/>
              </a:spcAft>
              <a:buSzPts val="2800"/>
              <a:buNone/>
              <a:defRPr lang="ja-JP">
                <a:latin typeface="Noto Sans"/>
                <a:ea typeface="Noto Sans CJK JP"/>
                <a:cs typeface="Noto Sans"/>
              </a:defRPr>
            </a:lvl5pPr>
            <a:lvl6pPr lvl="5" rtl="0">
              <a:spcBef>
                <a:spcPts val="0"/>
              </a:spcBef>
              <a:spcAft>
                <a:spcPts val="0"/>
              </a:spcAft>
              <a:buSzPts val="2800"/>
              <a:buNone/>
              <a:defRPr lang="ja-JP">
                <a:latin typeface="Noto Sans"/>
                <a:ea typeface="Noto Sans CJK JP"/>
                <a:cs typeface="Noto Sans"/>
              </a:defRPr>
            </a:lvl6pPr>
            <a:lvl7pPr lvl="6" rtl="0">
              <a:spcBef>
                <a:spcPts val="0"/>
              </a:spcBef>
              <a:spcAft>
                <a:spcPts val="0"/>
              </a:spcAft>
              <a:buSzPts val="2800"/>
              <a:buNone/>
              <a:defRPr lang="ja-JP">
                <a:latin typeface="Noto Sans"/>
                <a:ea typeface="Noto Sans CJK JP"/>
                <a:cs typeface="Noto Sans"/>
              </a:defRPr>
            </a:lvl7pPr>
            <a:lvl8pPr lvl="7" rtl="0">
              <a:spcBef>
                <a:spcPts val="0"/>
              </a:spcBef>
              <a:spcAft>
                <a:spcPts val="0"/>
              </a:spcAft>
              <a:buSzPts val="2800"/>
              <a:buNone/>
              <a:defRPr lang="ja-JP">
                <a:latin typeface="Noto Sans"/>
                <a:ea typeface="Noto Sans CJK JP"/>
                <a:cs typeface="Noto Sans"/>
              </a:defRPr>
            </a:lvl8pPr>
            <a:lvl9pPr lvl="8" rtl="0">
              <a:spcBef>
                <a:spcPts val="0"/>
              </a:spcBef>
              <a:spcAft>
                <a:spcPts val="0"/>
              </a:spcAft>
              <a:buSzPts val="2800"/>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ts val="2200"/>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lang="ja-JP">
                <a:solidFill>
                  <a:schemeClr val="lt1"/>
                </a:solidFill>
                <a:latin typeface="Noto Sans"/>
                <a:ea typeface="Noto Sans CJK JP"/>
                <a:cs typeface="Noto Sans"/>
              </a:defRPr>
            </a:lvl1pPr>
            <a:lvl2pPr lvl="1" rtl="0">
              <a:spcBef>
                <a:spcPts val="0"/>
              </a:spcBef>
              <a:spcAft>
                <a:spcPts val="0"/>
              </a:spcAft>
              <a:buSzPts val="2800"/>
              <a:buNone/>
              <a:defRPr lang="ja-JP">
                <a:latin typeface="Noto Sans"/>
                <a:ea typeface="Noto Sans CJK JP"/>
                <a:cs typeface="Noto Sans"/>
              </a:defRPr>
            </a:lvl2pPr>
            <a:lvl3pPr lvl="2" rtl="0">
              <a:spcBef>
                <a:spcPts val="0"/>
              </a:spcBef>
              <a:spcAft>
                <a:spcPts val="0"/>
              </a:spcAft>
              <a:buSzPts val="2800"/>
              <a:buNone/>
              <a:defRPr lang="ja-JP">
                <a:latin typeface="Noto Sans"/>
                <a:ea typeface="Noto Sans CJK JP"/>
                <a:cs typeface="Noto Sans"/>
              </a:defRPr>
            </a:lvl3pPr>
            <a:lvl4pPr lvl="3" rtl="0">
              <a:spcBef>
                <a:spcPts val="0"/>
              </a:spcBef>
              <a:spcAft>
                <a:spcPts val="0"/>
              </a:spcAft>
              <a:buSzPts val="2800"/>
              <a:buNone/>
              <a:defRPr lang="ja-JP">
                <a:latin typeface="Noto Sans"/>
                <a:ea typeface="Noto Sans CJK JP"/>
                <a:cs typeface="Noto Sans"/>
              </a:defRPr>
            </a:lvl4pPr>
            <a:lvl5pPr lvl="4" rtl="0">
              <a:spcBef>
                <a:spcPts val="0"/>
              </a:spcBef>
              <a:spcAft>
                <a:spcPts val="0"/>
              </a:spcAft>
              <a:buSzPts val="2800"/>
              <a:buNone/>
              <a:defRPr lang="ja-JP">
                <a:latin typeface="Noto Sans"/>
                <a:ea typeface="Noto Sans CJK JP"/>
                <a:cs typeface="Noto Sans"/>
              </a:defRPr>
            </a:lvl5pPr>
            <a:lvl6pPr lvl="5" rtl="0">
              <a:spcBef>
                <a:spcPts val="0"/>
              </a:spcBef>
              <a:spcAft>
                <a:spcPts val="0"/>
              </a:spcAft>
              <a:buSzPts val="2800"/>
              <a:buNone/>
              <a:defRPr lang="ja-JP">
                <a:latin typeface="Noto Sans"/>
                <a:ea typeface="Noto Sans CJK JP"/>
                <a:cs typeface="Noto Sans"/>
              </a:defRPr>
            </a:lvl6pPr>
            <a:lvl7pPr lvl="6" rtl="0">
              <a:spcBef>
                <a:spcPts val="0"/>
              </a:spcBef>
              <a:spcAft>
                <a:spcPts val="0"/>
              </a:spcAft>
              <a:buSzPts val="2800"/>
              <a:buNone/>
              <a:defRPr lang="ja-JP">
                <a:latin typeface="Noto Sans"/>
                <a:ea typeface="Noto Sans CJK JP"/>
                <a:cs typeface="Noto Sans"/>
              </a:defRPr>
            </a:lvl7pPr>
            <a:lvl8pPr lvl="7" rtl="0">
              <a:spcBef>
                <a:spcPts val="0"/>
              </a:spcBef>
              <a:spcAft>
                <a:spcPts val="0"/>
              </a:spcAft>
              <a:buSzPts val="2800"/>
              <a:buNone/>
              <a:defRPr lang="ja-JP">
                <a:latin typeface="Noto Sans"/>
                <a:ea typeface="Noto Sans CJK JP"/>
                <a:cs typeface="Noto Sans"/>
              </a:defRPr>
            </a:lvl8pPr>
            <a:lvl9pPr lvl="8" rtl="0">
              <a:spcBef>
                <a:spcPts val="0"/>
              </a:spcBef>
              <a:spcAft>
                <a:spcPts val="0"/>
              </a:spcAft>
              <a:buSzPts val="2800"/>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lang="ja-JP">
                <a:solidFill>
                  <a:schemeClr val="lt1"/>
                </a:solidFill>
                <a:latin typeface="Noto Sans"/>
                <a:ea typeface="Noto Sans CJK JP"/>
                <a:cs typeface="Noto Sans"/>
              </a:defRPr>
            </a:lvl1pPr>
            <a:lvl2pPr lvl="1" rtl="0">
              <a:spcBef>
                <a:spcPts val="0"/>
              </a:spcBef>
              <a:spcAft>
                <a:spcPts val="0"/>
              </a:spcAft>
              <a:buSzPts val="2800"/>
              <a:buNone/>
              <a:defRPr lang="ja-JP">
                <a:latin typeface="Noto Sans"/>
                <a:ea typeface="Noto Sans CJK JP"/>
                <a:cs typeface="Noto Sans"/>
              </a:defRPr>
            </a:lvl2pPr>
            <a:lvl3pPr lvl="2" rtl="0">
              <a:spcBef>
                <a:spcPts val="0"/>
              </a:spcBef>
              <a:spcAft>
                <a:spcPts val="0"/>
              </a:spcAft>
              <a:buSzPts val="2800"/>
              <a:buNone/>
              <a:defRPr lang="ja-JP">
                <a:latin typeface="Noto Sans"/>
                <a:ea typeface="Noto Sans CJK JP"/>
                <a:cs typeface="Noto Sans"/>
              </a:defRPr>
            </a:lvl3pPr>
            <a:lvl4pPr lvl="3" rtl="0">
              <a:spcBef>
                <a:spcPts val="0"/>
              </a:spcBef>
              <a:spcAft>
                <a:spcPts val="0"/>
              </a:spcAft>
              <a:buSzPts val="2800"/>
              <a:buNone/>
              <a:defRPr lang="ja-JP">
                <a:latin typeface="Noto Sans"/>
                <a:ea typeface="Noto Sans CJK JP"/>
                <a:cs typeface="Noto Sans"/>
              </a:defRPr>
            </a:lvl4pPr>
            <a:lvl5pPr lvl="4" rtl="0">
              <a:spcBef>
                <a:spcPts val="0"/>
              </a:spcBef>
              <a:spcAft>
                <a:spcPts val="0"/>
              </a:spcAft>
              <a:buSzPts val="2800"/>
              <a:buNone/>
              <a:defRPr lang="ja-JP">
                <a:latin typeface="Noto Sans"/>
                <a:ea typeface="Noto Sans CJK JP"/>
                <a:cs typeface="Noto Sans"/>
              </a:defRPr>
            </a:lvl5pPr>
            <a:lvl6pPr lvl="5" rtl="0">
              <a:spcBef>
                <a:spcPts val="0"/>
              </a:spcBef>
              <a:spcAft>
                <a:spcPts val="0"/>
              </a:spcAft>
              <a:buSzPts val="2800"/>
              <a:buNone/>
              <a:defRPr lang="ja-JP">
                <a:latin typeface="Noto Sans"/>
                <a:ea typeface="Noto Sans CJK JP"/>
                <a:cs typeface="Noto Sans"/>
              </a:defRPr>
            </a:lvl6pPr>
            <a:lvl7pPr lvl="6" rtl="0">
              <a:spcBef>
                <a:spcPts val="0"/>
              </a:spcBef>
              <a:spcAft>
                <a:spcPts val="0"/>
              </a:spcAft>
              <a:buSzPts val="2800"/>
              <a:buNone/>
              <a:defRPr lang="ja-JP">
                <a:latin typeface="Noto Sans"/>
                <a:ea typeface="Noto Sans CJK JP"/>
                <a:cs typeface="Noto Sans"/>
              </a:defRPr>
            </a:lvl7pPr>
            <a:lvl8pPr lvl="7" rtl="0">
              <a:spcBef>
                <a:spcPts val="0"/>
              </a:spcBef>
              <a:spcAft>
                <a:spcPts val="0"/>
              </a:spcAft>
              <a:buSzPts val="2800"/>
              <a:buNone/>
              <a:defRPr lang="ja-JP">
                <a:latin typeface="Noto Sans"/>
                <a:ea typeface="Noto Sans CJK JP"/>
                <a:cs typeface="Noto Sans"/>
              </a:defRPr>
            </a:lvl8pPr>
            <a:lvl9pPr lvl="8" rtl="0">
              <a:spcBef>
                <a:spcPts val="0"/>
              </a:spcBef>
              <a:spcAft>
                <a:spcPts val="0"/>
              </a:spcAft>
              <a:buSzPts val="2800"/>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ts val="2200"/>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ts val="2200"/>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SzPts val="2800"/>
              <a:buNone/>
              <a:defRPr b="1" lang="ja-JP">
                <a:solidFill>
                  <a:schemeClr val="lt1"/>
                </a:solidFill>
                <a:latin typeface="Noto Sans"/>
                <a:ea typeface="Noto Sans CJK JP"/>
                <a:cs typeface="Noto Sans"/>
              </a:defRPr>
            </a:lvl1pPr>
            <a:lvl2pPr lvl="1">
              <a:spcBef>
                <a:spcPts val="0"/>
              </a:spcBef>
              <a:spcAft>
                <a:spcPts val="0"/>
              </a:spcAft>
              <a:buClr>
                <a:schemeClr val="lt1"/>
              </a:buClr>
              <a:buSzPts val="3200"/>
              <a:buNone/>
              <a:defRPr sz="3200" b="1" lang="ja-JP">
                <a:solidFill>
                  <a:schemeClr val="lt1"/>
                </a:solidFill>
                <a:latin typeface="Noto Sans"/>
                <a:ea typeface="Noto Sans CJK JP"/>
                <a:cs typeface="Noto Sans"/>
              </a:defRPr>
            </a:lvl2pPr>
            <a:lvl3pPr lvl="2">
              <a:spcBef>
                <a:spcPts val="0"/>
              </a:spcBef>
              <a:spcAft>
                <a:spcPts val="0"/>
              </a:spcAft>
              <a:buClr>
                <a:schemeClr val="lt1"/>
              </a:buClr>
              <a:buSzPts val="3200"/>
              <a:buNone/>
              <a:defRPr sz="3200" b="1" lang="ja-JP">
                <a:solidFill>
                  <a:schemeClr val="lt1"/>
                </a:solidFill>
                <a:latin typeface="Noto Sans"/>
                <a:ea typeface="Noto Sans CJK JP"/>
                <a:cs typeface="Noto Sans"/>
              </a:defRPr>
            </a:lvl3pPr>
            <a:lvl4pPr lvl="3">
              <a:spcBef>
                <a:spcPts val="0"/>
              </a:spcBef>
              <a:spcAft>
                <a:spcPts val="0"/>
              </a:spcAft>
              <a:buClr>
                <a:schemeClr val="lt1"/>
              </a:buClr>
              <a:buSzPts val="3200"/>
              <a:buNone/>
              <a:defRPr sz="3200" b="1" lang="ja-JP">
                <a:solidFill>
                  <a:schemeClr val="lt1"/>
                </a:solidFill>
                <a:latin typeface="Noto Sans"/>
                <a:ea typeface="Noto Sans CJK JP"/>
                <a:cs typeface="Noto Sans"/>
              </a:defRPr>
            </a:lvl4pPr>
            <a:lvl5pPr lvl="4">
              <a:spcBef>
                <a:spcPts val="0"/>
              </a:spcBef>
              <a:spcAft>
                <a:spcPts val="0"/>
              </a:spcAft>
              <a:buClr>
                <a:schemeClr val="lt1"/>
              </a:buClr>
              <a:buSzPts val="3200"/>
              <a:buNone/>
              <a:defRPr sz="3200" b="1" lang="ja-JP">
                <a:solidFill>
                  <a:schemeClr val="lt1"/>
                </a:solidFill>
                <a:latin typeface="Noto Sans"/>
                <a:ea typeface="Noto Sans CJK JP"/>
                <a:cs typeface="Noto Sans"/>
              </a:defRPr>
            </a:lvl5pPr>
            <a:lvl6pPr lvl="5">
              <a:spcBef>
                <a:spcPts val="0"/>
              </a:spcBef>
              <a:spcAft>
                <a:spcPts val="0"/>
              </a:spcAft>
              <a:buClr>
                <a:schemeClr val="lt1"/>
              </a:buClr>
              <a:buSzPts val="3200"/>
              <a:buNone/>
              <a:defRPr sz="3200" b="1" lang="ja-JP">
                <a:solidFill>
                  <a:schemeClr val="lt1"/>
                </a:solidFill>
                <a:latin typeface="Noto Sans"/>
                <a:ea typeface="Noto Sans CJK JP"/>
                <a:cs typeface="Noto Sans"/>
              </a:defRPr>
            </a:lvl6pPr>
            <a:lvl7pPr lvl="6">
              <a:spcBef>
                <a:spcPts val="0"/>
              </a:spcBef>
              <a:spcAft>
                <a:spcPts val="0"/>
              </a:spcAft>
              <a:buClr>
                <a:schemeClr val="lt1"/>
              </a:buClr>
              <a:buSzPts val="3200"/>
              <a:buNone/>
              <a:defRPr sz="3200" b="1" lang="ja-JP">
                <a:solidFill>
                  <a:schemeClr val="lt1"/>
                </a:solidFill>
                <a:latin typeface="Noto Sans"/>
                <a:ea typeface="Noto Sans CJK JP"/>
                <a:cs typeface="Noto Sans"/>
              </a:defRPr>
            </a:lvl7pPr>
            <a:lvl8pPr lvl="7">
              <a:spcBef>
                <a:spcPts val="0"/>
              </a:spcBef>
              <a:spcAft>
                <a:spcPts val="0"/>
              </a:spcAft>
              <a:buClr>
                <a:schemeClr val="lt1"/>
              </a:buClr>
              <a:buSzPts val="3200"/>
              <a:buNone/>
              <a:defRPr sz="3200" b="1" lang="ja-JP">
                <a:solidFill>
                  <a:schemeClr val="lt1"/>
                </a:solidFill>
                <a:latin typeface="Noto Sans"/>
                <a:ea typeface="Noto Sans CJK JP"/>
                <a:cs typeface="Noto Sans"/>
              </a:defRPr>
            </a:lvl8pPr>
            <a:lvl9pPr lvl="8">
              <a:spcBef>
                <a:spcPts val="0"/>
              </a:spcBef>
              <a:spcAft>
                <a:spcPts val="0"/>
              </a:spcAft>
              <a:buClr>
                <a:schemeClr val="lt1"/>
              </a:buClr>
              <a:buSzPts val="3200"/>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lang="ja-JP">
                <a:solidFill>
                  <a:schemeClr val="dk1"/>
                </a:solidFill>
                <a:latin typeface="Noto Sans"/>
                <a:ea typeface="Noto Sans CJK JP"/>
                <a:cs typeface="Noto Sans"/>
              </a:defRPr>
            </a:lvl1pPr>
            <a:lvl2pPr lvl="1">
              <a:spcBef>
                <a:spcPts val="0"/>
              </a:spcBef>
              <a:spcAft>
                <a:spcPts val="0"/>
              </a:spcAft>
              <a:buClr>
                <a:schemeClr val="dk1"/>
              </a:buClr>
              <a:buSzPts val="2800"/>
              <a:buNone/>
              <a:defRPr sz="2800" lang="ja-JP">
                <a:solidFill>
                  <a:schemeClr val="dk1"/>
                </a:solidFill>
                <a:latin typeface="Noto Sans"/>
                <a:ea typeface="Noto Sans CJK JP"/>
                <a:cs typeface="Noto Sans"/>
              </a:defRPr>
            </a:lvl2pPr>
            <a:lvl3pPr lvl="2">
              <a:spcBef>
                <a:spcPts val="0"/>
              </a:spcBef>
              <a:spcAft>
                <a:spcPts val="0"/>
              </a:spcAft>
              <a:buClr>
                <a:schemeClr val="dk1"/>
              </a:buClr>
              <a:buSzPts val="2800"/>
              <a:buNone/>
              <a:defRPr sz="2800" lang="ja-JP">
                <a:solidFill>
                  <a:schemeClr val="dk1"/>
                </a:solidFill>
                <a:latin typeface="Noto Sans"/>
                <a:ea typeface="Noto Sans CJK JP"/>
                <a:cs typeface="Noto Sans"/>
              </a:defRPr>
            </a:lvl3pPr>
            <a:lvl4pPr lvl="3">
              <a:spcBef>
                <a:spcPts val="0"/>
              </a:spcBef>
              <a:spcAft>
                <a:spcPts val="0"/>
              </a:spcAft>
              <a:buClr>
                <a:schemeClr val="dk1"/>
              </a:buClr>
              <a:buSzPts val="2800"/>
              <a:buNone/>
              <a:defRPr sz="2800" lang="ja-JP">
                <a:solidFill>
                  <a:schemeClr val="dk1"/>
                </a:solidFill>
                <a:latin typeface="Noto Sans"/>
                <a:ea typeface="Noto Sans CJK JP"/>
                <a:cs typeface="Noto Sans"/>
              </a:defRPr>
            </a:lvl4pPr>
            <a:lvl5pPr lvl="4">
              <a:spcBef>
                <a:spcPts val="0"/>
              </a:spcBef>
              <a:spcAft>
                <a:spcPts val="0"/>
              </a:spcAft>
              <a:buClr>
                <a:schemeClr val="dk1"/>
              </a:buClr>
              <a:buSzPts val="2800"/>
              <a:buNone/>
              <a:defRPr sz="2800" lang="ja-JP">
                <a:solidFill>
                  <a:schemeClr val="dk1"/>
                </a:solidFill>
                <a:latin typeface="Noto Sans"/>
                <a:ea typeface="Noto Sans CJK JP"/>
                <a:cs typeface="Noto Sans"/>
              </a:defRPr>
            </a:lvl5pPr>
            <a:lvl6pPr lvl="5">
              <a:spcBef>
                <a:spcPts val="0"/>
              </a:spcBef>
              <a:spcAft>
                <a:spcPts val="0"/>
              </a:spcAft>
              <a:buClr>
                <a:schemeClr val="dk1"/>
              </a:buClr>
              <a:buSzPts val="2800"/>
              <a:buNone/>
              <a:defRPr sz="2800" lang="ja-JP">
                <a:solidFill>
                  <a:schemeClr val="dk1"/>
                </a:solidFill>
                <a:latin typeface="Noto Sans"/>
                <a:ea typeface="Noto Sans CJK JP"/>
                <a:cs typeface="Noto Sans"/>
              </a:defRPr>
            </a:lvl6pPr>
            <a:lvl7pPr lvl="6">
              <a:spcBef>
                <a:spcPts val="0"/>
              </a:spcBef>
              <a:spcAft>
                <a:spcPts val="0"/>
              </a:spcAft>
              <a:buClr>
                <a:schemeClr val="dk1"/>
              </a:buClr>
              <a:buSzPts val="2800"/>
              <a:buNone/>
              <a:defRPr sz="2800" lang="ja-JP">
                <a:solidFill>
                  <a:schemeClr val="dk1"/>
                </a:solidFill>
                <a:latin typeface="Noto Sans"/>
                <a:ea typeface="Noto Sans CJK JP"/>
                <a:cs typeface="Noto Sans"/>
              </a:defRPr>
            </a:lvl7pPr>
            <a:lvl8pPr lvl="7">
              <a:spcBef>
                <a:spcPts val="0"/>
              </a:spcBef>
              <a:spcAft>
                <a:spcPts val="0"/>
              </a:spcAft>
              <a:buClr>
                <a:schemeClr val="dk1"/>
              </a:buClr>
              <a:buSzPts val="2800"/>
              <a:buNone/>
              <a:defRPr sz="2800" lang="ja-JP">
                <a:solidFill>
                  <a:schemeClr val="dk1"/>
                </a:solidFill>
                <a:latin typeface="Noto Sans"/>
                <a:ea typeface="Noto Sans CJK JP"/>
                <a:cs typeface="Noto Sans"/>
              </a:defRPr>
            </a:lvl8pPr>
            <a:lvl9pPr lvl="8">
              <a:spcBef>
                <a:spcPts val="0"/>
              </a:spcBef>
              <a:spcAft>
                <a:spcPts val="0"/>
              </a:spcAft>
              <a:buClr>
                <a:schemeClr val="dk1"/>
              </a:buClr>
              <a:buSzPts val="2800"/>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ts val="1800"/>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ts val="1400"/>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ts val="1400"/>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ts val="1400"/>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ts val="1400"/>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ts val="1400"/>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ts val="1400"/>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ts val="1400"/>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ts val="1400"/>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ts val="2200"/>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ts val="2000"/>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88745"/>
            <a:ext cx="8229600" cy="2005965"/>
          </a:xfrm>
        </p:spPr>
        <p:txBody>
          <a:bodyPr wrap="square" anchor="ctr" lIns="0" rIns="0" tIns="0" bIns="0">
            <a:noAutofit/>
          </a:bodyPr>
          <a:lstStyle/>
          <a:p>
            <a:pPr algn="ctr" marL="0" indent="0">
              <a:lnSpc>
                <a:spcPct val="110000"/>
              </a:lnSpc>
              <a:spcBef>
                <a:spcPts val="0"/>
              </a:spcBef>
              <a:spcAft>
                <a:spcPts val="1200"/>
              </a:spcAft>
              <a:buNone/>
              <a:defRPr sz="3400" lang="ja-JP">
                <a:latin typeface="Noto Sans"/>
                <a:ea typeface="Noto Sans CJK JP"/>
                <a:cs typeface="Noto Sans"/>
              </a:defRPr>
            </a:pPr>
            <a:r>
              <a:rPr sz="3400" b="1" lang="ja-JP">
                <a:solidFill>
                  <a:srgbClr val="303437"/>
                </a:solidFill>
                <a:latin typeface="Noto Sans"/>
                <a:ea typeface="Noto Sans CJK JP"/>
                <a:cs typeface="Noto Sans"/>
              </a:rPr>
              <a:t>読解型質問応答用データセット</a:t>
            </a:r>
            <a:endParaRPr sz="3400" lang="ja-JP">
              <a:latin typeface="Noto Sans"/>
              <a:ea typeface="Noto Sans CJK JP"/>
              <a:cs typeface="Noto Sans"/>
            </a:endParaRPr>
          </a:p>
          <a:p>
            <a:pPr algn="ctr" marL="0" indent="0">
              <a:lnSpc>
                <a:spcPct val="110000"/>
              </a:lnSpc>
              <a:spcBef>
                <a:spcPts val="0"/>
              </a:spcBef>
              <a:spcAft>
                <a:spcPts val="1200"/>
              </a:spcAft>
              <a:buNone/>
              <a:defRPr sz="5800" lang="ja-JP">
                <a:latin typeface="Noto Sans"/>
                <a:ea typeface="Noto Sans CJK JP"/>
                <a:cs typeface="Noto Sans"/>
              </a:defRPr>
            </a:pPr>
            <a:r>
              <a:rPr sz="5800" b="1" lang="ja-JP">
                <a:solidFill>
                  <a:srgbClr val="303437"/>
                </a:solidFill>
                <a:latin typeface="Noto Sans"/>
                <a:ea typeface="Noto Sans CJK JP"/>
                <a:cs typeface="Noto Sans"/>
              </a:rPr>
              <a:t>SQuAD</a:t>
            </a:r>
            <a:endParaRPr sz="5800" lang="ja-JP">
              <a:latin typeface="Noto Sans"/>
              <a:ea typeface="Noto Sans CJK JP"/>
              <a:cs typeface="Noto Sans"/>
            </a:endParaRPr>
          </a:p>
        </p:txBody>
      </p:sp>
      <p:sp>
        <p:nvSpPr>
          <p:cNvPr id="3" name="Subtitle 2"/>
          <p:cNvSpPr>
            <a:spLocks noGrp="1"/>
          </p:cNvSpPr>
          <p:nvPr>
            <p:ph type="subTitle" idx="1"/>
          </p:nvPr>
        </p:nvSpPr>
        <p:spPr>
          <a:xfrm>
            <a:off x="548640" y="3657600"/>
            <a:ext cx="8046720" cy="365760"/>
          </a:xfrm>
        </p:spPr>
        <p:txBody>
          <a:bodyPr wrap="square" anchor="ctr" lIns="0" rIns="0" tIns="0" bIns="0">
            <a:noAutofit/>
          </a:bodyPr>
          <a:lstStyle/>
          <a:p>
            <a:pPr algn="ctr" marL="0" indent="0">
              <a:lnSpc>
                <a:spcPct val="115000"/>
              </a:lnSpc>
              <a:spcBef>
                <a:spcPts val="0"/>
              </a:spcBef>
              <a:spcAft>
                <a:spcPts val="800"/>
              </a:spcAft>
              <a:buNone/>
              <a:defRPr sz="2200" lang="ja-JP">
                <a:latin typeface="Noto Sans"/>
                <a:ea typeface="Noto Sans CJK JP"/>
                <a:cs typeface="Noto Sans"/>
              </a:defRPr>
            </a:pPr>
            <a:r>
              <a:rPr sz="2200" b="0" lang="ja-JP">
                <a:solidFill>
                  <a:srgbClr val="303437"/>
                </a:solidFill>
                <a:latin typeface="Noto Sans"/>
                <a:ea typeface="Noto Sans CJK JP"/>
                <a:cs typeface="Noto Sans"/>
              </a:rPr>
              <a:t>Stanford Question Answering Dataset</a:t>
            </a:r>
            <a:endParaRPr sz="2200" lang="ja-JP">
              <a:latin typeface="Noto Sans"/>
              <a:ea typeface="Noto Sans CJK JP"/>
              <a:cs typeface="Noto Sans"/>
            </a:endParaRP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本編の構成</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SQuADの構成</a:t>
            </a:r>
            <a:endParaRPr sz="1400" lang="ja-JP">
              <a:latin typeface="Noto Sans"/>
              <a:ea typeface="Noto Sans CJK JP"/>
              <a:cs typeface="Noto Sans"/>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1100"/>
              </a:spcAft>
              <a:buAutoNum type="arabicPeriod" startAt="1"/>
              <a:defRPr sz="2800" lang="ja-JP">
                <a:latin typeface="Noto Sans"/>
                <a:ea typeface="Noto Sans CJK JP"/>
                <a:cs typeface="Noto Sans"/>
              </a:defRPr>
            </a:pPr>
            <a:r>
              <a:rPr sz="2800" lang="ja-JP">
                <a:solidFill>
                  <a:srgbClr val="303437"/>
                </a:solidFill>
                <a:latin typeface="Noto Sans"/>
                <a:ea typeface="Noto Sans CJK JP"/>
                <a:cs typeface="Noto Sans"/>
              </a:rPr>
              <a:t>目的とタスク</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2"/>
              <a:defRPr sz="2800" lang="ja-JP">
                <a:latin typeface="Noto Sans"/>
                <a:ea typeface="Noto Sans CJK JP"/>
                <a:cs typeface="Noto Sans"/>
              </a:defRPr>
            </a:pPr>
            <a:r>
              <a:rPr sz="2800" lang="ja-JP">
                <a:solidFill>
                  <a:srgbClr val="303437"/>
                </a:solidFill>
                <a:latin typeface="Noto Sans"/>
                <a:ea typeface="Noto Sans CJK JP"/>
                <a:cs typeface="Noto Sans"/>
              </a:rPr>
              <a:t>作成方法と規模</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3"/>
              <a:defRPr sz="2800" lang="ja-JP">
                <a:latin typeface="Noto Sans"/>
                <a:ea typeface="Noto Sans CJK JP"/>
                <a:cs typeface="Noto Sans"/>
              </a:defRPr>
            </a:pPr>
            <a:r>
              <a:rPr sz="2800" lang="ja-JP">
                <a:solidFill>
                  <a:srgbClr val="303437"/>
                </a:solidFill>
                <a:latin typeface="Noto Sans"/>
                <a:ea typeface="Noto Sans CJK JP"/>
                <a:cs typeface="Noto Sans"/>
              </a:rPr>
              <a:t>評価と性能</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4"/>
              <a:defRPr sz="2800" lang="ja-JP">
                <a:latin typeface="Noto Sans"/>
                <a:ea typeface="Noto Sans CJK JP"/>
                <a:cs typeface="Noto Sans"/>
              </a:defRPr>
            </a:pPr>
            <a:r>
              <a:rPr sz="2800" lang="ja-JP">
                <a:solidFill>
                  <a:srgbClr val="303437"/>
                </a:solidFill>
                <a:latin typeface="Noto Sans"/>
                <a:ea typeface="Noto Sans CJK JP"/>
                <a:cs typeface="Noto Sans"/>
              </a:rPr>
              <a:t>利用の変遷と現在</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5"/>
              <a:defRPr sz="2800" lang="ja-JP">
                <a:latin typeface="Noto Sans"/>
                <a:ea typeface="Noto Sans CJK JP"/>
                <a:cs typeface="Noto Sans"/>
              </a:defRPr>
            </a:pPr>
            <a:r>
              <a:rPr sz="2800" lang="ja-JP">
                <a:solidFill>
                  <a:srgbClr val="303437"/>
                </a:solidFill>
                <a:latin typeface="Noto Sans"/>
                <a:ea typeface="Noto Sans CJK JP"/>
                <a:cs typeface="Noto Sans"/>
              </a:rPr>
              <a:t>入手方法とまとめ</a:t>
            </a:r>
            <a:endParaRPr sz="2800" lang="ja-JP">
              <a:latin typeface="Noto Sans"/>
              <a:ea typeface="Noto Sans CJK JP"/>
              <a:cs typeface="Noto Sans"/>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1 目的とタスク</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開発当時の課題と SQuAD の目的</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人手で作った質問で、読解を大規模に評価する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当時は、人手作成の読解データが小規模だった。</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大規模な自動作成データでは、質問・正解の形式が限定的。</a:t>
            </a:r>
            <a:endParaRPr sz="20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Wikipediaの段落に、人が質問と回答範囲を付ける。</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正解は単語1個や固有名詞に限らず、連続した語句を許す</a:t>
            </a:r>
            <a:endParaRPr sz="20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論文では10万問以上・500以上の記事を報告。</a:t>
            </a:r>
            <a:endParaRPr sz="22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§1–3　https://aclanthology.org/D16-1264/</a:t>
            </a:r>
            <a:endParaRPr sz="850" lang="ja-JP">
              <a:latin typeface="Noto Sans"/>
              <a:ea typeface="Noto Sans CJK JP"/>
              <a:cs typeface="Noto San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のタスク</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入力にはWikipedia記事の1段落と、その段落への質問を使う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質問に対応する原文の表現を回答する</a:t>
            </a:r>
            <a:endParaRPr sz="23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本文中の連続した範囲を正解として指定する。</a:t>
            </a:r>
            <a:endParaRPr sz="2100" lang="ja-JP">
              <a:latin typeface="Noto Sans"/>
              <a:ea typeface="Noto Sans CJK JP"/>
              <a:cs typeface="Noto Sans"/>
            </a:endParaRPr>
          </a:p>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答えは固有名詞・年・数量・語句など。</a:t>
            </a:r>
            <a:endParaRPr sz="2300" lang="ja-JP">
              <a:latin typeface="Noto Sans"/>
              <a:ea typeface="Noto Sans CJK JP"/>
              <a:cs typeface="Noto Sans"/>
            </a:endParaRPr>
          </a:p>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元データの文章・質問・正解は英語。</a:t>
            </a:r>
            <a:endParaRPr sz="23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タスク・入力単位　https://aclanthology.org/D16-1264/</a:t>
            </a:r>
            <a:endParaRPr sz="850" lang="ja-JP">
              <a:latin typeface="Noto Sans"/>
              <a:ea typeface="Noto Sans CJK JP"/>
              <a:cs typeface="Noto San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Super_Bowl_50　https://rajpurkar.github.io/SQuAD-explorer/dataset/dev-v1.1.json（CC BY-SA 4.0／抜粋・強調・質問訳を追加）　ID 56be4db0acb8001400a502ec</a:t>
            </a:r>
            <a:endParaRPr sz="850" lang="ja-JP">
              <a:latin typeface="Noto Sans"/>
              <a:ea typeface="Noto Sans CJK JP"/>
              <a:cs typeface="Noto San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Nikola_Tesla　https://rajpurkar.github.io/SQuAD-explorer/dataset/dev-v1.1.json（CC BY-SA 4.0／抜粋・強調・質問訳を追加）　ID 56df9ee138dc421700152108</a:t>
            </a:r>
            <a:endParaRPr sz="850" lang="ja-JP">
              <a:latin typeface="Noto Sans"/>
              <a:ea typeface="Noto Sans CJK JP"/>
              <a:cs typeface="Noto Sans"/>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Steam_engine　https://rajpurkar.github.io/SQuAD-explorer/dataset/dev-v1.1.json（CC BY-SA 4.0／抜粋・強調・質問訳を追加）　ID 57112686b654c5140001fbd7</a:t>
            </a:r>
            <a:endParaRPr sz="850" lang="ja-JP">
              <a:latin typeface="Noto Sans"/>
              <a:ea typeface="Noto Sans CJK JP"/>
              <a:cs typeface="Noto San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0613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Normans　https://rajpurkar.github.io/SQuAD-explorer/dataset/dev-v2.0.json（CC BY-SA 4.0／抜粋・強調・質問訳を追加）　ID 5ad39d53604f3c001a3fe8d3</a:t>
            </a:r>
            <a:endParaRPr sz="850" lang="ja-JP">
              <a:latin typeface="Noto Sans"/>
              <a:ea typeface="Noto Sans CJK JP"/>
              <a:cs typeface="Noto San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2 作成方法と規模</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Wikipediaの記事と段落の選定方法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2016年論文で報告された収集設計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英語Wikipediaの記事を、PageRankを用いて順位付け。</a:t>
            </a:r>
            <a:endParaRPr sz="22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上位10,000記事から536記事を無作為に選ぶ。</a:t>
            </a:r>
            <a:endParaRPr sz="21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各記事から段落を取り出し、500文字未満の段落を除く。</a:t>
            </a:r>
            <a:endParaRPr sz="22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学習・開発・テストを記事単位で分ける。</a:t>
            </a:r>
            <a:endParaRPr sz="22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入力 context は記事全文ではなく、選ばれた段落。</a:t>
            </a:r>
            <a:endParaRPr sz="2200" lang="ja-JP">
              <a:latin typeface="Noto Sans"/>
              <a:ea typeface="Noto Sans CJK JP"/>
              <a:cs typeface="Noto Sans"/>
            </a:endParaRPr>
          </a:p>
          <a:p>
            <a:pPr lvl="1" algn="l" marL="9144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この選定条件は初版論文の設計。現在の公開JSONの長さとは区別する。</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§3 Dataset collection　https://aclanthology.org/D16-1264/</a:t>
            </a:r>
            <a:endParaRPr sz="850" lang="ja-JP">
              <a:latin typeface="Noto Sans"/>
              <a:ea typeface="Noto Sans CJK JP"/>
              <a:cs typeface="Noto San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質問と回答の作成方法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Amazon Mechanical Turkで質問と回答を作成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作業者には段落を提示し、最大5問作るよう指示。</a:t>
            </a:r>
            <a:endParaRPr sz="22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段落だけから回答できる質問にする。</a:t>
            </a:r>
            <a:endParaRPr sz="21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本文のコピーではなく、自分の言葉で質問を書く。</a:t>
            </a:r>
            <a:endParaRPr sz="21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答えとなる最小限の連続した範囲を、段落内で選択する。</a:t>
            </a:r>
            <a:endParaRPr sz="21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開発・テストでは、別の作業者による追加回答も収集。</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表現の違う正解を認め、複数正解のうち最良の一致で評価する。</a:t>
            </a:r>
            <a:endParaRPr sz="20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§3 Dataset collection　https://aclanthology.org/D16-1264/</a:t>
            </a:r>
            <a:endParaRPr sz="850" lang="ja-JP">
              <a:latin typeface="Noto Sans"/>
              <a:ea typeface="Noto Sans CJK JP"/>
              <a:cs typeface="Noto San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Jia &amp; Liang (2018), §1・§3　https://aclanthology.org/P18-2124/</a:t>
            </a:r>
            <a:endParaRPr sz="850" lang="ja-JP">
              <a:latin typeface="Noto Sans"/>
              <a:ea typeface="Noto Sans CJK JP"/>
              <a:cs typeface="Noto San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バージョンと規模</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異なるバージョンの得点は、そのまま比較できない。</a:t>
            </a:r>
            <a:endParaRPr sz="23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https://aclanthology.org/D16-1264/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https://aclanthology.org/P18-2124/</a:t>
            </a:r>
            <a:endParaRPr sz="850" lang="ja-JP">
              <a:latin typeface="Noto Sans"/>
              <a:ea typeface="Noto Sans CJK JP"/>
              <a:cs typeface="Noto San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公開データの規模</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バージョンと規模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4023360"/>
            <a:ext cx="8046720" cy="629016"/>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記事数は、質問の元となったWikipedia記事の数。</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バージョン2.0は同じ記事に回答不能な質問を追加。</a:t>
            </a:r>
            <a:endParaRPr sz="1700" lang="ja-JP">
              <a:latin typeface="Noto Sans"/>
              <a:ea typeface="Noto Sans CJK JP"/>
              <a:cs typeface="Noto Sans"/>
            </a:endParaRPr>
          </a:p>
        </p:txBody>
      </p:sp>
      <p:sp>
        <p:nvSpPr>
          <p:cNvPr id="6" name="lookup-sources"/>
          <p:cNvSpPr txBox="1"/>
          <p:nvPr/>
        </p:nvSpPr>
        <p:spPr>
          <a:xfrm>
            <a:off x="502920" y="489585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 train / dev JSON の全件集計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86200"/>
            <a:ext cx="8046720" cy="761134"/>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公開データ98,169問の先頭正解を1問1件で集計。</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最大の回答は43単語・239文字。</a:t>
            </a:r>
            <a:endParaRPr sz="1700" lang="ja-JP">
              <a:latin typeface="Noto Sans"/>
              <a:ea typeface="Noto Sans CJK JP"/>
              <a:cs typeface="Noto Sans"/>
            </a:endParaRPr>
          </a:p>
        </p:txBody>
      </p:sp>
      <p:sp>
        <p:nvSpPr>
          <p:cNvPr id="6" name="lookup-sources"/>
          <p:cNvSpPr txBox="1"/>
          <p:nvPr/>
        </p:nvSpPr>
        <p:spPr>
          <a:xfrm>
            <a:off x="502920" y="476377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バージョン1.1のtrainとdevを集計。文字数は前後空白を除去し、単語数は空白で分割。</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同じ段落への複数質問による重複カウントはしない。</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最長は4,063文字／653単語。</a:t>
            </a:r>
            <a:endParaRPr sz="21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文字数は前後空白を除去／単語数は空白分割。</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前後に大量の空白が含まれる質問を1件確認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元文字列 25,651文字 → 前後空白を除去 59文字。</a:t>
            </a:r>
            <a:endParaRPr sz="21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What radiates two lobes perpendicular to the antennas axis?</a:t>
            </a:r>
            <a:endParaRPr sz="1800" lang="ja-JP">
              <a:latin typeface="Noto Sans"/>
              <a:ea typeface="Noto Sans CJK JP"/>
              <a:cs typeface="Noto Sans"/>
            </a:endParaRPr>
          </a:p>
          <a:p>
            <a:pPr lvl="1" algn="l" marL="9144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アンテナの軸に垂直な2つのローブを放射するものは何か。</a:t>
            </a:r>
            <a:endParaRPr sz="19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主要統計は前後空白だけを除去し、本文の文字は保持。</a:t>
            </a:r>
            <a:endParaRPr sz="22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長さの比較では、空白を含めるかで結果が大きく変わる。</a:t>
            </a:r>
            <a:endParaRPr sz="21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572fdefb947a6a140053cd8d</a:t>
            </a:r>
            <a:endParaRPr sz="850" lang="ja-JP">
              <a:latin typeface="Noto Sans"/>
              <a:ea typeface="Noto Sans CJK JP"/>
              <a:cs typeface="Noto San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3 評価と性能</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評価手法は EM と F1 の2種類</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EMは、1問では完全一致なら1、不一致なら0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正解がDenver Broncosなら、一致は1、Denverは0。</a:t>
            </a:r>
            <a:endParaRPr sz="20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F1は、共通する単語の適合率・再現率の調和平均。</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上の例では、完全一致なら1、Denverだけなら2/3。</a:t>
            </a:r>
            <a:endParaRPr sz="20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報告値は、全問の得点の平均 × 100（%）。</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2問中1問が完全一致なら、集合のEMは50%。</a:t>
            </a:r>
            <a:endParaRPr sz="2000" lang="ja-JP">
              <a:latin typeface="Noto Sans"/>
              <a:ea typeface="Noto Sans CJK JP"/>
              <a:cs typeface="Noto Sans"/>
            </a:endParaRPr>
          </a:p>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小文字化・句読点・冠詞除去・空白正規化。複数正解の最良値。</a:t>
            </a:r>
            <a:endParaRPr sz="19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評価実装　https://github.com/huggingface/evaluate/blob/main/metrics/squad/compute_score.py</a:t>
            </a:r>
            <a:endParaRPr sz="850" lang="ja-JP">
              <a:latin typeface="Noto Sans"/>
              <a:ea typeface="Noto Sans CJK JP"/>
              <a:cs typeface="Noto San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SQuADの登場時の性能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Table 5・§6.2. https://aclanthology.org/D16-1264/</a:t>
            </a:r>
            <a:endParaRPr sz="850" lang="ja-JP">
              <a:latin typeface="Noto Sans"/>
              <a:ea typeface="Noto Sans CJK JP"/>
              <a:cs typeface="Noto San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70962"/>
            <a:ext cx="8046720" cy="991537"/>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SQuAD運営者の非公開テストで採点。</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開発用とは別のデータ。各行は単一モデルの提出結果。</a:t>
            </a:r>
            <a:endParaRPr sz="17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掲載された提出結果（EM・F1は%）。</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2.0では抽出型モデルも比較されている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19476"/>
            <a:ext cx="8046720" cy="1043023"/>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SQuAD 2.0の学習用で微調整し、開発用で評価した公表値。</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Llamaの生成評価や、運営者の非公開テストとは条件が異なる。</a:t>
            </a:r>
            <a:endParaRPr sz="17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Microsoftの公開結果で、SQuAD 2.0開発用のEM・F1を掲載。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https://github.com/microsoft/DeBERTa</a:t>
            </a:r>
            <a:endParaRPr sz="850" lang="ja-JP">
              <a:latin typeface="Noto Sans"/>
              <a:ea typeface="Noto Sans CJK JP"/>
              <a:cs typeface="Noto San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19476"/>
            <a:ext cx="8046720" cy="1043023"/>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2024-07-23公開、事前学習モデルを1-shotで生成評価。</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先行QAの正解を含むため、運営者のテストとは条件が異なる </a:t>
            </a:r>
            <a:r>
              <a:rPr sz="1700" lang="ja-JP">
                <a:solidFill>
                  <a:srgbClr val="303437"/>
                </a:solidFill>
                <a:latin typeface="Noto Sans"/>
                <a:ea typeface="Noto Sans CJK JP"/>
                <a:cs typeface="Noto Sans"/>
              </a:rPr>
              <a:t>[2]</a:t>
            </a:r>
            <a:r>
              <a:rPr sz="1700" lang="ja-JP">
                <a:solidFill>
                  <a:srgbClr val="303437"/>
                </a:solidFill>
                <a:latin typeface="Noto Sans"/>
                <a:ea typeface="Noto Sans CJK JP"/>
                <a:cs typeface="Noto Sans"/>
              </a:rPr>
              <a:t>。</a:t>
            </a:r>
            <a:endParaRPr sz="17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https://github.com/meta-llama/llama-models/blob/main/models/llama3_1/MODEL_CARD.md</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https://github.com/meta-llama/llama-models/blob/main/models/llama3_1/eval_details.md</a:t>
            </a:r>
            <a:endParaRPr sz="850" lang="ja-JP">
              <a:latin typeface="Noto Sans"/>
              <a:ea typeface="Noto Sans CJK JP"/>
              <a:cs typeface="Noto San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4 利用の変遷と現在</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SQuAD以前にも読解用データセットがあった</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周辺データセット</a:t>
            </a:r>
            <a:endParaRPr sz="1400" lang="ja-JP">
              <a:latin typeface="Noto Sans"/>
              <a:ea typeface="Noto Sans CJK JP"/>
              <a:cs typeface="Noto Sans"/>
            </a:endParaRPr>
          </a:p>
        </p:txBody>
      </p:sp>
      <p:sp>
        <p:nvSpPr>
          <p:cNvPr id="4" name="content-text"/>
          <p:cNvSpPr txBox="1"/>
          <p:nvPr>
            <p:ph type="body" idx="1"/>
          </p:nvPr>
        </p:nvSpPr>
        <p:spPr>
          <a:xfrm>
            <a:off x="594360" y="1491615"/>
            <a:ext cx="8046720" cy="2983230"/>
          </a:xfrm>
          <a:prstGeom prst="rect">
            <a:avLst/>
          </a:prstGeom>
          <a:noFill/>
        </p:spPr>
        <p:txBody>
          <a:bodyPr wrap="square" anchor="t" lIns="91425" rIns="91425" tIns="91425" bIns="91425">
            <a:noAutofit/>
          </a:bodyPr>
          <a:lstStyle/>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MCTestは2013年に公開された。</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短い物語を読んで4択質問に答える。SQuADはWikipediaの段落から回答範囲を選ぶ </a:t>
            </a:r>
            <a:r>
              <a:rPr sz="2000" b="0" lang="ja-JP">
                <a:solidFill>
                  <a:srgbClr val="303437"/>
                </a:solidFill>
                <a:latin typeface="Noto Sans"/>
                <a:ea typeface="Noto Sans CJK JP"/>
                <a:cs typeface="Noto Sans"/>
              </a:rPr>
              <a:t>[1]</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CNN / Daily Mailは2015年に公開された。</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ニュースの要約の固有表現を伏せて質問を自動生成する。SQuADでは人が質問を書き、回答は任意の連続範囲を認める </a:t>
            </a:r>
            <a:r>
              <a:rPr sz="2000" b="0" lang="ja-JP">
                <a:solidFill>
                  <a:srgbClr val="303437"/>
                </a:solidFill>
                <a:latin typeface="Noto Sans"/>
                <a:ea typeface="Noto Sans CJK JP"/>
                <a:cs typeface="Noto Sans"/>
              </a:rPr>
              <a:t>[2]</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Richardson et al. (2013) https://aclanthology.org/D13-1020/</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Hermann et al. (2015) https://github.com/deepmind/rc-data</a:t>
            </a:r>
            <a:endParaRPr sz="850" lang="ja-JP">
              <a:latin typeface="Noto Sans"/>
              <a:ea typeface="Noto Sans CJK JP"/>
              <a:cs typeface="Noto San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後続データセットでは入力と質問が広がった</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周辺データセット</a:t>
            </a:r>
            <a:endParaRPr sz="1400" lang="ja-JP">
              <a:latin typeface="Noto Sans"/>
              <a:ea typeface="Noto Sans CJK JP"/>
              <a:cs typeface="Noto Sans"/>
            </a:endParaRPr>
          </a:p>
        </p:txBody>
      </p:sp>
      <p:sp>
        <p:nvSpPr>
          <p:cNvPr id="4" name="content-text"/>
          <p:cNvSpPr txBox="1"/>
          <p:nvPr>
            <p:ph type="body" idx="1"/>
          </p:nvPr>
        </p:nvSpPr>
        <p:spPr>
          <a:xfrm>
            <a:off x="594360" y="1491615"/>
            <a:ext cx="8046720" cy="2983230"/>
          </a:xfrm>
          <a:prstGeom prst="rect">
            <a:avLst/>
          </a:prstGeom>
          <a:noFill/>
        </p:spPr>
        <p:txBody>
          <a:bodyPr wrap="square" anchor="t" lIns="91425" rIns="91425" tIns="91425" bIns="91425">
            <a:noAutofit/>
          </a:bodyPr>
          <a:lstStyle/>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HotpotQAは2018年に公開された。</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複数のWikipedia記事にまたがる推論と、根拠文の特定を扱う。SQuADの1段落の読解より、文書間の情報を組み合わせる </a:t>
            </a:r>
            <a:r>
              <a:rPr sz="2000" b="0" lang="ja-JP">
                <a:solidFill>
                  <a:srgbClr val="303437"/>
                </a:solidFill>
                <a:latin typeface="Noto Sans"/>
                <a:ea typeface="Noto Sans CJK JP"/>
                <a:cs typeface="Noto Sans"/>
              </a:rPr>
              <a:t>[1]</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Natural Questionsは2019年に公開された。</a:t>
            </a:r>
            <a:endParaRPr sz="2200" lang="ja-JP">
              <a:latin typeface="Noto Sans"/>
              <a:ea typeface="Noto Sans CJK JP"/>
              <a:cs typeface="Noto Sans"/>
            </a:endParaRPr>
          </a:p>
          <a:p>
            <a:pPr lvl="1" algn="l" marL="9144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Googleの検索質問とWikipediaページを使う。SQuADと異なり、長い回答と短い回答を指定する </a:t>
            </a:r>
            <a:r>
              <a:rPr sz="2000" b="0" lang="ja-JP">
                <a:solidFill>
                  <a:srgbClr val="303437"/>
                </a:solidFill>
                <a:latin typeface="Noto Sans"/>
                <a:ea typeface="Noto Sans CJK JP"/>
                <a:cs typeface="Noto Sans"/>
              </a:rPr>
              <a:t>[2]</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Yang et al. (2018) https://github.com/hotpotqa/hotpot</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Kwiatkowski et al. (2019) https://github.com/google-research-datasets/natural-questions</a:t>
            </a:r>
            <a:endParaRPr sz="850" lang="ja-JP">
              <a:latin typeface="Noto Sans"/>
              <a:ea typeface="Noto Sans CJK JP"/>
              <a:cs typeface="Noto Sans"/>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発表当時と2026年時点の位置付け</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137535"/>
          </a:xfrm>
          <a:prstGeom prst="rect">
            <a:avLst/>
          </a:prstGeom>
          <a:noFill/>
        </p:spPr>
        <p:txBody>
          <a:bodyPr wrap="square" anchor="t" lIns="91425" rIns="91425" tIns="91425" bIns="91425">
            <a:noAutofit/>
          </a:bodyPr>
          <a:lstStyle/>
          <a:p>
            <a:pPr algn="l" lvl="0" marL="457200" indent="-355600">
              <a:buSzPts val="2000"/>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SQuADは、生成型言語モデルの読解評価にも使われている。</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2026年も、SQuAD 2.0の評価実装が公開されている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lang="ja-JP">
                <a:solidFill>
                  <a:srgbClr val="303437"/>
                </a:solidFill>
                <a:latin typeface="Noto Sans"/>
                <a:ea typeface="Noto Sans CJK JP"/>
                <a:cs typeface="Noto Sans"/>
              </a:rPr>
              <a:t>一方、長文を扱うLongBench v2が2024年に登場した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ts val="2000"/>
              <a:buChar char="○"/>
              <a:defRPr sz="2100" lang="ja-JP">
                <a:latin typeface="Noto Sans"/>
                <a:ea typeface="Noto Sans CJK JP"/>
                <a:cs typeface="Noto Sans"/>
              </a:defRPr>
            </a:pPr>
            <a:r>
              <a:rPr sz="2100" lang="ja-JP">
                <a:solidFill>
                  <a:srgbClr val="303437"/>
                </a:solidFill>
                <a:latin typeface="Noto Sans"/>
                <a:ea typeface="Noto Sans CJK JP"/>
                <a:cs typeface="Noto Sans"/>
              </a:rPr>
              <a:t>8千〜200万語の文脈から選択肢を選ぶ。短い段落から回答範囲を抽出するSQuADとは、文脈長と回答形式が異なる。</a:t>
            </a:r>
            <a:endParaRPr sz="21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Hugging Face Evaluate, SQuAD 2.0. https://github.com/huggingface/evaluate/blob/main/metrics/squad_v2/squad_v2.py</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LongBench v2. https://github.com/THUDM/LongBench</a:t>
            </a:r>
            <a:endParaRPr sz="850" lang="ja-JP">
              <a:latin typeface="Noto Sans"/>
              <a:ea typeface="Noto Sans CJK JP"/>
              <a:cs typeface="Noto San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5 入手方法とまとめ</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の入手方法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利用と入手</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公式サイトからJSONをダウンロードできる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学習用 train と開発用 dev をバージョンごとに配布。</a:t>
            </a:r>
            <a:endParaRPr sz="2100" lang="ja-JP">
              <a:latin typeface="Noto Sans"/>
              <a:ea typeface="Noto Sans CJK JP"/>
              <a:cs typeface="Noto Sans"/>
            </a:endParaRPr>
          </a:p>
          <a:p>
            <a:pPr algn="l" lvl="0" marL="457200" indent="-355600">
              <a:buSzPts val="2000"/>
              <a:buChar char="●"/>
              <a:defRPr sz="2300" lang="ja-JP">
                <a:latin typeface="Noto Sans"/>
                <a:ea typeface="Noto Sans CJK JP"/>
                <a:cs typeface="Noto Sans"/>
              </a:defRPr>
            </a:pPr>
            <a:r>
              <a:rPr sz="2300" b="0" lang="ja-JP">
                <a:solidFill>
                  <a:srgbClr val="303437"/>
                </a:solidFill>
                <a:latin typeface="Noto Sans"/>
                <a:ea typeface="Noto Sans CJK JP"/>
                <a:cs typeface="Noto Sans"/>
              </a:rPr>
              <a:t>Hugging Face Datasetsからも取得できる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バージョン1.1では、rajpurkar/squadを使う。</a:t>
            </a:r>
            <a:endParaRPr sz="21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バージョン2.0では、rajpurkar/squad_v2を使う。</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データの利用条件はCC BY-SA 4.0。</a:t>
            </a:r>
            <a:endParaRPr sz="2100" lang="ja-JP">
              <a:latin typeface="Noto Sans"/>
              <a:ea typeface="Noto Sans CJK JP"/>
              <a:cs typeface="Noto Sans"/>
            </a:endParaRPr>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https://rajpurkar.github.io/SQuAD-explorer/</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https://huggingface.co/datasets/rajpurkar/squad / https://huggingface.co/datasets/rajpurkar/squad_v2</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[3]</a:t>
            </a:r>
            <a:r>
              <a:rPr sz="850" lang="ja-JP">
                <a:solidFill>
                  <a:srgbClr val="626669"/>
                </a:solidFill>
                <a:latin typeface="Noto Sans"/>
                <a:ea typeface="Noto Sans CJK JP"/>
                <a:cs typeface="Noto Sans"/>
              </a:rPr>
              <a:t> https://creativecommons.org/licenses/by-sa/4.0/</a:t>
            </a:r>
            <a:endParaRPr sz="850" lang="ja-JP">
              <a:latin typeface="Noto Sans"/>
              <a:ea typeface="Noto Sans CJK JP"/>
              <a:cs typeface="Noto San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まとめ</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まとめ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SQuADは、英語の読解型質問応答データセット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buSzPts val="2000"/>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バージョン2.0は回答不能な質問と回答保留も扱う </a:t>
            </a:r>
            <a:r>
              <a:rPr sz="2200" b="0" lang="ja-JP">
                <a:solidFill>
                  <a:srgbClr val="303437"/>
                </a:solidFill>
                <a:latin typeface="Noto Sans"/>
                <a:ea typeface="Noto Sans CJK JP"/>
                <a:cs typeface="Noto Sans"/>
              </a:rPr>
              <a:t>[2]</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EM・F1で評価。LLMにも利用され、評価条件の確認が必要。</a:t>
            </a:r>
            <a:endParaRPr sz="21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初版は https://aclanthology.org/D16-1264/  バージョン2 https://aclanthology.org/P18-2124/</a:t>
            </a:r>
            <a:endParaRPr sz="850" lang="ja-JP">
              <a:latin typeface="Noto Sans"/>
              <a:ea typeface="Noto Sans CJK JP"/>
              <a:cs typeface="Noto San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Appendixの目次</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補足資料の構成</a:t>
            </a:r>
            <a:endParaRPr sz="1400" lang="ja-JP">
              <a:latin typeface="Noto Sans"/>
              <a:ea typeface="Noto Sans CJK JP"/>
              <a:cs typeface="Noto Sans"/>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800"/>
              </a:spcAft>
              <a:buAutoNum type="arabicPeriod" startAt="1"/>
              <a:defRPr sz="2500" lang="ja-JP">
                <a:latin typeface="Noto Sans"/>
                <a:ea typeface="Noto Sans CJK JP"/>
                <a:cs typeface="Noto Sans"/>
              </a:defRPr>
            </a:pPr>
            <a:r>
              <a:rPr sz="2500" lang="ja-JP">
                <a:solidFill>
                  <a:srgbClr val="303437"/>
                </a:solidFill>
                <a:latin typeface="Noto Sans"/>
                <a:ea typeface="Noto Sans CJK JP"/>
                <a:cs typeface="Noto Sans"/>
              </a:rPr>
              <a:t>著者と発表先</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2"/>
              <a:defRPr sz="2500" lang="ja-JP">
                <a:latin typeface="Noto Sans"/>
                <a:ea typeface="Noto Sans CJK JP"/>
                <a:cs typeface="Noto Sans"/>
              </a:defRPr>
            </a:pPr>
            <a:r>
              <a:rPr sz="2500" lang="ja-JP">
                <a:solidFill>
                  <a:srgbClr val="303437"/>
                </a:solidFill>
                <a:latin typeface="Noto Sans"/>
                <a:ea typeface="Noto Sans CJK JP"/>
                <a:cs typeface="Noto Sans"/>
              </a:rPr>
              <a:t>追加の実例</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3"/>
              <a:defRPr sz="2500" lang="ja-JP">
                <a:latin typeface="Noto Sans"/>
                <a:ea typeface="Noto Sans CJK JP"/>
                <a:cs typeface="Noto Sans"/>
              </a:defRPr>
            </a:pPr>
            <a:r>
              <a:rPr sz="2500" lang="ja-JP">
                <a:solidFill>
                  <a:srgbClr val="303437"/>
                </a:solidFill>
                <a:latin typeface="Noto Sans"/>
                <a:ea typeface="Noto Sans CJK JP"/>
                <a:cs typeface="Noto Sans"/>
              </a:rPr>
              <a:t>詳細統計と極値</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4"/>
              <a:defRPr sz="2500" lang="ja-JP">
                <a:latin typeface="Noto Sans"/>
                <a:ea typeface="Noto Sans CJK JP"/>
                <a:cs typeface="Noto Sans"/>
              </a:defRPr>
            </a:pPr>
            <a:r>
              <a:rPr sz="2500" lang="ja-JP">
                <a:solidFill>
                  <a:srgbClr val="303437"/>
                </a:solidFill>
                <a:latin typeface="Noto Sans"/>
                <a:ea typeface="Noto Sans CJK JP"/>
                <a:cs typeface="Noto Sans"/>
              </a:rPr>
              <a:t>追加の評価結果</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5"/>
              <a:defRPr sz="2500" lang="ja-JP">
                <a:latin typeface="Noto Sans"/>
                <a:ea typeface="Noto Sans CJK JP"/>
                <a:cs typeface="Noto Sans"/>
              </a:defRPr>
            </a:pPr>
            <a:r>
              <a:rPr sz="2500" lang="ja-JP">
                <a:solidFill>
                  <a:srgbClr val="303437"/>
                </a:solidFill>
                <a:latin typeface="Noto Sans"/>
                <a:ea typeface="Noto Sans CJK JP"/>
                <a:cs typeface="Noto Sans"/>
              </a:rPr>
              <a:t>Wikipedia記事一覧</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6"/>
              <a:defRPr sz="2500" lang="ja-JP">
                <a:latin typeface="Noto Sans"/>
                <a:ea typeface="Noto Sans CJK JP"/>
                <a:cs typeface="Noto Sans"/>
              </a:defRPr>
            </a:pPr>
            <a:r>
              <a:rPr sz="2500" lang="ja-JP">
                <a:solidFill>
                  <a:srgbClr val="303437"/>
                </a:solidFill>
                <a:latin typeface="Noto Sans"/>
                <a:ea typeface="Noto Sans CJK JP"/>
                <a:cs typeface="Noto Sans"/>
              </a:rPr>
              <a:t>入手コードと参考文献</a:t>
            </a:r>
            <a:endParaRPr sz="2500" lang="ja-JP">
              <a:latin typeface="Noto Sans"/>
              <a:ea typeface="Noto Sans CJK JP"/>
              <a:cs typeface="Noto San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発表先と著者</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2100" lang="ja-JP">
                <a:latin typeface="Noto Sans"/>
                <a:ea typeface="Noto Sans CJK JP"/>
                <a:cs typeface="Noto Sans"/>
              </a:defRPr>
            </a:pPr>
            <a:r>
              <a:rPr sz="2100" lang="ja-JP">
                <a:solidFill>
                  <a:srgbClr val="303437"/>
                </a:solidFill>
                <a:latin typeface="Noto Sans"/>
                <a:ea typeface="Noto Sans CJK JP"/>
                <a:cs typeface="Noto Sans"/>
              </a:rPr>
              <a:t>初版はPranav RajpurkarらがEMNLP 2016で発表した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lang="ja-JP">
                <a:solidFill>
                  <a:srgbClr val="303437"/>
                </a:solidFill>
                <a:latin typeface="Noto Sans"/>
                <a:ea typeface="Noto Sans CJK JP"/>
                <a:cs typeface="Noto Sans"/>
              </a:rPr>
              <a:t>バージョン2は、2018年のACLで発表された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lang="ja-JP">
                <a:solidFill>
                  <a:srgbClr val="303437"/>
                </a:solidFill>
                <a:latin typeface="Noto Sans"/>
                <a:ea typeface="Noto Sans CJK JP"/>
                <a:cs typeface="Noto Sans"/>
              </a:rPr>
              <a:t>両論文の第一著者はPranav Rajpurkar、最終著者はPercy Liangである。</a:t>
            </a:r>
            <a:endParaRPr sz="2100" lang="ja-JP">
              <a:latin typeface="Noto Sans"/>
              <a:ea typeface="Noto Sans CJK JP"/>
              <a:cs typeface="Noto Sans"/>
            </a:endParaRPr>
          </a:p>
          <a:p>
            <a:pPr algn="l" lvl="0" marL="457200" indent="-355600">
              <a:buSzPts val="2000"/>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2026年に初版がACL Test of Time Awardを受賞した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EMNLP 2016　https://aclanthology.org/D16-1264/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ACL 2018 Short Papers　https://aclanthology.org/P18-2124/</a:t>
            </a:r>
            <a:endParaRPr sz="850" lang="ja-JP">
              <a:latin typeface="Noto Sans"/>
              <a:ea typeface="Noto Sans CJK JP"/>
              <a:cs typeface="Noto Sans"/>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主な著者の研究分野と実績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ts val="2000"/>
              <a:buChar char="●"/>
              <a:defRPr sz="2000" lang="ja-JP">
                <a:latin typeface="Noto Sans"/>
                <a:ea typeface="Noto Sans CJK JP"/>
                <a:cs typeface="Noto Sans"/>
              </a:defRPr>
            </a:pPr>
            <a:r>
              <a:rPr sz="2000" lang="ja-JP">
                <a:solidFill>
                  <a:srgbClr val="303437"/>
                </a:solidFill>
                <a:latin typeface="Noto Sans"/>
                <a:ea typeface="Noto Sans CJK JP"/>
                <a:cs typeface="Noto Sans"/>
              </a:rPr>
              <a:t>第一著者のPranav Rajpurkarは、読解型QAと医療AIを研究している </a:t>
            </a:r>
            <a:r>
              <a:rPr sz="2000" lang="ja-JP">
                <a:solidFill>
                  <a:srgbClr val="303437"/>
                </a:solidFill>
                <a:latin typeface="Noto Sans"/>
                <a:ea typeface="Noto Sans CJK JP"/>
                <a:cs typeface="Noto Sans"/>
              </a:rPr>
              <a:t>[1,2]</a:t>
            </a:r>
            <a:r>
              <a:rPr sz="2000" lang="ja-JP">
                <a:solidFill>
                  <a:srgbClr val="303437"/>
                </a:solidFill>
                <a:latin typeface="Noto Sans"/>
                <a:ea typeface="Noto Sans CJK JP"/>
                <a:cs typeface="Noto Sans"/>
              </a:rPr>
              <a:t>。</a:t>
            </a:r>
            <a:endParaRPr sz="2000" lang="ja-JP">
              <a:latin typeface="Noto Sans"/>
              <a:ea typeface="Noto Sans CJK JP"/>
              <a:cs typeface="Noto Sans"/>
            </a:endParaRPr>
          </a:p>
          <a:p>
            <a:pPr algn="l" lvl="0" marL="457200" indent="-355600">
              <a:buSzPts val="2000"/>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SQuADと、胸部X線のデータセットCheXpertに貢献した（2019年） </a:t>
            </a:r>
            <a:r>
              <a:rPr sz="2000" lang="ja-JP">
                <a:solidFill>
                  <a:srgbClr val="303437"/>
                </a:solidFill>
                <a:latin typeface="Noto Sans"/>
                <a:ea typeface="Noto Sans CJK JP"/>
                <a:cs typeface="Noto Sans"/>
              </a:rPr>
              <a:t>[5]</a:t>
            </a:r>
            <a:r>
              <a:rPr sz="2000" lang="ja-JP">
                <a:solidFill>
                  <a:srgbClr val="303437"/>
                </a:solidFill>
                <a:latin typeface="Noto Sans"/>
                <a:ea typeface="Noto Sans CJK JP"/>
                <a:cs typeface="Noto Sans"/>
              </a:rPr>
              <a:t>。</a:t>
            </a:r>
            <a:endParaRPr sz="2000" lang="ja-JP">
              <a:latin typeface="Noto Sans"/>
              <a:ea typeface="Noto Sans CJK JP"/>
              <a:cs typeface="Noto Sans"/>
            </a:endParaRPr>
          </a:p>
          <a:p>
            <a:pPr algn="l" lvl="0" marL="457200" indent="-355600">
              <a:buSzPts val="2000"/>
              <a:buChar char="●"/>
              <a:defRPr sz="2000" lang="ja-JP">
                <a:latin typeface="Noto Sans"/>
                <a:ea typeface="Noto Sans CJK JP"/>
                <a:cs typeface="Noto Sans"/>
              </a:defRPr>
            </a:pPr>
            <a:r>
              <a:rPr sz="2000" lang="ja-JP">
                <a:solidFill>
                  <a:srgbClr val="303437"/>
                </a:solidFill>
                <a:latin typeface="Noto Sans"/>
                <a:ea typeface="Noto Sans CJK JP"/>
                <a:cs typeface="Noto Sans"/>
              </a:rPr>
              <a:t>最終著者のPercy Liangは、自然言語処理・機械学習を研究している。</a:t>
            </a:r>
            <a:endParaRPr sz="2000" lang="ja-JP">
              <a:latin typeface="Noto Sans"/>
              <a:ea typeface="Noto Sans CJK JP"/>
              <a:cs typeface="Noto Sans"/>
            </a:endParaRPr>
          </a:p>
          <a:p>
            <a:pPr algn="l" lvl="0" marL="457200" indent="-355600">
              <a:buSzPts val="2000"/>
              <a:buChar char="●"/>
              <a:defRPr sz="2000" lang="ja-JP">
                <a:latin typeface="Noto Sans"/>
                <a:ea typeface="Noto Sans CJK JP"/>
                <a:cs typeface="Noto Sans"/>
              </a:defRPr>
            </a:pPr>
            <a:r>
              <a:rPr sz="2000" lang="ja-JP">
                <a:solidFill>
                  <a:srgbClr val="303437"/>
                </a:solidFill>
                <a:latin typeface="Noto Sans"/>
                <a:ea typeface="Noto Sans CJK JP"/>
                <a:cs typeface="Noto Sans"/>
              </a:rPr>
              <a:t>言語モデルを幅広く評価するHELMにも取り組んだ </a:t>
            </a:r>
            <a:r>
              <a:rPr sz="2000" lang="ja-JP">
                <a:solidFill>
                  <a:srgbClr val="303437"/>
                </a:solidFill>
                <a:latin typeface="Noto Sans"/>
                <a:ea typeface="Noto Sans CJK JP"/>
                <a:cs typeface="Noto Sans"/>
              </a:rPr>
              <a:t>[3]</a:t>
            </a:r>
            <a:r>
              <a:rPr sz="2000" lang="ja-JP">
                <a:solidFill>
                  <a:srgbClr val="303437"/>
                </a:solidFill>
                <a:latin typeface="Noto Sans"/>
                <a:ea typeface="Noto Sans CJK JP"/>
                <a:cs typeface="Noto Sans"/>
              </a:rPr>
              <a:t>。</a:t>
            </a:r>
            <a:endParaRPr sz="2000" lang="ja-JP">
              <a:latin typeface="Noto Sans"/>
              <a:ea typeface="Noto Sans CJK JP"/>
              <a:cs typeface="Noto Sans"/>
            </a:endParaRPr>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https://aclanthology.org/D16-1264/  </a:t>
            </a: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https://aclanthology.org/P18-2124/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[3]</a:t>
            </a:r>
            <a:r>
              <a:rPr sz="850" lang="ja-JP">
                <a:solidFill>
                  <a:srgbClr val="626669"/>
                </a:solidFill>
                <a:latin typeface="Noto Sans"/>
                <a:ea typeface="Noto Sans CJK JP"/>
                <a:cs typeface="Noto Sans"/>
              </a:rPr>
              <a:t> https://github.com/stanford-crfm/helm</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[5]</a:t>
            </a:r>
            <a:r>
              <a:rPr sz="850" lang="ja-JP">
                <a:solidFill>
                  <a:srgbClr val="626669"/>
                </a:solidFill>
                <a:latin typeface="Noto Sans"/>
                <a:ea typeface="Noto Sans CJK JP"/>
                <a:cs typeface="Noto Sans"/>
              </a:rPr>
              <a:t> https://github.com/stanfordmlgroup/chexpert-labeler</a:t>
            </a:r>
            <a:endParaRPr sz="850" lang="ja-JP">
              <a:latin typeface="Noto Sans"/>
              <a:ea typeface="Noto Sans CJK JP"/>
              <a:cs typeface="Noto Sans"/>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Apollo_program　https://rajpurkar.github.io/SQuAD-explorer/dataset/dev-v1.1.json（CC BY-SA 4.0／抜粋・強調・質問訳を追加）　ID 5725b41838643c19005acb81</a:t>
            </a:r>
            <a:endParaRPr sz="850" lang="ja-JP">
              <a:latin typeface="Noto Sans"/>
              <a:ea typeface="Noto Sans CJK JP"/>
              <a:cs typeface="Noto Sans"/>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Amazon_rainforest　https://rajpurkar.github.io/SQuAD-explorer/dataset/dev-v1.1.json（CC BY-SA 4.0／抜粋・強調・質問訳を追加）　ID 5729e2316aef0514001550c6</a:t>
            </a:r>
            <a:endParaRPr sz="850" lang="ja-JP">
              <a:latin typeface="Noto Sans"/>
              <a:ea typeface="Noto Sans CJK JP"/>
              <a:cs typeface="Noto Sans"/>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Prime_number　https://rajpurkar.github.io/SQuAD-explorer/dataset/dev-v1.1.json（CC BY-SA 4.0／抜粋・強調・質問訳を追加）　ID 57296d571d04691400779413</a:t>
            </a:r>
            <a:endParaRPr sz="85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Black_Death　https://rajpurkar.github.io/SQuAD-explorer/dataset/dev-v1.1.json（CC BY-SA 4.0／抜粋・強調・質問訳を追加）　ID 57264684708984140094c125</a:t>
            </a:r>
            <a:endParaRPr sz="850" lang="ja-JP">
              <a:latin typeface="Noto Sans"/>
              <a:ea typeface="Noto Sans CJK JP"/>
              <a:cs typeface="Noto Sans"/>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Warsaw　https://rajpurkar.github.io/SQuAD-explorer/dataset/dev-v1.1.json（CC BY-SA 4.0／抜粋・強調・質問訳を追加）　ID 5733a5f54776f41900660f45</a:t>
            </a:r>
            <a:endParaRPr sz="850" lang="ja-JP">
              <a:latin typeface="Noto Sans"/>
              <a:ea typeface="Noto Sans CJK JP"/>
              <a:cs typeface="Noto San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Genghis_Khan　https://rajpurkar.github.io/SQuAD-explorer/dataset/dev-v1.1.json（CC BY-SA 4.0／抜粋・強調・質問訳を追加）　ID 57269e8a5951b619008f77f5</a:t>
            </a:r>
            <a:endParaRPr sz="850" lang="ja-JP">
              <a:latin typeface="Noto Sans"/>
              <a:ea typeface="Noto Sans CJK JP"/>
              <a:cs typeface="Noto San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Chloroplast　https://rajpurkar.github.io/SQuAD-explorer/dataset/dev-v1.1.json（CC BY-SA 4.0／抜粋・強調・質問訳を追加）　ID 572953013f37b3190047824d</a:t>
            </a:r>
            <a:endParaRPr sz="850" lang="ja-JP">
              <a:latin typeface="Noto Sans"/>
              <a:ea typeface="Noto Sans CJK JP"/>
              <a:cs typeface="Noto Sans"/>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University_of_Chicago　https://rajpurkar.github.io/SQuAD-explorer/dataset/dev-v1.1.json（CC BY-SA 4.0／抜粋・強調・質問訳を追加）　ID 57283c464b864d19001647c8</a:t>
            </a:r>
            <a:endParaRPr sz="850" lang="ja-JP">
              <a:latin typeface="Noto Sans"/>
              <a:ea typeface="Noto Sans CJK JP"/>
              <a:cs typeface="Noto Sans"/>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75424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73237"/>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20937"/>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92437"/>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Steam_engine　https://rajpurkar.github.io/SQuAD-explorer/dataset/dev-v2.0.json（CC BY-SA 4.0／抜粋・強調・質問訳を追加）　ID 5ad3bd8f604f3c001a3fef31</a:t>
            </a:r>
            <a:endParaRPr sz="850" lang="ja-JP">
              <a:latin typeface="Noto Sans"/>
              <a:ea typeface="Noto Sans CJK JP"/>
              <a:cs typeface="Noto Sans"/>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965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Oxygen　https://rajpurkar.github.io/SQuAD-explorer/dataset/dev-v2.0.json（CC BY-SA 4.0／抜粋・強調・質問訳を追加）　ID 5ad21646d7d075001a4283c7</a:t>
            </a:r>
            <a:endParaRPr sz="850" lang="ja-JP">
              <a:latin typeface="Noto Sans"/>
              <a:ea typeface="Noto Sans CJK JP"/>
              <a:cs typeface="Noto Sans"/>
            </a:endParaR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33243"/>
            <a:ext cx="8046720" cy="929256"/>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学習用＋開発用を集計。回答不能の質問は除外。</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全正解注釈では、同じ質問の複数正解・重複注釈も数える。</a:t>
            </a:r>
            <a:endParaRPr sz="17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33243"/>
            <a:ext cx="8046720" cy="929256"/>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学習用＋開発用を集計。回答不能の質問は除外。</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全正解注釈では、同じ質問の複数正解・重複注釈も数える。</a:t>
            </a:r>
            <a:endParaRPr sz="17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ts val="2000"/>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1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質問文字数 270／質問単語数 40 [1]</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the 18th century</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1.1/train、2.0/train。</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Age_of_Enlightenment　https://github.com/rajpurkar/SQuAD-explorer/tree/master/dataset　ID 5710dcb5b654c5140001fa10</a:t>
            </a:r>
            <a:endParaRPr sz="850" lang="ja-JP">
              <a:latin typeface="Noto Sans"/>
              <a:ea typeface="Noto Sans CJK JP"/>
              <a:cs typeface="Noto Sans"/>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1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5710dcb5b654c5140001fa10</a:t>
            </a:r>
            <a:endParaRPr sz="850" lang="ja-JP">
              <a:latin typeface="Noto Sans"/>
              <a:ea typeface="Noto Sans CJK JP"/>
              <a:cs typeface="Noto Sans"/>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2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段落文字数 3706／段落単語数 653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What is the largest hottest continuously large area worldwide?</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the Great Desert</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1.1/train、2.0/train。</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Sahara　https://github.com/rajpurkar/SQuAD-explorer/tree/master/dataset　ID 5728c4163acd2414000dfddf</a:t>
            </a:r>
            <a:endParaRPr sz="850" lang="ja-JP">
              <a:latin typeface="Noto Sans"/>
              <a:ea typeface="Noto Sans CJK JP"/>
              <a:cs typeface="Noto Sans"/>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2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5728c4163acd2414000dfddf</a:t>
            </a:r>
            <a:endParaRPr sz="850" lang="ja-JP">
              <a:latin typeface="Noto Sans"/>
              <a:ea typeface="Noto Sans CJK JP"/>
              <a:cs typeface="Noto Sans"/>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3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回答文字数 239／回答単語数 43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What was concluded about the construction?</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1.1/train、2.0/train。</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2008_Sichuan_earthquake　https://github.com/rajpurkar/SQuAD-explorer/tree/master/dataset　ID 56cec3e8aab44d1400b88a02</a:t>
            </a:r>
            <a:endParaRPr sz="850" lang="ja-JP">
              <a:latin typeface="Noto Sans"/>
              <a:ea typeface="Noto Sans CJK JP"/>
              <a:cs typeface="Noto Sans"/>
            </a:endParaRP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3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56cec3e8aab44d1400b88a02</a:t>
            </a:r>
            <a:endParaRPr sz="850" lang="ja-JP">
              <a:latin typeface="Noto Sans"/>
              <a:ea typeface="Noto Sans CJK JP"/>
              <a:cs typeface="Noto Sans"/>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4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質問文字数 197 [1]</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"design build" contract</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1.1/dev、2.0/dev。</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Construction　https://github.com/rajpurkar/SQuAD-explorer/tree/master/dataset　ID 57274e0d708984140094dbe8</a:t>
            </a:r>
            <a:endParaRPr sz="850" lang="ja-JP">
              <a:latin typeface="Noto Sans"/>
              <a:ea typeface="Noto Sans CJK JP"/>
              <a:cs typeface="Noto Sans"/>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4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57274e0d708984140094dbe8</a:t>
            </a:r>
            <a:endParaRPr sz="850" lang="ja-JP">
              <a:latin typeface="Noto Sans"/>
              <a:ea typeface="Noto Sans CJK JP"/>
              <a:cs typeface="Noto Sans"/>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5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質問単語数 33 [1]</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Super Bowl City</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1.1/dev。</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Super_Bowl_50　https://github.com/rajpurkar/SQuAD-explorer/tree/master/dataset　ID 56bf53e73aeaaa14008c95ce</a:t>
            </a:r>
            <a:endParaRPr sz="850" lang="ja-JP">
              <a:latin typeface="Noto Sans"/>
              <a:ea typeface="Noto Sans CJK JP"/>
              <a:cs typeface="Noto Sans"/>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5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56bf53e73aeaaa14008c95ce</a:t>
            </a:r>
            <a:endParaRPr sz="850" lang="ja-JP">
              <a:latin typeface="Noto Sans"/>
              <a:ea typeface="Noto Sans CJK JP"/>
              <a:cs typeface="Noto Sans"/>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6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段落文字数 4063／段落単語数 629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The freedom to provide services under TFEU article 56 applies to who?</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to people who give services "for remuneration"</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1.1/dev、2.0/dev。</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European_Union_law　https://github.com/rajpurkar/SQuAD-explorer/tree/master/dataset　ID 5726c3da708984140094d0d9</a:t>
            </a:r>
            <a:endParaRPr sz="850" lang="ja-JP">
              <a:latin typeface="Noto Sans"/>
              <a:ea typeface="Noto Sans CJK JP"/>
              <a:cs typeface="Noto Sans"/>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6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5726c3da708984140094d0d9</a:t>
            </a:r>
            <a:endParaRPr sz="850" lang="ja-JP">
              <a:latin typeface="Noto Sans"/>
              <a:ea typeface="Noto Sans CJK JP"/>
              <a:cs typeface="Noto Sans"/>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7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回答文字数 160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What was normal British defense?</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1.1/dev、2.0/dev。</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French_and_Indian_War　https://github.com/rajpurkar/SQuAD-explorer/tree/master/dataset　ID 5733dab4d058e614000b640b</a:t>
            </a:r>
            <a:endParaRPr sz="850" lang="ja-JP">
              <a:latin typeface="Noto Sans"/>
              <a:ea typeface="Noto Sans CJK JP"/>
              <a:cs typeface="Noto Sans"/>
            </a:endParaRP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7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5733dab4d058e614000b640b</a:t>
            </a:r>
            <a:endParaRPr sz="850" lang="ja-JP">
              <a:latin typeface="Noto Sans"/>
              <a:ea typeface="Noto Sans CJK JP"/>
              <a:cs typeface="Noto Sans"/>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8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回答単語数 29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What does the internal cavity contain?</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1.1/dev、2.0/dev。</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Ctenophora　https://github.com/rajpurkar/SQuAD-explorer/tree/master/dataset　ID 57264b1ddd62a815002e80a3</a:t>
            </a:r>
            <a:endParaRPr sz="850" lang="ja-JP">
              <a:latin typeface="Noto Sans"/>
              <a:ea typeface="Noto Sans CJK JP"/>
              <a:cs typeface="Noto Sans"/>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8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57264b1ddd62a815002e80a3</a:t>
            </a:r>
            <a:endParaRPr sz="850" lang="ja-JP">
              <a:latin typeface="Noto Sans"/>
              <a:ea typeface="Noto Sans CJK JP"/>
              <a:cs typeface="Noto Sans"/>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9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ts val="2000"/>
              <a:buChar char="●"/>
              <a:defRPr sz="1900" lang="ja-JP">
                <a:latin typeface="Noto Sans"/>
                <a:ea typeface="Noto Sans CJK JP"/>
                <a:cs typeface="Noto Sans"/>
              </a:defRPr>
            </a:pPr>
            <a:r>
              <a:rPr sz="1900" b="0" lang="ja-JP">
                <a:solidFill>
                  <a:srgbClr val="303437"/>
                </a:solidFill>
                <a:latin typeface="Noto Sans"/>
                <a:ea typeface="Noto Sans CJK JP"/>
                <a:cs typeface="Noto Sans"/>
              </a:rPr>
              <a:t>質問単語数 31 [1]</a:t>
            </a:r>
            <a:endParaRPr sz="19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1800" lang="ja-JP">
              <a:latin typeface="Noto Sans"/>
              <a:ea typeface="Noto Sans CJK JP"/>
              <a:cs typeface="Noto Sans"/>
            </a:endParaRPr>
          </a:p>
          <a:p>
            <a:pPr algn="l" lvl="0" marL="457200" indent="-355600">
              <a:buSzPts val="2000"/>
              <a:buChar char="●"/>
              <a:defRPr sz="1800" lang="ja-JP">
                <a:latin typeface="Noto Sans"/>
                <a:ea typeface="Noto Sans CJK JP"/>
                <a:cs typeface="Noto Sans"/>
              </a:defRPr>
            </a:pPr>
            <a:r>
              <a:rPr sz="1800" b="0" lang="ja-JP">
                <a:solidFill>
                  <a:srgbClr val="303437"/>
                </a:solidFill>
                <a:latin typeface="Noto Sans"/>
                <a:ea typeface="Noto Sans CJK JP"/>
                <a:cs typeface="Noto Sans"/>
              </a:rPr>
              <a:t>正解は Reyners v Belgium</a:t>
            </a:r>
            <a:endParaRPr sz="1800" lang="ja-JP">
              <a:latin typeface="Noto Sans"/>
              <a:ea typeface="Noto Sans CJK JP"/>
              <a:cs typeface="Noto Sans"/>
            </a:endParaRPr>
          </a:p>
          <a:p>
            <a:pPr algn="l" lvl="0" marL="457200" indent="-355600">
              <a:buSzPts val="2000"/>
              <a:buChar char="●"/>
              <a:defRPr sz="1600" lang="ja-JP">
                <a:latin typeface="Noto Sans"/>
                <a:ea typeface="Noto Sans CJK JP"/>
                <a:cs typeface="Noto Sans"/>
              </a:defRPr>
            </a:pPr>
            <a:r>
              <a:rPr sz="1600" b="0" lang="ja-JP">
                <a:solidFill>
                  <a:srgbClr val="303437"/>
                </a:solidFill>
                <a:latin typeface="Noto Sans"/>
                <a:ea typeface="Noto Sans CJK JP"/>
                <a:cs typeface="Noto Sans"/>
              </a:rPr>
              <a:t>対象の版と分割は 2.0/dev。</a:t>
            </a:r>
            <a:endParaRPr sz="16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European_Union_law　https://github.com/rajpurkar/SQuAD-explorer/tree/master/dataset　ID 5726c002708984140094d075</a:t>
            </a:r>
            <a:endParaRPr sz="850" lang="ja-JP">
              <a:latin typeface="Noto Sans"/>
              <a:ea typeface="Noto Sans CJK JP"/>
              <a:cs typeface="Noto Sans"/>
            </a:endParaRP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9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5726c002708984140094d075</a:t>
            </a:r>
            <a:endParaRPr sz="850" lang="ja-JP">
              <a:latin typeface="Noto Sans"/>
              <a:ea typeface="Noto Sans CJK JP"/>
              <a:cs typeface="Noto Sans"/>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4 追加の評価結果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70962"/>
            <a:ext cx="8046720" cy="991537"/>
          </a:xfrm>
          <a:prstGeom prst="rect">
            <a:avLst/>
          </a:prstGeom>
          <a:noFill/>
        </p:spPr>
        <p:txBody>
          <a:bodyPr wrap="square" anchor="t" lIns="91425" rIns="91425" tIns="91425" bIns="91425">
            <a:noAutofit/>
          </a:bodyPr>
          <a:lstStyle/>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SQuAD運営者の非公開テストで採点。</a:t>
            </a:r>
            <a:endParaRPr sz="1700" lang="ja-JP">
              <a:latin typeface="Noto Sans"/>
              <a:ea typeface="Noto Sans CJK JP"/>
              <a:cs typeface="Noto Sans"/>
            </a:endParaRPr>
          </a:p>
          <a:p>
            <a:pPr algn="l" lvl="0" marL="457200" indent="-355600">
              <a:buSzPts val="2000"/>
              <a:buChar char="●"/>
              <a:defRPr sz="1700" lang="ja-JP">
                <a:latin typeface="Noto Sans"/>
                <a:ea typeface="Noto Sans CJK JP"/>
                <a:cs typeface="Noto Sans"/>
              </a:defRPr>
            </a:pPr>
            <a:r>
              <a:rPr sz="1700" lang="ja-JP">
                <a:solidFill>
                  <a:srgbClr val="303437"/>
                </a:solidFill>
                <a:latin typeface="Noto Sans"/>
                <a:ea typeface="Noto Sans CJK JP"/>
                <a:cs typeface="Noto Sans"/>
              </a:rPr>
              <a:t>開発用とは別のデータ。各行は単一モデルの提出結果。</a:t>
            </a:r>
            <a:endParaRPr sz="17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掲載された提出結果（EM・F1は%）。</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 はバージョン1.1のみに含まれる開発用記事。</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 はバージョン1.1のみに含まれる開発用記事。</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br/>
            <a:endParaRPr sz="1250" lang="ja-JP">
              <a:latin typeface="Noto Sans"/>
              <a:ea typeface="Noto Sans CJK JP"/>
              <a:cs typeface="Noto Sans"/>
            </a:endParaRPr>
          </a:p>
        </p:txBody>
      </p:sp>
      <p:sp>
        <p:nvSpPr>
          <p:cNvPr id="20" name="content-text"/>
          <p:cNvSpPr txBox="1"/>
          <p:nvPr/>
        </p:nvSpPr>
        <p:spPr>
          <a:xfrm>
            <a:off x="4846320" y="26622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984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1346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37089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60711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8433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40795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3157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br/>
            <a:endParaRPr sz="1250" lang="ja-JP">
              <a:latin typeface="Noto Sans"/>
              <a:ea typeface="Noto Sans CJK JP"/>
              <a:cs typeface="Noto Sans"/>
            </a:endParaRPr>
          </a:p>
        </p:txBody>
      </p:sp>
      <p:sp>
        <p:nvSpPr>
          <p:cNvPr id="8" name="content-text"/>
          <p:cNvSpPr txBox="1"/>
          <p:nvPr/>
        </p:nvSpPr>
        <p:spPr>
          <a:xfrm>
            <a:off x="594360" y="266223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br/>
            <a:endParaRPr sz="1250" lang="ja-JP">
              <a:latin typeface="Noto Sans"/>
              <a:ea typeface="Noto Sans CJK JP"/>
              <a:cs typeface="Noto Sans"/>
            </a:endParaRPr>
          </a:p>
        </p:txBody>
      </p:sp>
      <p:sp>
        <p:nvSpPr>
          <p:cNvPr id="9" name="content-text"/>
          <p:cNvSpPr txBox="1"/>
          <p:nvPr/>
        </p:nvSpPr>
        <p:spPr>
          <a:xfrm>
            <a:off x="594360" y="30775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3137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5499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861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40224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2586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The_Legend_of_Zelda _Twilight_Princess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データを取得する Python 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6 入手コードと参考文献</a:t>
            </a:r>
            <a:endParaRPr sz="1400" lang="ja-JP">
              <a:latin typeface="Noto Sans"/>
              <a:ea typeface="Noto Sans CJK JP"/>
              <a:cs typeface="Noto Sans"/>
            </a:endParaRPr>
          </a:p>
        </p:txBody>
      </p:sp>
      <p:sp>
        <p:nvSpPr>
          <p:cNvPr id="4" name="diagram-rect"/>
          <p:cNvSpPr/>
          <p:nvPr/>
        </p:nvSpPr>
        <p:spPr>
          <a:xfrm>
            <a:off x="502920" y="1465897"/>
            <a:ext cx="8138160" cy="2477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配布元　https://rajpurkar.github.io/SQuAD-explorer/dataset/</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バージョン・分割ごとに公式JSONを取得。Python標準ライブラリのみ使用。</a:t>
            </a:r>
            <a:endParaRPr sz="850" lang="ja-JP">
              <a:latin typeface="Noto Sans"/>
              <a:ea typeface="Noto Sans CJK JP"/>
              <a:cs typeface="Noto Sans"/>
            </a:endParaRP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noAutofit/>
          </a:bodyPr>
          <a:lstStyle/>
          <a:p>
            <a:pPr algn="l" marL="0" indent="0">
              <a:lnSpc>
                <a:spcPct val="110000"/>
              </a:lnSpc>
              <a:spcBef>
                <a:spcPts val="0"/>
              </a:spcBef>
              <a:spcAft>
                <a:spcPts val="6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参考文献と参照した内容</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入手コードと参考文献</a:t>
            </a:r>
            <a:endParaRPr sz="1400" lang="ja-JP">
              <a:latin typeface="Noto Sans"/>
              <a:ea typeface="Noto Sans CJK JP"/>
              <a:cs typeface="Noto Sans"/>
            </a:endParaRPr>
          </a:p>
        </p:txBody>
      </p:sp>
      <p:sp>
        <p:nvSpPr>
          <p:cNvPr id="4" name="TextBox 3"/>
          <p:cNvSpPr txBox="1"/>
          <p:nvPr/>
        </p:nvSpPr>
        <p:spPr>
          <a:xfrm>
            <a:off x="594360" y="12801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Rajpurkar et al. (2016). SQuAD. EMNLP.</a:t>
            </a:r>
          </a:p>
        </p:txBody>
      </p:sp>
      <p:sp>
        <p:nvSpPr>
          <p:cNvPr id="5" name="TextBox 4"/>
          <p:cNvSpPr txBox="1"/>
          <p:nvPr/>
        </p:nvSpPr>
        <p:spPr>
          <a:xfrm>
            <a:off x="594360" y="16002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Noto Sans"/>
                <a:ea typeface="Noto Sans CJK JP"/>
                <a:cs typeface="Noto Sans"/>
              </a:defRPr>
            </a:pPr>
            <a:r>
              <a:rPr sz="1700" lang="ja-JP">
                <a:solidFill>
                  <a:srgbClr val="626669"/>
                </a:solidFill>
                <a:latin typeface="Noto Sans"/>
                <a:ea typeface="Noto Sans CJK JP"/>
                <a:cs typeface="Noto Sans"/>
              </a:rPr>
              <a:t>開発目的、記事と段落の選定、質問作成、初期の評価を示す原著。</a:t>
            </a:r>
          </a:p>
        </p:txBody>
      </p:sp>
      <p:sp>
        <p:nvSpPr>
          <p:cNvPr id="6" name="TextBox 5"/>
          <p:cNvSpPr txBox="1"/>
          <p:nvPr/>
        </p:nvSpPr>
        <p:spPr>
          <a:xfrm>
            <a:off x="594360" y="20116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https://aclanthology.org/D16-1264/</a:t>
            </a:r>
          </a:p>
        </p:txBody>
      </p:sp>
      <p:sp>
        <p:nvSpPr>
          <p:cNvPr id="7" name="TextBox 6"/>
          <p:cNvSpPr txBox="1"/>
          <p:nvPr/>
        </p:nvSpPr>
        <p:spPr>
          <a:xfrm>
            <a:off x="594360" y="21945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Rajpurkar, Jia &amp; Liang (2018). Know What You Don’t Know.</a:t>
            </a:r>
          </a:p>
        </p:txBody>
      </p:sp>
      <p:sp>
        <p:nvSpPr>
          <p:cNvPr id="8" name="TextBox 7"/>
          <p:cNvSpPr txBox="1"/>
          <p:nvPr/>
        </p:nvSpPr>
        <p:spPr>
          <a:xfrm>
            <a:off x="594360" y="25146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Noto Sans"/>
                <a:ea typeface="Noto Sans CJK JP"/>
                <a:cs typeface="Noto Sans"/>
              </a:defRPr>
            </a:pPr>
            <a:r>
              <a:rPr sz="1700" lang="ja-JP">
                <a:solidFill>
                  <a:srgbClr val="626669"/>
                </a:solidFill>
                <a:latin typeface="Noto Sans"/>
                <a:ea typeface="Noto Sans CJK JP"/>
                <a:cs typeface="Noto Sans"/>
              </a:rPr>
              <a:t>回答不能な質問を加えたSQuAD 2.0の目的と作成方法。</a:t>
            </a:r>
          </a:p>
        </p:txBody>
      </p:sp>
      <p:sp>
        <p:nvSpPr>
          <p:cNvPr id="9" name="TextBox 8"/>
          <p:cNvSpPr txBox="1"/>
          <p:nvPr/>
        </p:nvSpPr>
        <p:spPr>
          <a:xfrm>
            <a:off x="594360" y="29260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https://aclanthology.org/P18-2124/</a:t>
            </a:r>
          </a:p>
        </p:txBody>
      </p:sp>
      <p:sp>
        <p:nvSpPr>
          <p:cNvPr id="10" name="TextBox 9"/>
          <p:cNvSpPr txBox="1"/>
          <p:nvPr/>
        </p:nvSpPr>
        <p:spPr>
          <a:xfrm>
            <a:off x="594360" y="31089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SQuAD公式サイト・配布データ・リーダーボード</a:t>
            </a:r>
          </a:p>
        </p:txBody>
      </p:sp>
      <p:sp>
        <p:nvSpPr>
          <p:cNvPr id="11" name="TextBox 10"/>
          <p:cNvSpPr txBox="1"/>
          <p:nvPr/>
        </p:nvSpPr>
        <p:spPr>
          <a:xfrm>
            <a:off x="594360" y="34290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Noto Sans"/>
                <a:ea typeface="Noto Sans CJK JP"/>
                <a:cs typeface="Noto Sans"/>
              </a:defRPr>
            </a:pPr>
            <a:r>
              <a:rPr sz="1700" lang="ja-JP">
                <a:solidFill>
                  <a:srgbClr val="626669"/>
                </a:solidFill>
                <a:latin typeface="Noto Sans"/>
                <a:ea typeface="Noto Sans CJK JP"/>
                <a:cs typeface="Noto Sans"/>
              </a:rPr>
              <a:t>実例と統計の元データ、および大会評価の掲載結果。</a:t>
            </a:r>
          </a:p>
        </p:txBody>
      </p:sp>
      <p:sp>
        <p:nvSpPr>
          <p:cNvPr id="12" name="TextBox 11"/>
          <p:cNvSpPr txBox="1"/>
          <p:nvPr/>
        </p:nvSpPr>
        <p:spPr>
          <a:xfrm>
            <a:off x="594360" y="38404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p>
        </p:txBody>
      </p:sp>
      <p:sp>
        <p:nvSpPr>
          <p:cNvPr id="13" name="TextBox 12"/>
          <p:cNvSpPr txBox="1"/>
          <p:nvPr/>
        </p:nvSpPr>
        <p:spPr>
          <a:xfrm>
            <a:off x="594360" y="40233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データのライセンス CC BY-SA 4.0</a:t>
            </a:r>
          </a:p>
        </p:txBody>
      </p:sp>
      <p:sp>
        <p:nvSpPr>
          <p:cNvPr id="14" name="TextBox 13"/>
          <p:cNvSpPr txBox="1"/>
          <p:nvPr/>
        </p:nvSpPr>
        <p:spPr>
          <a:xfrm>
            <a:off x="594360" y="43434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Noto Sans"/>
                <a:ea typeface="Noto Sans CJK JP"/>
                <a:cs typeface="Noto Sans"/>
              </a:defRPr>
            </a:pPr>
            <a:r>
              <a:rPr sz="1700" lang="ja-JP">
                <a:solidFill>
                  <a:srgbClr val="626669"/>
                </a:solidFill>
                <a:latin typeface="Noto Sans"/>
                <a:ea typeface="Noto Sans CJK JP"/>
                <a:cs typeface="Noto Sans"/>
              </a:rPr>
              <a:t>原文や質問を引用・改変して利用する際の条件。</a:t>
            </a:r>
          </a:p>
        </p:txBody>
      </p:sp>
      <p:sp>
        <p:nvSpPr>
          <p:cNvPr id="15" name="TextBox 14"/>
          <p:cNvSpPr txBox="1"/>
          <p:nvPr/>
        </p:nvSpPr>
        <p:spPr>
          <a:xfrm>
            <a:off x="594360" y="47548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https://creativecommons.org/licenses/by-sa/4.0/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noAutofit/>
          </a:bodyPr>
          <a:lstStyle/>
          <a:p>
            <a:pPr algn="l" marL="0" indent="0">
              <a:lnSpc>
                <a:spcPct val="110000"/>
              </a:lnSpc>
              <a:spcBef>
                <a:spcPts val="0"/>
              </a:spcBef>
              <a:spcAft>
                <a:spcPts val="6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参考文献と参照した内容</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入手コードと参考文献</a:t>
            </a:r>
            <a:endParaRPr sz="1400" lang="ja-JP">
              <a:latin typeface="Noto Sans"/>
              <a:ea typeface="Noto Sans CJK JP"/>
              <a:cs typeface="Noto Sans"/>
            </a:endParaRPr>
          </a:p>
        </p:txBody>
      </p:sp>
      <p:sp>
        <p:nvSpPr>
          <p:cNvPr id="4" name="TextBox 3"/>
          <p:cNvSpPr txBox="1"/>
          <p:nvPr/>
        </p:nvSpPr>
        <p:spPr>
          <a:xfrm>
            <a:off x="594360" y="128016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Llama 3.1モデルカードと評価条件</a:t>
            </a:r>
          </a:p>
        </p:txBody>
      </p:sp>
      <p:sp>
        <p:nvSpPr>
          <p:cNvPr id="5" name="TextBox 4"/>
          <p:cNvSpPr txBox="1"/>
          <p:nvPr/>
        </p:nvSpPr>
        <p:spPr>
          <a:xfrm>
            <a:off x="594360" y="160020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Noto Sans"/>
                <a:ea typeface="Noto Sans CJK JP"/>
                <a:cs typeface="Noto Sans"/>
              </a:defRPr>
            </a:pPr>
            <a:r>
              <a:rPr sz="1700" lang="ja-JP">
                <a:solidFill>
                  <a:srgbClr val="626669"/>
                </a:solidFill>
                <a:latin typeface="Noto Sans"/>
                <a:ea typeface="Noto Sans CJK JP"/>
                <a:cs typeface="Noto Sans"/>
              </a:rPr>
              <a:t>近年の生成型モデルによるSQuAD 2.0の評価結果と実行条件。</a:t>
            </a:r>
          </a:p>
        </p:txBody>
      </p:sp>
      <p:sp>
        <p:nvSpPr>
          <p:cNvPr id="6" name="TextBox 5"/>
          <p:cNvSpPr txBox="1"/>
          <p:nvPr/>
        </p:nvSpPr>
        <p:spPr>
          <a:xfrm>
            <a:off x="594360" y="201168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https://github.com/meta-llama/llama-models/blob/main/models/llama3_1/MODEL_CARD.md
https://github.com/meta-llama/llama-models/blob/main/models/llama3_1/eval_details.md</a:t>
            </a:r>
          </a:p>
        </p:txBody>
      </p:sp>
      <p:sp>
        <p:nvSpPr>
          <p:cNvPr id="7" name="TextBox 6"/>
          <p:cNvSpPr txBox="1"/>
          <p:nvPr/>
        </p:nvSpPr>
        <p:spPr>
          <a:xfrm>
            <a:off x="594360" y="233172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LongBench v2</a:t>
            </a:r>
          </a:p>
        </p:txBody>
      </p:sp>
      <p:sp>
        <p:nvSpPr>
          <p:cNvPr id="8" name="TextBox 7"/>
          <p:cNvSpPr txBox="1"/>
          <p:nvPr/>
        </p:nvSpPr>
        <p:spPr>
          <a:xfrm>
            <a:off x="594360" y="265176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Noto Sans"/>
                <a:ea typeface="Noto Sans CJK JP"/>
                <a:cs typeface="Noto Sans"/>
              </a:defRPr>
            </a:pPr>
            <a:r>
              <a:rPr sz="1700" lang="ja-JP">
                <a:solidFill>
                  <a:srgbClr val="626669"/>
                </a:solidFill>
                <a:latin typeface="Noto Sans"/>
                <a:ea typeface="Noto Sans CJK JP"/>
                <a:cs typeface="Noto Sans"/>
              </a:rPr>
              <a:t>長い文脈の理解・推論を扱う後続ベンチマークとの比較。</a:t>
            </a:r>
          </a:p>
        </p:txBody>
      </p:sp>
      <p:sp>
        <p:nvSpPr>
          <p:cNvPr id="9" name="TextBox 8"/>
          <p:cNvSpPr txBox="1"/>
          <p:nvPr/>
        </p:nvSpPr>
        <p:spPr>
          <a:xfrm>
            <a:off x="594360" y="306324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https://github.com/THUDM/LongBench</a:t>
            </a:r>
          </a:p>
        </p:txBody>
      </p:sp>
      <p:sp>
        <p:nvSpPr>
          <p:cNvPr id="10" name="TextBox 9"/>
          <p:cNvSpPr txBox="1"/>
          <p:nvPr/>
        </p:nvSpPr>
        <p:spPr>
          <a:xfrm>
            <a:off x="594360" y="324612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Jia &amp; Liang (2017). 敵対的な読解評価.</a:t>
            </a:r>
          </a:p>
        </p:txBody>
      </p:sp>
      <p:sp>
        <p:nvSpPr>
          <p:cNvPr id="11" name="TextBox 10"/>
          <p:cNvSpPr txBox="1"/>
          <p:nvPr/>
        </p:nvSpPr>
        <p:spPr>
          <a:xfrm>
            <a:off x="594360" y="356616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Noto Sans"/>
                <a:ea typeface="Noto Sans CJK JP"/>
                <a:cs typeface="Noto Sans"/>
              </a:defRPr>
            </a:pPr>
            <a:r>
              <a:rPr sz="1700" lang="ja-JP">
                <a:solidFill>
                  <a:srgbClr val="626669"/>
                </a:solidFill>
                <a:latin typeface="Noto Sans"/>
                <a:ea typeface="Noto Sans CJK JP"/>
                <a:cs typeface="Noto Sans"/>
              </a:rPr>
              <a:t>最終著者の研究例として紹介した、読解モデルの頑健性の検証。</a:t>
            </a:r>
          </a:p>
        </p:txBody>
      </p:sp>
      <p:sp>
        <p:nvSpPr>
          <p:cNvPr id="12" name="TextBox 11"/>
          <p:cNvSpPr txBox="1"/>
          <p:nvPr/>
        </p:nvSpPr>
        <p:spPr>
          <a:xfrm>
            <a:off x="594360" y="397764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https://github.com/robinjia/adversarial-squad</a:t>
            </a:r>
          </a:p>
        </p:txBody>
      </p:sp>
      <p:sp>
        <p:nvSpPr>
          <p:cNvPr id="13" name="TextBox 12"/>
          <p:cNvSpPr txBox="1"/>
          <p:nvPr/>
        </p:nvSpPr>
        <p:spPr>
          <a:xfrm>
            <a:off x="594360" y="4160520"/>
            <a:ext cx="7955279" cy="320040"/>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Liang et al. HELMによる言語モデル評価.</a:t>
            </a:r>
          </a:p>
        </p:txBody>
      </p:sp>
      <p:sp>
        <p:nvSpPr>
          <p:cNvPr id="14" name="TextBox 13"/>
          <p:cNvSpPr txBox="1"/>
          <p:nvPr/>
        </p:nvSpPr>
        <p:spPr>
          <a:xfrm>
            <a:off x="594360" y="4480560"/>
            <a:ext cx="7955279" cy="292608"/>
          </a:xfrm>
          <a:prstGeom prst="rect">
            <a:avLst/>
          </a:prstGeom>
          <a:noFill/>
        </p:spPr>
        <p:txBody>
          <a:bodyPr wrap="square" lIns="0" rIns="0" tIns="0" bIns="0" anchor="t">
            <a:spAutoFit/>
          </a:bodyPr>
          <a:lstStyle/>
          <a:p>
            <a:pPr algn="l" marL="0" indent="0">
              <a:lnSpc>
                <a:spcPct val="110000"/>
              </a:lnSpc>
              <a:spcBef>
                <a:spcPts val="0"/>
              </a:spcBef>
              <a:spcAft>
                <a:spcPts val="600"/>
              </a:spcAft>
              <a:buNone/>
              <a:defRPr sz="1700" lang="ja-JP">
                <a:latin typeface="Noto Sans"/>
                <a:ea typeface="Noto Sans CJK JP"/>
                <a:cs typeface="Noto Sans"/>
              </a:defRPr>
            </a:pPr>
            <a:r>
              <a:rPr sz="1700" lang="ja-JP">
                <a:solidFill>
                  <a:srgbClr val="626669"/>
                </a:solidFill>
                <a:latin typeface="Noto Sans"/>
                <a:ea typeface="Noto Sans CJK JP"/>
                <a:cs typeface="Noto Sans"/>
              </a:rPr>
              <a:t>最終著者の研究例として紹介した、多面的な言語モデル評価。</a:t>
            </a:r>
          </a:p>
        </p:txBody>
      </p:sp>
      <p:sp>
        <p:nvSpPr>
          <p:cNvPr id="15" name="TextBox 14"/>
          <p:cNvSpPr txBox="1"/>
          <p:nvPr/>
        </p:nvSpPr>
        <p:spPr>
          <a:xfrm>
            <a:off x="594360" y="4892040"/>
            <a:ext cx="7955279" cy="25603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https://github.com/stanford-crfm/helm</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