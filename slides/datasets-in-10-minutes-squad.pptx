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7"/>
    <p:sldId id="348" r:id="rId99"/>
    <p:sldId id="349" r:id="rId100"/>
    <p:sldId id="257" r:id="rId8"/>
    <p:sldId id="258" r:id="rId9"/>
    <p:sldId id="263" r:id="rId2"/>
    <p:sldId id="264" r:id="rId15"/>
    <p:sldId id="265" r:id="rId16"/>
    <p:sldId id="266" r:id="rId17"/>
    <p:sldId id="267" r:id="rId18"/>
    <p:sldId id="350" r:id="rId101"/>
    <p:sldId id="261" r:id="rId4"/>
    <p:sldId id="262" r:id="rId3"/>
    <p:sldId id="268" r:id="rId19"/>
    <p:sldId id="269" r:id="rId20"/>
    <p:sldId id="270" r:id="rId21"/>
    <p:sldId id="271" r:id="rId22"/>
    <p:sldId id="272" r:id="rId23"/>
    <p:sldId id="273" r:id="rId24"/>
    <p:sldId id="351" r:id="rId102"/>
    <p:sldId id="274" r:id="rId25"/>
    <p:sldId id="352" r:id="rId103"/>
    <p:sldId id="276" r:id="rId27"/>
    <p:sldId id="278" r:id="rId29"/>
    <p:sldId id="277" r:id="rId28"/>
    <p:sldId id="353" r:id="rId104"/>
    <p:sldId id="259" r:id="rId6"/>
    <p:sldId id="260" r:id="rId5"/>
    <p:sldId id="279" r:id="rId30"/>
    <p:sldId id="354" r:id="rId105"/>
    <p:sldId id="280" r:id="rId31"/>
    <p:sldId id="281" r:id="rId32"/>
    <p:sldId id="355" r:id="rId106"/>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4" r:id="rId75"/>
    <p:sldId id="323" r:id="rId74"/>
    <p:sldId id="347" r:id="rId98"/>
  </p:sldIdLst>
  <p:sldSz cx="9144000" cy="5143500" type="screen16x9"/>
  <p:notesSz cx="6858000" cy="9144000"/>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lang="ja-JP">
        <a:solidFill>
          <a:srgbClr val="000000"/>
        </a:solidFill>
        <a:latin typeface="Arial"/>
        <a:ea typeface="ＭＳ Ｐゴシック"/>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lang="ja-JP">
        <a:solidFill>
          <a:srgbClr val="000000"/>
        </a:solidFill>
        <a:latin typeface="Arial"/>
        <a:ea typeface="ＭＳ Ｐゴシック"/>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lang="ja-JP">
        <a:solidFill>
          <a:srgbClr val="000000"/>
        </a:solidFill>
        <a:latin typeface="Arial"/>
        <a:ea typeface="ＭＳ Ｐゴシック"/>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lang="ja-JP">
        <a:solidFill>
          <a:srgbClr val="000000"/>
        </a:solidFill>
        <a:latin typeface="Arial"/>
        <a:ea typeface="ＭＳ Ｐゴシック"/>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lang="ja-JP">
        <a:solidFill>
          <a:srgbClr val="000000"/>
        </a:solidFill>
        <a:latin typeface="Arial"/>
        <a:ea typeface="ＭＳ Ｐゴシック"/>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lang="ja-JP">
        <a:solidFill>
          <a:srgbClr val="000000"/>
        </a:solidFill>
        <a:latin typeface="Arial"/>
        <a:ea typeface="ＭＳ Ｐゴシック"/>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lang="ja-JP">
        <a:solidFill>
          <a:srgbClr val="000000"/>
        </a:solidFill>
        <a:latin typeface="Arial"/>
        <a:ea typeface="ＭＳ Ｐゴシック"/>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lang="ja-JP">
        <a:solidFill>
          <a:srgbClr val="000000"/>
        </a:solidFill>
        <a:latin typeface="Arial"/>
        <a:ea typeface="ＭＳ Ｐゴシック"/>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lang="ja-JP">
        <a:solidFill>
          <a:srgbClr val="000000"/>
        </a:solidFill>
        <a:latin typeface="Arial"/>
        <a:ea typeface="ＭＳ Ｐゴシック"/>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Arial"/>
          <a:ea typeface="ＭＳ Ｐゴシック"/>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6.xml"/><Relationship Id="rId3" Type="http://schemas.openxmlformats.org/officeDocument/2006/relationships/slide" Target="slides/slide13.xml"/><Relationship Id="rId4" Type="http://schemas.openxmlformats.org/officeDocument/2006/relationships/slide" Target="slides/slide12.xml"/><Relationship Id="rId5" Type="http://schemas.openxmlformats.org/officeDocument/2006/relationships/slide" Target="slides/slide28.xml"/><Relationship Id="rId6" Type="http://schemas.openxmlformats.org/officeDocument/2006/relationships/slide" Target="slides/slide27.xml"/><Relationship Id="rId7" Type="http://schemas.openxmlformats.org/officeDocument/2006/relationships/slide" Target="slides/slide1.xml"/><Relationship Id="rId8" Type="http://schemas.openxmlformats.org/officeDocument/2006/relationships/slide" Target="slides/slide4.xml"/><Relationship Id="rId9"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1.xml"/><Relationship Id="rId27" Type="http://schemas.openxmlformats.org/officeDocument/2006/relationships/slide" Target="slides/slide23.xml"/><Relationship Id="rId28" Type="http://schemas.openxmlformats.org/officeDocument/2006/relationships/slide" Target="slides/slide25.xml"/><Relationship Id="rId29" Type="http://schemas.openxmlformats.org/officeDocument/2006/relationships/slide" Target="slides/slide24.xml"/><Relationship Id="rId30" Type="http://schemas.openxmlformats.org/officeDocument/2006/relationships/slide" Target="slides/slide29.xml"/><Relationship Id="rId31" Type="http://schemas.openxmlformats.org/officeDocument/2006/relationships/slide" Target="slides/slide31.xml"/><Relationship Id="rId32" Type="http://schemas.openxmlformats.org/officeDocument/2006/relationships/slide" Target="slides/slide32.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slide" Target="slides/slide38.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slide" Target="slides/slide41.xml"/><Relationship Id="rId42" Type="http://schemas.openxmlformats.org/officeDocument/2006/relationships/slide" Target="slides/slide42.xml"/><Relationship Id="rId43" Type="http://schemas.openxmlformats.org/officeDocument/2006/relationships/slide" Target="slides/slide43.xml"/><Relationship Id="rId44" Type="http://schemas.openxmlformats.org/officeDocument/2006/relationships/slide" Target="slides/slide44.xml"/><Relationship Id="rId45" Type="http://schemas.openxmlformats.org/officeDocument/2006/relationships/slide" Target="slides/slide45.xml"/><Relationship Id="rId46" Type="http://schemas.openxmlformats.org/officeDocument/2006/relationships/slide" Target="slides/slide46.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slide" Target="slides/slide74.xml"/><Relationship Id="rId53" Type="http://schemas.openxmlformats.org/officeDocument/2006/relationships/slide" Target="slides/slide75.xml"/><Relationship Id="rId54" Type="http://schemas.openxmlformats.org/officeDocument/2006/relationships/slide" Target="slides/slide76.xml"/><Relationship Id="rId55" Type="http://schemas.openxmlformats.org/officeDocument/2006/relationships/slide" Target="slides/slide77.xml"/><Relationship Id="rId56" Type="http://schemas.openxmlformats.org/officeDocument/2006/relationships/slide" Target="slides/slide78.xml"/><Relationship Id="rId57" Type="http://schemas.openxmlformats.org/officeDocument/2006/relationships/slide" Target="slides/slide79.xml"/><Relationship Id="rId58" Type="http://schemas.openxmlformats.org/officeDocument/2006/relationships/slide" Target="slides/slide80.xml"/><Relationship Id="rId59" Type="http://schemas.openxmlformats.org/officeDocument/2006/relationships/slide" Target="slides/slide81.xml"/><Relationship Id="rId60" Type="http://schemas.openxmlformats.org/officeDocument/2006/relationships/slide" Target="slides/slide82.xml"/><Relationship Id="rId61" Type="http://schemas.openxmlformats.org/officeDocument/2006/relationships/slide" Target="slides/slide83.xml"/><Relationship Id="rId62" Type="http://schemas.openxmlformats.org/officeDocument/2006/relationships/slide" Target="slides/slide84.xml"/><Relationship Id="rId63" Type="http://schemas.openxmlformats.org/officeDocument/2006/relationships/slide" Target="slides/slide85.xml"/><Relationship Id="rId64" Type="http://schemas.openxmlformats.org/officeDocument/2006/relationships/slide" Target="slides/slide86.xml"/><Relationship Id="rId65" Type="http://schemas.openxmlformats.org/officeDocument/2006/relationships/slide" Target="slides/slide87.xml"/><Relationship Id="rId66" Type="http://schemas.openxmlformats.org/officeDocument/2006/relationships/slide" Target="slides/slide88.xml"/><Relationship Id="rId67" Type="http://schemas.openxmlformats.org/officeDocument/2006/relationships/slide" Target="slides/slide89.xml"/><Relationship Id="rId68" Type="http://schemas.openxmlformats.org/officeDocument/2006/relationships/slide" Target="slides/slide90.xml"/><Relationship Id="rId69" Type="http://schemas.openxmlformats.org/officeDocument/2006/relationships/slide" Target="slides/slide91.xml"/><Relationship Id="rId70" Type="http://schemas.openxmlformats.org/officeDocument/2006/relationships/slide" Target="slides/slide92.xml"/><Relationship Id="rId71" Type="http://schemas.openxmlformats.org/officeDocument/2006/relationships/slide" Target="slides/slide93.xml"/><Relationship Id="rId72" Type="http://schemas.openxmlformats.org/officeDocument/2006/relationships/slide" Target="slides/slide94.xml"/><Relationship Id="rId73" Type="http://schemas.openxmlformats.org/officeDocument/2006/relationships/slide" Target="slides/slide95.xml"/><Relationship Id="rId74" Type="http://schemas.openxmlformats.org/officeDocument/2006/relationships/slide" Target="slides/slide97.xml"/><Relationship Id="rId75" Type="http://schemas.openxmlformats.org/officeDocument/2006/relationships/slide" Target="slides/slide96.xml"/><Relationship Id="rId76" Type="http://schemas.openxmlformats.org/officeDocument/2006/relationships/slide" Target="slides/slide52.xml"/><Relationship Id="rId77" Type="http://schemas.openxmlformats.org/officeDocument/2006/relationships/slide" Target="slides/slide53.xml"/><Relationship Id="rId78" Type="http://schemas.openxmlformats.org/officeDocument/2006/relationships/slide" Target="slides/slide54.xml"/><Relationship Id="rId79" Type="http://schemas.openxmlformats.org/officeDocument/2006/relationships/slide" Target="slides/slide55.xml"/><Relationship Id="rId80" Type="http://schemas.openxmlformats.org/officeDocument/2006/relationships/slide" Target="slides/slide56.xml"/><Relationship Id="rId81" Type="http://schemas.openxmlformats.org/officeDocument/2006/relationships/slide" Target="slides/slide57.xml"/><Relationship Id="rId82" Type="http://schemas.openxmlformats.org/officeDocument/2006/relationships/slide" Target="slides/slide58.xml"/><Relationship Id="rId83" Type="http://schemas.openxmlformats.org/officeDocument/2006/relationships/slide" Target="slides/slide59.xml"/><Relationship Id="rId84" Type="http://schemas.openxmlformats.org/officeDocument/2006/relationships/slide" Target="slides/slide60.xml"/><Relationship Id="rId85" Type="http://schemas.openxmlformats.org/officeDocument/2006/relationships/slide" Target="slides/slide61.xml"/><Relationship Id="rId86" Type="http://schemas.openxmlformats.org/officeDocument/2006/relationships/slide" Target="slides/slide62.xml"/><Relationship Id="rId87" Type="http://schemas.openxmlformats.org/officeDocument/2006/relationships/slide" Target="slides/slide63.xml"/><Relationship Id="rId88" Type="http://schemas.openxmlformats.org/officeDocument/2006/relationships/slide" Target="slides/slide64.xml"/><Relationship Id="rId89" Type="http://schemas.openxmlformats.org/officeDocument/2006/relationships/slide" Target="slides/slide65.xml"/><Relationship Id="rId90" Type="http://schemas.openxmlformats.org/officeDocument/2006/relationships/slide" Target="slides/slide66.xml"/><Relationship Id="rId91" Type="http://schemas.openxmlformats.org/officeDocument/2006/relationships/slide" Target="slides/slide67.xml"/><Relationship Id="rId92" Type="http://schemas.openxmlformats.org/officeDocument/2006/relationships/slide" Target="slides/slide68.xml"/><Relationship Id="rId93" Type="http://schemas.openxmlformats.org/officeDocument/2006/relationships/slide" Target="slides/slide69.xml"/><Relationship Id="rId94" Type="http://schemas.openxmlformats.org/officeDocument/2006/relationships/slide" Target="slides/slide70.xml"/><Relationship Id="rId95" Type="http://schemas.openxmlformats.org/officeDocument/2006/relationships/slide" Target="slides/slide71.xml"/><Relationship Id="rId96" Type="http://schemas.openxmlformats.org/officeDocument/2006/relationships/slide" Target="slides/slide72.xml"/><Relationship Id="rId97" Type="http://schemas.openxmlformats.org/officeDocument/2006/relationships/slide" Target="slides/slide73.xml"/><Relationship Id="rId98" Type="http://schemas.openxmlformats.org/officeDocument/2006/relationships/slide" Target="slides/slide98.xml"/><Relationship Id="rId99" Type="http://schemas.openxmlformats.org/officeDocument/2006/relationships/slide" Target="slides/slide2.xml"/><Relationship Id="rId100" Type="http://schemas.openxmlformats.org/officeDocument/2006/relationships/slide" Target="slides/slide3.xml"/><Relationship Id="rId101" Type="http://schemas.openxmlformats.org/officeDocument/2006/relationships/slide" Target="slides/slide11.xml"/><Relationship Id="rId102" Type="http://schemas.openxmlformats.org/officeDocument/2006/relationships/slide" Target="slides/slide20.xml"/><Relationship Id="rId103" Type="http://schemas.openxmlformats.org/officeDocument/2006/relationships/slide" Target="slides/slide22.xml"/><Relationship Id="rId104" Type="http://schemas.openxmlformats.org/officeDocument/2006/relationships/slide" Target="slides/slide26.xml"/><Relationship Id="rId105" Type="http://schemas.openxmlformats.org/officeDocument/2006/relationships/slide" Target="slides/slide30.xml"/><Relationship Id="rId106"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SzPts val="5200"/>
              <a:buNone/>
              <a:defRPr sz="5200" b="1" lang="ja-JP">
                <a:solidFill>
                  <a:schemeClr val="dk1"/>
                </a:solidFill>
                <a:latin typeface="Arial"/>
                <a:ea typeface="ＭＳ Ｐゴシック"/>
                <a:cs typeface="Arial"/>
              </a:defRPr>
            </a:lvl1pPr>
            <a:lvl2pPr lvl="1" algn="ctr">
              <a:spcBef>
                <a:spcPts val="0"/>
              </a:spcBef>
              <a:spcAft>
                <a:spcPts val="0"/>
              </a:spcAft>
              <a:buSzPts val="5200"/>
              <a:buNone/>
              <a:defRPr sz="5200" lang="ja-JP">
                <a:latin typeface="Arial"/>
                <a:ea typeface="ＭＳ Ｐゴシック"/>
                <a:cs typeface="Arial"/>
              </a:defRPr>
            </a:lvl2pPr>
            <a:lvl3pPr lvl="2" algn="ctr">
              <a:spcBef>
                <a:spcPts val="0"/>
              </a:spcBef>
              <a:spcAft>
                <a:spcPts val="0"/>
              </a:spcAft>
              <a:buSzPts val="5200"/>
              <a:buNone/>
              <a:defRPr sz="5200" lang="ja-JP">
                <a:latin typeface="Arial"/>
                <a:ea typeface="ＭＳ Ｐゴシック"/>
                <a:cs typeface="Arial"/>
              </a:defRPr>
            </a:lvl3pPr>
            <a:lvl4pPr lvl="3" algn="ctr">
              <a:spcBef>
                <a:spcPts val="0"/>
              </a:spcBef>
              <a:spcAft>
                <a:spcPts val="0"/>
              </a:spcAft>
              <a:buSzPts val="5200"/>
              <a:buNone/>
              <a:defRPr sz="5200" lang="ja-JP">
                <a:latin typeface="Arial"/>
                <a:ea typeface="ＭＳ Ｐゴシック"/>
                <a:cs typeface="Arial"/>
              </a:defRPr>
            </a:lvl4pPr>
            <a:lvl5pPr lvl="4" algn="ctr">
              <a:spcBef>
                <a:spcPts val="0"/>
              </a:spcBef>
              <a:spcAft>
                <a:spcPts val="0"/>
              </a:spcAft>
              <a:buSzPts val="5200"/>
              <a:buNone/>
              <a:defRPr sz="5200" lang="ja-JP">
                <a:latin typeface="Arial"/>
                <a:ea typeface="ＭＳ Ｐゴシック"/>
                <a:cs typeface="Arial"/>
              </a:defRPr>
            </a:lvl5pPr>
            <a:lvl6pPr lvl="5" algn="ctr">
              <a:spcBef>
                <a:spcPts val="0"/>
              </a:spcBef>
              <a:spcAft>
                <a:spcPts val="0"/>
              </a:spcAft>
              <a:buSzPts val="5200"/>
              <a:buNone/>
              <a:defRPr sz="5200" lang="ja-JP">
                <a:latin typeface="Arial"/>
                <a:ea typeface="ＭＳ Ｐゴシック"/>
                <a:cs typeface="Arial"/>
              </a:defRPr>
            </a:lvl6pPr>
            <a:lvl7pPr lvl="6" algn="ctr">
              <a:spcBef>
                <a:spcPts val="0"/>
              </a:spcBef>
              <a:spcAft>
                <a:spcPts val="0"/>
              </a:spcAft>
              <a:buSzPts val="5200"/>
              <a:buNone/>
              <a:defRPr sz="5200" lang="ja-JP">
                <a:latin typeface="Arial"/>
                <a:ea typeface="ＭＳ Ｐゴシック"/>
                <a:cs typeface="Arial"/>
              </a:defRPr>
            </a:lvl7pPr>
            <a:lvl8pPr lvl="7" algn="ctr">
              <a:spcBef>
                <a:spcPts val="0"/>
              </a:spcBef>
              <a:spcAft>
                <a:spcPts val="0"/>
              </a:spcAft>
              <a:buSzPts val="5200"/>
              <a:buNone/>
              <a:defRPr sz="5200" lang="ja-JP">
                <a:latin typeface="Arial"/>
                <a:ea typeface="ＭＳ Ｐゴシック"/>
                <a:cs typeface="Arial"/>
              </a:defRPr>
            </a:lvl8pPr>
            <a:lvl9pPr lvl="8" algn="ctr">
              <a:spcBef>
                <a:spcPts val="0"/>
              </a:spcBef>
              <a:spcAft>
                <a:spcPts val="0"/>
              </a:spcAft>
              <a:buSzPts val="5200"/>
              <a:buNone/>
              <a:defRPr sz="5200" lang="ja-JP">
                <a:latin typeface="Arial"/>
                <a:ea typeface="ＭＳ Ｐゴシック"/>
                <a:cs typeface="Arial"/>
              </a:defRPr>
            </a:lvl9pPr>
          </a:lstStyle>
          <a:p>
            <a:endParaRPr lang="ja-JP">
              <a:latin typeface="Arial"/>
              <a:ea typeface="ＭＳ Ｐゴシック"/>
              <a:cs typeface="Arial"/>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SzPts val="2800"/>
              <a:buNone/>
              <a:defRPr sz="2800" lang="ja-JP">
                <a:solidFill>
                  <a:schemeClr val="dk1"/>
                </a:solidFill>
                <a:latin typeface="Arial"/>
                <a:ea typeface="ＭＳ Ｐゴシック"/>
                <a:cs typeface="Arial"/>
              </a:defRPr>
            </a:lvl1pPr>
            <a:lvl2pPr lvl="1" algn="ctr">
              <a:lnSpc>
                <a:spcPct val="100000"/>
              </a:lnSpc>
              <a:spcBef>
                <a:spcPts val="0"/>
              </a:spcBef>
              <a:spcAft>
                <a:spcPts val="0"/>
              </a:spcAft>
              <a:buSzPts val="2800"/>
              <a:buNone/>
              <a:defRPr sz="2800" lang="ja-JP">
                <a:latin typeface="Arial"/>
                <a:ea typeface="ＭＳ Ｐゴシック"/>
                <a:cs typeface="Arial"/>
              </a:defRPr>
            </a:lvl2pPr>
            <a:lvl3pPr lvl="2" algn="ctr">
              <a:lnSpc>
                <a:spcPct val="100000"/>
              </a:lnSpc>
              <a:spcBef>
                <a:spcPts val="0"/>
              </a:spcBef>
              <a:spcAft>
                <a:spcPts val="0"/>
              </a:spcAft>
              <a:buSzPts val="2800"/>
              <a:buNone/>
              <a:defRPr sz="2800" lang="ja-JP">
                <a:latin typeface="Arial"/>
                <a:ea typeface="ＭＳ Ｐゴシック"/>
                <a:cs typeface="Arial"/>
              </a:defRPr>
            </a:lvl3pPr>
            <a:lvl4pPr lvl="3" algn="ctr">
              <a:lnSpc>
                <a:spcPct val="100000"/>
              </a:lnSpc>
              <a:spcBef>
                <a:spcPts val="0"/>
              </a:spcBef>
              <a:spcAft>
                <a:spcPts val="0"/>
              </a:spcAft>
              <a:buSzPts val="2800"/>
              <a:buNone/>
              <a:defRPr sz="2800" lang="ja-JP">
                <a:latin typeface="Arial"/>
                <a:ea typeface="ＭＳ Ｐゴシック"/>
                <a:cs typeface="Arial"/>
              </a:defRPr>
            </a:lvl4pPr>
            <a:lvl5pPr lvl="4" algn="ctr">
              <a:lnSpc>
                <a:spcPct val="100000"/>
              </a:lnSpc>
              <a:spcBef>
                <a:spcPts val="0"/>
              </a:spcBef>
              <a:spcAft>
                <a:spcPts val="0"/>
              </a:spcAft>
              <a:buSzPts val="2800"/>
              <a:buNone/>
              <a:defRPr sz="2800" lang="ja-JP">
                <a:latin typeface="Arial"/>
                <a:ea typeface="ＭＳ Ｐゴシック"/>
                <a:cs typeface="Arial"/>
              </a:defRPr>
            </a:lvl5pPr>
            <a:lvl6pPr lvl="5" algn="ctr">
              <a:lnSpc>
                <a:spcPct val="100000"/>
              </a:lnSpc>
              <a:spcBef>
                <a:spcPts val="0"/>
              </a:spcBef>
              <a:spcAft>
                <a:spcPts val="0"/>
              </a:spcAft>
              <a:buSzPts val="2800"/>
              <a:buNone/>
              <a:defRPr sz="2800" lang="ja-JP">
                <a:latin typeface="Arial"/>
                <a:ea typeface="ＭＳ Ｐゴシック"/>
                <a:cs typeface="Arial"/>
              </a:defRPr>
            </a:lvl6pPr>
            <a:lvl7pPr lvl="6" algn="ctr">
              <a:lnSpc>
                <a:spcPct val="100000"/>
              </a:lnSpc>
              <a:spcBef>
                <a:spcPts val="0"/>
              </a:spcBef>
              <a:spcAft>
                <a:spcPts val="0"/>
              </a:spcAft>
              <a:buSzPts val="2800"/>
              <a:buNone/>
              <a:defRPr sz="2800" lang="ja-JP">
                <a:latin typeface="Arial"/>
                <a:ea typeface="ＭＳ Ｐゴシック"/>
                <a:cs typeface="Arial"/>
              </a:defRPr>
            </a:lvl7pPr>
            <a:lvl8pPr lvl="7" algn="ctr">
              <a:lnSpc>
                <a:spcPct val="100000"/>
              </a:lnSpc>
              <a:spcBef>
                <a:spcPts val="0"/>
              </a:spcBef>
              <a:spcAft>
                <a:spcPts val="0"/>
              </a:spcAft>
              <a:buSzPts val="2800"/>
              <a:buNone/>
              <a:defRPr sz="2800" lang="ja-JP">
                <a:latin typeface="Arial"/>
                <a:ea typeface="ＭＳ Ｐゴシック"/>
                <a:cs typeface="Arial"/>
              </a:defRPr>
            </a:lvl8pPr>
            <a:lvl9pPr lvl="8" algn="ctr">
              <a:lnSpc>
                <a:spcPct val="100000"/>
              </a:lnSpc>
              <a:spcBef>
                <a:spcPts val="0"/>
              </a:spcBef>
              <a:spcAft>
                <a:spcPts val="0"/>
              </a:spcAft>
              <a:buSzPts val="2800"/>
              <a:buNone/>
              <a:defRPr sz="2800" lang="ja-JP">
                <a:latin typeface="Arial"/>
                <a:ea typeface="ＭＳ Ｐゴシック"/>
                <a:cs typeface="Arial"/>
              </a:defRPr>
            </a:lvl9pPr>
          </a:lstStyle>
          <a:p>
            <a:pPr>
              <a:defRPr sz="2200" lang="ja-JP">
                <a:latin typeface="Arial"/>
                <a:ea typeface="ＭＳ Ｐゴシック"/>
                <a:cs typeface="Arial"/>
              </a:defRPr>
            </a:pPr>
            <a:endParaRPr lang="ja-JP">
              <a:latin typeface="Arial"/>
              <a:ea typeface="ＭＳ Ｐゴシック"/>
              <a:cs typeface="Arial"/>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Arial"/>
              <a:ea typeface="ＭＳ Ｐゴシック"/>
              <a:cs typeface="Arial"/>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607898" y="-10450"/>
            <a:ext cx="548701" cy="479700"/>
          </a:xfrm>
          <a:prstGeom prst="rect">
            <a:avLst/>
          </a:prstGeom>
          <a:noFill/>
          <a:ln>
            <a:noFill/>
          </a:ln>
        </p:spPr>
        <p:txBody>
          <a:bodyPr anchor="ctr"/>
          <a:lstStyle/>
          <a:p>
            <a:pPr algn="ctr"/>
            <a:fld id="{00000000-1234-1234-1234-000000000999}" type="slidenum">
              <a:rPr lang="ja-JP" sz="1800" b="1">
                <a:solidFill>
                  <a:schemeClr val="lt1"/>
                </a:solidFill>
                <a:latin typeface="Arial"/>
                <a:ea typeface="ＭＳ Ｐゴシック"/>
                <a:cs typeface="Arial"/>
              </a:rPr>
              <a:pPr algn="ctr"/>
              <a:t>‹#›</a:t>
            </a:fld>
            <a:endParaRPr lang="ja-JP" sz="1800" b="1" dirty="0">
              <a:latin typeface="Arial"/>
              <a:ea typeface="ＭＳ Ｐゴシック"/>
              <a:cs typeface="Arial"/>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r">
              <a:lnSpc>
                <a:spcPct val="100000"/>
              </a:lnSpc>
              <a:spcBef>
                <a:spcPts val="0"/>
              </a:spcBef>
              <a:spcAft>
                <a:spcPts val="0"/>
              </a:spcAft>
              <a:defRPr sz="1400" b="0" lang="ja-JP">
                <a:solidFill>
                  <a:srgbClr val="626669"/>
                </a:solidFill>
                <a:latin typeface="Arial"/>
                <a:ea typeface="ＭＳ Ｐゴシック"/>
                <a:cs typeface="Arial"/>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r">
              <a:lnSpc>
                <a:spcPct val="100000"/>
              </a:lnSpc>
              <a:spcBef>
                <a:spcPts val="0"/>
              </a:spcBef>
              <a:spcAft>
                <a:spcPts val="0"/>
              </a:spcAft>
              <a:defRPr sz="2000" b="0" lang="ja-JP">
                <a:solidFill>
                  <a:srgbClr val="626669"/>
                </a:solidFill>
                <a:latin typeface="Arial"/>
                <a:ea typeface="ＭＳ Ｐゴシック"/>
                <a:cs typeface="Arial"/>
              </a:defRPr>
            </a:pPr>
            <a:r>
              <a:rPr sz="2000" lang="ja-JP">
                <a:solidFill>
                  <a:srgbClr val="303437"/>
                </a:solidFill>
                <a:latin typeface="Arial"/>
                <a:ea typeface="ＭＳ Ｐゴシック"/>
                <a:cs typeface="Arial"/>
              </a:rPr>
              <a:t>氏名　［氏名］</a:t>
            </a:r>
          </a:p>
        </p:txBody>
      </p:sp>
      <p:sp>
        <p:nvSpPr>
          <p:cNvPr id="112" name="Creation date"/>
          <p:cNvSpPr txBox="1">
            <a:spLocks noGrp="1"/>
          </p:cNvSpPr>
          <p:nvPr>
            <p:ph type="body" idx="12"/>
          </p:nvPr>
        </p:nvSpPr>
        <p:spPr>
          <a:xfrm>
            <a:off x="5486400" y="477316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l">
              <a:lnSpc>
                <a:spcPct val="100000"/>
              </a:lnSpc>
              <a:spcBef>
                <a:spcPts val="0"/>
              </a:spcBef>
              <a:spcAft>
                <a:spcPts val="0"/>
              </a:spcAft>
              <a:defRPr sz="1400" b="0" lang="ja-JP">
                <a:solidFill>
                  <a:srgbClr val="626669"/>
                </a:solidFill>
                <a:latin typeface="Arial"/>
                <a:ea typeface="ＭＳ Ｐゴシック"/>
                <a:cs typeface="Arial"/>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Arial"/>
              <a:ea typeface="ＭＳ Ｐゴシック"/>
              <a:cs typeface="Arial"/>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pPr>
            <a:r>
              <a:rPr lang="ja-JP" altLang="ja" b="1" dirty="0">
                <a:solidFill>
                  <a:schemeClr val="lt1"/>
                </a:solidFill>
                <a:latin typeface="Arial"/>
                <a:ea typeface="ＭＳ Ｐゴシック"/>
                <a:cs typeface="Arial"/>
              </a:rPr>
              <a:t>T</a:t>
            </a:r>
            <a:r>
              <a:rPr lang="ja-JP" b="1" dirty="0">
                <a:solidFill>
                  <a:schemeClr val="lt1"/>
                </a:solidFill>
                <a:latin typeface="Arial"/>
                <a:ea typeface="ＭＳ Ｐゴシック"/>
                <a:cs typeface="Arial"/>
              </a:rPr>
              <a:t>able of </a:t>
            </a:r>
            <a:r>
              <a:rPr lang="ja-JP" altLang="ja" b="1" dirty="0">
                <a:solidFill>
                  <a:schemeClr val="lt1"/>
                </a:solidFill>
                <a:latin typeface="Arial"/>
                <a:ea typeface="ＭＳ Ｐゴシック"/>
                <a:cs typeface="Arial"/>
              </a:rPr>
              <a:t>C</a:t>
            </a:r>
            <a:r>
              <a:rPr lang="ja-JP" b="1" dirty="0">
                <a:solidFill>
                  <a:schemeClr val="lt1"/>
                </a:solidFill>
                <a:latin typeface="Arial"/>
                <a:ea typeface="ＭＳ Ｐゴシック"/>
                <a:cs typeface="Arial"/>
              </a:rPr>
              <a:t>ontents</a:t>
            </a:r>
            <a:endParaRPr b="1" dirty="0" lang="ja-JP">
              <a:solidFill>
                <a:schemeClr val="lt1"/>
              </a:solidFill>
              <a:latin typeface="Arial"/>
              <a:ea typeface="ＭＳ Ｐゴシック"/>
              <a:cs typeface="Arial"/>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SzPts val="1018"/>
              <a:buFont typeface="Arial"/>
              <a:buNone/>
              <a:tabLst/>
              <a:defRPr lang="ja-JP">
                <a:latin typeface="Arial"/>
                <a:ea typeface="ＭＳ Ｐゴシック"/>
                <a:cs typeface="Arial"/>
              </a:defRPr>
            </a:pPr>
            <a:r>
              <a:rPr lang="ja-JP" sz="2800" b="1" dirty="0">
                <a:solidFill>
                  <a:schemeClr val="accent2"/>
                </a:solidFill>
                <a:latin typeface="Arial"/>
                <a:ea typeface="ＭＳ Ｐゴシック"/>
                <a:cs typeface="Arial"/>
              </a:rPr>
              <a:t>1.</a:t>
            </a:r>
            <a:r>
              <a:rPr lang="ja-JP" altLang="ja" sz="2800" b="1" dirty="0">
                <a:solidFill>
                  <a:schemeClr val="accent2"/>
                </a:solidFill>
                <a:latin typeface="Arial"/>
                <a:ea typeface="ＭＳ Ｐゴシック"/>
                <a:cs typeface="Arial"/>
              </a:rPr>
              <a:t> </a:t>
            </a:r>
            <a:r>
              <a:rPr lang="ja-JP" altLang="ja" sz="2800" b="1" dirty="0">
                <a:solidFill>
                  <a:schemeClr val="dk1"/>
                </a:solidFill>
                <a:latin typeface="Arial"/>
                <a:ea typeface="ＭＳ Ｐゴシック"/>
                <a:cs typeface="Arial"/>
              </a:rPr>
              <a:t>Background &amp; Purpose</a:t>
            </a:r>
            <a:endParaRPr lang="ja-JP" altLang="ja-JP" sz="2800" b="1" dirty="0">
              <a:solidFill>
                <a:schemeClr val="dk1"/>
              </a:solidFill>
              <a:latin typeface="Arial"/>
              <a:ea typeface="ＭＳ Ｐゴシック"/>
              <a:cs typeface="Arial"/>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SzPts val="1018"/>
              <a:buFont typeface="Arial"/>
              <a:buNone/>
              <a:tabLst/>
              <a:defRPr lang="ja-JP">
                <a:latin typeface="Arial"/>
                <a:ea typeface="ＭＳ Ｐゴシック"/>
                <a:cs typeface="Arial"/>
              </a:defRPr>
            </a:pPr>
            <a:r>
              <a:rPr lang="ja-JP" sz="2800" b="1" dirty="0">
                <a:solidFill>
                  <a:schemeClr val="accent2"/>
                </a:solidFill>
                <a:latin typeface="Arial"/>
                <a:ea typeface="ＭＳ Ｐゴシック"/>
                <a:cs typeface="Arial"/>
              </a:rPr>
              <a:t>2.</a:t>
            </a:r>
            <a:r>
              <a:rPr lang="ja-JP" altLang="ja" sz="2800" b="1" dirty="0">
                <a:solidFill>
                  <a:schemeClr val="accent2"/>
                </a:solidFill>
                <a:latin typeface="Arial"/>
                <a:ea typeface="ＭＳ Ｐゴシック"/>
                <a:cs typeface="Arial"/>
              </a:rPr>
              <a:t> </a:t>
            </a:r>
            <a:r>
              <a:rPr lang="ja-JP" altLang="ja" sz="2800" b="1" dirty="0">
                <a:solidFill>
                  <a:schemeClr val="dk1"/>
                </a:solidFill>
                <a:latin typeface="Arial"/>
                <a:ea typeface="ＭＳ Ｐゴシック"/>
                <a:cs typeface="Arial"/>
              </a:rPr>
              <a:t>Methodology</a:t>
            </a:r>
            <a:endParaRPr lang="ja-JP" altLang="ja-JP" sz="2800" b="1" dirty="0">
              <a:solidFill>
                <a:schemeClr val="dk1"/>
              </a:solidFill>
              <a:latin typeface="Arial"/>
              <a:ea typeface="ＭＳ Ｐゴシック"/>
              <a:cs typeface="Arial"/>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SzPts val="1018"/>
              <a:buFont typeface="Arial"/>
              <a:buNone/>
              <a:tabLst/>
              <a:defRPr lang="ja-JP">
                <a:latin typeface="Arial"/>
                <a:ea typeface="ＭＳ Ｐゴシック"/>
                <a:cs typeface="Arial"/>
              </a:defRPr>
            </a:pPr>
            <a:r>
              <a:rPr lang="ja-JP" sz="2800" b="1" dirty="0">
                <a:solidFill>
                  <a:schemeClr val="accent2"/>
                </a:solidFill>
                <a:latin typeface="Arial"/>
                <a:ea typeface="ＭＳ Ｐゴシック"/>
                <a:cs typeface="Arial"/>
              </a:rPr>
              <a:t>3.</a:t>
            </a:r>
            <a:r>
              <a:rPr lang="ja-JP" altLang="ja" sz="2800" b="1" dirty="0">
                <a:solidFill>
                  <a:schemeClr val="accent2"/>
                </a:solidFill>
                <a:latin typeface="Arial"/>
                <a:ea typeface="ＭＳ Ｐゴシック"/>
                <a:cs typeface="Arial"/>
              </a:rPr>
              <a:t> </a:t>
            </a:r>
            <a:r>
              <a:rPr lang="ja-JP" altLang="ja" sz="2800" b="1" dirty="0">
                <a:solidFill>
                  <a:schemeClr val="dk1"/>
                </a:solidFill>
                <a:latin typeface="Arial"/>
                <a:ea typeface="ＭＳ Ｐゴシック"/>
                <a:cs typeface="Arial"/>
              </a:rPr>
              <a:t>Classification Framework</a:t>
            </a:r>
            <a:endParaRPr lang="ja-JP" altLang="ja-JP" sz="2800" b="1" dirty="0">
              <a:solidFill>
                <a:schemeClr val="dk1"/>
              </a:solidFill>
              <a:latin typeface="Arial"/>
              <a:ea typeface="ＭＳ Ｐゴシック"/>
              <a:cs typeface="Arial"/>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SzPts val="1018"/>
              <a:buFont typeface="Arial"/>
              <a:buNone/>
              <a:tabLst/>
              <a:defRPr lang="ja-JP">
                <a:latin typeface="Arial"/>
                <a:ea typeface="ＭＳ Ｐゴシック"/>
                <a:cs typeface="Arial"/>
              </a:defRPr>
            </a:pPr>
            <a:r>
              <a:rPr lang="ja-JP" sz="2800" b="1" dirty="0">
                <a:solidFill>
                  <a:schemeClr val="accent2"/>
                </a:solidFill>
                <a:latin typeface="Arial"/>
                <a:ea typeface="ＭＳ Ｐゴシック"/>
                <a:cs typeface="Arial"/>
              </a:rPr>
              <a:t>4.</a:t>
            </a:r>
            <a:r>
              <a:rPr lang="ja-JP" altLang="ja" sz="2800" b="1" dirty="0">
                <a:solidFill>
                  <a:schemeClr val="accent2"/>
                </a:solidFill>
                <a:latin typeface="Arial"/>
                <a:ea typeface="ＭＳ Ｐゴシック"/>
                <a:cs typeface="Arial"/>
              </a:rPr>
              <a:t> </a:t>
            </a:r>
            <a:r>
              <a:rPr lang="ja-JP" altLang="ja" sz="2800" b="1" dirty="0">
                <a:solidFill>
                  <a:schemeClr val="dk1"/>
                </a:solidFill>
                <a:latin typeface="Arial"/>
                <a:ea typeface="ＭＳ Ｐゴシック"/>
                <a:cs typeface="Arial"/>
              </a:rPr>
              <a:t>Results &amp; Analysis</a:t>
            </a:r>
            <a:endParaRPr lang="ja-JP" altLang="ja-JP" sz="2800" b="1" dirty="0">
              <a:solidFill>
                <a:schemeClr val="dk1"/>
              </a:solidFill>
              <a:latin typeface="Arial"/>
              <a:ea typeface="ＭＳ Ｐゴシック"/>
              <a:cs typeface="Arial"/>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Arial"/>
              <a:ea typeface="ＭＳ Ｐゴシック"/>
              <a:cs typeface="Arial"/>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SzPts val="1018"/>
              <a:buFont typeface="Arial"/>
              <a:buNone/>
              <a:tabLst/>
              <a:defRPr lang="ja-JP">
                <a:latin typeface="Arial"/>
                <a:ea typeface="ＭＳ Ｐゴシック"/>
                <a:cs typeface="Arial"/>
              </a:defRPr>
            </a:pPr>
            <a:r>
              <a:rPr lang="ja-JP" sz="2800" b="1" dirty="0">
                <a:solidFill>
                  <a:schemeClr val="accent2"/>
                </a:solidFill>
                <a:latin typeface="Arial"/>
                <a:ea typeface="ＭＳ Ｐゴシック"/>
                <a:cs typeface="Arial"/>
              </a:rPr>
              <a:t>5.</a:t>
            </a:r>
            <a:r>
              <a:rPr lang="ja-JP" altLang="ja" sz="2800" b="1" dirty="0">
                <a:solidFill>
                  <a:schemeClr val="accent2"/>
                </a:solidFill>
                <a:latin typeface="Arial"/>
                <a:ea typeface="ＭＳ Ｐゴシック"/>
                <a:cs typeface="Arial"/>
              </a:rPr>
              <a:t> </a:t>
            </a:r>
            <a:r>
              <a:rPr lang="ja-JP" altLang="ja" sz="2800" b="1" dirty="0">
                <a:solidFill>
                  <a:schemeClr val="dk1"/>
                </a:solidFill>
                <a:latin typeface="Arial"/>
                <a:ea typeface="ＭＳ Ｐゴシック"/>
                <a:cs typeface="Arial"/>
              </a:rPr>
              <a:t>Conclusions and future work</a:t>
            </a:r>
            <a:endParaRPr lang="ja-JP" altLang="ja-JP" sz="2800" b="1" dirty="0">
              <a:solidFill>
                <a:schemeClr val="dk1"/>
              </a:solidFill>
              <a:latin typeface="Arial"/>
              <a:ea typeface="ＭＳ Ｐゴシック"/>
              <a:cs typeface="Arial"/>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Arial"/>
                <a:ea typeface="ＭＳ Ｐゴシック"/>
                <a:cs typeface="Arial"/>
              </a:rPr>
              <a:t>‹#›</a:t>
            </a:fld>
            <a:endParaRPr lang="ja-JP" sz="1800" b="1">
              <a:latin typeface="Arial"/>
              <a:ea typeface="ＭＳ Ｐゴシック"/>
              <a:cs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Arial"/>
              <a:ea typeface="ＭＳ Ｐゴシック"/>
              <a:cs typeface="Arial"/>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square" lIns="91425" tIns="91425" rIns="91425" bIns="91425" anchor="t" anchorCtr="0">
            <a:normAutofit/>
          </a:bodyPr>
          <a:lstStyle>
            <a:lvl1pPr lvl="0">
              <a:spcBef>
                <a:spcPts val="0"/>
              </a:spcBef>
              <a:spcAft>
                <a:spcPts val="0"/>
              </a:spcAft>
              <a:buClr>
                <a:schemeClr val="dk1"/>
              </a:buClr>
              <a:buSzPts val="3000"/>
              <a:buNone/>
              <a:defRPr sz="3000" b="1" lang="ja-JP">
                <a:solidFill>
                  <a:schemeClr val="dk1"/>
                </a:solidFill>
                <a:latin typeface="Arial"/>
                <a:ea typeface="ＭＳ Ｐゴシック"/>
                <a:cs typeface="Arial"/>
              </a:defRPr>
            </a:lvl1pPr>
            <a:lvl2pPr lvl="1">
              <a:spcBef>
                <a:spcPts val="0"/>
              </a:spcBef>
              <a:spcAft>
                <a:spcPts val="0"/>
              </a:spcAft>
              <a:buSzPts val="2800"/>
              <a:buNone/>
              <a:defRPr lang="ja-JP">
                <a:latin typeface="Arial"/>
                <a:ea typeface="ＭＳ Ｐゴシック"/>
                <a:cs typeface="Arial"/>
              </a:defRPr>
            </a:lvl2pPr>
            <a:lvl3pPr lvl="2">
              <a:spcBef>
                <a:spcPts val="0"/>
              </a:spcBef>
              <a:spcAft>
                <a:spcPts val="0"/>
              </a:spcAft>
              <a:buSzPts val="2800"/>
              <a:buNone/>
              <a:defRPr lang="ja-JP">
                <a:latin typeface="Arial"/>
                <a:ea typeface="ＭＳ Ｐゴシック"/>
                <a:cs typeface="Arial"/>
              </a:defRPr>
            </a:lvl3pPr>
            <a:lvl4pPr lvl="3">
              <a:spcBef>
                <a:spcPts val="0"/>
              </a:spcBef>
              <a:spcAft>
                <a:spcPts val="0"/>
              </a:spcAft>
              <a:buSzPts val="2800"/>
              <a:buNone/>
              <a:defRPr lang="ja-JP">
                <a:latin typeface="Arial"/>
                <a:ea typeface="ＭＳ Ｐゴシック"/>
                <a:cs typeface="Arial"/>
              </a:defRPr>
            </a:lvl4pPr>
            <a:lvl5pPr lvl="4">
              <a:spcBef>
                <a:spcPts val="0"/>
              </a:spcBef>
              <a:spcAft>
                <a:spcPts val="0"/>
              </a:spcAft>
              <a:buSzPts val="2800"/>
              <a:buNone/>
              <a:defRPr lang="ja-JP">
                <a:latin typeface="Arial"/>
                <a:ea typeface="ＭＳ Ｐゴシック"/>
                <a:cs typeface="Arial"/>
              </a:defRPr>
            </a:lvl5pPr>
            <a:lvl6pPr lvl="5">
              <a:spcBef>
                <a:spcPts val="0"/>
              </a:spcBef>
              <a:spcAft>
                <a:spcPts val="0"/>
              </a:spcAft>
              <a:buSzPts val="2800"/>
              <a:buNone/>
              <a:defRPr lang="ja-JP">
                <a:latin typeface="Arial"/>
                <a:ea typeface="ＭＳ Ｐゴシック"/>
                <a:cs typeface="Arial"/>
              </a:defRPr>
            </a:lvl6pPr>
            <a:lvl7pPr lvl="6">
              <a:spcBef>
                <a:spcPts val="0"/>
              </a:spcBef>
              <a:spcAft>
                <a:spcPts val="0"/>
              </a:spcAft>
              <a:buSzPts val="2800"/>
              <a:buNone/>
              <a:defRPr lang="ja-JP">
                <a:latin typeface="Arial"/>
                <a:ea typeface="ＭＳ Ｐゴシック"/>
                <a:cs typeface="Arial"/>
              </a:defRPr>
            </a:lvl7pPr>
            <a:lvl8pPr lvl="7">
              <a:spcBef>
                <a:spcPts val="0"/>
              </a:spcBef>
              <a:spcAft>
                <a:spcPts val="0"/>
              </a:spcAft>
              <a:buSzPts val="2800"/>
              <a:buNone/>
              <a:defRPr lang="ja-JP">
                <a:latin typeface="Arial"/>
                <a:ea typeface="ＭＳ Ｐゴシック"/>
                <a:cs typeface="Arial"/>
              </a:defRPr>
            </a:lvl8pPr>
            <a:lvl9pPr lvl="8">
              <a:spcBef>
                <a:spcPts val="0"/>
              </a:spcBef>
              <a:spcAft>
                <a:spcPts val="0"/>
              </a:spcAft>
              <a:buSzPts val="2800"/>
              <a:buNone/>
              <a:defRPr lang="ja-JP">
                <a:latin typeface="Arial"/>
                <a:ea typeface="ＭＳ Ｐゴシック"/>
                <a:cs typeface="Arial"/>
              </a:defRPr>
            </a:lvl9pPr>
          </a:lstStyle>
          <a:p>
            <a:endParaRPr lang="ja-JP">
              <a:latin typeface="Arial"/>
              <a:ea typeface="ＭＳ Ｐゴシック"/>
              <a:cs typeface="Arial"/>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endParaRPr lang="ja-JP">
              <a:latin typeface="Arial"/>
              <a:ea typeface="ＭＳ Ｐゴシック"/>
              <a:cs typeface="Arial"/>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SzPts val="1400"/>
              <a:buNone/>
              <a:defRPr sz="1400" b="1" lang="ja-JP">
                <a:solidFill>
                  <a:schemeClr val="lt1"/>
                </a:solidFill>
                <a:latin typeface="Arial"/>
                <a:ea typeface="ＭＳ Ｐゴシック"/>
                <a:cs typeface="Arial"/>
              </a:defRPr>
            </a:lvl1pPr>
            <a:lvl2pPr lvl="1">
              <a:spcBef>
                <a:spcPts val="0"/>
              </a:spcBef>
              <a:spcAft>
                <a:spcPts val="0"/>
              </a:spcAft>
              <a:buSzPts val="2800"/>
              <a:buNone/>
              <a:defRPr lang="ja-JP">
                <a:latin typeface="Arial"/>
                <a:ea typeface="ＭＳ Ｐゴシック"/>
                <a:cs typeface="Arial"/>
              </a:defRPr>
            </a:lvl2pPr>
            <a:lvl3pPr lvl="2">
              <a:spcBef>
                <a:spcPts val="0"/>
              </a:spcBef>
              <a:spcAft>
                <a:spcPts val="0"/>
              </a:spcAft>
              <a:buSzPts val="2800"/>
              <a:buNone/>
              <a:defRPr lang="ja-JP">
                <a:latin typeface="Arial"/>
                <a:ea typeface="ＭＳ Ｐゴシック"/>
                <a:cs typeface="Arial"/>
              </a:defRPr>
            </a:lvl3pPr>
            <a:lvl4pPr lvl="3">
              <a:spcBef>
                <a:spcPts val="0"/>
              </a:spcBef>
              <a:spcAft>
                <a:spcPts val="0"/>
              </a:spcAft>
              <a:buSzPts val="2800"/>
              <a:buNone/>
              <a:defRPr lang="ja-JP">
                <a:latin typeface="Arial"/>
                <a:ea typeface="ＭＳ Ｐゴシック"/>
                <a:cs typeface="Arial"/>
              </a:defRPr>
            </a:lvl4pPr>
            <a:lvl5pPr lvl="4">
              <a:spcBef>
                <a:spcPts val="0"/>
              </a:spcBef>
              <a:spcAft>
                <a:spcPts val="0"/>
              </a:spcAft>
              <a:buSzPts val="2800"/>
              <a:buNone/>
              <a:defRPr lang="ja-JP">
                <a:latin typeface="Arial"/>
                <a:ea typeface="ＭＳ Ｐゴシック"/>
                <a:cs typeface="Arial"/>
              </a:defRPr>
            </a:lvl5pPr>
            <a:lvl6pPr lvl="5">
              <a:spcBef>
                <a:spcPts val="0"/>
              </a:spcBef>
              <a:spcAft>
                <a:spcPts val="0"/>
              </a:spcAft>
              <a:buSzPts val="2800"/>
              <a:buNone/>
              <a:defRPr lang="ja-JP">
                <a:latin typeface="Arial"/>
                <a:ea typeface="ＭＳ Ｐゴシック"/>
                <a:cs typeface="Arial"/>
              </a:defRPr>
            </a:lvl6pPr>
            <a:lvl7pPr lvl="6">
              <a:spcBef>
                <a:spcPts val="0"/>
              </a:spcBef>
              <a:spcAft>
                <a:spcPts val="0"/>
              </a:spcAft>
              <a:buSzPts val="2800"/>
              <a:buNone/>
              <a:defRPr lang="ja-JP">
                <a:latin typeface="Arial"/>
                <a:ea typeface="ＭＳ Ｐゴシック"/>
                <a:cs typeface="Arial"/>
              </a:defRPr>
            </a:lvl7pPr>
            <a:lvl8pPr lvl="7">
              <a:spcBef>
                <a:spcPts val="0"/>
              </a:spcBef>
              <a:spcAft>
                <a:spcPts val="0"/>
              </a:spcAft>
              <a:buSzPts val="2800"/>
              <a:buNone/>
              <a:defRPr lang="ja-JP">
                <a:latin typeface="Arial"/>
                <a:ea typeface="ＭＳ Ｐゴシック"/>
                <a:cs typeface="Arial"/>
              </a:defRPr>
            </a:lvl8pPr>
            <a:lvl9pPr lvl="8">
              <a:spcBef>
                <a:spcPts val="0"/>
              </a:spcBef>
              <a:spcAft>
                <a:spcPts val="0"/>
              </a:spcAft>
              <a:buSzPts val="2800"/>
              <a:buNone/>
              <a:defRPr lang="ja-JP">
                <a:latin typeface="Arial"/>
                <a:ea typeface="ＭＳ Ｐゴシック"/>
                <a:cs typeface="Arial"/>
              </a:defRPr>
            </a:lvl9pPr>
          </a:lstStyle>
          <a:p>
            <a:pPr>
              <a:lnSpc>
                <a:spcPct val="100000"/>
              </a:lnSpc>
              <a:spcBef>
                <a:spcPts val="0"/>
              </a:spcBef>
              <a:spcAft>
                <a:spcPts val="0"/>
              </a:spcAft>
            </a:pPr>
            <a:endParaRPr lang="ja-JP">
              <a:latin typeface="Arial"/>
              <a:ea typeface="ＭＳ Ｐゴシック"/>
              <a:cs typeface="Arial"/>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Arial"/>
                <a:ea typeface="ＭＳ Ｐゴシック"/>
                <a:cs typeface="Arial"/>
              </a:rPr>
              <a:t>‹#›</a:t>
            </a:fld>
            <a:endParaRPr lang="ja-JP" sz="1800" b="1" dirty="0">
              <a:latin typeface="Arial"/>
              <a:ea typeface="ＭＳ Ｐゴシック"/>
              <a:cs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Arial"/>
              <a:ea typeface="ＭＳ Ｐゴシック"/>
              <a:cs typeface="Arial"/>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SzPts val="3000"/>
              <a:buNone/>
              <a:defRPr sz="3000" b="1" lang="ja-JP">
                <a:solidFill>
                  <a:schemeClr val="dk1"/>
                </a:solidFill>
                <a:latin typeface="Arial"/>
                <a:ea typeface="ＭＳ Ｐゴシック"/>
                <a:cs typeface="Arial"/>
              </a:defRPr>
            </a:lvl1pPr>
            <a:lvl2pPr lvl="1" rtl="0">
              <a:spcBef>
                <a:spcPts val="0"/>
              </a:spcBef>
              <a:spcAft>
                <a:spcPts val="0"/>
              </a:spcAft>
              <a:buSzPts val="2800"/>
              <a:buNone/>
              <a:defRPr lang="ja-JP">
                <a:latin typeface="Arial"/>
                <a:ea typeface="ＭＳ Ｐゴシック"/>
                <a:cs typeface="Arial"/>
              </a:defRPr>
            </a:lvl2pPr>
            <a:lvl3pPr lvl="2" rtl="0">
              <a:spcBef>
                <a:spcPts val="0"/>
              </a:spcBef>
              <a:spcAft>
                <a:spcPts val="0"/>
              </a:spcAft>
              <a:buSzPts val="2800"/>
              <a:buNone/>
              <a:defRPr lang="ja-JP">
                <a:latin typeface="Arial"/>
                <a:ea typeface="ＭＳ Ｐゴシック"/>
                <a:cs typeface="Arial"/>
              </a:defRPr>
            </a:lvl3pPr>
            <a:lvl4pPr lvl="3" rtl="0">
              <a:spcBef>
                <a:spcPts val="0"/>
              </a:spcBef>
              <a:spcAft>
                <a:spcPts val="0"/>
              </a:spcAft>
              <a:buSzPts val="2800"/>
              <a:buNone/>
              <a:defRPr lang="ja-JP">
                <a:latin typeface="Arial"/>
                <a:ea typeface="ＭＳ Ｐゴシック"/>
                <a:cs typeface="Arial"/>
              </a:defRPr>
            </a:lvl4pPr>
            <a:lvl5pPr lvl="4" rtl="0">
              <a:spcBef>
                <a:spcPts val="0"/>
              </a:spcBef>
              <a:spcAft>
                <a:spcPts val="0"/>
              </a:spcAft>
              <a:buSzPts val="2800"/>
              <a:buNone/>
              <a:defRPr lang="ja-JP">
                <a:latin typeface="Arial"/>
                <a:ea typeface="ＭＳ Ｐゴシック"/>
                <a:cs typeface="Arial"/>
              </a:defRPr>
            </a:lvl5pPr>
            <a:lvl6pPr lvl="5" rtl="0">
              <a:spcBef>
                <a:spcPts val="0"/>
              </a:spcBef>
              <a:spcAft>
                <a:spcPts val="0"/>
              </a:spcAft>
              <a:buSzPts val="2800"/>
              <a:buNone/>
              <a:defRPr lang="ja-JP">
                <a:latin typeface="Arial"/>
                <a:ea typeface="ＭＳ Ｐゴシック"/>
                <a:cs typeface="Arial"/>
              </a:defRPr>
            </a:lvl6pPr>
            <a:lvl7pPr lvl="6" rtl="0">
              <a:spcBef>
                <a:spcPts val="0"/>
              </a:spcBef>
              <a:spcAft>
                <a:spcPts val="0"/>
              </a:spcAft>
              <a:buSzPts val="2800"/>
              <a:buNone/>
              <a:defRPr lang="ja-JP">
                <a:latin typeface="Arial"/>
                <a:ea typeface="ＭＳ Ｐゴシック"/>
                <a:cs typeface="Arial"/>
              </a:defRPr>
            </a:lvl7pPr>
            <a:lvl8pPr lvl="7" rtl="0">
              <a:spcBef>
                <a:spcPts val="0"/>
              </a:spcBef>
              <a:spcAft>
                <a:spcPts val="0"/>
              </a:spcAft>
              <a:buSzPts val="2800"/>
              <a:buNone/>
              <a:defRPr lang="ja-JP">
                <a:latin typeface="Arial"/>
                <a:ea typeface="ＭＳ Ｐゴシック"/>
                <a:cs typeface="Arial"/>
              </a:defRPr>
            </a:lvl8pPr>
            <a:lvl9pPr lvl="8" rtl="0">
              <a:spcBef>
                <a:spcPts val="0"/>
              </a:spcBef>
              <a:spcAft>
                <a:spcPts val="0"/>
              </a:spcAft>
              <a:buSzPts val="2800"/>
              <a:buNone/>
              <a:defRPr lang="ja-JP">
                <a:latin typeface="Arial"/>
                <a:ea typeface="ＭＳ Ｐゴシック"/>
                <a:cs typeface="Arial"/>
              </a:defRPr>
            </a:lvl9pPr>
          </a:lstStyle>
          <a:p>
            <a:endParaRPr lang="ja-JP">
              <a:latin typeface="Arial"/>
              <a:ea typeface="ＭＳ Ｐゴシック"/>
              <a:cs typeface="Arial"/>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SzPts val="1400"/>
              <a:buNone/>
              <a:defRPr sz="1400" b="1" lang="ja-JP">
                <a:solidFill>
                  <a:schemeClr val="lt1"/>
                </a:solidFill>
                <a:latin typeface="Arial"/>
                <a:ea typeface="ＭＳ Ｐゴシック"/>
                <a:cs typeface="Arial"/>
              </a:defRPr>
            </a:lvl1pPr>
            <a:lvl2pPr lvl="1" rtl="0">
              <a:spcBef>
                <a:spcPts val="0"/>
              </a:spcBef>
              <a:spcAft>
                <a:spcPts val="0"/>
              </a:spcAft>
              <a:buSzPts val="2800"/>
              <a:buNone/>
              <a:defRPr lang="ja-JP">
                <a:latin typeface="Arial"/>
                <a:ea typeface="ＭＳ Ｐゴシック"/>
                <a:cs typeface="Arial"/>
              </a:defRPr>
            </a:lvl2pPr>
            <a:lvl3pPr lvl="2" rtl="0">
              <a:spcBef>
                <a:spcPts val="0"/>
              </a:spcBef>
              <a:spcAft>
                <a:spcPts val="0"/>
              </a:spcAft>
              <a:buSzPts val="2800"/>
              <a:buNone/>
              <a:defRPr lang="ja-JP">
                <a:latin typeface="Arial"/>
                <a:ea typeface="ＭＳ Ｐゴシック"/>
                <a:cs typeface="Arial"/>
              </a:defRPr>
            </a:lvl3pPr>
            <a:lvl4pPr lvl="3" rtl="0">
              <a:spcBef>
                <a:spcPts val="0"/>
              </a:spcBef>
              <a:spcAft>
                <a:spcPts val="0"/>
              </a:spcAft>
              <a:buSzPts val="2800"/>
              <a:buNone/>
              <a:defRPr lang="ja-JP">
                <a:latin typeface="Arial"/>
                <a:ea typeface="ＭＳ Ｐゴシック"/>
                <a:cs typeface="Arial"/>
              </a:defRPr>
            </a:lvl4pPr>
            <a:lvl5pPr lvl="4" rtl="0">
              <a:spcBef>
                <a:spcPts val="0"/>
              </a:spcBef>
              <a:spcAft>
                <a:spcPts val="0"/>
              </a:spcAft>
              <a:buSzPts val="2800"/>
              <a:buNone/>
              <a:defRPr lang="ja-JP">
                <a:latin typeface="Arial"/>
                <a:ea typeface="ＭＳ Ｐゴシック"/>
                <a:cs typeface="Arial"/>
              </a:defRPr>
            </a:lvl5pPr>
            <a:lvl6pPr lvl="5" rtl="0">
              <a:spcBef>
                <a:spcPts val="0"/>
              </a:spcBef>
              <a:spcAft>
                <a:spcPts val="0"/>
              </a:spcAft>
              <a:buSzPts val="2800"/>
              <a:buNone/>
              <a:defRPr lang="ja-JP">
                <a:latin typeface="Arial"/>
                <a:ea typeface="ＭＳ Ｐゴシック"/>
                <a:cs typeface="Arial"/>
              </a:defRPr>
            </a:lvl6pPr>
            <a:lvl7pPr lvl="6" rtl="0">
              <a:spcBef>
                <a:spcPts val="0"/>
              </a:spcBef>
              <a:spcAft>
                <a:spcPts val="0"/>
              </a:spcAft>
              <a:buSzPts val="2800"/>
              <a:buNone/>
              <a:defRPr lang="ja-JP">
                <a:latin typeface="Arial"/>
                <a:ea typeface="ＭＳ Ｐゴシック"/>
                <a:cs typeface="Arial"/>
              </a:defRPr>
            </a:lvl7pPr>
            <a:lvl8pPr lvl="7" rtl="0">
              <a:spcBef>
                <a:spcPts val="0"/>
              </a:spcBef>
              <a:spcAft>
                <a:spcPts val="0"/>
              </a:spcAft>
              <a:buSzPts val="2800"/>
              <a:buNone/>
              <a:defRPr lang="ja-JP">
                <a:latin typeface="Arial"/>
                <a:ea typeface="ＭＳ Ｐゴシック"/>
                <a:cs typeface="Arial"/>
              </a:defRPr>
            </a:lvl8pPr>
            <a:lvl9pPr lvl="8" rtl="0">
              <a:spcBef>
                <a:spcPts val="0"/>
              </a:spcBef>
              <a:spcAft>
                <a:spcPts val="0"/>
              </a:spcAft>
              <a:buSzPts val="2800"/>
              <a:buNone/>
              <a:defRPr lang="ja-JP">
                <a:latin typeface="Arial"/>
                <a:ea typeface="ＭＳ Ｐゴシック"/>
                <a:cs typeface="Arial"/>
              </a:defRPr>
            </a:lvl9pPr>
          </a:lstStyle>
          <a:p>
            <a:pPr>
              <a:lnSpc>
                <a:spcPct val="100000"/>
              </a:lnSpc>
              <a:spcBef>
                <a:spcPts val="0"/>
              </a:spcBef>
              <a:spcAft>
                <a:spcPts val="0"/>
              </a:spcAft>
            </a:pPr>
            <a:endParaRPr lang="ja-JP">
              <a:latin typeface="Arial"/>
              <a:ea typeface="ＭＳ Ｐゴシック"/>
              <a:cs typeface="Arial"/>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Arial"/>
                <a:ea typeface="ＭＳ Ｐゴシック"/>
                <a:cs typeface="Arial"/>
              </a:rPr>
              <a:t>‹#›</a:t>
            </a:fld>
            <a:endParaRPr lang="ja-JP" sz="1800" b="1">
              <a:latin typeface="Arial"/>
              <a:ea typeface="ＭＳ Ｐゴシック"/>
              <a:cs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Arial"/>
              <a:ea typeface="ＭＳ Ｐゴシック"/>
              <a:cs typeface="Arial"/>
            </a:endParaRPr>
          </a:p>
        </p:txBody>
      </p:sp>
      <p:sp>
        <p:nvSpPr>
          <p:cNvPr id="35" name="Google Shape;35;p7"/>
          <p:cNvSpPr txBox="1">
            <a:spLocks noGrp="1"/>
          </p:cNvSpPr>
          <p:nvPr>
            <p:ph type="title"/>
          </p:nvPr>
        </p:nvSpPr>
        <p:spPr>
          <a:xfrm>
            <a:off x="468600" y="2263650"/>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SzPts val="3000"/>
              <a:buNone/>
              <a:defRPr sz="3000" b="1" lang="ja-JP">
                <a:solidFill>
                  <a:schemeClr val="dk1"/>
                </a:solidFill>
                <a:latin typeface="Arial"/>
                <a:ea typeface="ＭＳ Ｐゴシック"/>
                <a:cs typeface="Arial"/>
              </a:defRPr>
            </a:lvl1pPr>
            <a:lvl2pPr lvl="1" rtl="0">
              <a:spcBef>
                <a:spcPts val="0"/>
              </a:spcBef>
              <a:spcAft>
                <a:spcPts val="0"/>
              </a:spcAft>
              <a:buSzPts val="2800"/>
              <a:buNone/>
              <a:defRPr lang="ja-JP">
                <a:latin typeface="Arial"/>
                <a:ea typeface="ＭＳ Ｐゴシック"/>
                <a:cs typeface="Arial"/>
              </a:defRPr>
            </a:lvl2pPr>
            <a:lvl3pPr lvl="2" rtl="0">
              <a:spcBef>
                <a:spcPts val="0"/>
              </a:spcBef>
              <a:spcAft>
                <a:spcPts val="0"/>
              </a:spcAft>
              <a:buSzPts val="2800"/>
              <a:buNone/>
              <a:defRPr lang="ja-JP">
                <a:latin typeface="Arial"/>
                <a:ea typeface="ＭＳ Ｐゴシック"/>
                <a:cs typeface="Arial"/>
              </a:defRPr>
            </a:lvl3pPr>
            <a:lvl4pPr lvl="3" rtl="0">
              <a:spcBef>
                <a:spcPts val="0"/>
              </a:spcBef>
              <a:spcAft>
                <a:spcPts val="0"/>
              </a:spcAft>
              <a:buSzPts val="2800"/>
              <a:buNone/>
              <a:defRPr lang="ja-JP">
                <a:latin typeface="Arial"/>
                <a:ea typeface="ＭＳ Ｐゴシック"/>
                <a:cs typeface="Arial"/>
              </a:defRPr>
            </a:lvl4pPr>
            <a:lvl5pPr lvl="4" rtl="0">
              <a:spcBef>
                <a:spcPts val="0"/>
              </a:spcBef>
              <a:spcAft>
                <a:spcPts val="0"/>
              </a:spcAft>
              <a:buSzPts val="2800"/>
              <a:buNone/>
              <a:defRPr lang="ja-JP">
                <a:latin typeface="Arial"/>
                <a:ea typeface="ＭＳ Ｐゴシック"/>
                <a:cs typeface="Arial"/>
              </a:defRPr>
            </a:lvl5pPr>
            <a:lvl6pPr lvl="5" rtl="0">
              <a:spcBef>
                <a:spcPts val="0"/>
              </a:spcBef>
              <a:spcAft>
                <a:spcPts val="0"/>
              </a:spcAft>
              <a:buSzPts val="2800"/>
              <a:buNone/>
              <a:defRPr lang="ja-JP">
                <a:latin typeface="Arial"/>
                <a:ea typeface="ＭＳ Ｐゴシック"/>
                <a:cs typeface="Arial"/>
              </a:defRPr>
            </a:lvl6pPr>
            <a:lvl7pPr lvl="6" rtl="0">
              <a:spcBef>
                <a:spcPts val="0"/>
              </a:spcBef>
              <a:spcAft>
                <a:spcPts val="0"/>
              </a:spcAft>
              <a:buSzPts val="2800"/>
              <a:buNone/>
              <a:defRPr lang="ja-JP">
                <a:latin typeface="Arial"/>
                <a:ea typeface="ＭＳ Ｐゴシック"/>
                <a:cs typeface="Arial"/>
              </a:defRPr>
            </a:lvl7pPr>
            <a:lvl8pPr lvl="7" rtl="0">
              <a:spcBef>
                <a:spcPts val="0"/>
              </a:spcBef>
              <a:spcAft>
                <a:spcPts val="0"/>
              </a:spcAft>
              <a:buSzPts val="2800"/>
              <a:buNone/>
              <a:defRPr lang="ja-JP">
                <a:latin typeface="Arial"/>
                <a:ea typeface="ＭＳ Ｐゴシック"/>
                <a:cs typeface="Arial"/>
              </a:defRPr>
            </a:lvl8pPr>
            <a:lvl9pPr lvl="8" rtl="0">
              <a:spcBef>
                <a:spcPts val="0"/>
              </a:spcBef>
              <a:spcAft>
                <a:spcPts val="0"/>
              </a:spcAft>
              <a:buSzPts val="2800"/>
              <a:buNone/>
              <a:defRPr lang="ja-JP">
                <a:latin typeface="Arial"/>
                <a:ea typeface="ＭＳ Ｐゴシック"/>
                <a:cs typeface="Arial"/>
              </a:defRPr>
            </a:lvl9pPr>
          </a:lstStyle>
          <a:p>
            <a:endParaRPr lang="ja-JP">
              <a:latin typeface="Arial"/>
              <a:ea typeface="ＭＳ Ｐゴシック"/>
              <a:cs typeface="Arial"/>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SzPts val="1400"/>
              <a:buNone/>
              <a:defRPr sz="1400" b="1" lang="ja-JP">
                <a:solidFill>
                  <a:schemeClr val="lt1"/>
                </a:solidFill>
                <a:latin typeface="Arial"/>
                <a:ea typeface="ＭＳ Ｐゴシック"/>
                <a:cs typeface="Arial"/>
              </a:defRPr>
            </a:lvl1pPr>
            <a:lvl2pPr lvl="1" rtl="0">
              <a:spcBef>
                <a:spcPts val="0"/>
              </a:spcBef>
              <a:spcAft>
                <a:spcPts val="0"/>
              </a:spcAft>
              <a:buSzPts val="2800"/>
              <a:buNone/>
              <a:defRPr lang="ja-JP">
                <a:latin typeface="Arial"/>
                <a:ea typeface="ＭＳ Ｐゴシック"/>
                <a:cs typeface="Arial"/>
              </a:defRPr>
            </a:lvl2pPr>
            <a:lvl3pPr lvl="2" rtl="0">
              <a:spcBef>
                <a:spcPts val="0"/>
              </a:spcBef>
              <a:spcAft>
                <a:spcPts val="0"/>
              </a:spcAft>
              <a:buSzPts val="2800"/>
              <a:buNone/>
              <a:defRPr lang="ja-JP">
                <a:latin typeface="Arial"/>
                <a:ea typeface="ＭＳ Ｐゴシック"/>
                <a:cs typeface="Arial"/>
              </a:defRPr>
            </a:lvl3pPr>
            <a:lvl4pPr lvl="3" rtl="0">
              <a:spcBef>
                <a:spcPts val="0"/>
              </a:spcBef>
              <a:spcAft>
                <a:spcPts val="0"/>
              </a:spcAft>
              <a:buSzPts val="2800"/>
              <a:buNone/>
              <a:defRPr lang="ja-JP">
                <a:latin typeface="Arial"/>
                <a:ea typeface="ＭＳ Ｐゴシック"/>
                <a:cs typeface="Arial"/>
              </a:defRPr>
            </a:lvl4pPr>
            <a:lvl5pPr lvl="4" rtl="0">
              <a:spcBef>
                <a:spcPts val="0"/>
              </a:spcBef>
              <a:spcAft>
                <a:spcPts val="0"/>
              </a:spcAft>
              <a:buSzPts val="2800"/>
              <a:buNone/>
              <a:defRPr lang="ja-JP">
                <a:latin typeface="Arial"/>
                <a:ea typeface="ＭＳ Ｐゴシック"/>
                <a:cs typeface="Arial"/>
              </a:defRPr>
            </a:lvl5pPr>
            <a:lvl6pPr lvl="5" rtl="0">
              <a:spcBef>
                <a:spcPts val="0"/>
              </a:spcBef>
              <a:spcAft>
                <a:spcPts val="0"/>
              </a:spcAft>
              <a:buSzPts val="2800"/>
              <a:buNone/>
              <a:defRPr lang="ja-JP">
                <a:latin typeface="Arial"/>
                <a:ea typeface="ＭＳ Ｐゴシック"/>
                <a:cs typeface="Arial"/>
              </a:defRPr>
            </a:lvl6pPr>
            <a:lvl7pPr lvl="6" rtl="0">
              <a:spcBef>
                <a:spcPts val="0"/>
              </a:spcBef>
              <a:spcAft>
                <a:spcPts val="0"/>
              </a:spcAft>
              <a:buSzPts val="2800"/>
              <a:buNone/>
              <a:defRPr lang="ja-JP">
                <a:latin typeface="Arial"/>
                <a:ea typeface="ＭＳ Ｐゴシック"/>
                <a:cs typeface="Arial"/>
              </a:defRPr>
            </a:lvl7pPr>
            <a:lvl8pPr lvl="7" rtl="0">
              <a:spcBef>
                <a:spcPts val="0"/>
              </a:spcBef>
              <a:spcAft>
                <a:spcPts val="0"/>
              </a:spcAft>
              <a:buSzPts val="2800"/>
              <a:buNone/>
              <a:defRPr lang="ja-JP">
                <a:latin typeface="Arial"/>
                <a:ea typeface="ＭＳ Ｐゴシック"/>
                <a:cs typeface="Arial"/>
              </a:defRPr>
            </a:lvl8pPr>
            <a:lvl9pPr lvl="8" rtl="0">
              <a:spcBef>
                <a:spcPts val="0"/>
              </a:spcBef>
              <a:spcAft>
                <a:spcPts val="0"/>
              </a:spcAft>
              <a:buSzPts val="2800"/>
              <a:buNone/>
              <a:defRPr lang="ja-JP">
                <a:latin typeface="Arial"/>
                <a:ea typeface="ＭＳ Ｐゴシック"/>
                <a:cs typeface="Arial"/>
              </a:defRPr>
            </a:lvl9pPr>
          </a:lstStyle>
          <a:p>
            <a:pPr>
              <a:lnSpc>
                <a:spcPct val="100000"/>
              </a:lnSpc>
              <a:spcBef>
                <a:spcPts val="0"/>
              </a:spcBef>
              <a:spcAft>
                <a:spcPts val="0"/>
              </a:spcAft>
            </a:pPr>
            <a:endParaRPr dirty="0" lang="ja-JP">
              <a:latin typeface="Arial"/>
              <a:ea typeface="ＭＳ Ｐゴシック"/>
              <a:cs typeface="Arial"/>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Arial"/>
                <a:ea typeface="ＭＳ Ｐゴシック"/>
                <a:cs typeface="Arial"/>
              </a:rPr>
              <a:t>‹#›</a:t>
            </a:fld>
            <a:endParaRPr lang="ja-JP" sz="1800" b="1">
              <a:latin typeface="Arial"/>
              <a:ea typeface="ＭＳ Ｐゴシック"/>
              <a:cs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Arial"/>
              <a:ea typeface="ＭＳ Ｐゴシック"/>
              <a:cs typeface="Arial"/>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endParaRPr lang="ja-JP">
              <a:latin typeface="Arial"/>
              <a:ea typeface="ＭＳ Ｐゴシック"/>
              <a:cs typeface="Arial"/>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SzPts val="1400"/>
              <a:buNone/>
              <a:defRPr sz="1400" b="1" lang="ja-JP">
                <a:solidFill>
                  <a:schemeClr val="lt1"/>
                </a:solidFill>
                <a:latin typeface="Arial"/>
                <a:ea typeface="ＭＳ Ｐゴシック"/>
                <a:cs typeface="Arial"/>
              </a:defRPr>
            </a:lvl1pPr>
            <a:lvl2pPr lvl="1" rtl="0">
              <a:spcBef>
                <a:spcPts val="0"/>
              </a:spcBef>
              <a:spcAft>
                <a:spcPts val="0"/>
              </a:spcAft>
              <a:buSzPts val="2800"/>
              <a:buNone/>
              <a:defRPr lang="ja-JP">
                <a:latin typeface="Arial"/>
                <a:ea typeface="ＭＳ Ｐゴシック"/>
                <a:cs typeface="Arial"/>
              </a:defRPr>
            </a:lvl2pPr>
            <a:lvl3pPr lvl="2" rtl="0">
              <a:spcBef>
                <a:spcPts val="0"/>
              </a:spcBef>
              <a:spcAft>
                <a:spcPts val="0"/>
              </a:spcAft>
              <a:buSzPts val="2800"/>
              <a:buNone/>
              <a:defRPr lang="ja-JP">
                <a:latin typeface="Arial"/>
                <a:ea typeface="ＭＳ Ｐゴシック"/>
                <a:cs typeface="Arial"/>
              </a:defRPr>
            </a:lvl3pPr>
            <a:lvl4pPr lvl="3" rtl="0">
              <a:spcBef>
                <a:spcPts val="0"/>
              </a:spcBef>
              <a:spcAft>
                <a:spcPts val="0"/>
              </a:spcAft>
              <a:buSzPts val="2800"/>
              <a:buNone/>
              <a:defRPr lang="ja-JP">
                <a:latin typeface="Arial"/>
                <a:ea typeface="ＭＳ Ｐゴシック"/>
                <a:cs typeface="Arial"/>
              </a:defRPr>
            </a:lvl4pPr>
            <a:lvl5pPr lvl="4" rtl="0">
              <a:spcBef>
                <a:spcPts val="0"/>
              </a:spcBef>
              <a:spcAft>
                <a:spcPts val="0"/>
              </a:spcAft>
              <a:buSzPts val="2800"/>
              <a:buNone/>
              <a:defRPr lang="ja-JP">
                <a:latin typeface="Arial"/>
                <a:ea typeface="ＭＳ Ｐゴシック"/>
                <a:cs typeface="Arial"/>
              </a:defRPr>
            </a:lvl5pPr>
            <a:lvl6pPr lvl="5" rtl="0">
              <a:spcBef>
                <a:spcPts val="0"/>
              </a:spcBef>
              <a:spcAft>
                <a:spcPts val="0"/>
              </a:spcAft>
              <a:buSzPts val="2800"/>
              <a:buNone/>
              <a:defRPr lang="ja-JP">
                <a:latin typeface="Arial"/>
                <a:ea typeface="ＭＳ Ｐゴシック"/>
                <a:cs typeface="Arial"/>
              </a:defRPr>
            </a:lvl6pPr>
            <a:lvl7pPr lvl="6" rtl="0">
              <a:spcBef>
                <a:spcPts val="0"/>
              </a:spcBef>
              <a:spcAft>
                <a:spcPts val="0"/>
              </a:spcAft>
              <a:buSzPts val="2800"/>
              <a:buNone/>
              <a:defRPr lang="ja-JP">
                <a:latin typeface="Arial"/>
                <a:ea typeface="ＭＳ Ｐゴシック"/>
                <a:cs typeface="Arial"/>
              </a:defRPr>
            </a:lvl7pPr>
            <a:lvl8pPr lvl="7" rtl="0">
              <a:spcBef>
                <a:spcPts val="0"/>
              </a:spcBef>
              <a:spcAft>
                <a:spcPts val="0"/>
              </a:spcAft>
              <a:buSzPts val="2800"/>
              <a:buNone/>
              <a:defRPr lang="ja-JP">
                <a:latin typeface="Arial"/>
                <a:ea typeface="ＭＳ Ｐゴシック"/>
                <a:cs typeface="Arial"/>
              </a:defRPr>
            </a:lvl8pPr>
            <a:lvl9pPr lvl="8" rtl="0">
              <a:spcBef>
                <a:spcPts val="0"/>
              </a:spcBef>
              <a:spcAft>
                <a:spcPts val="0"/>
              </a:spcAft>
              <a:buSzPts val="2800"/>
              <a:buNone/>
              <a:defRPr lang="ja-JP">
                <a:latin typeface="Arial"/>
                <a:ea typeface="ＭＳ Ｐゴシック"/>
                <a:cs typeface="Arial"/>
              </a:defRPr>
            </a:lvl9pPr>
          </a:lstStyle>
          <a:p>
            <a:pPr>
              <a:lnSpc>
                <a:spcPct val="100000"/>
              </a:lnSpc>
              <a:spcBef>
                <a:spcPts val="0"/>
              </a:spcBef>
              <a:spcAft>
                <a:spcPts val="0"/>
              </a:spcAft>
            </a:pPr>
            <a:endParaRPr dirty="0" lang="ja-JP">
              <a:latin typeface="Arial"/>
              <a:ea typeface="ＭＳ Ｐゴシック"/>
              <a:cs typeface="Arial"/>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Arial"/>
                <a:ea typeface="ＭＳ Ｐゴシック"/>
                <a:cs typeface="Arial"/>
              </a:rPr>
              <a:t>‹#›</a:t>
            </a:fld>
            <a:endParaRPr lang="ja-JP" sz="1800" b="1">
              <a:latin typeface="Arial"/>
              <a:ea typeface="ＭＳ Ｐゴシック"/>
              <a:cs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Arial"/>
              <a:ea typeface="ＭＳ Ｐゴシック"/>
              <a:cs typeface="Arial"/>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SzPts val="1400"/>
              <a:buNone/>
              <a:defRPr sz="1400" b="1" lang="ja-JP">
                <a:solidFill>
                  <a:schemeClr val="lt1"/>
                </a:solidFill>
                <a:latin typeface="Arial"/>
                <a:ea typeface="ＭＳ Ｐゴシック"/>
                <a:cs typeface="Arial"/>
              </a:defRPr>
            </a:lvl1pPr>
            <a:lvl2pPr lvl="1" rtl="0">
              <a:spcBef>
                <a:spcPts val="0"/>
              </a:spcBef>
              <a:spcAft>
                <a:spcPts val="0"/>
              </a:spcAft>
              <a:buSzPts val="2800"/>
              <a:buNone/>
              <a:defRPr lang="ja-JP">
                <a:latin typeface="Arial"/>
                <a:ea typeface="ＭＳ Ｐゴシック"/>
                <a:cs typeface="Arial"/>
              </a:defRPr>
            </a:lvl2pPr>
            <a:lvl3pPr lvl="2" rtl="0">
              <a:spcBef>
                <a:spcPts val="0"/>
              </a:spcBef>
              <a:spcAft>
                <a:spcPts val="0"/>
              </a:spcAft>
              <a:buSzPts val="2800"/>
              <a:buNone/>
              <a:defRPr lang="ja-JP">
                <a:latin typeface="Arial"/>
                <a:ea typeface="ＭＳ Ｐゴシック"/>
                <a:cs typeface="Arial"/>
              </a:defRPr>
            </a:lvl3pPr>
            <a:lvl4pPr lvl="3" rtl="0">
              <a:spcBef>
                <a:spcPts val="0"/>
              </a:spcBef>
              <a:spcAft>
                <a:spcPts val="0"/>
              </a:spcAft>
              <a:buSzPts val="2800"/>
              <a:buNone/>
              <a:defRPr lang="ja-JP">
                <a:latin typeface="Arial"/>
                <a:ea typeface="ＭＳ Ｐゴシック"/>
                <a:cs typeface="Arial"/>
              </a:defRPr>
            </a:lvl4pPr>
            <a:lvl5pPr lvl="4" rtl="0">
              <a:spcBef>
                <a:spcPts val="0"/>
              </a:spcBef>
              <a:spcAft>
                <a:spcPts val="0"/>
              </a:spcAft>
              <a:buSzPts val="2800"/>
              <a:buNone/>
              <a:defRPr lang="ja-JP">
                <a:latin typeface="Arial"/>
                <a:ea typeface="ＭＳ Ｐゴシック"/>
                <a:cs typeface="Arial"/>
              </a:defRPr>
            </a:lvl5pPr>
            <a:lvl6pPr lvl="5" rtl="0">
              <a:spcBef>
                <a:spcPts val="0"/>
              </a:spcBef>
              <a:spcAft>
                <a:spcPts val="0"/>
              </a:spcAft>
              <a:buSzPts val="2800"/>
              <a:buNone/>
              <a:defRPr lang="ja-JP">
                <a:latin typeface="Arial"/>
                <a:ea typeface="ＭＳ Ｐゴシック"/>
                <a:cs typeface="Arial"/>
              </a:defRPr>
            </a:lvl6pPr>
            <a:lvl7pPr lvl="6" rtl="0">
              <a:spcBef>
                <a:spcPts val="0"/>
              </a:spcBef>
              <a:spcAft>
                <a:spcPts val="0"/>
              </a:spcAft>
              <a:buSzPts val="2800"/>
              <a:buNone/>
              <a:defRPr lang="ja-JP">
                <a:latin typeface="Arial"/>
                <a:ea typeface="ＭＳ Ｐゴシック"/>
                <a:cs typeface="Arial"/>
              </a:defRPr>
            </a:lvl7pPr>
            <a:lvl8pPr lvl="7" rtl="0">
              <a:spcBef>
                <a:spcPts val="0"/>
              </a:spcBef>
              <a:spcAft>
                <a:spcPts val="0"/>
              </a:spcAft>
              <a:buSzPts val="2800"/>
              <a:buNone/>
              <a:defRPr lang="ja-JP">
                <a:latin typeface="Arial"/>
                <a:ea typeface="ＭＳ Ｐゴシック"/>
                <a:cs typeface="Arial"/>
              </a:defRPr>
            </a:lvl8pPr>
            <a:lvl9pPr lvl="8" rtl="0">
              <a:spcBef>
                <a:spcPts val="0"/>
              </a:spcBef>
              <a:spcAft>
                <a:spcPts val="0"/>
              </a:spcAft>
              <a:buSzPts val="2800"/>
              <a:buNone/>
              <a:defRPr lang="ja-JP">
                <a:latin typeface="Arial"/>
                <a:ea typeface="ＭＳ Ｐゴシック"/>
                <a:cs typeface="Arial"/>
              </a:defRPr>
            </a:lvl9pPr>
          </a:lstStyle>
          <a:p>
            <a:pPr>
              <a:lnSpc>
                <a:spcPct val="100000"/>
              </a:lnSpc>
              <a:spcBef>
                <a:spcPts val="0"/>
              </a:spcBef>
              <a:spcAft>
                <a:spcPts val="0"/>
              </a:spcAft>
            </a:pPr>
            <a:endParaRPr dirty="0" lang="ja-JP">
              <a:latin typeface="Arial"/>
              <a:ea typeface="ＭＳ Ｐゴシック"/>
              <a:cs typeface="Arial"/>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Arial"/>
                <a:ea typeface="ＭＳ Ｐゴシック"/>
                <a:cs typeface="Arial"/>
              </a:rPr>
              <a:t>‹#›</a:t>
            </a:fld>
            <a:endParaRPr lang="ja-JP" sz="1800" b="1">
              <a:latin typeface="Arial"/>
              <a:ea typeface="ＭＳ Ｐゴシック"/>
              <a:cs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Arial"/>
              <a:ea typeface="ＭＳ Ｐゴシック"/>
              <a:cs typeface="Arial"/>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Arial"/>
                <a:ea typeface="ＭＳ Ｐゴシック"/>
                <a:cs typeface="Arial"/>
              </a:rPr>
              <a:t>Insert chart</a:t>
            </a:r>
            <a:endParaRPr lang="ja-JP">
              <a:latin typeface="Arial"/>
              <a:ea typeface="ＭＳ Ｐゴシック"/>
              <a:cs typeface="Arial"/>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endParaRPr lang="ja-JP" dirty="0">
              <a:latin typeface="Arial"/>
              <a:ea typeface="ＭＳ Ｐゴシック"/>
              <a:cs typeface="Arial"/>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endParaRPr lang="ja-JP" dirty="0">
              <a:latin typeface="Arial"/>
              <a:ea typeface="ＭＳ Ｐゴシック"/>
              <a:cs typeface="Arial"/>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Arial"/>
                <a:ea typeface="ＭＳ Ｐゴシック"/>
                <a:cs typeface="Arial"/>
              </a:rPr>
              <a:t>‹#›</a:t>
            </a:fld>
            <a:endParaRPr lang="ja-JP" sz="1800" b="1">
              <a:latin typeface="Arial"/>
              <a:ea typeface="ＭＳ Ｐゴシック"/>
              <a:cs typeface="Arial"/>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Arial"/>
              <a:ea typeface="ＭＳ Ｐゴシック"/>
              <a:cs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SzPts val="2800"/>
              <a:buNone/>
              <a:defRPr b="1" lang="ja-JP">
                <a:solidFill>
                  <a:schemeClr val="lt1"/>
                </a:solidFill>
                <a:latin typeface="Arial"/>
                <a:ea typeface="ＭＳ Ｐゴシック"/>
                <a:cs typeface="Arial"/>
              </a:defRPr>
            </a:lvl1pPr>
            <a:lvl2pPr lvl="1">
              <a:spcBef>
                <a:spcPts val="0"/>
              </a:spcBef>
              <a:spcAft>
                <a:spcPts val="0"/>
              </a:spcAft>
              <a:buClr>
                <a:schemeClr val="lt1"/>
              </a:buClr>
              <a:buSzPts val="3200"/>
              <a:buNone/>
              <a:defRPr sz="3200" b="1" lang="ja-JP">
                <a:solidFill>
                  <a:schemeClr val="lt1"/>
                </a:solidFill>
                <a:latin typeface="Arial"/>
                <a:ea typeface="ＭＳ Ｐゴシック"/>
                <a:cs typeface="Arial"/>
              </a:defRPr>
            </a:lvl2pPr>
            <a:lvl3pPr lvl="2">
              <a:spcBef>
                <a:spcPts val="0"/>
              </a:spcBef>
              <a:spcAft>
                <a:spcPts val="0"/>
              </a:spcAft>
              <a:buClr>
                <a:schemeClr val="lt1"/>
              </a:buClr>
              <a:buSzPts val="3200"/>
              <a:buNone/>
              <a:defRPr sz="3200" b="1" lang="ja-JP">
                <a:solidFill>
                  <a:schemeClr val="lt1"/>
                </a:solidFill>
                <a:latin typeface="Arial"/>
                <a:ea typeface="ＭＳ Ｐゴシック"/>
                <a:cs typeface="Arial"/>
              </a:defRPr>
            </a:lvl3pPr>
            <a:lvl4pPr lvl="3">
              <a:spcBef>
                <a:spcPts val="0"/>
              </a:spcBef>
              <a:spcAft>
                <a:spcPts val="0"/>
              </a:spcAft>
              <a:buClr>
                <a:schemeClr val="lt1"/>
              </a:buClr>
              <a:buSzPts val="3200"/>
              <a:buNone/>
              <a:defRPr sz="3200" b="1" lang="ja-JP">
                <a:solidFill>
                  <a:schemeClr val="lt1"/>
                </a:solidFill>
                <a:latin typeface="Arial"/>
                <a:ea typeface="ＭＳ Ｐゴシック"/>
                <a:cs typeface="Arial"/>
              </a:defRPr>
            </a:lvl4pPr>
            <a:lvl5pPr lvl="4">
              <a:spcBef>
                <a:spcPts val="0"/>
              </a:spcBef>
              <a:spcAft>
                <a:spcPts val="0"/>
              </a:spcAft>
              <a:buClr>
                <a:schemeClr val="lt1"/>
              </a:buClr>
              <a:buSzPts val="3200"/>
              <a:buNone/>
              <a:defRPr sz="3200" b="1" lang="ja-JP">
                <a:solidFill>
                  <a:schemeClr val="lt1"/>
                </a:solidFill>
                <a:latin typeface="Arial"/>
                <a:ea typeface="ＭＳ Ｐゴシック"/>
                <a:cs typeface="Arial"/>
              </a:defRPr>
            </a:lvl5pPr>
            <a:lvl6pPr lvl="5">
              <a:spcBef>
                <a:spcPts val="0"/>
              </a:spcBef>
              <a:spcAft>
                <a:spcPts val="0"/>
              </a:spcAft>
              <a:buClr>
                <a:schemeClr val="lt1"/>
              </a:buClr>
              <a:buSzPts val="3200"/>
              <a:buNone/>
              <a:defRPr sz="3200" b="1" lang="ja-JP">
                <a:solidFill>
                  <a:schemeClr val="lt1"/>
                </a:solidFill>
                <a:latin typeface="Arial"/>
                <a:ea typeface="ＭＳ Ｐゴシック"/>
                <a:cs typeface="Arial"/>
              </a:defRPr>
            </a:lvl6pPr>
            <a:lvl7pPr lvl="6">
              <a:spcBef>
                <a:spcPts val="0"/>
              </a:spcBef>
              <a:spcAft>
                <a:spcPts val="0"/>
              </a:spcAft>
              <a:buClr>
                <a:schemeClr val="lt1"/>
              </a:buClr>
              <a:buSzPts val="3200"/>
              <a:buNone/>
              <a:defRPr sz="3200" b="1" lang="ja-JP">
                <a:solidFill>
                  <a:schemeClr val="lt1"/>
                </a:solidFill>
                <a:latin typeface="Arial"/>
                <a:ea typeface="ＭＳ Ｐゴシック"/>
                <a:cs typeface="Arial"/>
              </a:defRPr>
            </a:lvl7pPr>
            <a:lvl8pPr lvl="7">
              <a:spcBef>
                <a:spcPts val="0"/>
              </a:spcBef>
              <a:spcAft>
                <a:spcPts val="0"/>
              </a:spcAft>
              <a:buClr>
                <a:schemeClr val="lt1"/>
              </a:buClr>
              <a:buSzPts val="3200"/>
              <a:buNone/>
              <a:defRPr sz="3200" b="1" lang="ja-JP">
                <a:solidFill>
                  <a:schemeClr val="lt1"/>
                </a:solidFill>
                <a:latin typeface="Arial"/>
                <a:ea typeface="ＭＳ Ｐゴシック"/>
                <a:cs typeface="Arial"/>
              </a:defRPr>
            </a:lvl8pPr>
            <a:lvl9pPr lvl="8">
              <a:spcBef>
                <a:spcPts val="0"/>
              </a:spcBef>
              <a:spcAft>
                <a:spcPts val="0"/>
              </a:spcAft>
              <a:buClr>
                <a:schemeClr val="lt1"/>
              </a:buClr>
              <a:buSzPts val="3200"/>
              <a:buNone/>
              <a:defRPr sz="3200" b="1" lang="ja-JP">
                <a:solidFill>
                  <a:schemeClr val="lt1"/>
                </a:solidFill>
                <a:latin typeface="Arial"/>
                <a:ea typeface="ＭＳ Ｐゴシック"/>
                <a:cs typeface="Arial"/>
              </a:defRPr>
            </a:lvl9pPr>
          </a:lstStyle>
          <a:p>
            <a:endParaRPr dirty="0" lang="ja-JP">
              <a:latin typeface="Arial"/>
              <a:ea typeface="ＭＳ Ｐゴシック"/>
              <a:cs typeface="Arial"/>
            </a:endParaRPr>
          </a:p>
        </p:txBody>
      </p:sp>
      <p:sp>
        <p:nvSpPr>
          <p:cNvPr id="999" name="Slide Number"/>
          <p:cNvSpPr txBox="1"/>
          <p:nvPr/>
        </p:nvSpPr>
        <p:spPr>
          <a:xfrm>
            <a:off x="8472458" y="28683"/>
            <a:ext cx="548700" cy="393600"/>
          </a:xfrm>
          <a:prstGeom prst="rect">
            <a:avLst/>
          </a:prstGeom>
          <a:noFill/>
          <a:ln>
            <a:noFill/>
          </a:ln>
        </p:spPr>
        <p:txBody>
          <a:bodyPr anchor="ctr"/>
          <a:lstStyle/>
          <a:p>
            <a:pPr algn="r"/>
            <a:fld id="{00000000-1234-1234-1234-000000000999}" type="slidenum">
              <a:rPr lang="ja-JP" sz="1800" b="1">
                <a:solidFill>
                  <a:schemeClr val="dk2"/>
                </a:solidFill>
                <a:latin typeface="Arial"/>
                <a:ea typeface="ＭＳ Ｐゴシック"/>
                <a:cs typeface="Arial"/>
              </a:rPr>
              <a:t>‹#›</a:t>
            </a:fld>
            <a:endParaRPr lang="ja-JP" sz="1800" b="1">
              <a:latin typeface="Arial"/>
              <a:ea typeface="ＭＳ Ｐゴシック"/>
              <a:cs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lang="ja-JP">
                <a:solidFill>
                  <a:schemeClr val="dk1"/>
                </a:solidFill>
                <a:latin typeface="Arial"/>
                <a:ea typeface="ＭＳ Ｐゴシック"/>
                <a:cs typeface="Arial"/>
              </a:defRPr>
            </a:lvl1pPr>
            <a:lvl2pPr lvl="1">
              <a:spcBef>
                <a:spcPts val="0"/>
              </a:spcBef>
              <a:spcAft>
                <a:spcPts val="0"/>
              </a:spcAft>
              <a:buClr>
                <a:schemeClr val="dk1"/>
              </a:buClr>
              <a:buSzPts val="2800"/>
              <a:buNone/>
              <a:defRPr sz="2800" lang="ja-JP">
                <a:solidFill>
                  <a:schemeClr val="dk1"/>
                </a:solidFill>
                <a:latin typeface="Arial"/>
                <a:ea typeface="ＭＳ Ｐゴシック"/>
                <a:cs typeface="Arial"/>
              </a:defRPr>
            </a:lvl2pPr>
            <a:lvl3pPr lvl="2">
              <a:spcBef>
                <a:spcPts val="0"/>
              </a:spcBef>
              <a:spcAft>
                <a:spcPts val="0"/>
              </a:spcAft>
              <a:buClr>
                <a:schemeClr val="dk1"/>
              </a:buClr>
              <a:buSzPts val="2800"/>
              <a:buNone/>
              <a:defRPr sz="2800" lang="ja-JP">
                <a:solidFill>
                  <a:schemeClr val="dk1"/>
                </a:solidFill>
                <a:latin typeface="Arial"/>
                <a:ea typeface="ＭＳ Ｐゴシック"/>
                <a:cs typeface="Arial"/>
              </a:defRPr>
            </a:lvl3pPr>
            <a:lvl4pPr lvl="3">
              <a:spcBef>
                <a:spcPts val="0"/>
              </a:spcBef>
              <a:spcAft>
                <a:spcPts val="0"/>
              </a:spcAft>
              <a:buClr>
                <a:schemeClr val="dk1"/>
              </a:buClr>
              <a:buSzPts val="2800"/>
              <a:buNone/>
              <a:defRPr sz="2800" lang="ja-JP">
                <a:solidFill>
                  <a:schemeClr val="dk1"/>
                </a:solidFill>
                <a:latin typeface="Arial"/>
                <a:ea typeface="ＭＳ Ｐゴシック"/>
                <a:cs typeface="Arial"/>
              </a:defRPr>
            </a:lvl4pPr>
            <a:lvl5pPr lvl="4">
              <a:spcBef>
                <a:spcPts val="0"/>
              </a:spcBef>
              <a:spcAft>
                <a:spcPts val="0"/>
              </a:spcAft>
              <a:buClr>
                <a:schemeClr val="dk1"/>
              </a:buClr>
              <a:buSzPts val="2800"/>
              <a:buNone/>
              <a:defRPr sz="2800" lang="ja-JP">
                <a:solidFill>
                  <a:schemeClr val="dk1"/>
                </a:solidFill>
                <a:latin typeface="Arial"/>
                <a:ea typeface="ＭＳ Ｐゴシック"/>
                <a:cs typeface="Arial"/>
              </a:defRPr>
            </a:lvl5pPr>
            <a:lvl6pPr lvl="5">
              <a:spcBef>
                <a:spcPts val="0"/>
              </a:spcBef>
              <a:spcAft>
                <a:spcPts val="0"/>
              </a:spcAft>
              <a:buClr>
                <a:schemeClr val="dk1"/>
              </a:buClr>
              <a:buSzPts val="2800"/>
              <a:buNone/>
              <a:defRPr sz="2800" lang="ja-JP">
                <a:solidFill>
                  <a:schemeClr val="dk1"/>
                </a:solidFill>
                <a:latin typeface="Arial"/>
                <a:ea typeface="ＭＳ Ｐゴシック"/>
                <a:cs typeface="Arial"/>
              </a:defRPr>
            </a:lvl6pPr>
            <a:lvl7pPr lvl="6">
              <a:spcBef>
                <a:spcPts val="0"/>
              </a:spcBef>
              <a:spcAft>
                <a:spcPts val="0"/>
              </a:spcAft>
              <a:buClr>
                <a:schemeClr val="dk1"/>
              </a:buClr>
              <a:buSzPts val="2800"/>
              <a:buNone/>
              <a:defRPr sz="2800" lang="ja-JP">
                <a:solidFill>
                  <a:schemeClr val="dk1"/>
                </a:solidFill>
                <a:latin typeface="Arial"/>
                <a:ea typeface="ＭＳ Ｐゴシック"/>
                <a:cs typeface="Arial"/>
              </a:defRPr>
            </a:lvl7pPr>
            <a:lvl8pPr lvl="7">
              <a:spcBef>
                <a:spcPts val="0"/>
              </a:spcBef>
              <a:spcAft>
                <a:spcPts val="0"/>
              </a:spcAft>
              <a:buClr>
                <a:schemeClr val="dk1"/>
              </a:buClr>
              <a:buSzPts val="2800"/>
              <a:buNone/>
              <a:defRPr sz="2800" lang="ja-JP">
                <a:solidFill>
                  <a:schemeClr val="dk1"/>
                </a:solidFill>
                <a:latin typeface="Arial"/>
                <a:ea typeface="ＭＳ Ｐゴシック"/>
                <a:cs typeface="Arial"/>
              </a:defRPr>
            </a:lvl8pPr>
            <a:lvl9pPr lvl="8">
              <a:spcBef>
                <a:spcPts val="0"/>
              </a:spcBef>
              <a:spcAft>
                <a:spcPts val="0"/>
              </a:spcAft>
              <a:buClr>
                <a:schemeClr val="dk1"/>
              </a:buClr>
              <a:buSzPts val="2800"/>
              <a:buNone/>
              <a:defRPr sz="2800" lang="ja-JP">
                <a:solidFill>
                  <a:schemeClr val="dk1"/>
                </a:solidFill>
                <a:latin typeface="Arial"/>
                <a:ea typeface="ＭＳ Ｐゴシック"/>
                <a:cs typeface="Arial"/>
              </a:defRPr>
            </a:lvl9pPr>
          </a:lstStyle>
          <a:p>
            <a:endParaRPr lang="ja-JP">
              <a:latin typeface="Arial"/>
              <a:ea typeface="ＭＳ Ｐゴシック"/>
              <a:cs typeface="Arial"/>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ts val="1800"/>
              <a:buChar char="•"/>
              <a:defRPr sz="1800" lang="ja-JP">
                <a:solidFill>
                  <a:schemeClr val="dk2"/>
                </a:solidFill>
                <a:latin typeface="Arial"/>
                <a:ea typeface="ＭＳ Ｐゴシック"/>
                <a:cs typeface="Arial"/>
              </a:defRPr>
            </a:lvl1pPr>
            <a:lvl2pPr marL="482600" lvl="1" indent="-127000">
              <a:lnSpc>
                <a:spcPct val="115000"/>
              </a:lnSpc>
              <a:spcBef>
                <a:spcPts val="0"/>
              </a:spcBef>
              <a:spcAft>
                <a:spcPts val="0"/>
              </a:spcAft>
              <a:buClr>
                <a:schemeClr val="dk2"/>
              </a:buClr>
              <a:buSzPts val="1400"/>
              <a:buChar char="○"/>
              <a:defRPr lang="ja-JP">
                <a:solidFill>
                  <a:schemeClr val="dk2"/>
                </a:solidFill>
                <a:latin typeface="Arial"/>
                <a:ea typeface="ＭＳ Ｐゴシック"/>
                <a:cs typeface="Arial"/>
              </a:defRPr>
            </a:lvl2pPr>
            <a:lvl3pPr marL="762000" lvl="2" indent="-127000">
              <a:lnSpc>
                <a:spcPct val="115000"/>
              </a:lnSpc>
              <a:spcBef>
                <a:spcPts val="0"/>
              </a:spcBef>
              <a:spcAft>
                <a:spcPts val="0"/>
              </a:spcAft>
              <a:buClr>
                <a:schemeClr val="dk2"/>
              </a:buClr>
              <a:buSzPts val="1400"/>
              <a:buChar char="■"/>
              <a:defRPr lang="ja-JP">
                <a:solidFill>
                  <a:schemeClr val="dk2"/>
                </a:solidFill>
                <a:latin typeface="Arial"/>
                <a:ea typeface="ＭＳ Ｐゴシック"/>
                <a:cs typeface="Arial"/>
              </a:defRPr>
            </a:lvl3pPr>
            <a:lvl4pPr marL="1041400" lvl="3" indent="-127000">
              <a:lnSpc>
                <a:spcPct val="115000"/>
              </a:lnSpc>
              <a:spcBef>
                <a:spcPts val="0"/>
              </a:spcBef>
              <a:spcAft>
                <a:spcPts val="0"/>
              </a:spcAft>
              <a:buClr>
                <a:schemeClr val="dk2"/>
              </a:buClr>
              <a:buSzPts val="1400"/>
              <a:buChar char="•"/>
              <a:defRPr lang="ja-JP">
                <a:solidFill>
                  <a:schemeClr val="dk2"/>
                </a:solidFill>
                <a:latin typeface="Arial"/>
                <a:ea typeface="ＭＳ Ｐゴシック"/>
                <a:cs typeface="Arial"/>
              </a:defRPr>
            </a:lvl4pPr>
            <a:lvl5pPr marL="1320800" lvl="4" indent="-127000">
              <a:lnSpc>
                <a:spcPct val="115000"/>
              </a:lnSpc>
              <a:spcBef>
                <a:spcPts val="0"/>
              </a:spcBef>
              <a:spcAft>
                <a:spcPts val="0"/>
              </a:spcAft>
              <a:buClr>
                <a:schemeClr val="dk2"/>
              </a:buClr>
              <a:buSzPts val="1400"/>
              <a:buChar char="○"/>
              <a:defRPr lang="ja-JP">
                <a:solidFill>
                  <a:schemeClr val="dk2"/>
                </a:solidFill>
                <a:latin typeface="Arial"/>
                <a:ea typeface="ＭＳ Ｐゴシック"/>
                <a:cs typeface="Arial"/>
              </a:defRPr>
            </a:lvl5pPr>
            <a:lvl6pPr marL="1600200" lvl="5" indent="-127000">
              <a:lnSpc>
                <a:spcPct val="115000"/>
              </a:lnSpc>
              <a:spcBef>
                <a:spcPts val="0"/>
              </a:spcBef>
              <a:spcAft>
                <a:spcPts val="0"/>
              </a:spcAft>
              <a:buClr>
                <a:schemeClr val="dk2"/>
              </a:buClr>
              <a:buSzPts val="1400"/>
              <a:buChar char="■"/>
              <a:defRPr lang="ja-JP">
                <a:solidFill>
                  <a:schemeClr val="dk2"/>
                </a:solidFill>
                <a:latin typeface="Arial"/>
                <a:ea typeface="ＭＳ Ｐゴシック"/>
                <a:cs typeface="Arial"/>
              </a:defRPr>
            </a:lvl6pPr>
            <a:lvl7pPr marL="1879600" lvl="6" indent="-127000">
              <a:lnSpc>
                <a:spcPct val="115000"/>
              </a:lnSpc>
              <a:spcBef>
                <a:spcPts val="0"/>
              </a:spcBef>
              <a:spcAft>
                <a:spcPts val="0"/>
              </a:spcAft>
              <a:buClr>
                <a:schemeClr val="dk2"/>
              </a:buClr>
              <a:buSzPts val="1400"/>
              <a:buChar char="•"/>
              <a:defRPr lang="ja-JP">
                <a:solidFill>
                  <a:schemeClr val="dk2"/>
                </a:solidFill>
                <a:latin typeface="Arial"/>
                <a:ea typeface="ＭＳ Ｐゴシック"/>
                <a:cs typeface="Arial"/>
              </a:defRPr>
            </a:lvl7pPr>
            <a:lvl8pPr marL="2159000" lvl="7" indent="-127000">
              <a:lnSpc>
                <a:spcPct val="115000"/>
              </a:lnSpc>
              <a:spcBef>
                <a:spcPts val="0"/>
              </a:spcBef>
              <a:spcAft>
                <a:spcPts val="0"/>
              </a:spcAft>
              <a:buClr>
                <a:schemeClr val="dk2"/>
              </a:buClr>
              <a:buSzPts val="1400"/>
              <a:buChar char="○"/>
              <a:defRPr lang="ja-JP">
                <a:solidFill>
                  <a:schemeClr val="dk2"/>
                </a:solidFill>
                <a:latin typeface="Arial"/>
                <a:ea typeface="ＭＳ Ｐゴシック"/>
                <a:cs typeface="Arial"/>
              </a:defRPr>
            </a:lvl8pPr>
            <a:lvl9pPr marL="2438400" lvl="8" indent="-127000">
              <a:lnSpc>
                <a:spcPct val="115000"/>
              </a:lnSpc>
              <a:spcBef>
                <a:spcPts val="0"/>
              </a:spcBef>
              <a:spcAft>
                <a:spcPts val="0"/>
              </a:spcAft>
              <a:buClr>
                <a:schemeClr val="dk2"/>
              </a:buClr>
              <a:buSzPts val="1400"/>
              <a:buChar char="■"/>
              <a:defRPr lang="ja-JP">
                <a:solidFill>
                  <a:schemeClr val="dk2"/>
                </a:solidFill>
                <a:latin typeface="Arial"/>
                <a:ea typeface="ＭＳ Ｐゴシック"/>
                <a:cs typeface="Arial"/>
              </a:defRPr>
            </a:lvl9pPr>
          </a:lstStyle>
          <a:p>
            <a:endParaRPr lang="ja-JP">
              <a:latin typeface="Arial"/>
              <a:ea typeface="ＭＳ Ｐゴシック"/>
              <a:cs typeface="Arial"/>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lang="ja-JP">
                <a:solidFill>
                  <a:schemeClr val="dk2"/>
                </a:solidFill>
                <a:latin typeface="Arial"/>
                <a:ea typeface="ＭＳ Ｐゴシック"/>
                <a:cs typeface="Arial"/>
              </a:defRPr>
            </a:lvl1pPr>
            <a:lvl2pPr lvl="1" algn="r">
              <a:buNone/>
              <a:defRPr sz="1000" lang="ja-JP">
                <a:solidFill>
                  <a:schemeClr val="dk2"/>
                </a:solidFill>
                <a:latin typeface="Arial"/>
                <a:ea typeface="ＭＳ Ｐゴシック"/>
                <a:cs typeface="Arial"/>
              </a:defRPr>
            </a:lvl2pPr>
            <a:lvl3pPr lvl="2" algn="r">
              <a:buNone/>
              <a:defRPr sz="1000" lang="ja-JP">
                <a:solidFill>
                  <a:schemeClr val="dk2"/>
                </a:solidFill>
                <a:latin typeface="Arial"/>
                <a:ea typeface="ＭＳ Ｐゴシック"/>
                <a:cs typeface="Arial"/>
              </a:defRPr>
            </a:lvl3pPr>
            <a:lvl4pPr lvl="3" algn="r">
              <a:buNone/>
              <a:defRPr sz="1000" lang="ja-JP">
                <a:solidFill>
                  <a:schemeClr val="dk2"/>
                </a:solidFill>
                <a:latin typeface="Arial"/>
                <a:ea typeface="ＭＳ Ｐゴシック"/>
                <a:cs typeface="Arial"/>
              </a:defRPr>
            </a:lvl4pPr>
            <a:lvl5pPr lvl="4" algn="r">
              <a:buNone/>
              <a:defRPr sz="1000" lang="ja-JP">
                <a:solidFill>
                  <a:schemeClr val="dk2"/>
                </a:solidFill>
                <a:latin typeface="Arial"/>
                <a:ea typeface="ＭＳ Ｐゴシック"/>
                <a:cs typeface="Arial"/>
              </a:defRPr>
            </a:lvl5pPr>
            <a:lvl6pPr lvl="5" algn="r">
              <a:buNone/>
              <a:defRPr sz="1000" lang="ja-JP">
                <a:solidFill>
                  <a:schemeClr val="dk2"/>
                </a:solidFill>
                <a:latin typeface="Arial"/>
                <a:ea typeface="ＭＳ Ｐゴシック"/>
                <a:cs typeface="Arial"/>
              </a:defRPr>
            </a:lvl6pPr>
            <a:lvl7pPr lvl="6" algn="r">
              <a:buNone/>
              <a:defRPr sz="1000" lang="ja-JP">
                <a:solidFill>
                  <a:schemeClr val="dk2"/>
                </a:solidFill>
                <a:latin typeface="Arial"/>
                <a:ea typeface="ＭＳ Ｐゴシック"/>
                <a:cs typeface="Arial"/>
              </a:defRPr>
            </a:lvl7pPr>
            <a:lvl8pPr lvl="7" algn="r">
              <a:buNone/>
              <a:defRPr sz="1000" lang="ja-JP">
                <a:solidFill>
                  <a:schemeClr val="dk2"/>
                </a:solidFill>
                <a:latin typeface="Arial"/>
                <a:ea typeface="ＭＳ Ｐゴシック"/>
                <a:cs typeface="Arial"/>
              </a:defRPr>
            </a:lvl8pPr>
            <a:lvl9pPr lvl="8" algn="r">
              <a:buNone/>
              <a:defRPr sz="1000" lang="ja-JP">
                <a:solidFill>
                  <a:schemeClr val="dk2"/>
                </a:solidFill>
                <a:latin typeface="Arial"/>
                <a:ea typeface="ＭＳ Ｐゴシック"/>
                <a:cs typeface="Arial"/>
              </a:defRPr>
            </a:lvl9pPr>
          </a:lstStyle>
          <a:p>
            <a:pPr marL="0" lvl="0" indent="0" algn="r" rtl="0">
              <a:spcBef>
                <a:spcPts val="0"/>
              </a:spcBef>
              <a:spcAft>
                <a:spcPts val="0"/>
              </a:spcAft>
              <a:buNone/>
            </a:pPr>
            <a:fld id="{00000000-1234-1234-1234-123412341234}" type="slidenum">
              <a:rPr lang="ja-JP">
                <a:latin typeface="Arial"/>
                <a:ea typeface="ＭＳ Ｐゴシック"/>
                <a:cs typeface="Arial"/>
              </a:rPr>
              <a:t>‹#›</a:t>
            </a:fld>
            <a:endParaRPr lang="ja-JP">
              <a:latin typeface="Arial"/>
              <a:ea typeface="ＭＳ Ｐゴシック"/>
              <a:cs typeface="Arial"/>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Arial"/>
        <a:defRPr sz="1400" b="0" i="0" u="none" strike="noStrike" cap="none" lang="ja-JP">
          <a:solidFill>
            <a:schemeClr val="dk1"/>
          </a:solidFill>
          <a:latin typeface="Arial"/>
          <a:ea typeface="ＭＳ Ｐゴシック"/>
          <a:cs typeface="Arial"/>
          <a:sym typeface="Arial"/>
        </a:defRPr>
      </a:lvl1pPr>
      <a:lvl2pPr marR="0" lvl="1" algn="l" rtl="0">
        <a:lnSpc>
          <a:spcPct val="100000"/>
        </a:lnSpc>
        <a:spcBef>
          <a:spcPts val="0"/>
        </a:spcBef>
        <a:spcAft>
          <a:spcPts val="0"/>
        </a:spcAft>
        <a:buClr>
          <a:schemeClr val="dk1"/>
        </a:buClr>
        <a:buFont typeface="Arial"/>
        <a:defRPr sz="1400" b="0" i="0" u="none" strike="noStrike" cap="none" lang="ja-JP">
          <a:solidFill>
            <a:schemeClr val="dk1"/>
          </a:solidFill>
          <a:latin typeface="Arial"/>
          <a:ea typeface="ＭＳ Ｐゴシック"/>
          <a:cs typeface="Arial"/>
          <a:sym typeface="Arial"/>
        </a:defRPr>
      </a:lvl2pPr>
      <a:lvl3pPr marR="0" lvl="2" algn="l" rtl="0">
        <a:lnSpc>
          <a:spcPct val="100000"/>
        </a:lnSpc>
        <a:spcBef>
          <a:spcPts val="0"/>
        </a:spcBef>
        <a:spcAft>
          <a:spcPts val="0"/>
        </a:spcAft>
        <a:buClr>
          <a:schemeClr val="dk1"/>
        </a:buClr>
        <a:buFont typeface="Arial"/>
        <a:defRPr sz="1400" b="0" i="0" u="none" strike="noStrike" cap="none" lang="ja-JP">
          <a:solidFill>
            <a:schemeClr val="dk1"/>
          </a:solidFill>
          <a:latin typeface="Arial"/>
          <a:ea typeface="ＭＳ Ｐゴシック"/>
          <a:cs typeface="Arial"/>
          <a:sym typeface="Arial"/>
        </a:defRPr>
      </a:lvl3pPr>
      <a:lvl4pPr marR="0" lvl="3" algn="l" rtl="0">
        <a:lnSpc>
          <a:spcPct val="100000"/>
        </a:lnSpc>
        <a:spcBef>
          <a:spcPts val="0"/>
        </a:spcBef>
        <a:spcAft>
          <a:spcPts val="0"/>
        </a:spcAft>
        <a:buClr>
          <a:schemeClr val="dk1"/>
        </a:buClr>
        <a:buFont typeface="Arial"/>
        <a:defRPr sz="1400" b="0" i="0" u="none" strike="noStrike" cap="none" lang="ja-JP">
          <a:solidFill>
            <a:schemeClr val="dk1"/>
          </a:solidFill>
          <a:latin typeface="Arial"/>
          <a:ea typeface="ＭＳ Ｐゴシック"/>
          <a:cs typeface="Arial"/>
          <a:sym typeface="Arial"/>
        </a:defRPr>
      </a:lvl4pPr>
      <a:lvl5pPr marR="0" lvl="4" algn="l" rtl="0">
        <a:lnSpc>
          <a:spcPct val="100000"/>
        </a:lnSpc>
        <a:spcBef>
          <a:spcPts val="0"/>
        </a:spcBef>
        <a:spcAft>
          <a:spcPts val="0"/>
        </a:spcAft>
        <a:buClr>
          <a:schemeClr val="dk1"/>
        </a:buClr>
        <a:buFont typeface="Arial"/>
        <a:defRPr sz="1400" b="0" i="0" u="none" strike="noStrike" cap="none" lang="ja-JP">
          <a:solidFill>
            <a:schemeClr val="dk1"/>
          </a:solidFill>
          <a:latin typeface="Arial"/>
          <a:ea typeface="ＭＳ Ｐゴシック"/>
          <a:cs typeface="Arial"/>
          <a:sym typeface="Arial"/>
        </a:defRPr>
      </a:lvl5pPr>
      <a:lvl6pPr marR="0" lvl="5" algn="l" rtl="0">
        <a:lnSpc>
          <a:spcPct val="100000"/>
        </a:lnSpc>
        <a:spcBef>
          <a:spcPts val="0"/>
        </a:spcBef>
        <a:spcAft>
          <a:spcPts val="0"/>
        </a:spcAft>
        <a:buClr>
          <a:schemeClr val="dk1"/>
        </a:buClr>
        <a:buFont typeface="Arial"/>
        <a:defRPr sz="1400" b="0" i="0" u="none" strike="noStrike" cap="none" lang="ja-JP">
          <a:solidFill>
            <a:schemeClr val="dk1"/>
          </a:solidFill>
          <a:latin typeface="Arial"/>
          <a:ea typeface="ＭＳ Ｐゴシック"/>
          <a:cs typeface="Arial"/>
          <a:sym typeface="Arial"/>
        </a:defRPr>
      </a:lvl6pPr>
      <a:lvl7pPr marR="0" lvl="6" algn="l" rtl="0">
        <a:lnSpc>
          <a:spcPct val="100000"/>
        </a:lnSpc>
        <a:spcBef>
          <a:spcPts val="0"/>
        </a:spcBef>
        <a:spcAft>
          <a:spcPts val="0"/>
        </a:spcAft>
        <a:buClr>
          <a:schemeClr val="dk1"/>
        </a:buClr>
        <a:buFont typeface="Arial"/>
        <a:defRPr sz="1400" b="0" i="0" u="none" strike="noStrike" cap="none" lang="ja-JP">
          <a:solidFill>
            <a:schemeClr val="dk1"/>
          </a:solidFill>
          <a:latin typeface="Arial"/>
          <a:ea typeface="ＭＳ Ｐゴシック"/>
          <a:cs typeface="Arial"/>
          <a:sym typeface="Arial"/>
        </a:defRPr>
      </a:lvl7pPr>
      <a:lvl8pPr marR="0" lvl="7" algn="l" rtl="0">
        <a:lnSpc>
          <a:spcPct val="100000"/>
        </a:lnSpc>
        <a:spcBef>
          <a:spcPts val="0"/>
        </a:spcBef>
        <a:spcAft>
          <a:spcPts val="0"/>
        </a:spcAft>
        <a:buClr>
          <a:schemeClr val="dk1"/>
        </a:buClr>
        <a:buFont typeface="Arial"/>
        <a:defRPr sz="1400" b="0" i="0" u="none" strike="noStrike" cap="none" lang="ja-JP">
          <a:solidFill>
            <a:schemeClr val="dk1"/>
          </a:solidFill>
          <a:latin typeface="Arial"/>
          <a:ea typeface="ＭＳ Ｐゴシック"/>
          <a:cs typeface="Arial"/>
          <a:sym typeface="Arial"/>
        </a:defRPr>
      </a:lvl8pPr>
      <a:lvl9pPr marR="0" lvl="8" algn="l" rtl="0">
        <a:lnSpc>
          <a:spcPct val="100000"/>
        </a:lnSpc>
        <a:spcBef>
          <a:spcPts val="0"/>
        </a:spcBef>
        <a:spcAft>
          <a:spcPts val="0"/>
        </a:spcAft>
        <a:buClr>
          <a:schemeClr val="dk1"/>
        </a:buClr>
        <a:buFont typeface="Arial"/>
        <a:defRPr sz="1400" b="0" i="0" u="none" strike="noStrike" cap="none" lang="ja-JP">
          <a:solidFill>
            <a:schemeClr val="dk1"/>
          </a:solidFill>
          <a:latin typeface="Arial"/>
          <a:ea typeface="ＭＳ Ｐゴシック"/>
          <a:cs typeface="Arial"/>
          <a:sym typeface="Arial"/>
        </a:defRPr>
      </a:lvl9pPr>
    </p:titleStyle>
    <p:body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Arial"/>
        <a:defRPr sz="1400" b="0" i="0" u="none" strike="noStrike" cap="none" lang="ja-JP">
          <a:solidFill>
            <a:schemeClr val="dk1"/>
          </a:solidFill>
          <a:latin typeface="Arial"/>
          <a:ea typeface="ＭＳ Ｐゴシック"/>
          <a:cs typeface="Arial"/>
          <a:sym typeface="Arial"/>
        </a:defRPr>
      </a:lvl1pPr>
      <a:lvl2pPr marR="0" lvl="1" algn="l" rtl="0">
        <a:lnSpc>
          <a:spcPct val="100000"/>
        </a:lnSpc>
        <a:spcBef>
          <a:spcPts val="0"/>
        </a:spcBef>
        <a:spcAft>
          <a:spcPts val="0"/>
        </a:spcAft>
        <a:buClr>
          <a:schemeClr val="dk1"/>
        </a:buClr>
        <a:buFont typeface="Arial"/>
        <a:defRPr sz="1400" b="0" i="0" u="none" strike="noStrike" cap="none" lang="ja-JP">
          <a:solidFill>
            <a:schemeClr val="dk1"/>
          </a:solidFill>
          <a:latin typeface="Arial"/>
          <a:ea typeface="ＭＳ Ｐゴシック"/>
          <a:cs typeface="Arial"/>
          <a:sym typeface="Arial"/>
        </a:defRPr>
      </a:lvl2pPr>
      <a:lvl3pPr marR="0" lvl="2" algn="l" rtl="0">
        <a:lnSpc>
          <a:spcPct val="100000"/>
        </a:lnSpc>
        <a:spcBef>
          <a:spcPts val="0"/>
        </a:spcBef>
        <a:spcAft>
          <a:spcPts val="0"/>
        </a:spcAft>
        <a:buClr>
          <a:schemeClr val="dk1"/>
        </a:buClr>
        <a:buFont typeface="Arial"/>
        <a:defRPr sz="1400" b="0" i="0" u="none" strike="noStrike" cap="none" lang="ja-JP">
          <a:solidFill>
            <a:schemeClr val="dk1"/>
          </a:solidFill>
          <a:latin typeface="Arial"/>
          <a:ea typeface="ＭＳ Ｐゴシック"/>
          <a:cs typeface="Arial"/>
          <a:sym typeface="Arial"/>
        </a:defRPr>
      </a:lvl3pPr>
      <a:lvl4pPr marR="0" lvl="3" algn="l" rtl="0">
        <a:lnSpc>
          <a:spcPct val="100000"/>
        </a:lnSpc>
        <a:spcBef>
          <a:spcPts val="0"/>
        </a:spcBef>
        <a:spcAft>
          <a:spcPts val="0"/>
        </a:spcAft>
        <a:buClr>
          <a:schemeClr val="dk1"/>
        </a:buClr>
        <a:buFont typeface="Arial"/>
        <a:defRPr sz="1400" b="0" i="0" u="none" strike="noStrike" cap="none" lang="ja-JP">
          <a:solidFill>
            <a:schemeClr val="dk1"/>
          </a:solidFill>
          <a:latin typeface="Arial"/>
          <a:ea typeface="ＭＳ Ｐゴシック"/>
          <a:cs typeface="Arial"/>
          <a:sym typeface="Arial"/>
        </a:defRPr>
      </a:lvl4pPr>
      <a:lvl5pPr marR="0" lvl="4" algn="l" rtl="0">
        <a:lnSpc>
          <a:spcPct val="100000"/>
        </a:lnSpc>
        <a:spcBef>
          <a:spcPts val="0"/>
        </a:spcBef>
        <a:spcAft>
          <a:spcPts val="0"/>
        </a:spcAft>
        <a:buClr>
          <a:schemeClr val="dk1"/>
        </a:buClr>
        <a:buFont typeface="Arial"/>
        <a:defRPr sz="1400" b="0" i="0" u="none" strike="noStrike" cap="none" lang="ja-JP">
          <a:solidFill>
            <a:schemeClr val="dk1"/>
          </a:solidFill>
          <a:latin typeface="Arial"/>
          <a:ea typeface="ＭＳ Ｐゴシック"/>
          <a:cs typeface="Arial"/>
          <a:sym typeface="Arial"/>
        </a:defRPr>
      </a:lvl5pPr>
      <a:lvl6pPr marR="0" lvl="5" algn="l" rtl="0">
        <a:lnSpc>
          <a:spcPct val="100000"/>
        </a:lnSpc>
        <a:spcBef>
          <a:spcPts val="0"/>
        </a:spcBef>
        <a:spcAft>
          <a:spcPts val="0"/>
        </a:spcAft>
        <a:buClr>
          <a:schemeClr val="dk1"/>
        </a:buClr>
        <a:buFont typeface="Arial"/>
        <a:defRPr sz="1400" b="0" i="0" u="none" strike="noStrike" cap="none" lang="ja-JP">
          <a:solidFill>
            <a:schemeClr val="dk1"/>
          </a:solidFill>
          <a:latin typeface="Arial"/>
          <a:ea typeface="ＭＳ Ｐゴシック"/>
          <a:cs typeface="Arial"/>
          <a:sym typeface="Arial"/>
        </a:defRPr>
      </a:lvl6pPr>
      <a:lvl7pPr marR="0" lvl="6" algn="l" rtl="0">
        <a:lnSpc>
          <a:spcPct val="100000"/>
        </a:lnSpc>
        <a:spcBef>
          <a:spcPts val="0"/>
        </a:spcBef>
        <a:spcAft>
          <a:spcPts val="0"/>
        </a:spcAft>
        <a:buClr>
          <a:schemeClr val="dk1"/>
        </a:buClr>
        <a:buFont typeface="Arial"/>
        <a:defRPr sz="1400" b="0" i="0" u="none" strike="noStrike" cap="none" lang="ja-JP">
          <a:solidFill>
            <a:schemeClr val="dk1"/>
          </a:solidFill>
          <a:latin typeface="Arial"/>
          <a:ea typeface="ＭＳ Ｐゴシック"/>
          <a:cs typeface="Arial"/>
          <a:sym typeface="Arial"/>
        </a:defRPr>
      </a:lvl7pPr>
      <a:lvl8pPr marR="0" lvl="7" algn="l" rtl="0">
        <a:lnSpc>
          <a:spcPct val="100000"/>
        </a:lnSpc>
        <a:spcBef>
          <a:spcPts val="0"/>
        </a:spcBef>
        <a:spcAft>
          <a:spcPts val="0"/>
        </a:spcAft>
        <a:buClr>
          <a:schemeClr val="dk1"/>
        </a:buClr>
        <a:buFont typeface="Arial"/>
        <a:defRPr sz="1400" b="0" i="0" u="none" strike="noStrike" cap="none" lang="ja-JP">
          <a:solidFill>
            <a:schemeClr val="dk1"/>
          </a:solidFill>
          <a:latin typeface="Arial"/>
          <a:ea typeface="ＭＳ Ｐゴシック"/>
          <a:cs typeface="Arial"/>
          <a:sym typeface="Arial"/>
        </a:defRPr>
      </a:lvl8pPr>
      <a:lvl9pPr marR="0" lvl="8" algn="l" rtl="0">
        <a:lnSpc>
          <a:spcPct val="100000"/>
        </a:lnSpc>
        <a:spcBef>
          <a:spcPts val="0"/>
        </a:spcBef>
        <a:spcAft>
          <a:spcPts val="0"/>
        </a:spcAft>
        <a:buClr>
          <a:schemeClr val="dk1"/>
        </a:buClr>
        <a:buFont typeface="Arial"/>
        <a:defRPr sz="1400" b="0" i="0" u="none" strike="noStrike" cap="none" lang="ja-JP">
          <a:solidFill>
            <a:schemeClr val="dk1"/>
          </a:solidFill>
          <a:latin typeface="Arial"/>
          <a:ea typeface="ＭＳ Ｐゴシック"/>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388745"/>
            <a:ext cx="8229600" cy="2005965"/>
          </a:xfrm>
        </p:spPr>
        <p:txBody>
          <a:bodyPr wrap="square" anchor="ctr" lIns="0" rIns="0" tIns="0" bIns="0">
            <a:noAutofit/>
          </a:bodyPr>
          <a:lstStyle/>
          <a:p>
            <a:pPr algn="ctr" marL="0" indent="0">
              <a:lnSpc>
                <a:spcPct val="110000"/>
              </a:lnSpc>
              <a:spcBef>
                <a:spcPts val="0"/>
              </a:spcBef>
              <a:spcAft>
                <a:spcPts val="1200"/>
              </a:spcAft>
              <a:buNone/>
              <a:defRPr sz="3400" lang="ja-JP">
                <a:latin typeface="Arial"/>
                <a:ea typeface="ＭＳ Ｐゴシック"/>
                <a:cs typeface="Arial"/>
              </a:defRPr>
            </a:pPr>
            <a:r>
              <a:rPr sz="3400" b="1" lang="ja-JP">
                <a:solidFill>
                  <a:srgbClr val="303437"/>
                </a:solidFill>
                <a:latin typeface="Arial"/>
                <a:ea typeface="ＭＳ Ｐゴシック"/>
                <a:cs typeface="Arial"/>
              </a:rPr>
              <a:t>読解型質問応答用データセット</a:t>
            </a:r>
            <a:endParaRPr sz="3400" lang="ja-JP">
              <a:latin typeface="Arial"/>
              <a:ea typeface="ＭＳ Ｐゴシック"/>
              <a:cs typeface="Arial"/>
            </a:endParaRPr>
          </a:p>
          <a:p>
            <a:pPr algn="ctr" marL="0" indent="0">
              <a:lnSpc>
                <a:spcPct val="110000"/>
              </a:lnSpc>
              <a:spcBef>
                <a:spcPts val="0"/>
              </a:spcBef>
              <a:spcAft>
                <a:spcPts val="1200"/>
              </a:spcAft>
              <a:buNone/>
              <a:defRPr sz="5800" lang="ja-JP">
                <a:latin typeface="Arial"/>
                <a:ea typeface="ＭＳ Ｐゴシック"/>
                <a:cs typeface="Arial"/>
              </a:defRPr>
            </a:pPr>
            <a:r>
              <a:rPr sz="5800" b="1" lang="ja-JP">
                <a:solidFill>
                  <a:srgbClr val="303437"/>
                </a:solidFill>
                <a:latin typeface="Arial"/>
                <a:ea typeface="ＭＳ Ｐゴシック"/>
                <a:cs typeface="Arial"/>
              </a:rPr>
              <a:t>SQuAD</a:t>
            </a:r>
            <a:endParaRPr sz="5800" lang="ja-JP">
              <a:latin typeface="Arial"/>
              <a:ea typeface="ＭＳ Ｐゴシック"/>
              <a:cs typeface="Arial"/>
            </a:endParaRPr>
          </a:p>
        </p:txBody>
      </p:sp>
      <p:sp>
        <p:nvSpPr>
          <p:cNvPr id="3" name="Subtitle 2"/>
          <p:cNvSpPr>
            <a:spLocks noGrp="1"/>
          </p:cNvSpPr>
          <p:nvPr>
            <p:ph type="subTitle" idx="1"/>
          </p:nvPr>
        </p:nvSpPr>
        <p:spPr>
          <a:xfrm>
            <a:off x="548640" y="3657600"/>
            <a:ext cx="8046720" cy="365760"/>
          </a:xfrm>
        </p:spPr>
        <p:txBody>
          <a:bodyPr wrap="square" anchor="ctr" lIns="0" rIns="0" tIns="0" bIns="0">
            <a:noAutofit/>
          </a:bodyPr>
          <a:lstStyle/>
          <a:p>
            <a:pPr algn="ctr" marL="0" indent="0">
              <a:lnSpc>
                <a:spcPct val="115000"/>
              </a:lnSpc>
              <a:spcBef>
                <a:spcPts val="0"/>
              </a:spcBef>
              <a:spcAft>
                <a:spcPts val="800"/>
              </a:spcAft>
              <a:buNone/>
              <a:defRPr sz="2200" lang="ja-JP">
                <a:latin typeface="Arial"/>
                <a:ea typeface="ＭＳ Ｐゴシック"/>
                <a:cs typeface="Arial"/>
              </a:defRPr>
            </a:pPr>
            <a:r>
              <a:rPr sz="2200" b="0" lang="ja-JP">
                <a:solidFill>
                  <a:srgbClr val="303437"/>
                </a:solidFill>
                <a:latin typeface="Arial"/>
                <a:ea typeface="ＭＳ Ｐゴシック"/>
                <a:cs typeface="Arial"/>
              </a:rPr>
              <a:t>Stanford Question Answering Dataset</a:t>
            </a:r>
            <a:endParaRPr sz="2200" lang="ja-JP">
              <a:latin typeface="Arial"/>
              <a:ea typeface="ＭＳ Ｐゴシック"/>
              <a:cs typeface="Arial"/>
            </a:endParaRPr>
          </a:p>
        </p:txBody>
      </p:sp>
      <p:sp>
        <p:nvSpPr>
          <p:cNvPr id="5" name="Text Placeholder 4"/>
          <p:cNvSpPr>
            <a:spLocks noGrp="1"/>
          </p:cNvSpPr>
          <p:nvPr>
            <p:ph type="body" idx="11"/>
          </p:nvPr>
        </p:nvSpPr>
        <p:spPr>
          <a:xfrm>
            <a:off x="5486400" y="4416552"/>
            <a:ext cx="3108960" cy="402336"/>
          </a:xfrm>
        </p:spPr>
        <p:txBody>
          <a:bodyPr wrap="square" anchor="t" lIns="0" rIns="0" tIns="0" bIns="0">
            <a:noAutofit/>
          </a:bodyPr>
          <a:lstStyle/>
          <a:p>
            <a:pPr algn="r" marL="0" indent="0">
              <a:lnSpc>
                <a:spcPct val="110000"/>
              </a:lnSpc>
              <a:spcBef>
                <a:spcPts val="0"/>
              </a:spcBef>
              <a:spcAft>
                <a:spcPts val="600"/>
              </a:spcAft>
              <a:buNone/>
              <a:buNone/>
              <a:defRPr sz="2000" lang="ja-JP">
                <a:latin typeface="Arial"/>
                <a:ea typeface="ＭＳ Ｐゴシック"/>
                <a:cs typeface="Arial"/>
              </a:defRPr>
            </a:pPr>
            <a:r>
              <a:rPr sz="2000" lang="ja-JP">
                <a:solidFill>
                  <a:srgbClr val="303437"/>
                </a:solidFill>
                <a:latin typeface="Arial"/>
                <a:ea typeface="ＭＳ Ｐゴシック"/>
                <a:cs typeface="Arial"/>
              </a:rPr>
              <a:t>sasakiy84</a:t>
            </a:r>
            <a:endParaRPr sz="1400" lang="ja-JP">
              <a:latin typeface="Arial"/>
              <a:ea typeface="ＭＳ Ｐゴシック"/>
              <a:cs typeface="Arial"/>
            </a:endParaRPr>
          </a:p>
        </p:txBody>
      </p:sp>
      <p:sp>
        <p:nvSpPr>
          <p:cNvPr id="6" name="Text Placeholder 5"/>
          <p:cNvSpPr>
            <a:spLocks noGrp="1"/>
          </p:cNvSpPr>
          <p:nvPr>
            <p:ph type="body" idx="12"/>
          </p:nvPr>
        </p:nvSpPr>
        <p:spPr>
          <a:xfrm>
            <a:off x="457200" y="274320"/>
            <a:ext cx="8046720" cy="27432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626669"/>
                </a:solidFill>
                <a:latin typeface="Arial"/>
                <a:ea typeface="ＭＳ Ｐゴシック"/>
                <a:cs typeface="Arial"/>
              </a:rPr>
              <a:t>datasets in 10 minutes (2026-10-15)</a:t>
            </a:r>
            <a:endParaRPr sz="1400" lang="ja-JP">
              <a:latin typeface="Arial"/>
              <a:ea typeface="ＭＳ Ｐゴシック"/>
              <a:cs typeface="Arial"/>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本編の構成</a:t>
            </a:r>
            <a:endParaRPr sz="2800" lang="ja-JP">
              <a:latin typeface="Arial"/>
              <a:ea typeface="ＭＳ Ｐゴシック"/>
              <a:cs typeface="Arial"/>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SQuADの構成</a:t>
            </a:r>
            <a:endParaRPr sz="1400" lang="ja-JP">
              <a:latin typeface="Arial"/>
              <a:ea typeface="ＭＳ Ｐゴシック"/>
              <a:cs typeface="Arial"/>
            </a:endParaRPr>
          </a:p>
        </p:txBody>
      </p:sp>
      <p:sp>
        <p:nvSpPr>
          <p:cNvPr id="4" name="TextBox 3"/>
          <p:cNvSpPr txBox="1"/>
          <p:nvPr/>
        </p:nvSpPr>
        <p:spPr>
          <a:xfrm>
            <a:off x="594360" y="1463040"/>
            <a:ext cx="7955279" cy="3383280"/>
          </a:xfrm>
          <a:prstGeom prst="rect">
            <a:avLst/>
          </a:prstGeom>
          <a:noFill/>
        </p:spPr>
        <p:txBody>
          <a:bodyPr wrap="square" lIns="0" rIns="0" tIns="0" bIns="0" anchor="t">
            <a:spAutoFit/>
          </a:bodyPr>
          <a:lstStyle/>
          <a:p>
            <a:pPr algn="l" marL="533400" indent="-381000">
              <a:lnSpc>
                <a:spcPct val="110000"/>
              </a:lnSpc>
              <a:spcBef>
                <a:spcPts val="0"/>
              </a:spcBef>
              <a:spcAft>
                <a:spcPts val="1100"/>
              </a:spcAft>
              <a:buAutoNum type="arabicPeriod" startAt="1"/>
              <a:defRPr sz="2800" lang="ja-JP">
                <a:latin typeface="Arial"/>
                <a:ea typeface="ＭＳ Ｐゴシック"/>
                <a:cs typeface="Arial"/>
              </a:defRPr>
            </a:pPr>
            <a:r>
              <a:rPr sz="2800" lang="ja-JP">
                <a:solidFill>
                  <a:srgbClr val="303437"/>
                </a:solidFill>
                <a:latin typeface="Arial"/>
                <a:ea typeface="ＭＳ Ｐゴシック"/>
                <a:cs typeface="Arial"/>
              </a:rPr>
              <a:t>目的とタスク</a:t>
            </a:r>
            <a:endParaRPr sz="2800" lang="ja-JP">
              <a:latin typeface="Arial"/>
              <a:ea typeface="ＭＳ Ｐゴシック"/>
              <a:cs typeface="Arial"/>
            </a:endParaRPr>
          </a:p>
          <a:p>
            <a:pPr algn="l" marL="533400" indent="-381000">
              <a:lnSpc>
                <a:spcPct val="110000"/>
              </a:lnSpc>
              <a:spcBef>
                <a:spcPts val="0"/>
              </a:spcBef>
              <a:spcAft>
                <a:spcPts val="1100"/>
              </a:spcAft>
              <a:buAutoNum type="arabicPeriod" startAt="2"/>
              <a:defRPr sz="2800" lang="ja-JP">
                <a:latin typeface="Arial"/>
                <a:ea typeface="ＭＳ Ｐゴシック"/>
                <a:cs typeface="Arial"/>
              </a:defRPr>
            </a:pPr>
            <a:r>
              <a:rPr sz="2800" lang="ja-JP">
                <a:solidFill>
                  <a:srgbClr val="303437"/>
                </a:solidFill>
                <a:latin typeface="Arial"/>
                <a:ea typeface="ＭＳ Ｐゴシック"/>
                <a:cs typeface="Arial"/>
              </a:rPr>
              <a:t>作成方法と規模</a:t>
            </a:r>
            <a:endParaRPr sz="2800" lang="ja-JP">
              <a:latin typeface="Arial"/>
              <a:ea typeface="ＭＳ Ｐゴシック"/>
              <a:cs typeface="Arial"/>
            </a:endParaRPr>
          </a:p>
          <a:p>
            <a:pPr algn="l" marL="533400" indent="-381000">
              <a:lnSpc>
                <a:spcPct val="110000"/>
              </a:lnSpc>
              <a:spcBef>
                <a:spcPts val="0"/>
              </a:spcBef>
              <a:spcAft>
                <a:spcPts val="1100"/>
              </a:spcAft>
              <a:buAutoNum type="arabicPeriod" startAt="3"/>
              <a:defRPr sz="2800" lang="ja-JP">
                <a:latin typeface="Arial"/>
                <a:ea typeface="ＭＳ Ｐゴシック"/>
                <a:cs typeface="Arial"/>
              </a:defRPr>
            </a:pPr>
            <a:r>
              <a:rPr sz="2800" lang="ja-JP">
                <a:solidFill>
                  <a:srgbClr val="303437"/>
                </a:solidFill>
                <a:latin typeface="Arial"/>
                <a:ea typeface="ＭＳ Ｐゴシック"/>
                <a:cs typeface="Arial"/>
              </a:rPr>
              <a:t>評価と性能</a:t>
            </a:r>
            <a:endParaRPr sz="2800" lang="ja-JP">
              <a:latin typeface="Arial"/>
              <a:ea typeface="ＭＳ Ｐゴシック"/>
              <a:cs typeface="Arial"/>
            </a:endParaRPr>
          </a:p>
          <a:p>
            <a:pPr algn="l" marL="533400" indent="-381000">
              <a:lnSpc>
                <a:spcPct val="110000"/>
              </a:lnSpc>
              <a:spcBef>
                <a:spcPts val="0"/>
              </a:spcBef>
              <a:spcAft>
                <a:spcPts val="1100"/>
              </a:spcAft>
              <a:buAutoNum type="arabicPeriod" startAt="4"/>
              <a:defRPr sz="2800" lang="ja-JP">
                <a:latin typeface="Arial"/>
                <a:ea typeface="ＭＳ Ｐゴシック"/>
                <a:cs typeface="Arial"/>
              </a:defRPr>
            </a:pPr>
            <a:r>
              <a:rPr sz="2800" lang="ja-JP">
                <a:solidFill>
                  <a:srgbClr val="303437"/>
                </a:solidFill>
                <a:latin typeface="Arial"/>
                <a:ea typeface="ＭＳ Ｐゴシック"/>
                <a:cs typeface="Arial"/>
              </a:rPr>
              <a:t>利用の変遷と現在</a:t>
            </a:r>
            <a:endParaRPr sz="2800" lang="ja-JP">
              <a:latin typeface="Arial"/>
              <a:ea typeface="ＭＳ Ｐゴシック"/>
              <a:cs typeface="Arial"/>
            </a:endParaRPr>
          </a:p>
          <a:p>
            <a:pPr algn="l" marL="533400" indent="-381000">
              <a:lnSpc>
                <a:spcPct val="110000"/>
              </a:lnSpc>
              <a:spcBef>
                <a:spcPts val="0"/>
              </a:spcBef>
              <a:spcAft>
                <a:spcPts val="1100"/>
              </a:spcAft>
              <a:buAutoNum type="arabicPeriod" startAt="5"/>
              <a:defRPr sz="2800" lang="ja-JP">
                <a:latin typeface="Arial"/>
                <a:ea typeface="ＭＳ Ｐゴシック"/>
                <a:cs typeface="Arial"/>
              </a:defRPr>
            </a:pPr>
            <a:r>
              <a:rPr sz="2800" lang="ja-JP">
                <a:solidFill>
                  <a:srgbClr val="303437"/>
                </a:solidFill>
                <a:latin typeface="Arial"/>
                <a:ea typeface="ＭＳ Ｐゴシック"/>
                <a:cs typeface="Arial"/>
              </a:rPr>
              <a:t>入手方法とまとめ</a:t>
            </a:r>
            <a:endParaRPr sz="2800" lang="ja-JP">
              <a:latin typeface="Arial"/>
              <a:ea typeface="ＭＳ Ｐゴシック"/>
              <a:cs typeface="Arial"/>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lnSpc>
                <a:spcPct val="110000"/>
              </a:lnSpc>
              <a:spcBef>
                <a:spcPts val="0"/>
              </a:spcBef>
              <a:spcAft>
                <a:spcPts val="0"/>
              </a:spcAft>
              <a:buNone/>
              <a:defRPr sz="4000" lang="ja-JP">
                <a:latin typeface="Arial"/>
                <a:ea typeface="ＭＳ Ｐゴシック"/>
                <a:cs typeface="Arial"/>
              </a:defRPr>
            </a:pPr>
            <a:r>
              <a:rPr sz="4000" lang="ja-JP" b="1">
                <a:solidFill>
                  <a:srgbClr val="303437"/>
                </a:solidFill>
                <a:latin typeface="Arial"/>
                <a:ea typeface="ＭＳ Ｐゴシック"/>
                <a:cs typeface="Arial"/>
              </a:rPr>
              <a:t>1 目的とタスク</a:t>
            </a:r>
            <a:endParaRPr sz="4000" lang="ja-JP">
              <a:latin typeface="Arial"/>
              <a:ea typeface="ＭＳ Ｐゴシック"/>
              <a:cs typeface="Arial"/>
            </a:endParaRPr>
          </a:p>
        </p:txBody>
      </p:sp>
      <p:sp>
        <p:nvSpPr>
          <p:cNvPr id="3" name="Title 2"/>
          <p:cNvSpPr>
            <a:spLocks noGrp="1"/>
          </p:cNvSpPr>
          <p:nvPr>
            <p:ph type="title" idx="2"/>
          </p:nvPr>
        </p:nvSpPr>
        <p:spPr/>
        <p:txBody>
          <a:bodyPr/>
          <a:lstStyle/>
          <a:p>
            <a:pP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SQuAD の公式サイト</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Arial"/>
                <a:ea typeface="ＭＳ Ｐゴシック"/>
                <a:cs typeface="Arial"/>
              </a:defRPr>
            </a:pPr>
            <a:r>
              <a:rPr sz="1400" b="1" lang="ja-JP">
                <a:solidFill>
                  <a:srgbClr val="FFFEF8"/>
                </a:solidFill>
                <a:latin typeface="Arial"/>
                <a:ea typeface="ＭＳ Ｐゴシック"/>
                <a:cs typeface="Arial"/>
              </a:rPr>
              <a:t>概要</a:t>
            </a:r>
            <a:endParaRPr sz="1400" lang="ja-JP">
              <a:latin typeface="Arial"/>
              <a:ea typeface="ＭＳ Ｐゴシック"/>
              <a:cs typeface="Arial"/>
            </a:endParaRPr>
          </a:p>
        </p:txBody>
      </p:sp>
      <p:pic>
        <p:nvPicPr>
          <p:cNvPr id="4" name="Picture 3" descr="official-homepage.png"/>
          <p:cNvPicPr>
            <a:picLocks noChangeAspect="1"/>
          </p:cNvPicPr>
          <p:nvPr/>
        </p:nvPicPr>
        <p:blipFill>
          <a:blip r:embed="rId2"/>
          <a:stretch>
            <a:fillRect/>
          </a:stretch>
        </p:blipFill>
        <p:spPr>
          <a:xfrm>
            <a:off x="2094754" y="1414462"/>
            <a:ext cx="4954491" cy="3163252"/>
          </a:xfrm>
          <a:prstGeom prst="rect">
            <a:avLst/>
          </a:prstGeom>
        </p:spPr>
      </p:pic>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https://rajpurkar.github.io/SQuAD-explorer/</a:t>
            </a:r>
            <a:endParaRPr sz="850" lang="ja-JP">
              <a:latin typeface="Arial"/>
              <a:ea typeface="ＭＳ Ｐゴシック"/>
              <a:cs typeface="Arial"/>
            </a:endParaRP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開発当時の課題と SQuAD の目的</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Arial"/>
                <a:ea typeface="ＭＳ Ｐゴシック"/>
                <a:cs typeface="Arial"/>
              </a:defRPr>
            </a:pPr>
            <a:r>
              <a:rPr sz="1400" b="1" lang="ja-JP">
                <a:solidFill>
                  <a:srgbClr val="FFFEF8"/>
                </a:solidFill>
                <a:latin typeface="Arial"/>
                <a:ea typeface="ＭＳ Ｐゴシック"/>
                <a:cs typeface="Arial"/>
              </a:rPr>
              <a:t>概要</a:t>
            </a:r>
            <a:endParaRPr sz="1400" lang="ja-JP">
              <a:latin typeface="Arial"/>
              <a:ea typeface="ＭＳ Ｐゴシック"/>
              <a:cs typeface="Arial"/>
            </a:endParaRPr>
          </a:p>
        </p:txBody>
      </p:sp>
      <p:sp>
        <p:nvSpPr>
          <p:cNvPr id="4" name="content-text"/>
          <p:cNvSpPr txBox="1"/>
          <p:nvPr/>
        </p:nvSpPr>
        <p:spPr>
          <a:xfrm>
            <a:off x="594360" y="1465897"/>
            <a:ext cx="8046720" cy="3086100"/>
          </a:xfrm>
          <a:prstGeom prst="rect">
            <a:avLst/>
          </a:prstGeom>
          <a:noFill/>
        </p:spPr>
        <p:txBody>
          <a:bodyPr wrap="square" anchor="t" lIns="91425" rIns="91425" tIns="91425" bIns="91425">
            <a:no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l">
              <a:defRPr sz="2300" lang="ja-JP">
                <a:latin typeface="Arial"/>
                <a:ea typeface="ＭＳ Ｐゴシック"/>
                <a:cs typeface="Arial"/>
              </a:defRPr>
            </a:pPr>
            <a:r>
              <a:rPr sz="2300" b="0" lang="ja-JP">
                <a:solidFill>
                  <a:srgbClr val="303437"/>
                </a:solidFill>
                <a:latin typeface="Arial"/>
                <a:ea typeface="ＭＳ Ｐゴシック"/>
                <a:cs typeface="Arial"/>
              </a:rPr>
              <a:t>人手で作った質問で、読解を大規模に評価する </a:t>
            </a:r>
            <a:r>
              <a:rPr sz="2300" b="0" lang="ja-JP">
                <a:solidFill>
                  <a:srgbClr val="303437"/>
                </a:solidFill>
                <a:latin typeface="Arial"/>
                <a:ea typeface="ＭＳ Ｐゴシック"/>
                <a:cs typeface="Arial"/>
              </a:rPr>
              <a:t>[1]</a:t>
            </a:r>
            <a:r>
              <a:rPr sz="2300" b="0" lang="ja-JP">
                <a:solidFill>
                  <a:srgbClr val="303437"/>
                </a:solidFill>
                <a:latin typeface="Arial"/>
                <a:ea typeface="ＭＳ Ｐゴシック"/>
                <a:cs typeface="Arial"/>
              </a:rPr>
              <a:t>。</a:t>
            </a:r>
            <a:endParaRPr sz="2300" lang="ja-JP">
              <a:latin typeface="Arial"/>
              <a:ea typeface="ＭＳ Ｐゴシック"/>
              <a:cs typeface="Arial"/>
            </a:endParaRPr>
          </a:p>
          <a:p>
            <a:pPr algn="l">
              <a:defRPr sz="2200" lang="ja-JP">
                <a:latin typeface="Arial"/>
                <a:ea typeface="ＭＳ Ｐゴシック"/>
                <a:cs typeface="Arial"/>
              </a:defRPr>
            </a:pPr>
            <a:r>
              <a:rPr sz="2200" b="0" lang="ja-JP">
                <a:solidFill>
                  <a:srgbClr val="303437"/>
                </a:solidFill>
                <a:latin typeface="Arial"/>
                <a:ea typeface="ＭＳ Ｐゴシック"/>
                <a:cs typeface="Arial"/>
              </a:rPr>
              <a:t>当時は、人手作成の読解データが小規模だった。</a:t>
            </a:r>
            <a:endParaRPr sz="2200" lang="ja-JP">
              <a:latin typeface="Arial"/>
              <a:ea typeface="ＭＳ Ｐゴシック"/>
              <a:cs typeface="Arial"/>
            </a:endParaRPr>
          </a:p>
          <a:p>
            <a:pPr lvl="1" algn="l">
              <a:defRPr sz="2000" lang="ja-JP">
                <a:latin typeface="Arial"/>
                <a:ea typeface="ＭＳ Ｐゴシック"/>
                <a:cs typeface="Arial"/>
              </a:defRPr>
            </a:pPr>
            <a:r>
              <a:rPr sz="2000" b="0" lang="ja-JP">
                <a:solidFill>
                  <a:srgbClr val="303437"/>
                </a:solidFill>
                <a:latin typeface="Arial"/>
                <a:ea typeface="ＭＳ Ｐゴシック"/>
                <a:cs typeface="Arial"/>
              </a:rPr>
              <a:t>大規模な自動作成データでは、質問・正解の形式が限定的。</a:t>
            </a:r>
            <a:endParaRPr sz="2000" lang="ja-JP">
              <a:latin typeface="Arial"/>
              <a:ea typeface="ＭＳ Ｐゴシック"/>
              <a:cs typeface="Arial"/>
            </a:endParaRPr>
          </a:p>
          <a:p>
            <a:pPr algn="l">
              <a:defRPr sz="2200" lang="ja-JP">
                <a:latin typeface="Arial"/>
                <a:ea typeface="ＭＳ Ｐゴシック"/>
                <a:cs typeface="Arial"/>
              </a:defRPr>
            </a:pPr>
            <a:r>
              <a:rPr sz="2200" b="0" lang="ja-JP">
                <a:solidFill>
                  <a:srgbClr val="303437"/>
                </a:solidFill>
                <a:latin typeface="Arial"/>
                <a:ea typeface="ＭＳ Ｐゴシック"/>
                <a:cs typeface="Arial"/>
              </a:rPr>
              <a:t>Wikipediaの段落に、人が質問と回答範囲を付ける。</a:t>
            </a:r>
            <a:endParaRPr sz="2200" lang="ja-JP">
              <a:latin typeface="Arial"/>
              <a:ea typeface="ＭＳ Ｐゴシック"/>
              <a:cs typeface="Arial"/>
            </a:endParaRPr>
          </a:p>
          <a:p>
            <a:pPr lvl="1" algn="l">
              <a:defRPr sz="2000" lang="ja-JP">
                <a:latin typeface="Arial"/>
                <a:ea typeface="ＭＳ Ｐゴシック"/>
                <a:cs typeface="Arial"/>
              </a:defRPr>
            </a:pPr>
            <a:r>
              <a:rPr sz="2000" b="0" lang="ja-JP">
                <a:solidFill>
                  <a:srgbClr val="303437"/>
                </a:solidFill>
                <a:latin typeface="Arial"/>
                <a:ea typeface="ＭＳ Ｐゴシック"/>
                <a:cs typeface="Arial"/>
              </a:rPr>
              <a:t>正解は単語1個や固有名詞に限らず、連続した語句を許す</a:t>
            </a:r>
            <a:endParaRPr sz="2000" lang="ja-JP">
              <a:latin typeface="Arial"/>
              <a:ea typeface="ＭＳ Ｐゴシック"/>
              <a:cs typeface="Arial"/>
            </a:endParaRPr>
          </a:p>
          <a:p>
            <a:pPr algn="l">
              <a:defRPr sz="2200" lang="ja-JP">
                <a:latin typeface="Arial"/>
                <a:ea typeface="ＭＳ Ｐゴシック"/>
                <a:cs typeface="Arial"/>
              </a:defRPr>
            </a:pPr>
            <a:r>
              <a:rPr sz="2200" b="0" lang="ja-JP">
                <a:solidFill>
                  <a:srgbClr val="303437"/>
                </a:solidFill>
                <a:latin typeface="Arial"/>
                <a:ea typeface="ＭＳ Ｐゴシック"/>
                <a:cs typeface="Arial"/>
              </a:rPr>
              <a:t>論文では10万問以上・500以上の記事を報告。</a:t>
            </a:r>
            <a:endParaRPr sz="2200" lang="ja-JP">
              <a:latin typeface="Arial"/>
              <a:ea typeface="ＭＳ Ｐゴシック"/>
              <a:cs typeface="Arial"/>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Rajpurkar et al. (2016), §1–3　https://aclanthology.org/D16-1264/</a:t>
            </a:r>
            <a:endParaRPr sz="850" lang="ja-JP">
              <a:latin typeface="Arial"/>
              <a:ea typeface="ＭＳ Ｐゴシック"/>
              <a:cs typeface="Arial"/>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SQuAD のタスク</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Arial"/>
                <a:ea typeface="ＭＳ Ｐゴシック"/>
                <a:cs typeface="Arial"/>
              </a:defRPr>
            </a:pPr>
            <a:r>
              <a:rPr sz="1400" b="1" lang="ja-JP">
                <a:solidFill>
                  <a:srgbClr val="FFFEF8"/>
                </a:solidFill>
                <a:latin typeface="Arial"/>
                <a:ea typeface="ＭＳ Ｐゴシック"/>
                <a:cs typeface="Arial"/>
              </a:rPr>
              <a:t>概要</a:t>
            </a:r>
            <a:endParaRPr sz="1400" lang="ja-JP">
              <a:latin typeface="Arial"/>
              <a:ea typeface="ＭＳ Ｐゴシック"/>
              <a:cs typeface="Arial"/>
            </a:endParaRPr>
          </a:p>
        </p:txBody>
      </p:sp>
      <p:sp>
        <p:nvSpPr>
          <p:cNvPr id="4" name="content-text"/>
          <p:cNvSpPr txBox="1"/>
          <p:nvPr/>
        </p:nvSpPr>
        <p:spPr>
          <a:xfrm>
            <a:off x="594360" y="1543050"/>
            <a:ext cx="8046720" cy="2674620"/>
          </a:xfrm>
          <a:prstGeom prst="rect">
            <a:avLst/>
          </a:prstGeom>
          <a:noFill/>
        </p:spPr>
        <p:txBody>
          <a:bodyPr wrap="square" anchor="t" lIns="91425" rIns="91425" tIns="91425" bIns="91425">
            <a:no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l">
              <a:defRPr sz="2300" lang="ja-JP">
                <a:latin typeface="Arial"/>
                <a:ea typeface="ＭＳ Ｐゴシック"/>
                <a:cs typeface="Arial"/>
              </a:defRPr>
            </a:pPr>
            <a:r>
              <a:rPr sz="2300" b="0" lang="ja-JP">
                <a:solidFill>
                  <a:srgbClr val="303437"/>
                </a:solidFill>
                <a:latin typeface="Arial"/>
                <a:ea typeface="ＭＳ Ｐゴシック"/>
                <a:cs typeface="Arial"/>
              </a:rPr>
              <a:t>入力にはWikipedia記事の1段落と、その段落への質問を使う </a:t>
            </a:r>
            <a:r>
              <a:rPr sz="2300" b="0" lang="ja-JP">
                <a:solidFill>
                  <a:srgbClr val="303437"/>
                </a:solidFill>
                <a:latin typeface="Arial"/>
                <a:ea typeface="ＭＳ Ｐゴシック"/>
                <a:cs typeface="Arial"/>
              </a:rPr>
              <a:t>[1]</a:t>
            </a:r>
            <a:r>
              <a:rPr sz="2300" b="0" lang="ja-JP">
                <a:solidFill>
                  <a:srgbClr val="303437"/>
                </a:solidFill>
                <a:latin typeface="Arial"/>
                <a:ea typeface="ＭＳ Ｐゴシック"/>
                <a:cs typeface="Arial"/>
              </a:rPr>
              <a:t>。</a:t>
            </a:r>
            <a:endParaRPr sz="2300" lang="ja-JP">
              <a:latin typeface="Arial"/>
              <a:ea typeface="ＭＳ Ｐゴシック"/>
              <a:cs typeface="Arial"/>
            </a:endParaRPr>
          </a:p>
          <a:p>
            <a:pPr algn="l">
              <a:defRPr sz="2300" lang="ja-JP">
                <a:latin typeface="Arial"/>
                <a:ea typeface="ＭＳ Ｐゴシック"/>
                <a:cs typeface="Arial"/>
              </a:defRPr>
            </a:pPr>
            <a:r>
              <a:rPr sz="2300" b="0" lang="ja-JP">
                <a:solidFill>
                  <a:srgbClr val="303437"/>
                </a:solidFill>
                <a:latin typeface="Arial"/>
                <a:ea typeface="ＭＳ Ｐゴシック"/>
                <a:cs typeface="Arial"/>
              </a:rPr>
              <a:t>質問に対応する原文の表現を回答する</a:t>
            </a:r>
            <a:endParaRPr sz="2300" lang="ja-JP">
              <a:latin typeface="Arial"/>
              <a:ea typeface="ＭＳ Ｐゴシック"/>
              <a:cs typeface="Arial"/>
            </a:endParaRPr>
          </a:p>
          <a:p>
            <a:pPr lvl="1" algn="l">
              <a:defRPr sz="2100" lang="ja-JP">
                <a:latin typeface="Arial"/>
                <a:ea typeface="ＭＳ Ｐゴシック"/>
                <a:cs typeface="Arial"/>
              </a:defRPr>
            </a:pPr>
            <a:r>
              <a:rPr sz="2100" b="0" lang="ja-JP">
                <a:solidFill>
                  <a:srgbClr val="303437"/>
                </a:solidFill>
                <a:latin typeface="Arial"/>
                <a:ea typeface="ＭＳ Ｐゴシック"/>
                <a:cs typeface="Arial"/>
              </a:rPr>
              <a:t>本文中の連続した範囲を正解として指定する。</a:t>
            </a:r>
            <a:endParaRPr sz="2100" lang="ja-JP">
              <a:latin typeface="Arial"/>
              <a:ea typeface="ＭＳ Ｐゴシック"/>
              <a:cs typeface="Arial"/>
            </a:endParaRPr>
          </a:p>
          <a:p>
            <a:pPr algn="l">
              <a:defRPr sz="2300" lang="ja-JP">
                <a:latin typeface="Arial"/>
                <a:ea typeface="ＭＳ Ｐゴシック"/>
                <a:cs typeface="Arial"/>
              </a:defRPr>
            </a:pPr>
            <a:r>
              <a:rPr sz="2300" b="0" lang="ja-JP">
                <a:solidFill>
                  <a:srgbClr val="303437"/>
                </a:solidFill>
                <a:latin typeface="Arial"/>
                <a:ea typeface="ＭＳ Ｐゴシック"/>
                <a:cs typeface="Arial"/>
              </a:rPr>
              <a:t>答えは固有名詞・年・数量・語句など。</a:t>
            </a:r>
            <a:endParaRPr sz="2300" lang="ja-JP">
              <a:latin typeface="Arial"/>
              <a:ea typeface="ＭＳ Ｐゴシック"/>
              <a:cs typeface="Arial"/>
            </a:endParaRPr>
          </a:p>
          <a:p>
            <a:pPr algn="l">
              <a:defRPr sz="2300" lang="ja-JP">
                <a:latin typeface="Arial"/>
                <a:ea typeface="ＭＳ Ｐゴシック"/>
                <a:cs typeface="Arial"/>
              </a:defRPr>
            </a:pPr>
            <a:r>
              <a:rPr sz="2300" b="0" lang="ja-JP">
                <a:solidFill>
                  <a:srgbClr val="303437"/>
                </a:solidFill>
                <a:latin typeface="Arial"/>
                <a:ea typeface="ＭＳ Ｐゴシック"/>
                <a:cs typeface="Arial"/>
              </a:rPr>
              <a:t>元データの文章・質問・正解は英語。</a:t>
            </a:r>
            <a:endParaRPr sz="2300" lang="ja-JP">
              <a:latin typeface="Arial"/>
              <a:ea typeface="ＭＳ Ｐゴシック"/>
              <a:cs typeface="Arial"/>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タスク・入力単位　https://aclanthology.org/D16-1264/</a:t>
            </a:r>
            <a:endParaRPr sz="850" lang="ja-JP">
              <a:latin typeface="Arial"/>
              <a:ea typeface="ＭＳ Ｐゴシック"/>
              <a:cs typeface="Arial"/>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実例1 スポーツ記事の質問</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Arial"/>
                <a:ea typeface="ＭＳ Ｐゴシック"/>
                <a:cs typeface="Arial"/>
              </a:defRPr>
            </a:pPr>
            <a:r>
              <a:rPr sz="1400" b="1" lang="ja-JP">
                <a:solidFill>
                  <a:srgbClr val="FFFEF8"/>
                </a:solidFill>
                <a:latin typeface="Arial"/>
                <a:ea typeface="ＭＳ Ｐゴシック"/>
                <a:cs typeface="Arial"/>
              </a:rPr>
              <a:t>タスクの実例</a:t>
            </a:r>
            <a:endParaRPr sz="1400" lang="ja-JP">
              <a:latin typeface="Arial"/>
              <a:ea typeface="ＭＳ Ｐゴシック"/>
              <a:cs typeface="Arial"/>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626669"/>
                </a:solidFill>
                <a:latin typeface="Arial"/>
                <a:ea typeface="ＭＳ Ｐゴシック"/>
                <a:cs typeface="Arial"/>
              </a:rPr>
              <a:t>Wikipedia記事の段落（抜粋）</a:t>
            </a:r>
            <a:endParaRPr sz="1400" lang="ja-JP">
              <a:latin typeface="Arial"/>
              <a:ea typeface="ＭＳ Ｐゴシック"/>
              <a:cs typeface="Arial"/>
            </a:endParaRPr>
          </a:p>
        </p:txBody>
      </p:sp>
      <p:sp>
        <p:nvSpPr>
          <p:cNvPr id="5" name="quote-frame"/>
          <p:cNvSpPr/>
          <p:nvPr/>
        </p:nvSpPr>
        <p:spPr>
          <a:xfrm>
            <a:off x="548640" y="1715797"/>
            <a:ext cx="8046720" cy="164199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The American Football Conference (AFC) champion </a:t>
            </a:r>
            <a:r>
              <a:rPr sz="1800" b="1" lang="ja-JP">
                <a:solidFill>
                  <a:srgbClr val="B13731"/>
                </a:solidFill>
                <a:latin typeface="Arial"/>
                <a:ea typeface="ＭＳ Ｐゴシック"/>
                <a:cs typeface="Arial"/>
              </a:rPr>
              <a:t>Denver Broncos</a:t>
            </a:r>
            <a:r>
              <a:rPr sz="1800" b="0" lang="ja-JP">
                <a:solidFill>
                  <a:srgbClr val="303437"/>
                </a:solidFill>
                <a:latin typeface="Arial"/>
                <a:ea typeface="ＭＳ Ｐゴシック"/>
                <a:cs typeface="Arial"/>
              </a:rPr>
              <a:t> defeated the National Football Conference (NFC) champion Carolina Panthers 24–10 to earn their third Super Bowl title. The game was played on February 7, 2016, at Levi's Stadium in the San Francisco Bay Area at Santa Clara, California.</a:t>
            </a:r>
            <a:endParaRPr sz="1800" lang="ja-JP">
              <a:latin typeface="Arial"/>
              <a:ea typeface="ＭＳ Ｐゴシック"/>
              <a:cs typeface="Arial"/>
            </a:endParaRPr>
          </a:p>
        </p:txBody>
      </p:sp>
      <p:sp>
        <p:nvSpPr>
          <p:cNvPr id="7" name="example-question"/>
          <p:cNvSpPr txBox="1"/>
          <p:nvPr/>
        </p:nvSpPr>
        <p:spPr>
          <a:xfrm>
            <a:off x="548640" y="3560993"/>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Arial"/>
                <a:ea typeface="ＭＳ Ｐゴシック"/>
                <a:cs typeface="Arial"/>
              </a:defRPr>
            </a:pPr>
            <a:r>
              <a:rPr sz="1900" b="1" lang="ja-JP">
                <a:solidFill>
                  <a:srgbClr val="303437"/>
                </a:solidFill>
                <a:latin typeface="Arial"/>
                <a:ea typeface="ＭＳ Ｐゴシック"/>
                <a:cs typeface="Arial"/>
              </a:rPr>
              <a:t>質問 </a:t>
            </a:r>
            <a:r>
              <a:rPr sz="1900" b="0" lang="ja-JP">
                <a:solidFill>
                  <a:srgbClr val="303437"/>
                </a:solidFill>
                <a:latin typeface="Arial"/>
                <a:ea typeface="ＭＳ Ｐゴシック"/>
                <a:cs typeface="Arial"/>
              </a:rPr>
              <a:t>Which NFL team represented the AFC at Super Bowl 50?</a:t>
            </a:r>
            <a:endParaRPr sz="1900" lang="ja-JP">
              <a:latin typeface="Arial"/>
              <a:ea typeface="ＭＳ Ｐゴシック"/>
              <a:cs typeface="Arial"/>
            </a:endParaRPr>
          </a:p>
          <a:p>
            <a:pPr algn="l" marL="0" indent="0">
              <a:lnSpc>
                <a:spcPct val="110000"/>
              </a:lnSpc>
              <a:spcBef>
                <a:spcPts val="0"/>
              </a:spcBef>
              <a:spcAft>
                <a:spcPts val="600"/>
              </a:spcAft>
              <a:buNone/>
              <a:defRPr sz="1700" lang="ja-JP">
                <a:latin typeface="Arial"/>
                <a:ea typeface="ＭＳ Ｐゴシック"/>
                <a:cs typeface="Arial"/>
              </a:defRPr>
            </a:pPr>
            <a:r>
              <a:rPr sz="1700" b="0" lang="ja-JP">
                <a:solidFill>
                  <a:srgbClr val="626669"/>
                </a:solidFill>
                <a:latin typeface="Arial"/>
                <a:ea typeface="ＭＳ Ｐゴシック"/>
                <a:cs typeface="Arial"/>
              </a:rPr>
              <a:t>質問の日本語訳 第50回スーパーボウルで AFC を代表したチームは？</a:t>
            </a:r>
            <a:endParaRPr sz="1700" lang="ja-JP">
              <a:latin typeface="Arial"/>
              <a:ea typeface="ＭＳ Ｐゴシック"/>
              <a:cs typeface="Arial"/>
            </a:endParaRPr>
          </a:p>
        </p:txBody>
      </p:sp>
      <p:sp>
        <p:nvSpPr>
          <p:cNvPr id="8" name="example-answer"/>
          <p:cNvSpPr txBox="1"/>
          <p:nvPr/>
        </p:nvSpPr>
        <p:spPr>
          <a:xfrm>
            <a:off x="548640" y="4208693"/>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Arial"/>
                <a:ea typeface="ＭＳ Ｐゴシック"/>
                <a:cs typeface="Arial"/>
              </a:defRPr>
            </a:pPr>
            <a:r>
              <a:rPr sz="2200" b="1" lang="ja-JP">
                <a:solidFill>
                  <a:srgbClr val="B13731"/>
                </a:solidFill>
                <a:latin typeface="Arial"/>
                <a:ea typeface="ＭＳ Ｐゴシック"/>
                <a:cs typeface="Arial"/>
              </a:rPr>
              <a:t>正解は Denver Broncos</a:t>
            </a:r>
            <a:endParaRPr sz="2200" lang="ja-JP">
              <a:latin typeface="Arial"/>
              <a:ea typeface="ＭＳ Ｐゴシック"/>
              <a:cs typeface="Arial"/>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SQuAD 記事名 Super_Bowl_50　https://rajpurkar.github.io/SQuAD-explorer/dataset/dev-v1.1.json（CC BY-SA 4.0／抜粋・強調・質問訳を追加）　ID 56be4db0acb8001400a502ec</a:t>
            </a:r>
            <a:endParaRPr sz="850" lang="ja-JP">
              <a:latin typeface="Arial"/>
              <a:ea typeface="ＭＳ Ｐゴシック"/>
              <a:cs typeface="Arial"/>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実例2 人物記事の質問</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Arial"/>
                <a:ea typeface="ＭＳ Ｐゴシック"/>
                <a:cs typeface="Arial"/>
              </a:defRPr>
            </a:pPr>
            <a:r>
              <a:rPr sz="1400" b="1" lang="ja-JP">
                <a:solidFill>
                  <a:srgbClr val="FFFEF8"/>
                </a:solidFill>
                <a:latin typeface="Arial"/>
                <a:ea typeface="ＭＳ Ｐゴシック"/>
                <a:cs typeface="Arial"/>
              </a:rPr>
              <a:t>タスクの実例</a:t>
            </a:r>
            <a:endParaRPr sz="1400" lang="ja-JP">
              <a:latin typeface="Arial"/>
              <a:ea typeface="ＭＳ Ｐゴシック"/>
              <a:cs typeface="Arial"/>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626669"/>
                </a:solidFill>
                <a:latin typeface="Arial"/>
                <a:ea typeface="ＭＳ Ｐゴシック"/>
                <a:cs typeface="Arial"/>
              </a:rPr>
              <a:t>Wikipedia記事の段落（抜粋）</a:t>
            </a:r>
            <a:endParaRPr sz="1400" lang="ja-JP">
              <a:latin typeface="Arial"/>
              <a:ea typeface="ＭＳ Ｐゴシック"/>
              <a:cs typeface="Arial"/>
            </a:endParaRPr>
          </a:p>
        </p:txBody>
      </p:sp>
      <p:sp>
        <p:nvSpPr>
          <p:cNvPr id="5" name="quote-frame"/>
          <p:cNvSpPr/>
          <p:nvPr/>
        </p:nvSpPr>
        <p:spPr>
          <a:xfrm>
            <a:off x="548640" y="1715797"/>
            <a:ext cx="8046720" cy="134607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Tesla gained experience in telephony and electrical engineering before emigrating to the United States in </a:t>
            </a:r>
            <a:r>
              <a:rPr sz="1800" b="1" lang="ja-JP">
                <a:solidFill>
                  <a:srgbClr val="B13731"/>
                </a:solidFill>
                <a:latin typeface="Arial"/>
                <a:ea typeface="ＭＳ Ｐゴシック"/>
                <a:cs typeface="Arial"/>
              </a:rPr>
              <a:t>1884</a:t>
            </a:r>
            <a:r>
              <a:rPr sz="1800" b="0" lang="ja-JP">
                <a:solidFill>
                  <a:srgbClr val="303437"/>
                </a:solidFill>
                <a:latin typeface="Arial"/>
                <a:ea typeface="ＭＳ Ｐゴシック"/>
                <a:cs typeface="Arial"/>
              </a:rPr>
              <a:t> to work for Thomas Edison in New York City. He soon struck out on his own with financial backers, setting up laboratories and companies to develop a range of electrical devices.</a:t>
            </a:r>
            <a:endParaRPr sz="1800" lang="ja-JP">
              <a:latin typeface="Arial"/>
              <a:ea typeface="ＭＳ Ｐゴシック"/>
              <a:cs typeface="Arial"/>
            </a:endParaRPr>
          </a:p>
        </p:txBody>
      </p:sp>
      <p:sp>
        <p:nvSpPr>
          <p:cNvPr id="7" name="example-question"/>
          <p:cNvSpPr txBox="1"/>
          <p:nvPr/>
        </p:nvSpPr>
        <p:spPr>
          <a:xfrm>
            <a:off x="548640" y="326507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Arial"/>
                <a:ea typeface="ＭＳ Ｐゴシック"/>
                <a:cs typeface="Arial"/>
              </a:defRPr>
            </a:pPr>
            <a:r>
              <a:rPr sz="1900" b="1" lang="ja-JP">
                <a:solidFill>
                  <a:srgbClr val="303437"/>
                </a:solidFill>
                <a:latin typeface="Arial"/>
                <a:ea typeface="ＭＳ Ｐゴシック"/>
                <a:cs typeface="Arial"/>
              </a:rPr>
              <a:t>質問 </a:t>
            </a:r>
            <a:r>
              <a:rPr sz="1900" b="0" lang="ja-JP">
                <a:solidFill>
                  <a:srgbClr val="303437"/>
                </a:solidFill>
                <a:latin typeface="Arial"/>
                <a:ea typeface="ＭＳ Ｐゴシック"/>
                <a:cs typeface="Arial"/>
              </a:rPr>
              <a:t>In what year did Nikola Tesla emigrate to the United States?</a:t>
            </a:r>
            <a:endParaRPr sz="1900" lang="ja-JP">
              <a:latin typeface="Arial"/>
              <a:ea typeface="ＭＳ Ｐゴシック"/>
              <a:cs typeface="Arial"/>
            </a:endParaRPr>
          </a:p>
          <a:p>
            <a:pPr algn="l" marL="0" indent="0">
              <a:lnSpc>
                <a:spcPct val="110000"/>
              </a:lnSpc>
              <a:spcBef>
                <a:spcPts val="0"/>
              </a:spcBef>
              <a:spcAft>
                <a:spcPts val="600"/>
              </a:spcAft>
              <a:buNone/>
              <a:defRPr sz="1700" lang="ja-JP">
                <a:latin typeface="Arial"/>
                <a:ea typeface="ＭＳ Ｐゴシック"/>
                <a:cs typeface="Arial"/>
              </a:defRPr>
            </a:pPr>
            <a:r>
              <a:rPr sz="1700" b="0" lang="ja-JP">
                <a:solidFill>
                  <a:srgbClr val="626669"/>
                </a:solidFill>
                <a:latin typeface="Arial"/>
                <a:ea typeface="ＭＳ Ｐゴシック"/>
                <a:cs typeface="Arial"/>
              </a:rPr>
              <a:t>質問の日本語訳 ニコラ・テスラがアメリカへ移住したのは何年か？</a:t>
            </a:r>
            <a:endParaRPr sz="1700" lang="ja-JP">
              <a:latin typeface="Arial"/>
              <a:ea typeface="ＭＳ Ｐゴシック"/>
              <a:cs typeface="Arial"/>
            </a:endParaRPr>
          </a:p>
        </p:txBody>
      </p:sp>
      <p:sp>
        <p:nvSpPr>
          <p:cNvPr id="8" name="example-answer"/>
          <p:cNvSpPr txBox="1"/>
          <p:nvPr/>
        </p:nvSpPr>
        <p:spPr>
          <a:xfrm>
            <a:off x="548640" y="391277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Arial"/>
                <a:ea typeface="ＭＳ Ｐゴシック"/>
                <a:cs typeface="Arial"/>
              </a:defRPr>
            </a:pPr>
            <a:r>
              <a:rPr sz="2200" b="1" lang="ja-JP">
                <a:solidFill>
                  <a:srgbClr val="B13731"/>
                </a:solidFill>
                <a:latin typeface="Arial"/>
                <a:ea typeface="ＭＳ Ｐゴシック"/>
                <a:cs typeface="Arial"/>
              </a:rPr>
              <a:t>正解は 1884</a:t>
            </a:r>
            <a:endParaRPr sz="2200" lang="ja-JP">
              <a:latin typeface="Arial"/>
              <a:ea typeface="ＭＳ Ｐゴシック"/>
              <a:cs typeface="Arial"/>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SQuAD 記事名 Nikola_Tesla　https://rajpurkar.github.io/SQuAD-explorer/dataset/dev-v1.1.json（CC BY-SA 4.0／抜粋・強調・質問訳を追加）　ID 56df9ee138dc421700152108</a:t>
            </a:r>
            <a:endParaRPr sz="850" lang="ja-JP">
              <a:latin typeface="Arial"/>
              <a:ea typeface="ＭＳ Ｐゴシック"/>
              <a:cs typeface="Arial"/>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実例3 技術記事の質問</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Arial"/>
                <a:ea typeface="ＭＳ Ｐゴシック"/>
                <a:cs typeface="Arial"/>
              </a:defRPr>
            </a:pPr>
            <a:r>
              <a:rPr sz="1400" b="1" lang="ja-JP">
                <a:solidFill>
                  <a:srgbClr val="FFFEF8"/>
                </a:solidFill>
                <a:latin typeface="Arial"/>
                <a:ea typeface="ＭＳ Ｐゴシック"/>
                <a:cs typeface="Arial"/>
              </a:rPr>
              <a:t>タスクの実例</a:t>
            </a:r>
            <a:endParaRPr sz="1400" lang="ja-JP">
              <a:latin typeface="Arial"/>
              <a:ea typeface="ＭＳ Ｐゴシック"/>
              <a:cs typeface="Arial"/>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626669"/>
                </a:solidFill>
                <a:latin typeface="Arial"/>
                <a:ea typeface="ＭＳ Ｐゴシック"/>
                <a:cs typeface="Arial"/>
              </a:rPr>
              <a:t>Wikipedia記事の段落（抜粋）</a:t>
            </a:r>
            <a:endParaRPr sz="1400" lang="ja-JP">
              <a:latin typeface="Arial"/>
              <a:ea typeface="ＭＳ Ｐゴシック"/>
              <a:cs typeface="Arial"/>
            </a:endParaRPr>
          </a:p>
        </p:txBody>
      </p:sp>
      <p:sp>
        <p:nvSpPr>
          <p:cNvPr id="5" name="quote-frame"/>
          <p:cNvSpPr/>
          <p:nvPr/>
        </p:nvSpPr>
        <p:spPr>
          <a:xfrm>
            <a:off x="548640" y="1715797"/>
            <a:ext cx="8046720" cy="10501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Steam engines are </a:t>
            </a:r>
            <a:r>
              <a:rPr sz="1800" b="1" lang="ja-JP">
                <a:solidFill>
                  <a:srgbClr val="B13731"/>
                </a:solidFill>
                <a:latin typeface="Arial"/>
                <a:ea typeface="ＭＳ Ｐゴシック"/>
                <a:cs typeface="Arial"/>
              </a:rPr>
              <a:t>external combustion</a:t>
            </a:r>
            <a:r>
              <a:rPr sz="1800" b="0" lang="ja-JP">
                <a:solidFill>
                  <a:srgbClr val="303437"/>
                </a:solidFill>
                <a:latin typeface="Arial"/>
                <a:ea typeface="ＭＳ Ｐゴシック"/>
                <a:cs typeface="Arial"/>
              </a:rPr>
              <a:t> engines, where the working fluid is separate from the combustion products. Non-combustion heat sources such as solar power, nuclear power or geothermal energy may be used.</a:t>
            </a:r>
            <a:endParaRPr sz="1800" lang="ja-JP">
              <a:latin typeface="Arial"/>
              <a:ea typeface="ＭＳ Ｐゴシック"/>
              <a:cs typeface="Arial"/>
            </a:endParaRPr>
          </a:p>
        </p:txBody>
      </p:sp>
      <p:sp>
        <p:nvSpPr>
          <p:cNvPr id="7" name="example-question"/>
          <p:cNvSpPr txBox="1"/>
          <p:nvPr/>
        </p:nvSpPr>
        <p:spPr>
          <a:xfrm>
            <a:off x="548640" y="296916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Arial"/>
                <a:ea typeface="ＭＳ Ｐゴシック"/>
                <a:cs typeface="Arial"/>
              </a:defRPr>
            </a:pPr>
            <a:r>
              <a:rPr sz="1900" b="1" lang="ja-JP">
                <a:solidFill>
                  <a:srgbClr val="303437"/>
                </a:solidFill>
                <a:latin typeface="Arial"/>
                <a:ea typeface="ＭＳ Ｐゴシック"/>
                <a:cs typeface="Arial"/>
              </a:rPr>
              <a:t>質問 </a:t>
            </a:r>
            <a:r>
              <a:rPr sz="1900" b="0" lang="ja-JP">
                <a:solidFill>
                  <a:srgbClr val="303437"/>
                </a:solidFill>
                <a:latin typeface="Arial"/>
                <a:ea typeface="ＭＳ Ｐゴシック"/>
                <a:cs typeface="Arial"/>
              </a:rPr>
              <a:t>What types of engines are steam engines?</a:t>
            </a:r>
            <a:endParaRPr sz="1900" lang="ja-JP">
              <a:latin typeface="Arial"/>
              <a:ea typeface="ＭＳ Ｐゴシック"/>
              <a:cs typeface="Arial"/>
            </a:endParaRPr>
          </a:p>
          <a:p>
            <a:pPr algn="l" marL="0" indent="0">
              <a:lnSpc>
                <a:spcPct val="110000"/>
              </a:lnSpc>
              <a:spcBef>
                <a:spcPts val="0"/>
              </a:spcBef>
              <a:spcAft>
                <a:spcPts val="600"/>
              </a:spcAft>
              <a:buNone/>
              <a:defRPr sz="1700" lang="ja-JP">
                <a:latin typeface="Arial"/>
                <a:ea typeface="ＭＳ Ｐゴシック"/>
                <a:cs typeface="Arial"/>
              </a:defRPr>
            </a:pPr>
            <a:r>
              <a:rPr sz="1700" b="0" lang="ja-JP">
                <a:solidFill>
                  <a:srgbClr val="626669"/>
                </a:solidFill>
                <a:latin typeface="Arial"/>
                <a:ea typeface="ＭＳ Ｐゴシック"/>
                <a:cs typeface="Arial"/>
              </a:rPr>
              <a:t>質問の日本語訳 蒸気機関はどのような種類の機関か？</a:t>
            </a:r>
            <a:endParaRPr sz="1700" lang="ja-JP">
              <a:latin typeface="Arial"/>
              <a:ea typeface="ＭＳ Ｐゴシック"/>
              <a:cs typeface="Arial"/>
            </a:endParaRPr>
          </a:p>
        </p:txBody>
      </p:sp>
      <p:sp>
        <p:nvSpPr>
          <p:cNvPr id="8" name="example-answer"/>
          <p:cNvSpPr txBox="1"/>
          <p:nvPr/>
        </p:nvSpPr>
        <p:spPr>
          <a:xfrm>
            <a:off x="548640" y="361686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Arial"/>
                <a:ea typeface="ＭＳ Ｐゴシック"/>
                <a:cs typeface="Arial"/>
              </a:defRPr>
            </a:pPr>
            <a:r>
              <a:rPr sz="2200" b="1" lang="ja-JP">
                <a:solidFill>
                  <a:srgbClr val="B13731"/>
                </a:solidFill>
                <a:latin typeface="Arial"/>
                <a:ea typeface="ＭＳ Ｐゴシック"/>
                <a:cs typeface="Arial"/>
              </a:rPr>
              <a:t>正解は external combustion</a:t>
            </a:r>
            <a:endParaRPr sz="2200" lang="ja-JP">
              <a:latin typeface="Arial"/>
              <a:ea typeface="ＭＳ Ｐゴシック"/>
              <a:cs typeface="Arial"/>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SQuAD 記事名 Steam_engine　https://rajpurkar.github.io/SQuAD-explorer/dataset/dev-v1.1.json（CC BY-SA 4.0／抜粋・強調・質問訳を追加）　ID 57112686b654c5140001fbd7</a:t>
            </a:r>
            <a:endParaRPr sz="850" lang="ja-JP">
              <a:latin typeface="Arial"/>
              <a:ea typeface="ＭＳ Ｐゴシック"/>
              <a:cs typeface="Arial"/>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実例4 文章から回答できない質問</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Arial"/>
                <a:ea typeface="ＭＳ Ｐゴシック"/>
                <a:cs typeface="Arial"/>
              </a:defRPr>
            </a:pPr>
            <a:r>
              <a:rPr sz="1400" b="1" lang="ja-JP">
                <a:solidFill>
                  <a:srgbClr val="FFFEF8"/>
                </a:solidFill>
                <a:latin typeface="Arial"/>
                <a:ea typeface="ＭＳ Ｐゴシック"/>
                <a:cs typeface="Arial"/>
              </a:rPr>
              <a:t>タスクの実例</a:t>
            </a:r>
            <a:endParaRPr sz="1400" lang="ja-JP">
              <a:latin typeface="Arial"/>
              <a:ea typeface="ＭＳ Ｐゴシック"/>
              <a:cs typeface="Arial"/>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626669"/>
                </a:solidFill>
                <a:latin typeface="Arial"/>
                <a:ea typeface="ＭＳ Ｐゴシック"/>
                <a:cs typeface="Arial"/>
              </a:rPr>
              <a:t>Wikipedia記事の段落（抜粋）</a:t>
            </a:r>
            <a:endParaRPr sz="1400" lang="ja-JP">
              <a:latin typeface="Arial"/>
              <a:ea typeface="ＭＳ Ｐゴシック"/>
              <a:cs typeface="Arial"/>
            </a:endParaRPr>
          </a:p>
        </p:txBody>
      </p:sp>
      <p:sp>
        <p:nvSpPr>
          <p:cNvPr id="5" name="quote-frame"/>
          <p:cNvSpPr/>
          <p:nvPr/>
        </p:nvSpPr>
        <p:spPr>
          <a:xfrm>
            <a:off x="548640" y="1715797"/>
            <a:ext cx="8046720" cy="10501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They were descended from Norse ("Norman" comes from "Norseman") raiders and pirates from Denmark, Iceland and Norway who, under their leader Rollo, agreed to swear fealty to King Charles III of West Francia.</a:t>
            </a:r>
            <a:endParaRPr sz="1800" lang="ja-JP">
              <a:latin typeface="Arial"/>
              <a:ea typeface="ＭＳ Ｐゴシック"/>
              <a:cs typeface="Arial"/>
            </a:endParaRPr>
          </a:p>
        </p:txBody>
      </p:sp>
      <p:sp>
        <p:nvSpPr>
          <p:cNvPr id="7" name="example-question"/>
          <p:cNvSpPr txBox="1"/>
          <p:nvPr/>
        </p:nvSpPr>
        <p:spPr>
          <a:xfrm>
            <a:off x="548640" y="296916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Arial"/>
                <a:ea typeface="ＭＳ Ｐゴシック"/>
                <a:cs typeface="Arial"/>
              </a:defRPr>
            </a:pPr>
            <a:r>
              <a:rPr sz="1900" b="1" lang="ja-JP">
                <a:solidFill>
                  <a:srgbClr val="303437"/>
                </a:solidFill>
                <a:latin typeface="Arial"/>
                <a:ea typeface="ＭＳ Ｐゴシック"/>
                <a:cs typeface="Arial"/>
              </a:rPr>
              <a:t>質問 </a:t>
            </a:r>
            <a:r>
              <a:rPr sz="1900" b="0" lang="ja-JP">
                <a:solidFill>
                  <a:srgbClr val="303437"/>
                </a:solidFill>
                <a:latin typeface="Arial"/>
                <a:ea typeface="ＭＳ Ｐゴシック"/>
                <a:cs typeface="Arial"/>
              </a:rPr>
              <a:t>Who did King Charles III swear fealty to?</a:t>
            </a:r>
            <a:endParaRPr sz="1900" lang="ja-JP">
              <a:latin typeface="Arial"/>
              <a:ea typeface="ＭＳ Ｐゴシック"/>
              <a:cs typeface="Arial"/>
            </a:endParaRPr>
          </a:p>
          <a:p>
            <a:pPr algn="l" marL="0" indent="0">
              <a:lnSpc>
                <a:spcPct val="110000"/>
              </a:lnSpc>
              <a:spcBef>
                <a:spcPts val="0"/>
              </a:spcBef>
              <a:spcAft>
                <a:spcPts val="600"/>
              </a:spcAft>
              <a:buNone/>
              <a:defRPr sz="1700" lang="ja-JP">
                <a:latin typeface="Arial"/>
                <a:ea typeface="ＭＳ Ｐゴシック"/>
                <a:cs typeface="Arial"/>
              </a:defRPr>
            </a:pPr>
            <a:r>
              <a:rPr sz="1700" b="0" lang="ja-JP">
                <a:solidFill>
                  <a:srgbClr val="626669"/>
                </a:solidFill>
                <a:latin typeface="Arial"/>
                <a:ea typeface="ＭＳ Ｐゴシック"/>
                <a:cs typeface="Arial"/>
              </a:rPr>
              <a:t>質問の日本語訳 シャルル3世は誰に忠誠を誓ったか？</a:t>
            </a:r>
            <a:endParaRPr sz="1700" lang="ja-JP">
              <a:latin typeface="Arial"/>
              <a:ea typeface="ＭＳ Ｐゴシック"/>
              <a:cs typeface="Arial"/>
            </a:endParaRPr>
          </a:p>
        </p:txBody>
      </p:sp>
      <p:sp>
        <p:nvSpPr>
          <p:cNvPr id="8" name="example-answer"/>
          <p:cNvSpPr txBox="1"/>
          <p:nvPr/>
        </p:nvSpPr>
        <p:spPr>
          <a:xfrm>
            <a:off x="548640" y="361686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Arial"/>
                <a:ea typeface="ＭＳ Ｐゴシック"/>
                <a:cs typeface="Arial"/>
              </a:defRPr>
            </a:pPr>
            <a:r>
              <a:rPr sz="2200" b="1" lang="ja-JP">
                <a:solidFill>
                  <a:srgbClr val="B13731"/>
                </a:solidFill>
                <a:latin typeface="Arial"/>
                <a:ea typeface="ＭＳ Ｐゴシック"/>
                <a:cs typeface="Arial"/>
              </a:rPr>
              <a:t>正解は 回答不能（文章に根拠がない）</a:t>
            </a:r>
            <a:endParaRPr sz="2200" lang="ja-JP">
              <a:latin typeface="Arial"/>
              <a:ea typeface="ＭＳ Ｐゴシック"/>
              <a:cs typeface="Arial"/>
            </a:endParaRPr>
          </a:p>
        </p:txBody>
      </p:sp>
      <p:sp>
        <p:nvSpPr>
          <p:cNvPr id="9" name="content-text"/>
          <p:cNvSpPr txBox="1"/>
          <p:nvPr/>
        </p:nvSpPr>
        <p:spPr>
          <a:xfrm>
            <a:off x="548640" y="4061360"/>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Rollo の側が王に忠誠を誓う。王が誰に誓ったかは記載されていない。</a:t>
            </a:r>
            <a:endParaRPr sz="1400" lang="ja-JP">
              <a:latin typeface="Arial"/>
              <a:ea typeface="ＭＳ Ｐゴシック"/>
              <a:cs typeface="Arial"/>
            </a:endParaRPr>
          </a:p>
        </p:txBody>
      </p:sp>
      <p:sp>
        <p:nvSpPr>
          <p:cNvPr id="10"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SQuAD 記事名 Normans　https://rajpurkar.github.io/SQuAD-explorer/dataset/dev-v2.0.json（CC BY-SA 4.0／抜粋・強調・質問訳を追加）　ID 5ad39d53604f3c001a3fe8d3</a:t>
            </a:r>
            <a:endParaRPr sz="850" lang="ja-JP">
              <a:latin typeface="Arial"/>
              <a:ea typeface="ＭＳ Ｐゴシック"/>
              <a:cs typeface="Arial"/>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lnSpc>
                <a:spcPct val="110000"/>
              </a:lnSpc>
              <a:spcBef>
                <a:spcPts val="0"/>
              </a:spcBef>
              <a:spcAft>
                <a:spcPts val="0"/>
              </a:spcAft>
              <a:buNone/>
              <a:defRPr sz="4000" lang="ja-JP">
                <a:latin typeface="Arial"/>
                <a:ea typeface="ＭＳ Ｐゴシック"/>
                <a:cs typeface="Arial"/>
              </a:defRPr>
            </a:pPr>
            <a:r>
              <a:rPr sz="4000" lang="ja-JP" b="1">
                <a:solidFill>
                  <a:srgbClr val="303437"/>
                </a:solidFill>
                <a:latin typeface="Arial"/>
                <a:ea typeface="ＭＳ Ｐゴシック"/>
                <a:cs typeface="Arial"/>
              </a:rPr>
              <a:t>2 作成方法と規模</a:t>
            </a:r>
            <a:endParaRPr sz="4000" lang="ja-JP">
              <a:latin typeface="Arial"/>
              <a:ea typeface="ＭＳ Ｐゴシック"/>
              <a:cs typeface="Arial"/>
            </a:endParaRPr>
          </a:p>
        </p:txBody>
      </p:sp>
      <p:sp>
        <p:nvSpPr>
          <p:cNvPr id="3" name="Title 2"/>
          <p:cNvSpPr>
            <a:spLocks noGrp="1"/>
          </p:cNvSpPr>
          <p:nvPr>
            <p:ph type="title" idx="2"/>
          </p:nvPr>
        </p:nvSpPr>
        <p:spPr/>
        <p:txBody>
          <a:bodyPr/>
          <a:lstStyle/>
          <a:p>
            <a:p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Wikipediaの記事と段落の選定方法</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Arial"/>
                <a:ea typeface="ＭＳ Ｐゴシック"/>
                <a:cs typeface="Arial"/>
              </a:defRPr>
            </a:pPr>
            <a:r>
              <a:rPr sz="1400" b="1" lang="ja-JP">
                <a:solidFill>
                  <a:srgbClr val="FFFEF8"/>
                </a:solidFill>
                <a:latin typeface="Arial"/>
                <a:ea typeface="ＭＳ Ｐゴシック"/>
                <a:cs typeface="Arial"/>
              </a:rPr>
              <a:t>概要</a:t>
            </a:r>
            <a:endParaRPr sz="1400" lang="ja-JP">
              <a:latin typeface="Arial"/>
              <a:ea typeface="ＭＳ Ｐゴシック"/>
              <a:cs typeface="Arial"/>
            </a:endParaRPr>
          </a:p>
        </p:txBody>
      </p:sp>
      <p:sp>
        <p:nvSpPr>
          <p:cNvPr id="4" name="content-text"/>
          <p:cNvSpPr txBox="1"/>
          <p:nvPr/>
        </p:nvSpPr>
        <p:spPr>
          <a:xfrm>
            <a:off x="594360" y="1465897"/>
            <a:ext cx="8046720" cy="3086100"/>
          </a:xfrm>
          <a:prstGeom prst="rect">
            <a:avLst/>
          </a:prstGeom>
          <a:noFill/>
        </p:spPr>
        <p:txBody>
          <a:bodyPr wrap="square" anchor="t" lIns="91425" rIns="91425" tIns="91425" bIns="91425">
            <a:no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l">
              <a:defRPr sz="2300" lang="ja-JP">
                <a:latin typeface="Arial"/>
                <a:ea typeface="ＭＳ Ｐゴシック"/>
                <a:cs typeface="Arial"/>
              </a:defRPr>
            </a:pPr>
            <a:r>
              <a:rPr sz="2300" b="0" lang="ja-JP">
                <a:solidFill>
                  <a:srgbClr val="303437"/>
                </a:solidFill>
                <a:latin typeface="Arial"/>
                <a:ea typeface="ＭＳ Ｐゴシック"/>
                <a:cs typeface="Arial"/>
              </a:rPr>
              <a:t>2016年論文で報告された収集設計 </a:t>
            </a:r>
            <a:r>
              <a:rPr sz="2300" b="0" lang="ja-JP">
                <a:solidFill>
                  <a:srgbClr val="303437"/>
                </a:solidFill>
                <a:latin typeface="Arial"/>
                <a:ea typeface="ＭＳ Ｐゴシック"/>
                <a:cs typeface="Arial"/>
              </a:rPr>
              <a:t>[1]</a:t>
            </a:r>
            <a:r>
              <a:rPr sz="2300" b="0" lang="ja-JP">
                <a:solidFill>
                  <a:srgbClr val="303437"/>
                </a:solidFill>
                <a:latin typeface="Arial"/>
                <a:ea typeface="ＭＳ Ｐゴシック"/>
                <a:cs typeface="Arial"/>
              </a:rPr>
              <a:t>。</a:t>
            </a:r>
            <a:endParaRPr sz="2300" lang="ja-JP">
              <a:latin typeface="Arial"/>
              <a:ea typeface="ＭＳ Ｐゴシック"/>
              <a:cs typeface="Arial"/>
            </a:endParaRPr>
          </a:p>
          <a:p>
            <a:pPr algn="l">
              <a:defRPr sz="2200" lang="ja-JP">
                <a:latin typeface="Arial"/>
                <a:ea typeface="ＭＳ Ｐゴシック"/>
                <a:cs typeface="Arial"/>
              </a:defRPr>
            </a:pPr>
            <a:r>
              <a:rPr sz="2200" b="0" lang="ja-JP">
                <a:solidFill>
                  <a:srgbClr val="303437"/>
                </a:solidFill>
                <a:latin typeface="Arial"/>
                <a:ea typeface="ＭＳ Ｐゴシック"/>
                <a:cs typeface="Arial"/>
              </a:rPr>
              <a:t>英語Wikipediaの記事を、PageRankを用いて順位付け。</a:t>
            </a:r>
            <a:endParaRPr sz="2200" lang="ja-JP">
              <a:latin typeface="Arial"/>
              <a:ea typeface="ＭＳ Ｐゴシック"/>
              <a:cs typeface="Arial"/>
            </a:endParaRPr>
          </a:p>
          <a:p>
            <a:pPr lvl="1" algn="l">
              <a:defRPr sz="2100" lang="ja-JP">
                <a:latin typeface="Arial"/>
                <a:ea typeface="ＭＳ Ｐゴシック"/>
                <a:cs typeface="Arial"/>
              </a:defRPr>
            </a:pPr>
            <a:r>
              <a:rPr sz="2100" b="0" lang="ja-JP">
                <a:solidFill>
                  <a:srgbClr val="303437"/>
                </a:solidFill>
                <a:latin typeface="Arial"/>
                <a:ea typeface="ＭＳ Ｐゴシック"/>
                <a:cs typeface="Arial"/>
              </a:rPr>
              <a:t>上位10,000記事から536記事を無作為に選ぶ。</a:t>
            </a:r>
            <a:endParaRPr sz="2100" lang="ja-JP">
              <a:latin typeface="Arial"/>
              <a:ea typeface="ＭＳ Ｐゴシック"/>
              <a:cs typeface="Arial"/>
            </a:endParaRPr>
          </a:p>
          <a:p>
            <a:pPr algn="l">
              <a:defRPr sz="2200" lang="ja-JP">
                <a:latin typeface="Arial"/>
                <a:ea typeface="ＭＳ Ｐゴシック"/>
                <a:cs typeface="Arial"/>
              </a:defRPr>
            </a:pPr>
            <a:r>
              <a:rPr sz="2200" b="0" lang="ja-JP">
                <a:solidFill>
                  <a:srgbClr val="303437"/>
                </a:solidFill>
                <a:latin typeface="Arial"/>
                <a:ea typeface="ＭＳ Ｐゴシック"/>
                <a:cs typeface="Arial"/>
              </a:rPr>
              <a:t>各記事から段落を取り出し、500文字未満の段落を除く。</a:t>
            </a:r>
            <a:endParaRPr sz="2200" lang="ja-JP">
              <a:latin typeface="Arial"/>
              <a:ea typeface="ＭＳ Ｐゴシック"/>
              <a:cs typeface="Arial"/>
            </a:endParaRPr>
          </a:p>
          <a:p>
            <a:pPr algn="l">
              <a:defRPr sz="2200" lang="ja-JP">
                <a:latin typeface="Arial"/>
                <a:ea typeface="ＭＳ Ｐゴシック"/>
                <a:cs typeface="Arial"/>
              </a:defRPr>
            </a:pPr>
            <a:r>
              <a:rPr sz="2200" b="0" lang="ja-JP">
                <a:solidFill>
                  <a:srgbClr val="303437"/>
                </a:solidFill>
                <a:latin typeface="Arial"/>
                <a:ea typeface="ＭＳ Ｐゴシック"/>
                <a:cs typeface="Arial"/>
              </a:rPr>
              <a:t>学習・開発・テストを記事単位で分ける。</a:t>
            </a:r>
            <a:endParaRPr sz="2200" lang="ja-JP">
              <a:latin typeface="Arial"/>
              <a:ea typeface="ＭＳ Ｐゴシック"/>
              <a:cs typeface="Arial"/>
            </a:endParaRPr>
          </a:p>
          <a:p>
            <a:pPr algn="l">
              <a:defRPr sz="2200" lang="ja-JP">
                <a:latin typeface="Arial"/>
                <a:ea typeface="ＭＳ Ｐゴシック"/>
                <a:cs typeface="Arial"/>
              </a:defRPr>
            </a:pPr>
            <a:r>
              <a:rPr sz="2200" b="0" lang="ja-JP">
                <a:solidFill>
                  <a:srgbClr val="303437"/>
                </a:solidFill>
                <a:latin typeface="Arial"/>
                <a:ea typeface="ＭＳ Ｐゴシック"/>
                <a:cs typeface="Arial"/>
              </a:rPr>
              <a:t>入力 context は記事全文ではなく、選ばれた段落。</a:t>
            </a:r>
            <a:endParaRPr sz="2200" lang="ja-JP">
              <a:latin typeface="Arial"/>
              <a:ea typeface="ＭＳ Ｐゴシック"/>
              <a:cs typeface="Arial"/>
            </a:endParaRPr>
          </a:p>
          <a:p>
            <a:pPr lvl="1" algn="l">
              <a:defRPr sz="1800" lang="ja-JP">
                <a:latin typeface="Arial"/>
                <a:ea typeface="ＭＳ Ｐゴシック"/>
                <a:cs typeface="Arial"/>
              </a:defRPr>
            </a:pPr>
            <a:r>
              <a:rPr sz="1800" b="0" lang="ja-JP">
                <a:solidFill>
                  <a:srgbClr val="303437"/>
                </a:solidFill>
                <a:latin typeface="Arial"/>
                <a:ea typeface="ＭＳ Ｐゴシック"/>
                <a:cs typeface="Arial"/>
              </a:rPr>
              <a:t>この選定条件は初版論文の設計。現在の公開JSONの長さとは区別する。</a:t>
            </a:r>
            <a:endParaRPr sz="1800" lang="ja-JP">
              <a:latin typeface="Arial"/>
              <a:ea typeface="ＭＳ Ｐゴシック"/>
              <a:cs typeface="Arial"/>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Rajpurkar et al. (2016), §3 Dataset collection　https://aclanthology.org/D16-1264/</a:t>
            </a:r>
            <a:endParaRPr sz="850" lang="ja-JP">
              <a:latin typeface="Arial"/>
              <a:ea typeface="ＭＳ Ｐゴシック"/>
              <a:cs typeface="Arial"/>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質問と回答の作成方法</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Arial"/>
                <a:ea typeface="ＭＳ Ｐゴシック"/>
                <a:cs typeface="Arial"/>
              </a:defRPr>
            </a:pPr>
            <a:r>
              <a:rPr sz="1400" b="1" lang="ja-JP">
                <a:solidFill>
                  <a:srgbClr val="FFFEF8"/>
                </a:solidFill>
                <a:latin typeface="Arial"/>
                <a:ea typeface="ＭＳ Ｐゴシック"/>
                <a:cs typeface="Arial"/>
              </a:rPr>
              <a:t>概要</a:t>
            </a:r>
            <a:endParaRPr sz="1400" lang="ja-JP">
              <a:latin typeface="Arial"/>
              <a:ea typeface="ＭＳ Ｐゴシック"/>
              <a:cs typeface="Arial"/>
            </a:endParaRPr>
          </a:p>
        </p:txBody>
      </p:sp>
      <p:sp>
        <p:nvSpPr>
          <p:cNvPr id="4" name="content-text"/>
          <p:cNvSpPr txBox="1"/>
          <p:nvPr/>
        </p:nvSpPr>
        <p:spPr>
          <a:xfrm>
            <a:off x="594360" y="1465897"/>
            <a:ext cx="8046720" cy="3086100"/>
          </a:xfrm>
          <a:prstGeom prst="rect">
            <a:avLst/>
          </a:prstGeom>
          <a:noFill/>
        </p:spPr>
        <p:txBody>
          <a:bodyPr wrap="square" anchor="t" lIns="91425" rIns="91425" tIns="91425" bIns="91425">
            <a:no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l">
              <a:defRPr sz="2200" lang="ja-JP">
                <a:latin typeface="Arial"/>
                <a:ea typeface="ＭＳ Ｐゴシック"/>
                <a:cs typeface="Arial"/>
              </a:defRPr>
            </a:pPr>
            <a:r>
              <a:rPr sz="2200" b="0" lang="ja-JP">
                <a:solidFill>
                  <a:srgbClr val="303437"/>
                </a:solidFill>
                <a:latin typeface="Arial"/>
                <a:ea typeface="ＭＳ Ｐゴシック"/>
                <a:cs typeface="Arial"/>
              </a:rPr>
              <a:t>Amazon Mechanical Turkで質問と回答を作成 </a:t>
            </a:r>
            <a:r>
              <a:rPr sz="2200" b="0" lang="ja-JP">
                <a:solidFill>
                  <a:srgbClr val="303437"/>
                </a:solidFill>
                <a:latin typeface="Arial"/>
                <a:ea typeface="ＭＳ Ｐゴシック"/>
                <a:cs typeface="Arial"/>
              </a:rPr>
              <a:t>[1]</a:t>
            </a:r>
            <a:r>
              <a:rPr sz="2200" b="0" lang="ja-JP">
                <a:solidFill>
                  <a:srgbClr val="303437"/>
                </a:solidFill>
                <a:latin typeface="Arial"/>
                <a:ea typeface="ＭＳ Ｐゴシック"/>
                <a:cs typeface="Arial"/>
              </a:rPr>
              <a:t>。</a:t>
            </a:r>
            <a:endParaRPr sz="2200" lang="ja-JP">
              <a:latin typeface="Arial"/>
              <a:ea typeface="ＭＳ Ｐゴシック"/>
              <a:cs typeface="Arial"/>
            </a:endParaRPr>
          </a:p>
          <a:p>
            <a:pPr algn="l">
              <a:defRPr sz="2200" lang="ja-JP">
                <a:latin typeface="Arial"/>
                <a:ea typeface="ＭＳ Ｐゴシック"/>
                <a:cs typeface="Arial"/>
              </a:defRPr>
            </a:pPr>
            <a:r>
              <a:rPr sz="2200" b="0" lang="ja-JP">
                <a:solidFill>
                  <a:srgbClr val="303437"/>
                </a:solidFill>
                <a:latin typeface="Arial"/>
                <a:ea typeface="ＭＳ Ｐゴシック"/>
                <a:cs typeface="Arial"/>
              </a:rPr>
              <a:t>作業者には段落を提示し、最大5問作るよう指示。</a:t>
            </a:r>
            <a:endParaRPr sz="2200" lang="ja-JP">
              <a:latin typeface="Arial"/>
              <a:ea typeface="ＭＳ Ｐゴシック"/>
              <a:cs typeface="Arial"/>
            </a:endParaRPr>
          </a:p>
          <a:p>
            <a:pPr lvl="1" algn="l">
              <a:defRPr sz="2100" lang="ja-JP">
                <a:latin typeface="Arial"/>
                <a:ea typeface="ＭＳ Ｐゴシック"/>
                <a:cs typeface="Arial"/>
              </a:defRPr>
            </a:pPr>
            <a:r>
              <a:rPr sz="2100" b="0" lang="ja-JP">
                <a:solidFill>
                  <a:srgbClr val="303437"/>
                </a:solidFill>
                <a:latin typeface="Arial"/>
                <a:ea typeface="ＭＳ Ｐゴシック"/>
                <a:cs typeface="Arial"/>
              </a:rPr>
              <a:t>段落だけから回答できる質問にする。</a:t>
            </a:r>
            <a:endParaRPr sz="2100" lang="ja-JP">
              <a:latin typeface="Arial"/>
              <a:ea typeface="ＭＳ Ｐゴシック"/>
              <a:cs typeface="Arial"/>
            </a:endParaRPr>
          </a:p>
          <a:p>
            <a:pPr lvl="1" algn="l">
              <a:defRPr sz="2100" lang="ja-JP">
                <a:latin typeface="Arial"/>
                <a:ea typeface="ＭＳ Ｐゴシック"/>
                <a:cs typeface="Arial"/>
              </a:defRPr>
            </a:pPr>
            <a:r>
              <a:rPr sz="2100" b="0" lang="ja-JP">
                <a:solidFill>
                  <a:srgbClr val="303437"/>
                </a:solidFill>
                <a:latin typeface="Arial"/>
                <a:ea typeface="ＭＳ Ｐゴシック"/>
                <a:cs typeface="Arial"/>
              </a:rPr>
              <a:t>本文のコピーではなく、自分の言葉で質問を書く。</a:t>
            </a:r>
            <a:endParaRPr sz="2100" lang="ja-JP">
              <a:latin typeface="Arial"/>
              <a:ea typeface="ＭＳ Ｐゴシック"/>
              <a:cs typeface="Arial"/>
            </a:endParaRPr>
          </a:p>
          <a:p>
            <a:pPr lvl="1" algn="l">
              <a:defRPr sz="2100" lang="ja-JP">
                <a:latin typeface="Arial"/>
                <a:ea typeface="ＭＳ Ｐゴシック"/>
                <a:cs typeface="Arial"/>
              </a:defRPr>
            </a:pPr>
            <a:r>
              <a:rPr sz="2100" b="0" lang="ja-JP">
                <a:solidFill>
                  <a:srgbClr val="303437"/>
                </a:solidFill>
                <a:latin typeface="Arial"/>
                <a:ea typeface="ＭＳ Ｐゴシック"/>
                <a:cs typeface="Arial"/>
              </a:rPr>
              <a:t>答えとなる最小限の連続した範囲を、段落内で選択する。</a:t>
            </a:r>
            <a:endParaRPr sz="2100" lang="ja-JP">
              <a:latin typeface="Arial"/>
              <a:ea typeface="ＭＳ Ｐゴシック"/>
              <a:cs typeface="Arial"/>
            </a:endParaRPr>
          </a:p>
          <a:p>
            <a:pPr algn="l">
              <a:defRPr sz="2200" lang="ja-JP">
                <a:latin typeface="Arial"/>
                <a:ea typeface="ＭＳ Ｐゴシック"/>
                <a:cs typeface="Arial"/>
              </a:defRPr>
            </a:pPr>
            <a:r>
              <a:rPr sz="2200" b="0" lang="ja-JP">
                <a:solidFill>
                  <a:srgbClr val="303437"/>
                </a:solidFill>
                <a:latin typeface="Arial"/>
                <a:ea typeface="ＭＳ Ｐゴシック"/>
                <a:cs typeface="Arial"/>
              </a:rPr>
              <a:t>開発・テストでは、別の作業者による追加回答も収集。</a:t>
            </a:r>
            <a:endParaRPr sz="2200" lang="ja-JP">
              <a:latin typeface="Arial"/>
              <a:ea typeface="ＭＳ Ｐゴシック"/>
              <a:cs typeface="Arial"/>
            </a:endParaRPr>
          </a:p>
          <a:p>
            <a:pPr lvl="1" algn="l">
              <a:defRPr sz="2000" lang="ja-JP">
                <a:latin typeface="Arial"/>
                <a:ea typeface="ＭＳ Ｐゴシック"/>
                <a:cs typeface="Arial"/>
              </a:defRPr>
            </a:pPr>
            <a:r>
              <a:rPr sz="2000" b="0" lang="ja-JP">
                <a:solidFill>
                  <a:srgbClr val="303437"/>
                </a:solidFill>
                <a:latin typeface="Arial"/>
                <a:ea typeface="ＭＳ Ｐゴシック"/>
                <a:cs typeface="Arial"/>
              </a:rPr>
              <a:t>表現の違う正解を認め、複数正解のうち最良の一致で評価する。</a:t>
            </a:r>
            <a:endParaRPr sz="2000" lang="ja-JP">
              <a:latin typeface="Arial"/>
              <a:ea typeface="ＭＳ Ｐゴシック"/>
              <a:cs typeface="Arial"/>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Rajpurkar et al. (2016), §3 Dataset collection　https://aclanthology.org/D16-1264/</a:t>
            </a:r>
            <a:endParaRPr sz="850" lang="ja-JP">
              <a:latin typeface="Arial"/>
              <a:ea typeface="ＭＳ Ｐゴシック"/>
              <a:cs typeface="Arial"/>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バージョン2.0を作った理由と作成方法</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Arial"/>
                <a:ea typeface="ＭＳ Ｐゴシック"/>
                <a:cs typeface="Arial"/>
              </a:defRPr>
            </a:pPr>
            <a:r>
              <a:rPr sz="1400" b="1" lang="ja-JP">
                <a:solidFill>
                  <a:srgbClr val="FFFEF8"/>
                </a:solidFill>
                <a:latin typeface="Arial"/>
                <a:ea typeface="ＭＳ Ｐゴシック"/>
                <a:cs typeface="Arial"/>
              </a:rPr>
              <a:t>概要</a:t>
            </a:r>
            <a:endParaRPr sz="1400" lang="ja-JP">
              <a:latin typeface="Arial"/>
              <a:ea typeface="ＭＳ Ｐゴシック"/>
              <a:cs typeface="Arial"/>
            </a:endParaRPr>
          </a:p>
        </p:txBody>
      </p:sp>
      <p:sp>
        <p:nvSpPr>
          <p:cNvPr id="4" name="content-text"/>
          <p:cNvSpPr txBox="1"/>
          <p:nvPr/>
        </p:nvSpPr>
        <p:spPr>
          <a:xfrm>
            <a:off x="594360" y="1465897"/>
            <a:ext cx="8046720" cy="3086100"/>
          </a:xfrm>
          <a:prstGeom prst="rect">
            <a:avLst/>
          </a:prstGeom>
          <a:noFill/>
        </p:spPr>
        <p:txBody>
          <a:bodyPr wrap="square" anchor="t" lIns="91425" rIns="91425" tIns="91425" bIns="91425">
            <a:no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l">
              <a:defRPr sz="2200" lang="ja-JP">
                <a:latin typeface="Arial"/>
                <a:ea typeface="ＭＳ Ｐゴシック"/>
                <a:cs typeface="Arial"/>
              </a:defRPr>
            </a:pPr>
            <a:r>
              <a:rPr sz="2200" b="0" lang="ja-JP">
                <a:solidFill>
                  <a:srgbClr val="303437"/>
                </a:solidFill>
                <a:latin typeface="Arial"/>
                <a:ea typeface="ＭＳ Ｐゴシック"/>
                <a:cs typeface="Arial"/>
              </a:rPr>
              <a:t>初版では、どの質問にも段落内に答えがあった </a:t>
            </a:r>
            <a:r>
              <a:rPr sz="2200" b="0" lang="ja-JP">
                <a:solidFill>
                  <a:srgbClr val="303437"/>
                </a:solidFill>
                <a:latin typeface="Arial"/>
                <a:ea typeface="ＭＳ Ｐゴシック"/>
                <a:cs typeface="Arial"/>
              </a:rPr>
              <a:t>[1]</a:t>
            </a:r>
            <a:r>
              <a:rPr sz="2200" b="0" lang="ja-JP">
                <a:solidFill>
                  <a:srgbClr val="303437"/>
                </a:solidFill>
                <a:latin typeface="Arial"/>
                <a:ea typeface="ＭＳ Ｐゴシック"/>
                <a:cs typeface="Arial"/>
              </a:rPr>
              <a:t>。</a:t>
            </a:r>
            <a:endParaRPr sz="2200" lang="ja-JP">
              <a:latin typeface="Arial"/>
              <a:ea typeface="ＭＳ Ｐゴシック"/>
              <a:cs typeface="Arial"/>
            </a:endParaRPr>
          </a:p>
          <a:p>
            <a:pPr algn="l">
              <a:defRPr sz="2100" lang="ja-JP">
                <a:latin typeface="Arial"/>
                <a:ea typeface="ＭＳ Ｐゴシック"/>
                <a:cs typeface="Arial"/>
              </a:defRPr>
            </a:pPr>
            <a:r>
              <a:rPr sz="2100" b="0" lang="ja-JP">
                <a:solidFill>
                  <a:srgbClr val="303437"/>
                </a:solidFill>
                <a:latin typeface="Arial"/>
                <a:ea typeface="ＭＳ Ｐゴシック"/>
                <a:cs typeface="Arial"/>
              </a:rPr>
              <a:t>作業者が各段落に対し、回答不能な質問を最大5問作成した。</a:t>
            </a:r>
            <a:endParaRPr sz="2100" lang="ja-JP">
              <a:latin typeface="Arial"/>
              <a:ea typeface="ＭＳ Ｐゴシック"/>
              <a:cs typeface="Arial"/>
            </a:endParaRPr>
          </a:p>
          <a:p>
            <a:pPr lvl="1" algn="l">
              <a:defRPr sz="2000" lang="ja-JP">
                <a:latin typeface="Arial"/>
                <a:ea typeface="ＭＳ Ｐゴシック"/>
                <a:cs typeface="Arial"/>
              </a:defRPr>
            </a:pPr>
            <a:r>
              <a:rPr sz="2000" b="0" lang="ja-JP">
                <a:solidFill>
                  <a:srgbClr val="303437"/>
                </a:solidFill>
                <a:latin typeface="Arial"/>
                <a:ea typeface="ＭＳ Ｐゴシック"/>
                <a:cs typeface="Arial"/>
              </a:rPr>
              <a:t>段落の話題に関連し、回答可能な質問に見えるようにする。</a:t>
            </a:r>
            <a:endParaRPr sz="2000" lang="ja-JP">
              <a:latin typeface="Arial"/>
              <a:ea typeface="ＭＳ Ｐゴシック"/>
              <a:cs typeface="Arial"/>
            </a:endParaRPr>
          </a:p>
          <a:p>
            <a:pPr lvl="1" algn="l">
              <a:defRPr sz="2000" lang="ja-JP">
                <a:latin typeface="Arial"/>
                <a:ea typeface="ＭＳ Ｐゴシック"/>
                <a:cs typeface="Arial"/>
              </a:defRPr>
            </a:pPr>
            <a:r>
              <a:rPr sz="2000" b="0" lang="ja-JP">
                <a:solidFill>
                  <a:srgbClr val="303437"/>
                </a:solidFill>
                <a:latin typeface="Arial"/>
                <a:ea typeface="ＭＳ Ｐゴシック"/>
                <a:cs typeface="Arial"/>
              </a:rPr>
              <a:t>段落内に、答えに見える候補がある質問にする。</a:t>
            </a:r>
            <a:endParaRPr sz="2000" lang="ja-JP">
              <a:latin typeface="Arial"/>
              <a:ea typeface="ＭＳ Ｐゴシック"/>
              <a:cs typeface="Arial"/>
            </a:endParaRPr>
          </a:p>
          <a:p>
            <a:pPr algn="l">
              <a:defRPr sz="2100" lang="ja-JP">
                <a:latin typeface="Arial"/>
                <a:ea typeface="ＭＳ Ｐゴシック"/>
                <a:cs typeface="Arial"/>
              </a:defRPr>
            </a:pPr>
            <a:r>
              <a:rPr sz="2100" b="0" lang="ja-JP">
                <a:solidFill>
                  <a:srgbClr val="303437"/>
                </a:solidFill>
                <a:latin typeface="Arial"/>
                <a:ea typeface="ＭＳ Ｐゴシック"/>
                <a:cs typeface="Arial"/>
              </a:rPr>
              <a:t>記事・段落ごとの作業を分配し、人手で50,000問以上を追加。</a:t>
            </a:r>
            <a:endParaRPr sz="2100" lang="ja-JP">
              <a:latin typeface="Arial"/>
              <a:ea typeface="ＭＳ Ｐゴシック"/>
              <a:cs typeface="Arial"/>
            </a:endParaRPr>
          </a:p>
          <a:p>
            <a:pPr algn="l">
              <a:defRPr sz="2100" lang="ja-JP">
                <a:latin typeface="Arial"/>
                <a:ea typeface="ＭＳ Ｐゴシック"/>
                <a:cs typeface="Arial"/>
              </a:defRPr>
            </a:pPr>
            <a:r>
              <a:rPr sz="2100" b="0" lang="ja-JP">
                <a:solidFill>
                  <a:srgbClr val="303437"/>
                </a:solidFill>
                <a:latin typeface="Arial"/>
                <a:ea typeface="ＭＳ Ｐゴシック"/>
                <a:cs typeface="Arial"/>
              </a:rPr>
              <a:t>回答範囲の抽出と、回答保留の判断を評価する。</a:t>
            </a:r>
            <a:endParaRPr sz="2100" lang="ja-JP">
              <a:latin typeface="Arial"/>
              <a:ea typeface="ＭＳ Ｐゴシック"/>
              <a:cs typeface="Arial"/>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Rajpurkar, Jia &amp; Liang (2018), §1・§3　https://aclanthology.org/P18-2124/</a:t>
            </a:r>
            <a:endParaRPr sz="850" lang="ja-JP">
              <a:latin typeface="Arial"/>
              <a:ea typeface="ＭＳ Ｐゴシック"/>
              <a:cs typeface="Arial"/>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SQuAD のバージョン1.1と2.0</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Arial"/>
                <a:ea typeface="ＭＳ Ｐゴシック"/>
                <a:cs typeface="Arial"/>
              </a:defRPr>
            </a:pPr>
            <a:r>
              <a:rPr sz="1400" b="1" lang="ja-JP">
                <a:solidFill>
                  <a:srgbClr val="FFFEF8"/>
                </a:solidFill>
                <a:latin typeface="Arial"/>
                <a:ea typeface="ＭＳ Ｐゴシック"/>
                <a:cs typeface="Arial"/>
              </a:rPr>
              <a:t>バージョンと規模</a:t>
            </a:r>
            <a:endParaRPr sz="1400" lang="ja-JP">
              <a:latin typeface="Arial"/>
              <a:ea typeface="ＭＳ Ｐゴシック"/>
              <a:cs typeface="Arial"/>
            </a:endParaRPr>
          </a:p>
        </p:txBody>
      </p:sp>
      <p:sp>
        <p:nvSpPr>
          <p:cNvPr id="4" name="content-text"/>
          <p:cNvSpPr txBox="1"/>
          <p:nvPr/>
        </p:nvSpPr>
        <p:spPr>
          <a:xfrm>
            <a:off x="594360" y="1543050"/>
            <a:ext cx="8046720" cy="2674620"/>
          </a:xfrm>
          <a:prstGeom prst="rect">
            <a:avLst/>
          </a:prstGeom>
          <a:noFill/>
        </p:spPr>
        <p:txBody>
          <a:bodyPr wrap="square" anchor="t" lIns="91425" rIns="91425" tIns="91425" bIns="91425">
            <a:no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l">
              <a:defRPr sz="2300" lang="ja-JP">
                <a:latin typeface="Arial"/>
                <a:ea typeface="ＭＳ Ｐゴシック"/>
                <a:cs typeface="Arial"/>
              </a:defRPr>
            </a:pPr>
            <a:r>
              <a:rPr sz="2300" b="0" lang="ja-JP">
                <a:solidFill>
                  <a:srgbClr val="303437"/>
                </a:solidFill>
                <a:latin typeface="Arial"/>
                <a:ea typeface="ＭＳ Ｐゴシック"/>
                <a:cs typeface="Arial"/>
              </a:rPr>
              <a:t>バージョン1.1は、文章に答えがある質問を扱う </a:t>
            </a:r>
            <a:r>
              <a:rPr sz="2300" b="0" lang="ja-JP">
                <a:solidFill>
                  <a:srgbClr val="303437"/>
                </a:solidFill>
                <a:latin typeface="Arial"/>
                <a:ea typeface="ＭＳ Ｐゴシック"/>
                <a:cs typeface="Arial"/>
              </a:rPr>
              <a:t>[1]</a:t>
            </a:r>
            <a:r>
              <a:rPr sz="2300" b="0" lang="ja-JP">
                <a:solidFill>
                  <a:srgbClr val="303437"/>
                </a:solidFill>
                <a:latin typeface="Arial"/>
                <a:ea typeface="ＭＳ Ｐゴシック"/>
                <a:cs typeface="Arial"/>
              </a:rPr>
              <a:t>。</a:t>
            </a:r>
            <a:endParaRPr sz="2300" lang="ja-JP">
              <a:latin typeface="Arial"/>
              <a:ea typeface="ＭＳ Ｐゴシック"/>
              <a:cs typeface="Arial"/>
            </a:endParaRPr>
          </a:p>
          <a:p>
            <a:pPr lvl="1" algn="l">
              <a:defRPr sz="2100" lang="ja-JP">
                <a:latin typeface="Arial"/>
                <a:ea typeface="ＭＳ Ｐゴシック"/>
                <a:cs typeface="Arial"/>
              </a:defRPr>
            </a:pPr>
            <a:r>
              <a:rPr sz="2100" b="0" lang="ja-JP">
                <a:solidFill>
                  <a:srgbClr val="303437"/>
                </a:solidFill>
                <a:latin typeface="Arial"/>
                <a:ea typeface="ＭＳ Ｐゴシック"/>
                <a:cs typeface="Arial"/>
              </a:rPr>
              <a:t>質問に対応する本文中の範囲を回答する</a:t>
            </a:r>
            <a:endParaRPr sz="2100" lang="ja-JP">
              <a:latin typeface="Arial"/>
              <a:ea typeface="ＭＳ Ｐゴシック"/>
              <a:cs typeface="Arial"/>
            </a:endParaRPr>
          </a:p>
          <a:p>
            <a:pPr algn="l">
              <a:defRPr sz="2300" lang="ja-JP">
                <a:latin typeface="Arial"/>
                <a:ea typeface="ＭＳ Ｐゴシック"/>
                <a:cs typeface="Arial"/>
              </a:defRPr>
            </a:pPr>
            <a:r>
              <a:rPr sz="2300" b="0" lang="ja-JP">
                <a:solidFill>
                  <a:srgbClr val="303437"/>
                </a:solidFill>
                <a:latin typeface="Arial"/>
                <a:ea typeface="ＭＳ Ｐゴシック"/>
                <a:cs typeface="Arial"/>
              </a:rPr>
              <a:t>バージョン2.0では、回答不能な質問を追加する </a:t>
            </a:r>
            <a:r>
              <a:rPr sz="2300" b="0" lang="ja-JP">
                <a:solidFill>
                  <a:srgbClr val="303437"/>
                </a:solidFill>
                <a:latin typeface="Arial"/>
                <a:ea typeface="ＭＳ Ｐゴシック"/>
                <a:cs typeface="Arial"/>
              </a:rPr>
              <a:t>[2]</a:t>
            </a:r>
            <a:r>
              <a:rPr sz="2300" b="0" lang="ja-JP">
                <a:solidFill>
                  <a:srgbClr val="303437"/>
                </a:solidFill>
                <a:latin typeface="Arial"/>
                <a:ea typeface="ＭＳ Ｐゴシック"/>
                <a:cs typeface="Arial"/>
              </a:rPr>
              <a:t>。</a:t>
            </a:r>
            <a:endParaRPr sz="2300" lang="ja-JP">
              <a:latin typeface="Arial"/>
              <a:ea typeface="ＭＳ Ｐゴシック"/>
              <a:cs typeface="Arial"/>
            </a:endParaRPr>
          </a:p>
          <a:p>
            <a:pPr lvl="1" algn="l">
              <a:defRPr sz="2100" lang="ja-JP">
                <a:latin typeface="Arial"/>
                <a:ea typeface="ＭＳ Ｐゴシック"/>
                <a:cs typeface="Arial"/>
              </a:defRPr>
            </a:pPr>
            <a:r>
              <a:rPr sz="2100" b="0" lang="ja-JP">
                <a:solidFill>
                  <a:srgbClr val="303437"/>
                </a:solidFill>
                <a:latin typeface="Arial"/>
                <a:ea typeface="ＭＳ Ｐゴシック"/>
                <a:cs typeface="Arial"/>
              </a:rPr>
              <a:t>既存の質問に似た、答えられない質問を人が作成。</a:t>
            </a:r>
            <a:endParaRPr sz="2100" lang="ja-JP">
              <a:latin typeface="Arial"/>
              <a:ea typeface="ＭＳ Ｐゴシック"/>
              <a:cs typeface="Arial"/>
            </a:endParaRPr>
          </a:p>
          <a:p>
            <a:pPr lvl="1" algn="l">
              <a:defRPr sz="2100" lang="ja-JP">
                <a:latin typeface="Arial"/>
                <a:ea typeface="ＭＳ Ｐゴシック"/>
                <a:cs typeface="Arial"/>
              </a:defRPr>
            </a:pPr>
            <a:r>
              <a:rPr sz="2100" b="0" lang="ja-JP">
                <a:solidFill>
                  <a:srgbClr val="303437"/>
                </a:solidFill>
                <a:latin typeface="Arial"/>
                <a:ea typeface="ＭＳ Ｐゴシック"/>
                <a:cs typeface="Arial"/>
              </a:rPr>
              <a:t>答えられるかを判定し、答えがなければ回答を控える。</a:t>
            </a:r>
            <a:endParaRPr sz="2100" lang="ja-JP">
              <a:latin typeface="Arial"/>
              <a:ea typeface="ＭＳ Ｐゴシック"/>
              <a:cs typeface="Arial"/>
            </a:endParaRPr>
          </a:p>
          <a:p>
            <a:pPr algn="l">
              <a:defRPr sz="2300" lang="ja-JP">
                <a:latin typeface="Arial"/>
                <a:ea typeface="ＭＳ Ｐゴシック"/>
                <a:cs typeface="Arial"/>
              </a:defRPr>
            </a:pPr>
            <a:r>
              <a:rPr sz="2300" b="0" lang="ja-JP">
                <a:solidFill>
                  <a:srgbClr val="303437"/>
                </a:solidFill>
                <a:latin typeface="Arial"/>
                <a:ea typeface="ＭＳ Ｐゴシック"/>
                <a:cs typeface="Arial"/>
              </a:rPr>
              <a:t>異なるバージョンの得点は、そのまま比較できない。</a:t>
            </a:r>
            <a:endParaRPr sz="2300" lang="ja-JP">
              <a:latin typeface="Arial"/>
              <a:ea typeface="ＭＳ Ｐゴシック"/>
              <a:cs typeface="Arial"/>
            </a:endParaRPr>
          </a:p>
        </p:txBody>
      </p:sp>
      <p:sp>
        <p:nvSpPr>
          <p:cNvPr id="5"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https://aclanthology.org/D16-1264/</a:t>
            </a:r>
            <a:endParaRPr sz="850" lang="ja-JP">
              <a:latin typeface="Arial"/>
              <a:ea typeface="ＭＳ Ｐゴシック"/>
              <a:cs typeface="Arial"/>
            </a:endParaRPr>
          </a:p>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[2]</a:t>
            </a:r>
            <a:r>
              <a:rPr sz="850" lang="ja-JP">
                <a:solidFill>
                  <a:srgbClr val="626669"/>
                </a:solidFill>
                <a:latin typeface="Arial"/>
                <a:ea typeface="ＭＳ Ｐゴシック"/>
                <a:cs typeface="Arial"/>
              </a:rPr>
              <a:t> https://aclanthology.org/P18-2124/</a:t>
            </a:r>
            <a:endParaRPr sz="850" lang="ja-JP">
              <a:latin typeface="Arial"/>
              <a:ea typeface="ＭＳ Ｐゴシック"/>
              <a:cs typeface="Arial"/>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公開データの規模</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Arial"/>
                <a:ea typeface="ＭＳ Ｐゴシック"/>
                <a:cs typeface="Arial"/>
              </a:defRPr>
            </a:pPr>
            <a:r>
              <a:rPr sz="1400" b="1" lang="ja-JP">
                <a:solidFill>
                  <a:srgbClr val="FFFEF8"/>
                </a:solidFill>
                <a:latin typeface="Arial"/>
                <a:ea typeface="ＭＳ Ｐゴシック"/>
                <a:cs typeface="Arial"/>
              </a:rPr>
              <a:t>バージョンと規模</a:t>
            </a:r>
            <a:endParaRPr sz="1400" lang="ja-JP">
              <a:latin typeface="Arial"/>
              <a:ea typeface="ＭＳ Ｐゴシック"/>
              <a:cs typeface="Arial"/>
            </a:endParaRPr>
          </a:p>
        </p:txBody>
      </p:sp>
      <p:graphicFrame>
        <p:nvGraphicFramePr>
          <p:cNvPr id="4" name="Table 3"/>
          <p:cNvGraphicFramePr>
            <a:graphicFrameLocks noGrp="1"/>
          </p:cNvGraphicFramePr>
          <p:nvPr/>
        </p:nvGraphicFramePr>
        <p:xfrm>
          <a:off x="548640" y="1568767"/>
          <a:ext cx="8046719" cy="1903095"/>
        </p:xfrm>
        <a:graphic>
          <a:graphicData uri="http://schemas.openxmlformats.org/drawingml/2006/table">
            <a:tbl>
              <a:tblPr firstRow="1" bandRow="1">
                <a:tableStyleId>{5C22544A-7EE6-4342-B048-85BDC9FD1C3A}</a:tableStyleId>
              </a:tblPr>
              <a:tblGrid>
                <a:gridCol w="2574950"/>
                <a:gridCol w="1609344"/>
                <a:gridCol w="1609344"/>
                <a:gridCol w="2253081"/>
              </a:tblGrid>
              <a:tr h="380619">
                <a:tc>
                  <a:txBody>
                    <a:bodyPr wrap="square" anchor="ctr" lIns="0" rIns="0" tIns="0" bIns="0">
                      <a:noAutofit/>
                    </a:bodyPr>
                    <a:lstStyle/>
                    <a:p>
                      <a:pPr algn="l" marL="0" indent="0">
                        <a:lnSpc>
                          <a:spcPct val="115000"/>
                        </a:lnSpc>
                        <a:spcBef>
                          <a:spcPts val="0"/>
                        </a:spcBef>
                        <a:spcAft>
                          <a:spcPts val="0"/>
                        </a:spcAft>
                        <a:buNone/>
                        <a:defRPr sz="1900" lang="ja-JP">
                          <a:latin typeface="Arial"/>
                          <a:ea typeface="ＭＳ Ｐゴシック"/>
                          <a:cs typeface="Arial"/>
                        </a:defRPr>
                      </a:pPr>
                      <a:r>
                        <a:rPr sz="1900" b="0" lang="ja-JP">
                          <a:solidFill>
                            <a:srgbClr val="303437"/>
                          </a:solidFill>
                          <a:latin typeface="Arial"/>
                          <a:ea typeface="ＭＳ Ｐゴシック"/>
                          <a:cs typeface="Arial"/>
                        </a:rPr>
                        <a:t>版・分割 [1]</a:t>
                      </a:r>
                      <a:endParaRPr sz="19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Arial"/>
                          <a:ea typeface="ＭＳ Ｐゴシック"/>
                          <a:cs typeface="Arial"/>
                        </a:defRPr>
                      </a:pPr>
                      <a:r>
                        <a:rPr sz="1900" b="0" lang="ja-JP">
                          <a:solidFill>
                            <a:srgbClr val="303437"/>
                          </a:solidFill>
                          <a:latin typeface="Arial"/>
                          <a:ea typeface="ＭＳ Ｐゴシック"/>
                          <a:cs typeface="Arial"/>
                        </a:rPr>
                        <a:t>質問数</a:t>
                      </a:r>
                      <a:endParaRPr sz="19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Arial"/>
                          <a:ea typeface="ＭＳ Ｐゴシック"/>
                          <a:cs typeface="Arial"/>
                        </a:defRPr>
                      </a:pPr>
                      <a:r>
                        <a:rPr sz="1900" b="0" lang="ja-JP">
                          <a:solidFill>
                            <a:srgbClr val="303437"/>
                          </a:solidFill>
                          <a:latin typeface="Arial"/>
                          <a:ea typeface="ＭＳ Ｐゴシック"/>
                          <a:cs typeface="Arial"/>
                        </a:rPr>
                        <a:t>回答不能</a:t>
                      </a:r>
                      <a:endParaRPr sz="19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Arial"/>
                          <a:ea typeface="ＭＳ Ｐゴシック"/>
                          <a:cs typeface="Arial"/>
                        </a:defRPr>
                      </a:pPr>
                      <a:r>
                        <a:rPr sz="1900" b="0" lang="ja-JP">
                          <a:solidFill>
                            <a:srgbClr val="303437"/>
                          </a:solidFill>
                          <a:latin typeface="Arial"/>
                          <a:ea typeface="ＭＳ Ｐゴシック"/>
                          <a:cs typeface="Arial"/>
                        </a:rPr>
                        <a:t>Wikipedia記事数</a:t>
                      </a:r>
                      <a:endParaRPr sz="19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Arial"/>
                          <a:ea typeface="ＭＳ Ｐゴシック"/>
                          <a:cs typeface="Arial"/>
                        </a:defRPr>
                      </a:pPr>
                      <a:r>
                        <a:rPr sz="1900" b="0" lang="ja-JP">
                          <a:solidFill>
                            <a:srgbClr val="303437"/>
                          </a:solidFill>
                          <a:latin typeface="Arial"/>
                          <a:ea typeface="ＭＳ Ｐゴシック"/>
                          <a:cs typeface="Arial"/>
                        </a:rPr>
                        <a:t>1.1・学習用</a:t>
                      </a:r>
                      <a:endParaRPr sz="19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Arial"/>
                          <a:ea typeface="ＭＳ Ｐゴシック"/>
                          <a:cs typeface="Arial"/>
                        </a:defRPr>
                      </a:pPr>
                      <a:r>
                        <a:rPr sz="1900" b="0" lang="ja-JP">
                          <a:solidFill>
                            <a:srgbClr val="303437"/>
                          </a:solidFill>
                          <a:latin typeface="Arial"/>
                          <a:ea typeface="ＭＳ Ｐゴシック"/>
                          <a:cs typeface="Arial"/>
                        </a:rPr>
                        <a:t>87,599</a:t>
                      </a:r>
                      <a:endParaRPr sz="19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Arial"/>
                          <a:ea typeface="ＭＳ Ｐゴシック"/>
                          <a:cs typeface="Arial"/>
                        </a:defRPr>
                      </a:pPr>
                      <a:r>
                        <a:rPr sz="1900" b="0" lang="ja-JP">
                          <a:solidFill>
                            <a:srgbClr val="303437"/>
                          </a:solidFill>
                          <a:latin typeface="Arial"/>
                          <a:ea typeface="ＭＳ Ｐゴシック"/>
                          <a:cs typeface="Arial"/>
                        </a:rPr>
                        <a:t>0</a:t>
                      </a:r>
                      <a:endParaRPr sz="19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Arial"/>
                          <a:ea typeface="ＭＳ Ｐゴシック"/>
                          <a:cs typeface="Arial"/>
                        </a:defRPr>
                      </a:pPr>
                      <a:r>
                        <a:rPr sz="1900" b="0" lang="ja-JP">
                          <a:solidFill>
                            <a:srgbClr val="303437"/>
                          </a:solidFill>
                          <a:latin typeface="Arial"/>
                          <a:ea typeface="ＭＳ Ｐゴシック"/>
                          <a:cs typeface="Arial"/>
                        </a:rPr>
                        <a:t>442</a:t>
                      </a:r>
                      <a:endParaRPr sz="19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Arial"/>
                          <a:ea typeface="ＭＳ Ｐゴシック"/>
                          <a:cs typeface="Arial"/>
                        </a:defRPr>
                      </a:pPr>
                      <a:r>
                        <a:rPr sz="1900" b="0" lang="ja-JP">
                          <a:solidFill>
                            <a:srgbClr val="303437"/>
                          </a:solidFill>
                          <a:latin typeface="Arial"/>
                          <a:ea typeface="ＭＳ Ｐゴシック"/>
                          <a:cs typeface="Arial"/>
                        </a:rPr>
                        <a:t>1.1・開発用</a:t>
                      </a:r>
                      <a:endParaRPr sz="19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Arial"/>
                          <a:ea typeface="ＭＳ Ｐゴシック"/>
                          <a:cs typeface="Arial"/>
                        </a:defRPr>
                      </a:pPr>
                      <a:r>
                        <a:rPr sz="1900" b="0" lang="ja-JP">
                          <a:solidFill>
                            <a:srgbClr val="303437"/>
                          </a:solidFill>
                          <a:latin typeface="Arial"/>
                          <a:ea typeface="ＭＳ Ｐゴシック"/>
                          <a:cs typeface="Arial"/>
                        </a:rPr>
                        <a:t>10,570</a:t>
                      </a:r>
                      <a:endParaRPr sz="19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Arial"/>
                          <a:ea typeface="ＭＳ Ｐゴシック"/>
                          <a:cs typeface="Arial"/>
                        </a:defRPr>
                      </a:pPr>
                      <a:r>
                        <a:rPr sz="1900" b="0" lang="ja-JP">
                          <a:solidFill>
                            <a:srgbClr val="303437"/>
                          </a:solidFill>
                          <a:latin typeface="Arial"/>
                          <a:ea typeface="ＭＳ Ｐゴシック"/>
                          <a:cs typeface="Arial"/>
                        </a:rPr>
                        <a:t>0</a:t>
                      </a:r>
                      <a:endParaRPr sz="19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Arial"/>
                          <a:ea typeface="ＭＳ Ｐゴシック"/>
                          <a:cs typeface="Arial"/>
                        </a:defRPr>
                      </a:pPr>
                      <a:r>
                        <a:rPr sz="1900" b="0" lang="ja-JP">
                          <a:solidFill>
                            <a:srgbClr val="303437"/>
                          </a:solidFill>
                          <a:latin typeface="Arial"/>
                          <a:ea typeface="ＭＳ Ｐゴシック"/>
                          <a:cs typeface="Arial"/>
                        </a:rPr>
                        <a:t>48</a:t>
                      </a:r>
                      <a:endParaRPr sz="19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Arial"/>
                          <a:ea typeface="ＭＳ Ｐゴシック"/>
                          <a:cs typeface="Arial"/>
                        </a:defRPr>
                      </a:pPr>
                      <a:r>
                        <a:rPr sz="1900" b="0" lang="ja-JP">
                          <a:solidFill>
                            <a:srgbClr val="303437"/>
                          </a:solidFill>
                          <a:latin typeface="Arial"/>
                          <a:ea typeface="ＭＳ Ｐゴシック"/>
                          <a:cs typeface="Arial"/>
                        </a:rPr>
                        <a:t>2.0・学習用</a:t>
                      </a:r>
                      <a:endParaRPr sz="19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Arial"/>
                          <a:ea typeface="ＭＳ Ｐゴシック"/>
                          <a:cs typeface="Arial"/>
                        </a:defRPr>
                      </a:pPr>
                      <a:r>
                        <a:rPr sz="1900" b="0" lang="ja-JP">
                          <a:solidFill>
                            <a:srgbClr val="303437"/>
                          </a:solidFill>
                          <a:latin typeface="Arial"/>
                          <a:ea typeface="ＭＳ Ｐゴシック"/>
                          <a:cs typeface="Arial"/>
                        </a:rPr>
                        <a:t>130,319</a:t>
                      </a:r>
                      <a:endParaRPr sz="19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Arial"/>
                          <a:ea typeface="ＭＳ Ｐゴシック"/>
                          <a:cs typeface="Arial"/>
                        </a:defRPr>
                      </a:pPr>
                      <a:r>
                        <a:rPr sz="1900" b="0" lang="ja-JP">
                          <a:solidFill>
                            <a:srgbClr val="303437"/>
                          </a:solidFill>
                          <a:latin typeface="Arial"/>
                          <a:ea typeface="ＭＳ Ｐゴシック"/>
                          <a:cs typeface="Arial"/>
                        </a:rPr>
                        <a:t>43,498</a:t>
                      </a:r>
                      <a:endParaRPr sz="19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Arial"/>
                          <a:ea typeface="ＭＳ Ｐゴシック"/>
                          <a:cs typeface="Arial"/>
                        </a:defRPr>
                      </a:pPr>
                      <a:r>
                        <a:rPr sz="1900" b="0" lang="ja-JP">
                          <a:solidFill>
                            <a:srgbClr val="303437"/>
                          </a:solidFill>
                          <a:latin typeface="Arial"/>
                          <a:ea typeface="ＭＳ Ｐゴシック"/>
                          <a:cs typeface="Arial"/>
                        </a:rPr>
                        <a:t>442</a:t>
                      </a:r>
                      <a:endParaRPr sz="19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Arial"/>
                          <a:ea typeface="ＭＳ Ｐゴシック"/>
                          <a:cs typeface="Arial"/>
                        </a:defRPr>
                      </a:pPr>
                      <a:r>
                        <a:rPr sz="1900" b="0" lang="ja-JP">
                          <a:solidFill>
                            <a:srgbClr val="303437"/>
                          </a:solidFill>
                          <a:latin typeface="Arial"/>
                          <a:ea typeface="ＭＳ Ｐゴシック"/>
                          <a:cs typeface="Arial"/>
                        </a:rPr>
                        <a:t>2.0・開発用</a:t>
                      </a:r>
                      <a:endParaRPr sz="19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Arial"/>
                          <a:ea typeface="ＭＳ Ｐゴシック"/>
                          <a:cs typeface="Arial"/>
                        </a:defRPr>
                      </a:pPr>
                      <a:r>
                        <a:rPr sz="1900" b="0" lang="ja-JP">
                          <a:solidFill>
                            <a:srgbClr val="303437"/>
                          </a:solidFill>
                          <a:latin typeface="Arial"/>
                          <a:ea typeface="ＭＳ Ｐゴシック"/>
                          <a:cs typeface="Arial"/>
                        </a:rPr>
                        <a:t>11,873</a:t>
                      </a:r>
                      <a:endParaRPr sz="19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Arial"/>
                          <a:ea typeface="ＭＳ Ｐゴシック"/>
                          <a:cs typeface="Arial"/>
                        </a:defRPr>
                      </a:pPr>
                      <a:r>
                        <a:rPr sz="1900" b="0" lang="ja-JP">
                          <a:solidFill>
                            <a:srgbClr val="303437"/>
                          </a:solidFill>
                          <a:latin typeface="Arial"/>
                          <a:ea typeface="ＭＳ Ｐゴシック"/>
                          <a:cs typeface="Arial"/>
                        </a:rPr>
                        <a:t>5,945</a:t>
                      </a:r>
                      <a:endParaRPr sz="19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Arial"/>
                          <a:ea typeface="ＭＳ Ｐゴシック"/>
                          <a:cs typeface="Arial"/>
                        </a:defRPr>
                      </a:pPr>
                      <a:r>
                        <a:rPr sz="1900" b="0" lang="ja-JP">
                          <a:solidFill>
                            <a:srgbClr val="303437"/>
                          </a:solidFill>
                          <a:latin typeface="Arial"/>
                          <a:ea typeface="ＭＳ Ｐゴシック"/>
                          <a:cs typeface="Arial"/>
                        </a:rPr>
                        <a:t>35</a:t>
                      </a:r>
                      <a:endParaRPr sz="19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4133483"/>
            <a:ext cx="8046720" cy="629016"/>
          </a:xfrm>
          <a:prstGeom prst="rect">
            <a:avLst/>
          </a:prstGeom>
          <a:noFill/>
        </p:spPr>
        <p:txBody>
          <a:bodyPr wrap="square" anchor="t" lIns="91425" rIns="91425" tIns="91425" bIns="91425">
            <a:no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l">
              <a:defRPr sz="1700" lang="ja-JP">
                <a:latin typeface="Arial"/>
                <a:ea typeface="ＭＳ Ｐゴシック"/>
                <a:cs typeface="Arial"/>
              </a:defRPr>
            </a:pPr>
            <a:r>
              <a:rPr sz="1700" lang="ja-JP">
                <a:solidFill>
                  <a:srgbClr val="303437"/>
                </a:solidFill>
                <a:latin typeface="Arial"/>
                <a:ea typeface="ＭＳ Ｐゴシック"/>
                <a:cs typeface="Arial"/>
              </a:rPr>
              <a:t>記事数は、質問の元となったWikipedia記事の数。</a:t>
            </a:r>
            <a:endParaRPr sz="1700" lang="ja-JP">
              <a:latin typeface="Arial"/>
              <a:ea typeface="ＭＳ Ｐゴシック"/>
              <a:cs typeface="Arial"/>
            </a:endParaRPr>
          </a:p>
          <a:p>
            <a:pPr algn="l">
              <a:defRPr sz="1700" lang="ja-JP">
                <a:latin typeface="Arial"/>
                <a:ea typeface="ＭＳ Ｐゴシック"/>
                <a:cs typeface="Arial"/>
              </a:defRPr>
            </a:pPr>
            <a:r>
              <a:rPr sz="1700" lang="ja-JP">
                <a:solidFill>
                  <a:srgbClr val="303437"/>
                </a:solidFill>
                <a:latin typeface="Arial"/>
                <a:ea typeface="ＭＳ Ｐゴシック"/>
                <a:cs typeface="Arial"/>
              </a:rPr>
              <a:t>バージョン2.0は同じ記事に回答不能な質問を追加。</a:t>
            </a:r>
            <a:endParaRPr sz="1700" lang="ja-JP">
              <a:latin typeface="Arial"/>
              <a:ea typeface="ＭＳ Ｐゴシック"/>
              <a:cs typeface="Arial"/>
            </a:endParaRPr>
          </a:p>
        </p:txBody>
      </p:sp>
      <p:sp>
        <p:nvSpPr>
          <p:cNvPr id="6" name="lookup-sources"/>
          <p:cNvSpPr txBox="1"/>
          <p:nvPr/>
        </p:nvSpPr>
        <p:spPr>
          <a:xfrm>
            <a:off x="502920" y="489585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公式 train / dev JSON の全件集計　https://github.com/rajpurkar/SQuAD-explorer/tree/master/dataset</a:t>
            </a:r>
            <a:endParaRPr sz="850" lang="ja-JP">
              <a:latin typeface="Arial"/>
              <a:ea typeface="ＭＳ Ｐゴシック"/>
              <a:cs typeface="Arial"/>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質問と回答の長さ</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Arial"/>
                <a:ea typeface="ＭＳ Ｐゴシック"/>
                <a:cs typeface="Arial"/>
              </a:defRPr>
            </a:pPr>
            <a:r>
              <a:rPr sz="1400" b="1" lang="ja-JP">
                <a:solidFill>
                  <a:srgbClr val="FFFEF8"/>
                </a:solidFill>
                <a:latin typeface="Arial"/>
                <a:ea typeface="ＭＳ Ｐゴシック"/>
                <a:cs typeface="Arial"/>
              </a:rPr>
              <a:t>データの特徴</a:t>
            </a:r>
            <a:endParaRPr sz="1400" lang="ja-JP">
              <a:latin typeface="Arial"/>
              <a:ea typeface="ＭＳ Ｐゴシック"/>
              <a:cs typeface="Arial"/>
            </a:endParaRPr>
          </a:p>
        </p:txBody>
      </p:sp>
      <p:graphicFrame>
        <p:nvGraphicFramePr>
          <p:cNvPr id="4" name="Table 3"/>
          <p:cNvGraphicFramePr>
            <a:graphicFrameLocks noGrp="1"/>
          </p:cNvGraphicFramePr>
          <p:nvPr/>
        </p:nvGraphicFramePr>
        <p:xfrm>
          <a:off x="548640" y="1543050"/>
          <a:ext cx="8046716" cy="1954530"/>
        </p:xfrm>
        <a:graphic>
          <a:graphicData uri="http://schemas.openxmlformats.org/drawingml/2006/table">
            <a:tbl>
              <a:tblPr firstRow="1" bandRow="1">
                <a:tableStyleId>{5C22544A-7EE6-4342-B048-85BDC9FD1C3A}</a:tableStyleId>
              </a:tblPr>
              <a:tblGrid>
                <a:gridCol w="2735884"/>
                <a:gridCol w="1327708"/>
                <a:gridCol w="1327708"/>
                <a:gridCol w="1327708"/>
                <a:gridCol w="1327708"/>
              </a:tblGrid>
              <a:tr h="390906">
                <a:tc>
                  <a:txBody>
                    <a:bodyPr wrap="square" anchor="ctr" lIns="0" rIns="0" tIns="0" bIns="0">
                      <a:noAutofit/>
                    </a:bodyPr>
                    <a:lstStyle/>
                    <a:p>
                      <a:pPr algn="l"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長さ [1]</a:t>
                      </a:r>
                      <a:endParaRPr sz="18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平均</a:t>
                      </a:r>
                      <a:endParaRPr sz="18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中央値</a:t>
                      </a:r>
                      <a:endParaRPr sz="18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95%点</a:t>
                      </a:r>
                      <a:endParaRPr sz="18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最大</a:t>
                      </a:r>
                      <a:endParaRPr sz="18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質問の文字数</a:t>
                      </a:r>
                      <a:endParaRPr sz="18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59.3</a:t>
                      </a:r>
                      <a:endParaRPr sz="18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56.0</a:t>
                      </a:r>
                      <a:endParaRPr sz="18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98.0</a:t>
                      </a:r>
                      <a:endParaRPr sz="18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270</a:t>
                      </a:r>
                      <a:endParaRPr sz="18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質問の単語数</a:t>
                      </a:r>
                      <a:endParaRPr sz="18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10.1</a:t>
                      </a:r>
                      <a:endParaRPr sz="18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10.0</a:t>
                      </a:r>
                      <a:endParaRPr sz="18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17.0</a:t>
                      </a:r>
                      <a:endParaRPr sz="18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40</a:t>
                      </a:r>
                      <a:endParaRPr sz="18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回答の文字数</a:t>
                      </a:r>
                      <a:endParaRPr sz="18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20.1</a:t>
                      </a:r>
                      <a:endParaRPr sz="18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14.0</a:t>
                      </a:r>
                      <a:endParaRPr sz="18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63.0</a:t>
                      </a:r>
                      <a:endParaRPr sz="18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239</a:t>
                      </a:r>
                      <a:endParaRPr sz="18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回答の単語数</a:t>
                      </a:r>
                      <a:endParaRPr sz="18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3.1</a:t>
                      </a:r>
                      <a:endParaRPr sz="18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2.0</a:t>
                      </a:r>
                      <a:endParaRPr sz="18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10.0</a:t>
                      </a:r>
                      <a:endParaRPr sz="18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43</a:t>
                      </a:r>
                      <a:endParaRPr sz="18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4001365"/>
            <a:ext cx="8046720" cy="761134"/>
          </a:xfrm>
          <a:prstGeom prst="rect">
            <a:avLst/>
          </a:prstGeom>
          <a:noFill/>
        </p:spPr>
        <p:txBody>
          <a:bodyPr wrap="square" anchor="t" lIns="91425" rIns="91425" tIns="91425" bIns="91425">
            <a:no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l">
              <a:defRPr sz="1700" lang="ja-JP">
                <a:latin typeface="Arial"/>
                <a:ea typeface="ＭＳ Ｐゴシック"/>
                <a:cs typeface="Arial"/>
              </a:defRPr>
            </a:pPr>
            <a:r>
              <a:rPr sz="1700" lang="ja-JP">
                <a:solidFill>
                  <a:srgbClr val="303437"/>
                </a:solidFill>
                <a:latin typeface="Arial"/>
                <a:ea typeface="ＭＳ Ｐゴシック"/>
                <a:cs typeface="Arial"/>
              </a:rPr>
              <a:t>公開データ98,169問の先頭正解を1問1件で集計。</a:t>
            </a:r>
            <a:endParaRPr sz="1700" lang="ja-JP">
              <a:latin typeface="Arial"/>
              <a:ea typeface="ＭＳ Ｐゴシック"/>
              <a:cs typeface="Arial"/>
            </a:endParaRPr>
          </a:p>
          <a:p>
            <a:pPr algn="l">
              <a:defRPr sz="1700" lang="ja-JP">
                <a:latin typeface="Arial"/>
                <a:ea typeface="ＭＳ Ｐゴシック"/>
                <a:cs typeface="Arial"/>
              </a:defRPr>
            </a:pPr>
            <a:r>
              <a:rPr sz="1700" lang="ja-JP">
                <a:solidFill>
                  <a:srgbClr val="303437"/>
                </a:solidFill>
                <a:latin typeface="Arial"/>
                <a:ea typeface="ＭＳ Ｐゴシック"/>
                <a:cs typeface="Arial"/>
              </a:rPr>
              <a:t>最大の回答は43単語・239文字。</a:t>
            </a:r>
            <a:endParaRPr sz="1700" lang="ja-JP">
              <a:latin typeface="Arial"/>
              <a:ea typeface="ＭＳ Ｐゴシック"/>
              <a:cs typeface="Arial"/>
            </a:endParaRPr>
          </a:p>
        </p:txBody>
      </p:sp>
      <p:sp>
        <p:nvSpPr>
          <p:cNvPr id="6" name="lookup-sources"/>
          <p:cNvSpPr txBox="1"/>
          <p:nvPr/>
        </p:nvSpPr>
        <p:spPr>
          <a:xfrm>
            <a:off x="502920" y="476377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バージョン1.1のtrainとdevを集計。文字数は前後空白を除去し、単語数は空白で分割。</a:t>
            </a:r>
            <a:endParaRPr sz="850" lang="ja-JP">
              <a:latin typeface="Arial"/>
              <a:ea typeface="ＭＳ Ｐゴシック"/>
              <a:cs typeface="Arial"/>
            </a:endParaRPr>
          </a:p>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https://github.com/rajpurkar/SQuAD-explorer/tree/master/dataset</a:t>
            </a:r>
            <a:endParaRPr sz="850" lang="ja-JP">
              <a:latin typeface="Arial"/>
              <a:ea typeface="ＭＳ Ｐゴシック"/>
              <a:cs typeface="Arial"/>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入力段落（context）の長さ</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Arial"/>
                <a:ea typeface="ＭＳ Ｐゴシック"/>
                <a:cs typeface="Arial"/>
              </a:defRPr>
            </a:pPr>
            <a:r>
              <a:rPr sz="1400" b="1" lang="ja-JP">
                <a:solidFill>
                  <a:srgbClr val="FFFEF8"/>
                </a:solidFill>
                <a:latin typeface="Arial"/>
                <a:ea typeface="ＭＳ Ｐゴシック"/>
                <a:cs typeface="Arial"/>
              </a:rPr>
              <a:t>データの特徴</a:t>
            </a:r>
            <a:endParaRPr sz="1400" lang="ja-JP">
              <a:latin typeface="Arial"/>
              <a:ea typeface="ＭＳ Ｐゴシック"/>
              <a:cs typeface="Arial"/>
            </a:endParaRPr>
          </a:p>
        </p:txBody>
      </p:sp>
      <p:graphicFrame>
        <p:nvGraphicFramePr>
          <p:cNvPr id="4" name="Table 3"/>
          <p:cNvGraphicFramePr>
            <a:graphicFrameLocks noGrp="1"/>
          </p:cNvGraphicFramePr>
          <p:nvPr/>
        </p:nvGraphicFramePr>
        <p:xfrm>
          <a:off x="548640" y="1620202"/>
          <a:ext cx="8046716" cy="1388745"/>
        </p:xfrm>
        <a:graphic>
          <a:graphicData uri="http://schemas.openxmlformats.org/drawingml/2006/table">
            <a:tbl>
              <a:tblPr firstRow="1" bandRow="1">
                <a:tableStyleId>{5C22544A-7EE6-4342-B048-85BDC9FD1C3A}</a:tableStyleId>
              </a:tblPr>
              <a:tblGrid>
                <a:gridCol w="2735884"/>
                <a:gridCol w="1327708"/>
                <a:gridCol w="1327708"/>
                <a:gridCol w="1327708"/>
                <a:gridCol w="1327708"/>
              </a:tblGrid>
              <a:tr h="462915">
                <a:tc>
                  <a:txBody>
                    <a:bodyPr wrap="square" anchor="ctr" lIns="0" rIns="0" tIns="0" bIns="0">
                      <a:noAutofit/>
                    </a:bodyPr>
                    <a:lstStyle/>
                    <a:p>
                      <a:pPr algn="l" marL="0" indent="0">
                        <a:lnSpc>
                          <a:spcPct val="115000"/>
                        </a:lnSpc>
                        <a:spcBef>
                          <a:spcPts val="0"/>
                        </a:spcBef>
                        <a:spcAft>
                          <a:spcPts val="0"/>
                        </a:spcAft>
                        <a:buNone/>
                        <a:defRPr sz="1900" lang="ja-JP">
                          <a:latin typeface="Arial"/>
                          <a:ea typeface="ＭＳ Ｐゴシック"/>
                          <a:cs typeface="Arial"/>
                        </a:defRPr>
                      </a:pPr>
                      <a:r>
                        <a:rPr sz="1900" b="0" lang="ja-JP">
                          <a:solidFill>
                            <a:srgbClr val="303437"/>
                          </a:solidFill>
                          <a:latin typeface="Arial"/>
                          <a:ea typeface="ＭＳ Ｐゴシック"/>
                          <a:cs typeface="Arial"/>
                        </a:rPr>
                        <a:t>context の長さ [1]</a:t>
                      </a:r>
                      <a:endParaRPr sz="19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Arial"/>
                          <a:ea typeface="ＭＳ Ｐゴシック"/>
                          <a:cs typeface="Arial"/>
                        </a:defRPr>
                      </a:pPr>
                      <a:r>
                        <a:rPr sz="1900" b="0" lang="ja-JP">
                          <a:solidFill>
                            <a:srgbClr val="303437"/>
                          </a:solidFill>
                          <a:latin typeface="Arial"/>
                          <a:ea typeface="ＭＳ Ｐゴシック"/>
                          <a:cs typeface="Arial"/>
                        </a:rPr>
                        <a:t>平均</a:t>
                      </a:r>
                      <a:endParaRPr sz="19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Arial"/>
                          <a:ea typeface="ＭＳ Ｐゴシック"/>
                          <a:cs typeface="Arial"/>
                        </a:defRPr>
                      </a:pPr>
                      <a:r>
                        <a:rPr sz="1900" b="0" lang="ja-JP">
                          <a:solidFill>
                            <a:srgbClr val="303437"/>
                          </a:solidFill>
                          <a:latin typeface="Arial"/>
                          <a:ea typeface="ＭＳ Ｐゴシック"/>
                          <a:cs typeface="Arial"/>
                        </a:rPr>
                        <a:t>中央値</a:t>
                      </a:r>
                      <a:endParaRPr sz="19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Arial"/>
                          <a:ea typeface="ＭＳ Ｐゴシック"/>
                          <a:cs typeface="Arial"/>
                        </a:defRPr>
                      </a:pPr>
                      <a:r>
                        <a:rPr sz="1900" b="0" lang="ja-JP">
                          <a:solidFill>
                            <a:srgbClr val="303437"/>
                          </a:solidFill>
                          <a:latin typeface="Arial"/>
                          <a:ea typeface="ＭＳ Ｐゴシック"/>
                          <a:cs typeface="Arial"/>
                        </a:rPr>
                        <a:t>95%点</a:t>
                      </a:r>
                      <a:endParaRPr sz="19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Arial"/>
                          <a:ea typeface="ＭＳ Ｐゴシック"/>
                          <a:cs typeface="Arial"/>
                        </a:defRPr>
                      </a:pPr>
                      <a:r>
                        <a:rPr sz="1900" b="0" lang="ja-JP">
                          <a:solidFill>
                            <a:srgbClr val="303437"/>
                          </a:solidFill>
                          <a:latin typeface="Arial"/>
                          <a:ea typeface="ＭＳ Ｐゴシック"/>
                          <a:cs typeface="Arial"/>
                        </a:rPr>
                        <a:t>最大</a:t>
                      </a:r>
                      <a:endParaRPr sz="19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462915">
                <a:tc>
                  <a:txBody>
                    <a:bodyPr wrap="square" anchor="ctr" lIns="0" rIns="0" tIns="0" bIns="0">
                      <a:noAutofit/>
                    </a:bodyPr>
                    <a:lstStyle/>
                    <a:p>
                      <a:pPr algn="l" marL="0" indent="0">
                        <a:lnSpc>
                          <a:spcPct val="115000"/>
                        </a:lnSpc>
                        <a:spcBef>
                          <a:spcPts val="0"/>
                        </a:spcBef>
                        <a:spcAft>
                          <a:spcPts val="0"/>
                        </a:spcAft>
                        <a:buNone/>
                        <a:defRPr sz="1900" lang="ja-JP">
                          <a:latin typeface="Arial"/>
                          <a:ea typeface="ＭＳ Ｐゴシック"/>
                          <a:cs typeface="Arial"/>
                        </a:defRPr>
                      </a:pPr>
                      <a:r>
                        <a:rPr sz="1900" b="0" lang="ja-JP">
                          <a:solidFill>
                            <a:srgbClr val="303437"/>
                          </a:solidFill>
                          <a:latin typeface="Arial"/>
                          <a:ea typeface="ＭＳ Ｐゴシック"/>
                          <a:cs typeface="Arial"/>
                        </a:rPr>
                        <a:t>文字数</a:t>
                      </a:r>
                      <a:endParaRPr sz="19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Arial"/>
                          <a:ea typeface="ＭＳ Ｐゴシック"/>
                          <a:cs typeface="Arial"/>
                        </a:defRPr>
                      </a:pPr>
                      <a:r>
                        <a:rPr sz="1900" b="0" lang="ja-JP">
                          <a:solidFill>
                            <a:srgbClr val="303437"/>
                          </a:solidFill>
                          <a:latin typeface="Arial"/>
                          <a:ea typeface="ＭＳ Ｐゴシック"/>
                          <a:cs typeface="Arial"/>
                        </a:rPr>
                        <a:t>739.6</a:t>
                      </a:r>
                      <a:endParaRPr sz="19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Arial"/>
                          <a:ea typeface="ＭＳ Ｐゴシック"/>
                          <a:cs typeface="Arial"/>
                        </a:defRPr>
                      </a:pPr>
                      <a:r>
                        <a:rPr sz="1900" b="0" lang="ja-JP">
                          <a:solidFill>
                            <a:srgbClr val="303437"/>
                          </a:solidFill>
                          <a:latin typeface="Arial"/>
                          <a:ea typeface="ＭＳ Ｐゴシック"/>
                          <a:cs typeface="Arial"/>
                        </a:rPr>
                        <a:t>679.0</a:t>
                      </a:r>
                      <a:endParaRPr sz="19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Arial"/>
                          <a:ea typeface="ＭＳ Ｐゴシック"/>
                          <a:cs typeface="Arial"/>
                        </a:defRPr>
                      </a:pPr>
                      <a:r>
                        <a:rPr sz="1900" b="0" lang="ja-JP">
                          <a:solidFill>
                            <a:srgbClr val="303437"/>
                          </a:solidFill>
                          <a:latin typeface="Arial"/>
                          <a:ea typeface="ＭＳ Ｐゴシック"/>
                          <a:cs typeface="Arial"/>
                        </a:rPr>
                        <a:t>1312.0</a:t>
                      </a:r>
                      <a:endParaRPr sz="19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Arial"/>
                          <a:ea typeface="ＭＳ Ｐゴシック"/>
                          <a:cs typeface="Arial"/>
                        </a:defRPr>
                      </a:pPr>
                      <a:r>
                        <a:rPr sz="1900" b="0" lang="ja-JP">
                          <a:solidFill>
                            <a:srgbClr val="303437"/>
                          </a:solidFill>
                          <a:latin typeface="Arial"/>
                          <a:ea typeface="ＭＳ Ｐゴシック"/>
                          <a:cs typeface="Arial"/>
                        </a:rPr>
                        <a:t>4063</a:t>
                      </a:r>
                      <a:endParaRPr sz="19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r>
              <a:tr h="462915">
                <a:tc>
                  <a:txBody>
                    <a:bodyPr wrap="square" anchor="ctr" lIns="0" rIns="0" tIns="0" bIns="0">
                      <a:noAutofit/>
                    </a:bodyPr>
                    <a:lstStyle/>
                    <a:p>
                      <a:pPr algn="l" marL="0" indent="0">
                        <a:lnSpc>
                          <a:spcPct val="115000"/>
                        </a:lnSpc>
                        <a:spcBef>
                          <a:spcPts val="0"/>
                        </a:spcBef>
                        <a:spcAft>
                          <a:spcPts val="0"/>
                        </a:spcAft>
                        <a:buNone/>
                        <a:defRPr sz="1900" lang="ja-JP">
                          <a:latin typeface="Arial"/>
                          <a:ea typeface="ＭＳ Ｐゴシック"/>
                          <a:cs typeface="Arial"/>
                        </a:defRPr>
                      </a:pPr>
                      <a:r>
                        <a:rPr sz="1900" b="0" lang="ja-JP">
                          <a:solidFill>
                            <a:srgbClr val="303437"/>
                          </a:solidFill>
                          <a:latin typeface="Arial"/>
                          <a:ea typeface="ＭＳ Ｐゴシック"/>
                          <a:cs typeface="Arial"/>
                        </a:rPr>
                        <a:t>単語数</a:t>
                      </a:r>
                      <a:endParaRPr sz="19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Arial"/>
                          <a:ea typeface="ＭＳ Ｐゴシック"/>
                          <a:cs typeface="Arial"/>
                        </a:defRPr>
                      </a:pPr>
                      <a:r>
                        <a:rPr sz="1900" b="0" lang="ja-JP">
                          <a:solidFill>
                            <a:srgbClr val="303437"/>
                          </a:solidFill>
                          <a:latin typeface="Arial"/>
                          <a:ea typeface="ＭＳ Ｐゴシック"/>
                          <a:cs typeface="Arial"/>
                        </a:rPr>
                        <a:t>117.2</a:t>
                      </a:r>
                      <a:endParaRPr sz="19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Arial"/>
                          <a:ea typeface="ＭＳ Ｐゴシック"/>
                          <a:cs typeface="Arial"/>
                        </a:defRPr>
                      </a:pPr>
                      <a:r>
                        <a:rPr sz="1900" b="0" lang="ja-JP">
                          <a:solidFill>
                            <a:srgbClr val="303437"/>
                          </a:solidFill>
                          <a:latin typeface="Arial"/>
                          <a:ea typeface="ＭＳ Ｐゴシック"/>
                          <a:cs typeface="Arial"/>
                        </a:rPr>
                        <a:t>108.0</a:t>
                      </a:r>
                      <a:endParaRPr sz="19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Arial"/>
                          <a:ea typeface="ＭＳ Ｐゴシック"/>
                          <a:cs typeface="Arial"/>
                        </a:defRPr>
                      </a:pPr>
                      <a:r>
                        <a:rPr sz="1900" b="0" lang="ja-JP">
                          <a:solidFill>
                            <a:srgbClr val="303437"/>
                          </a:solidFill>
                          <a:latin typeface="Arial"/>
                          <a:ea typeface="ＭＳ Ｐゴシック"/>
                          <a:cs typeface="Arial"/>
                        </a:rPr>
                        <a:t>210.0</a:t>
                      </a:r>
                      <a:endParaRPr sz="19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Arial"/>
                          <a:ea typeface="ＭＳ Ｐゴシック"/>
                          <a:cs typeface="Arial"/>
                        </a:defRPr>
                      </a:pPr>
                      <a:r>
                        <a:rPr sz="1900" b="0" lang="ja-JP">
                          <a:solidFill>
                            <a:srgbClr val="303437"/>
                          </a:solidFill>
                          <a:latin typeface="Arial"/>
                          <a:ea typeface="ＭＳ Ｐゴシック"/>
                          <a:cs typeface="Arial"/>
                        </a:rPr>
                        <a:t>653</a:t>
                      </a:r>
                      <a:endParaRPr sz="19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343275"/>
            <a:ext cx="8046720" cy="1183005"/>
          </a:xfrm>
          <a:prstGeom prst="rect">
            <a:avLst/>
          </a:prstGeom>
          <a:noFill/>
        </p:spPr>
        <p:txBody>
          <a:bodyPr wrap="square" anchor="t" lIns="91425" rIns="91425" tIns="91425" bIns="91425">
            <a:no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l">
              <a:defRPr sz="2100" lang="ja-JP">
                <a:latin typeface="Arial"/>
                <a:ea typeface="ＭＳ Ｐゴシック"/>
                <a:cs typeface="Arial"/>
              </a:defRPr>
            </a:pPr>
            <a:r>
              <a:rPr sz="2100" b="0" lang="ja-JP">
                <a:solidFill>
                  <a:srgbClr val="303437"/>
                </a:solidFill>
                <a:latin typeface="Arial"/>
                <a:ea typeface="ＭＳ Ｐゴシック"/>
                <a:cs typeface="Arial"/>
              </a:rPr>
              <a:t>バージョン1.1 train＋dev、20,963段落を各1回集計。</a:t>
            </a:r>
            <a:endParaRPr sz="2100" lang="ja-JP">
              <a:latin typeface="Arial"/>
              <a:ea typeface="ＭＳ Ｐゴシック"/>
              <a:cs typeface="Arial"/>
            </a:endParaRPr>
          </a:p>
          <a:p>
            <a:pPr algn="l">
              <a:defRPr sz="2100" lang="ja-JP">
                <a:latin typeface="Arial"/>
                <a:ea typeface="ＭＳ Ｐゴシック"/>
                <a:cs typeface="Arial"/>
              </a:defRPr>
            </a:pPr>
            <a:r>
              <a:rPr sz="2100" b="0" lang="ja-JP">
                <a:solidFill>
                  <a:srgbClr val="303437"/>
                </a:solidFill>
                <a:latin typeface="Arial"/>
                <a:ea typeface="ＭＳ Ｐゴシック"/>
                <a:cs typeface="Arial"/>
              </a:rPr>
              <a:t>同じ段落への複数質問による重複カウントはしない。</a:t>
            </a:r>
            <a:endParaRPr sz="2100" lang="ja-JP">
              <a:latin typeface="Arial"/>
              <a:ea typeface="ＭＳ Ｐゴシック"/>
              <a:cs typeface="Arial"/>
            </a:endParaRPr>
          </a:p>
          <a:p>
            <a:pPr algn="l">
              <a:defRPr sz="2100" lang="ja-JP">
                <a:latin typeface="Arial"/>
                <a:ea typeface="ＭＳ Ｐゴシック"/>
                <a:cs typeface="Arial"/>
              </a:defRPr>
            </a:pPr>
            <a:r>
              <a:rPr sz="2100" b="0" lang="ja-JP">
                <a:solidFill>
                  <a:srgbClr val="303437"/>
                </a:solidFill>
                <a:latin typeface="Arial"/>
                <a:ea typeface="ＭＳ Ｐゴシック"/>
                <a:cs typeface="Arial"/>
              </a:rPr>
              <a:t>最長は4,063文字／653単語。</a:t>
            </a:r>
            <a:endParaRPr sz="2100" lang="ja-JP">
              <a:latin typeface="Arial"/>
              <a:ea typeface="ＭＳ Ｐゴシック"/>
              <a:cs typeface="Arial"/>
            </a:endParaRPr>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文字数は前後空白を除去／単語数は空白分割。</a:t>
            </a:r>
            <a:endParaRPr sz="850" lang="ja-JP">
              <a:latin typeface="Arial"/>
              <a:ea typeface="ＭＳ Ｐゴシック"/>
              <a:cs typeface="Arial"/>
            </a:endParaRPr>
          </a:p>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https://github.com/rajpurkar/SQuAD-explorer/tree/master/dataset</a:t>
            </a:r>
            <a:endParaRPr sz="850" lang="ja-JP">
              <a:latin typeface="Arial"/>
              <a:ea typeface="ＭＳ Ｐゴシック"/>
              <a:cs typeface="Arial"/>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質問に大量の空白が含まれる実例</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Arial"/>
                <a:ea typeface="ＭＳ Ｐゴシック"/>
                <a:cs typeface="Arial"/>
              </a:defRPr>
            </a:pPr>
            <a:r>
              <a:rPr sz="1400" b="1" lang="ja-JP">
                <a:solidFill>
                  <a:srgbClr val="FFFEF8"/>
                </a:solidFill>
                <a:latin typeface="Arial"/>
                <a:ea typeface="ＭＳ Ｐゴシック"/>
                <a:cs typeface="Arial"/>
              </a:rPr>
              <a:t>データの特徴</a:t>
            </a:r>
            <a:endParaRPr sz="1400" lang="ja-JP">
              <a:latin typeface="Arial"/>
              <a:ea typeface="ＭＳ Ｐゴシック"/>
              <a:cs typeface="Arial"/>
            </a:endParaRPr>
          </a:p>
        </p:txBody>
      </p:sp>
      <p:sp>
        <p:nvSpPr>
          <p:cNvPr id="4" name="content-text"/>
          <p:cNvSpPr txBox="1"/>
          <p:nvPr/>
        </p:nvSpPr>
        <p:spPr>
          <a:xfrm>
            <a:off x="594360" y="1543050"/>
            <a:ext cx="8046720" cy="2674620"/>
          </a:xfrm>
          <a:prstGeom prst="rect">
            <a:avLst/>
          </a:prstGeom>
          <a:noFill/>
        </p:spPr>
        <p:txBody>
          <a:bodyPr wrap="square" anchor="t" lIns="91425" rIns="91425" tIns="91425" bIns="91425">
            <a:no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l">
              <a:defRPr sz="2200" lang="ja-JP">
                <a:latin typeface="Arial"/>
                <a:ea typeface="ＭＳ Ｐゴシック"/>
                <a:cs typeface="Arial"/>
              </a:defRPr>
            </a:pPr>
            <a:r>
              <a:rPr sz="2200" b="0" lang="ja-JP">
                <a:solidFill>
                  <a:srgbClr val="303437"/>
                </a:solidFill>
                <a:latin typeface="Arial"/>
                <a:ea typeface="ＭＳ Ｐゴシック"/>
                <a:cs typeface="Arial"/>
              </a:rPr>
              <a:t>前後に大量の空白が含まれる質問を1件確認 </a:t>
            </a:r>
            <a:r>
              <a:rPr sz="2200" b="0" lang="ja-JP">
                <a:solidFill>
                  <a:srgbClr val="303437"/>
                </a:solidFill>
                <a:latin typeface="Arial"/>
                <a:ea typeface="ＭＳ Ｐゴシック"/>
                <a:cs typeface="Arial"/>
              </a:rPr>
              <a:t>[1]</a:t>
            </a:r>
            <a:r>
              <a:rPr sz="2200" b="0" lang="ja-JP">
                <a:solidFill>
                  <a:srgbClr val="303437"/>
                </a:solidFill>
                <a:latin typeface="Arial"/>
                <a:ea typeface="ＭＳ Ｐゴシック"/>
                <a:cs typeface="Arial"/>
              </a:rPr>
              <a:t>。</a:t>
            </a:r>
            <a:endParaRPr sz="2200" lang="ja-JP">
              <a:latin typeface="Arial"/>
              <a:ea typeface="ＭＳ Ｐゴシック"/>
              <a:cs typeface="Arial"/>
            </a:endParaRPr>
          </a:p>
          <a:p>
            <a:pPr lvl="1" algn="l">
              <a:defRPr sz="2100" lang="ja-JP">
                <a:latin typeface="Arial"/>
                <a:ea typeface="ＭＳ Ｐゴシック"/>
                <a:cs typeface="Arial"/>
              </a:defRPr>
            </a:pPr>
            <a:r>
              <a:rPr sz="2100" b="0" lang="ja-JP">
                <a:solidFill>
                  <a:srgbClr val="303437"/>
                </a:solidFill>
                <a:latin typeface="Arial"/>
                <a:ea typeface="ＭＳ Ｐゴシック"/>
                <a:cs typeface="Arial"/>
              </a:rPr>
              <a:t>元文字列 25,651文字 → 前後空白を除去 59文字。</a:t>
            </a:r>
            <a:endParaRPr sz="2100" lang="ja-JP">
              <a:latin typeface="Arial"/>
              <a:ea typeface="ＭＳ Ｐゴシック"/>
              <a:cs typeface="Arial"/>
            </a:endParaRPr>
          </a:p>
          <a:p>
            <a:pPr algn="l">
              <a:defRPr sz="1800" lang="ja-JP">
                <a:latin typeface="Arial"/>
                <a:ea typeface="ＭＳ Ｐゴシック"/>
                <a:cs typeface="Arial"/>
              </a:defRPr>
            </a:pPr>
            <a:r>
              <a:rPr sz="1800" b="0" lang="ja-JP">
                <a:solidFill>
                  <a:srgbClr val="303437"/>
                </a:solidFill>
                <a:latin typeface="Arial"/>
                <a:ea typeface="ＭＳ Ｐゴシック"/>
                <a:cs typeface="Arial"/>
              </a:rPr>
              <a:t>What radiates two lobes perpendicular to the antennas axis?</a:t>
            </a:r>
            <a:endParaRPr sz="1800" lang="ja-JP">
              <a:latin typeface="Arial"/>
              <a:ea typeface="ＭＳ Ｐゴシック"/>
              <a:cs typeface="Arial"/>
            </a:endParaRPr>
          </a:p>
          <a:p>
            <a:pPr lvl="1" algn="l">
              <a:defRPr sz="1900" lang="ja-JP">
                <a:latin typeface="Arial"/>
                <a:ea typeface="ＭＳ Ｐゴシック"/>
                <a:cs typeface="Arial"/>
              </a:defRPr>
            </a:pPr>
            <a:r>
              <a:rPr sz="1900" b="0" lang="ja-JP">
                <a:solidFill>
                  <a:srgbClr val="303437"/>
                </a:solidFill>
                <a:latin typeface="Arial"/>
                <a:ea typeface="ＭＳ Ｐゴシック"/>
                <a:cs typeface="Arial"/>
              </a:rPr>
              <a:t>アンテナの軸に垂直な2つのローブを放射するものは何か。</a:t>
            </a:r>
            <a:endParaRPr sz="1900" lang="ja-JP">
              <a:latin typeface="Arial"/>
              <a:ea typeface="ＭＳ Ｐゴシック"/>
              <a:cs typeface="Arial"/>
            </a:endParaRPr>
          </a:p>
          <a:p>
            <a:pPr algn="l">
              <a:defRPr sz="2200" lang="ja-JP">
                <a:latin typeface="Arial"/>
                <a:ea typeface="ＭＳ Ｐゴシック"/>
                <a:cs typeface="Arial"/>
              </a:defRPr>
            </a:pPr>
            <a:r>
              <a:rPr sz="2200" b="0" lang="ja-JP">
                <a:solidFill>
                  <a:srgbClr val="303437"/>
                </a:solidFill>
                <a:latin typeface="Arial"/>
                <a:ea typeface="ＭＳ Ｐゴシック"/>
                <a:cs typeface="Arial"/>
              </a:rPr>
              <a:t>主要統計は前後空白だけを除去し、本文の文字は保持。</a:t>
            </a:r>
            <a:endParaRPr sz="2200" lang="ja-JP">
              <a:latin typeface="Arial"/>
              <a:ea typeface="ＭＳ Ｐゴシック"/>
              <a:cs typeface="Arial"/>
            </a:endParaRPr>
          </a:p>
          <a:p>
            <a:pPr algn="l">
              <a:defRPr sz="2100" lang="ja-JP">
                <a:latin typeface="Arial"/>
                <a:ea typeface="ＭＳ Ｐゴシック"/>
                <a:cs typeface="Arial"/>
              </a:defRPr>
            </a:pPr>
            <a:r>
              <a:rPr sz="2100" b="0" lang="ja-JP">
                <a:solidFill>
                  <a:srgbClr val="303437"/>
                </a:solidFill>
                <a:latin typeface="Arial"/>
                <a:ea typeface="ＭＳ Ｐゴシック"/>
                <a:cs typeface="Arial"/>
              </a:rPr>
              <a:t>長さの比較では、空白を含めるかで結果が大きく変わる。</a:t>
            </a:r>
            <a:endParaRPr sz="2100" lang="ja-JP">
              <a:latin typeface="Arial"/>
              <a:ea typeface="ＭＳ Ｐゴシック"/>
              <a:cs typeface="Arial"/>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https://github.com/rajpurkar/SQuAD-explorer/tree/master/dataset　ID 572fdefb947a6a140053cd8d</a:t>
            </a:r>
            <a:endParaRPr sz="850" lang="ja-JP">
              <a:latin typeface="Arial"/>
              <a:ea typeface="ＭＳ Ｐゴシック"/>
              <a:cs typeface="Arial"/>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lnSpc>
                <a:spcPct val="110000"/>
              </a:lnSpc>
              <a:spcBef>
                <a:spcPts val="0"/>
              </a:spcBef>
              <a:spcAft>
                <a:spcPts val="0"/>
              </a:spcAft>
              <a:buNone/>
              <a:defRPr sz="4000" lang="ja-JP">
                <a:latin typeface="Arial"/>
                <a:ea typeface="ＭＳ Ｐゴシック"/>
                <a:cs typeface="Arial"/>
              </a:defRPr>
            </a:pPr>
            <a:r>
              <a:rPr sz="4000" lang="ja-JP" b="1">
                <a:solidFill>
                  <a:srgbClr val="303437"/>
                </a:solidFill>
                <a:latin typeface="Arial"/>
                <a:ea typeface="ＭＳ Ｐゴシック"/>
                <a:cs typeface="Arial"/>
              </a:rPr>
              <a:t>3 評価と性能</a:t>
            </a:r>
            <a:endParaRPr sz="4000" lang="ja-JP">
              <a:latin typeface="Arial"/>
              <a:ea typeface="ＭＳ Ｐゴシック"/>
              <a:cs typeface="Arial"/>
            </a:endParaRPr>
          </a:p>
        </p:txBody>
      </p:sp>
      <p:sp>
        <p:nvSpPr>
          <p:cNvPr id="3" name="Title 2"/>
          <p:cNvSpPr>
            <a:spLocks noGrp="1"/>
          </p:cNvSpPr>
          <p:nvPr>
            <p:ph type="title" idx="2"/>
          </p:nvPr>
        </p:nvSpPr>
        <p:spPr/>
        <p:txBody>
          <a:bodyPr/>
          <a:lstStyle/>
          <a:p>
            <a:p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評価手法は EM と F1 の2種類</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Arial"/>
                <a:ea typeface="ＭＳ Ｐゴシック"/>
                <a:cs typeface="Arial"/>
              </a:defRPr>
            </a:pPr>
            <a:r>
              <a:rPr sz="1400" b="1" lang="ja-JP">
                <a:solidFill>
                  <a:srgbClr val="FFFEF8"/>
                </a:solidFill>
                <a:latin typeface="Arial"/>
                <a:ea typeface="ＭＳ Ｐゴシック"/>
                <a:cs typeface="Arial"/>
              </a:rPr>
              <a:t>評価と位置付け</a:t>
            </a:r>
            <a:endParaRPr sz="1400" lang="ja-JP">
              <a:latin typeface="Arial"/>
              <a:ea typeface="ＭＳ Ｐゴシック"/>
              <a:cs typeface="Arial"/>
            </a:endParaRPr>
          </a:p>
        </p:txBody>
      </p:sp>
      <p:sp>
        <p:nvSpPr>
          <p:cNvPr id="4" name="content-text"/>
          <p:cNvSpPr txBox="1"/>
          <p:nvPr/>
        </p:nvSpPr>
        <p:spPr>
          <a:xfrm>
            <a:off x="594360" y="1465897"/>
            <a:ext cx="8046720" cy="3086100"/>
          </a:xfrm>
          <a:prstGeom prst="rect">
            <a:avLst/>
          </a:prstGeom>
          <a:noFill/>
        </p:spPr>
        <p:txBody>
          <a:bodyPr wrap="square" anchor="t" lIns="91425" rIns="91425" tIns="91425" bIns="91425">
            <a:no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l">
              <a:defRPr sz="2200" lang="ja-JP">
                <a:latin typeface="Arial"/>
                <a:ea typeface="ＭＳ Ｐゴシック"/>
                <a:cs typeface="Arial"/>
              </a:defRPr>
            </a:pPr>
            <a:r>
              <a:rPr sz="2200" b="0" lang="ja-JP">
                <a:solidFill>
                  <a:srgbClr val="303437"/>
                </a:solidFill>
                <a:latin typeface="Arial"/>
                <a:ea typeface="ＭＳ Ｐゴシック"/>
                <a:cs typeface="Arial"/>
              </a:rPr>
              <a:t>EMは、1問では完全一致なら1、不一致なら0 </a:t>
            </a:r>
            <a:r>
              <a:rPr sz="2200" b="0" lang="ja-JP">
                <a:solidFill>
                  <a:srgbClr val="303437"/>
                </a:solidFill>
                <a:latin typeface="Arial"/>
                <a:ea typeface="ＭＳ Ｐゴシック"/>
                <a:cs typeface="Arial"/>
              </a:rPr>
              <a:t>[1]</a:t>
            </a:r>
            <a:r>
              <a:rPr sz="2200" b="0" lang="ja-JP">
                <a:solidFill>
                  <a:srgbClr val="303437"/>
                </a:solidFill>
                <a:latin typeface="Arial"/>
                <a:ea typeface="ＭＳ Ｐゴシック"/>
                <a:cs typeface="Arial"/>
              </a:rPr>
              <a:t>。</a:t>
            </a:r>
            <a:endParaRPr sz="2200" lang="ja-JP">
              <a:latin typeface="Arial"/>
              <a:ea typeface="ＭＳ Ｐゴシック"/>
              <a:cs typeface="Arial"/>
            </a:endParaRPr>
          </a:p>
          <a:p>
            <a:pPr lvl="1" algn="l">
              <a:defRPr sz="2000" lang="ja-JP">
                <a:latin typeface="Arial"/>
                <a:ea typeface="ＭＳ Ｐゴシック"/>
                <a:cs typeface="Arial"/>
              </a:defRPr>
            </a:pPr>
            <a:r>
              <a:rPr sz="2000" b="0" lang="ja-JP">
                <a:solidFill>
                  <a:srgbClr val="303437"/>
                </a:solidFill>
                <a:latin typeface="Arial"/>
                <a:ea typeface="ＭＳ Ｐゴシック"/>
                <a:cs typeface="Arial"/>
              </a:rPr>
              <a:t>正解がDenver Broncosなら、一致は1、Denverは0。</a:t>
            </a:r>
            <a:endParaRPr sz="2000" lang="ja-JP">
              <a:latin typeface="Arial"/>
              <a:ea typeface="ＭＳ Ｐゴシック"/>
              <a:cs typeface="Arial"/>
            </a:endParaRPr>
          </a:p>
          <a:p>
            <a:pPr algn="l">
              <a:defRPr sz="2200" lang="ja-JP">
                <a:latin typeface="Arial"/>
                <a:ea typeface="ＭＳ Ｐゴシック"/>
                <a:cs typeface="Arial"/>
              </a:defRPr>
            </a:pPr>
            <a:r>
              <a:rPr sz="2200" b="0" lang="ja-JP">
                <a:solidFill>
                  <a:srgbClr val="303437"/>
                </a:solidFill>
                <a:latin typeface="Arial"/>
                <a:ea typeface="ＭＳ Ｐゴシック"/>
                <a:cs typeface="Arial"/>
              </a:rPr>
              <a:t>F1は、共通する単語の適合率・再現率の調和平均。</a:t>
            </a:r>
            <a:endParaRPr sz="2200" lang="ja-JP">
              <a:latin typeface="Arial"/>
              <a:ea typeface="ＭＳ Ｐゴシック"/>
              <a:cs typeface="Arial"/>
            </a:endParaRPr>
          </a:p>
          <a:p>
            <a:pPr lvl="1" algn="l">
              <a:defRPr sz="2000" lang="ja-JP">
                <a:latin typeface="Arial"/>
                <a:ea typeface="ＭＳ Ｐゴシック"/>
                <a:cs typeface="Arial"/>
              </a:defRPr>
            </a:pPr>
            <a:r>
              <a:rPr sz="2000" b="0" lang="ja-JP">
                <a:solidFill>
                  <a:srgbClr val="303437"/>
                </a:solidFill>
                <a:latin typeface="Arial"/>
                <a:ea typeface="ＭＳ Ｐゴシック"/>
                <a:cs typeface="Arial"/>
              </a:rPr>
              <a:t>上の例では、完全一致なら1、Denverだけなら2/3。</a:t>
            </a:r>
            <a:endParaRPr sz="2000" lang="ja-JP">
              <a:latin typeface="Arial"/>
              <a:ea typeface="ＭＳ Ｐゴシック"/>
              <a:cs typeface="Arial"/>
            </a:endParaRPr>
          </a:p>
          <a:p>
            <a:pPr algn="l">
              <a:defRPr sz="2200" lang="ja-JP">
                <a:latin typeface="Arial"/>
                <a:ea typeface="ＭＳ Ｐゴシック"/>
                <a:cs typeface="Arial"/>
              </a:defRPr>
            </a:pPr>
            <a:r>
              <a:rPr sz="2200" b="0" lang="ja-JP">
                <a:solidFill>
                  <a:srgbClr val="303437"/>
                </a:solidFill>
                <a:latin typeface="Arial"/>
                <a:ea typeface="ＭＳ Ｐゴシック"/>
                <a:cs typeface="Arial"/>
              </a:rPr>
              <a:t>報告値は、全問の得点の平均 × 100（%）。</a:t>
            </a:r>
            <a:endParaRPr sz="2200" lang="ja-JP">
              <a:latin typeface="Arial"/>
              <a:ea typeface="ＭＳ Ｐゴシック"/>
              <a:cs typeface="Arial"/>
            </a:endParaRPr>
          </a:p>
          <a:p>
            <a:pPr lvl="1" algn="l">
              <a:defRPr sz="2000" lang="ja-JP">
                <a:latin typeface="Arial"/>
                <a:ea typeface="ＭＳ Ｐゴシック"/>
                <a:cs typeface="Arial"/>
              </a:defRPr>
            </a:pPr>
            <a:r>
              <a:rPr sz="2000" b="0" lang="ja-JP">
                <a:solidFill>
                  <a:srgbClr val="303437"/>
                </a:solidFill>
                <a:latin typeface="Arial"/>
                <a:ea typeface="ＭＳ Ｐゴシック"/>
                <a:cs typeface="Arial"/>
              </a:rPr>
              <a:t>2問中1問が完全一致なら、集合のEMは50%。</a:t>
            </a:r>
            <a:endParaRPr sz="2000" lang="ja-JP">
              <a:latin typeface="Arial"/>
              <a:ea typeface="ＭＳ Ｐゴシック"/>
              <a:cs typeface="Arial"/>
            </a:endParaRPr>
          </a:p>
          <a:p>
            <a:pPr algn="l">
              <a:defRPr sz="1900" lang="ja-JP">
                <a:latin typeface="Arial"/>
                <a:ea typeface="ＭＳ Ｐゴシック"/>
                <a:cs typeface="Arial"/>
              </a:defRPr>
            </a:pPr>
            <a:r>
              <a:rPr sz="1900" b="0" lang="ja-JP">
                <a:solidFill>
                  <a:srgbClr val="303437"/>
                </a:solidFill>
                <a:latin typeface="Arial"/>
                <a:ea typeface="ＭＳ Ｐゴシック"/>
                <a:cs typeface="Arial"/>
              </a:rPr>
              <a:t>小文字化・句読点・冠詞除去・空白正規化。複数正解の最良値。</a:t>
            </a:r>
            <a:endParaRPr sz="1900" lang="ja-JP">
              <a:latin typeface="Arial"/>
              <a:ea typeface="ＭＳ Ｐゴシック"/>
              <a:cs typeface="Arial"/>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評価実装　https://github.com/huggingface/evaluate/blob/main/metrics/squad/compute_score.py</a:t>
            </a:r>
            <a:endParaRPr sz="850" lang="ja-JP">
              <a:latin typeface="Arial"/>
              <a:ea typeface="ＭＳ Ｐゴシック"/>
              <a:cs typeface="Arial"/>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2016年の原著のモデルはF1が51.0%だった</a:t>
            </a:r>
            <a:endParaRPr sz="2800" lang="ja-JP">
              <a:latin typeface="Arial"/>
              <a:ea typeface="ＭＳ Ｐゴシック"/>
              <a:cs typeface="Arial"/>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SQuADの登場時の性能</a:t>
            </a:r>
            <a:endParaRPr sz="1400" lang="ja-JP">
              <a:latin typeface="Arial"/>
              <a:ea typeface="ＭＳ Ｐゴシック"/>
              <a:cs typeface="Arial"/>
            </a:endParaRPr>
          </a:p>
        </p:txBody>
      </p:sp>
      <p:graphicFrame>
        <p:nvGraphicFramePr>
          <p:cNvPr id="4" name="data-table"/>
          <p:cNvGraphicFramePr>
            <a:graphicFrameLocks noGrp="1"/>
          </p:cNvGraphicFramePr>
          <p:nvPr/>
        </p:nvGraphicFramePr>
        <p:xfrm>
          <a:off x="548640" y="1554480"/>
          <a:ext cx="8046720" cy="2103120"/>
        </p:xfrm>
        <a:graphic>
          <a:graphicData uri="http://schemas.openxmlformats.org/drawingml/2006/table">
            <a:tbl>
              <a:tblPr firstRow="1" bandRow="1">
                <a:tableStyleId>{5C22544A-7EE6-4342-B048-85BDC9FD1C3A}</a:tableStyleId>
              </a:tblPr>
              <a:tblGrid>
                <a:gridCol w="4572000"/>
                <a:gridCol w="1737360"/>
                <a:gridCol w="1737360"/>
              </a:tblGrid>
              <a:tr h="525780">
                <a:tc>
                  <a:txBody>
                    <a:bodyPr wrap="square" lIns="38100" rIns="38100" tIns="38100" bIns="38100" anchor="ctr"/>
                    <a:lstStyle/>
                    <a:p>
                      <a:pPr algn="l" marL="0" indent="0">
                        <a:lnSpc>
                          <a:spcPct val="110000"/>
                        </a:lnSpc>
                        <a:spcBef>
                          <a:spcPts val="0"/>
                        </a:spcBef>
                        <a:spcAft>
                          <a:spcPts val="0"/>
                        </a:spcAft>
                        <a:buNone/>
                        <a:defRPr sz="2200" lang="ja-JP">
                          <a:latin typeface="Arial"/>
                          <a:ea typeface="ＭＳ Ｐゴシック"/>
                          <a:cs typeface="Arial"/>
                        </a:defRPr>
                      </a:pPr>
                      <a:r>
                        <a:rPr sz="2200" lang="ja-JP">
                          <a:solidFill>
                            <a:srgbClr val="303437"/>
                          </a:solidFill>
                          <a:latin typeface="Arial"/>
                          <a:ea typeface="ＭＳ Ｐゴシック"/>
                          <a:cs typeface="Arial"/>
                        </a:rPr>
                        <a:t>原著のモデル・人の回答</a:t>
                      </a:r>
                      <a:endParaRPr sz="2200" lang="ja-JP">
                        <a:latin typeface="Arial"/>
                        <a:ea typeface="ＭＳ Ｐゴシック"/>
                        <a:cs typeface="Arial"/>
                      </a:endParaRPr>
                    </a:p>
                  </a:txBody>
                  <a:tcPr>
                    <a:solidFill>
                      <a:srgbClr val="FFFEF8"/>
                    </a:solidFill>
                    <a:lnL w="0">
                      <a:noFill/>
                    </a:lnL>
                    <a:lnR w="0">
                      <a:noFill/>
                    </a:lnR>
                    <a:lnT w="10160">
                      <a:solidFill>
                        <a:srgbClr val="626669"/>
                      </a:solidFill>
                    </a:lnT>
                    <a:lnB w="10160">
                      <a:solidFill>
                        <a:srgbClr val="626669"/>
                      </a:solidFill>
                    </a:lnB>
                  </a:tcPr>
                </a:tc>
                <a:tc>
                  <a:txBody>
                    <a:bodyPr wrap="square" lIns="38100" rIns="38100" tIns="38100" bIns="38100" anchor="ctr"/>
                    <a:lstStyle/>
                    <a:p>
                      <a:pPr algn="r" marL="0" indent="0">
                        <a:lnSpc>
                          <a:spcPct val="110000"/>
                        </a:lnSpc>
                        <a:spcBef>
                          <a:spcPts val="0"/>
                        </a:spcBef>
                        <a:spcAft>
                          <a:spcPts val="0"/>
                        </a:spcAft>
                        <a:buNone/>
                        <a:defRPr sz="2200" lang="ja-JP">
                          <a:latin typeface="Arial"/>
                          <a:ea typeface="ＭＳ Ｐゴシック"/>
                          <a:cs typeface="Arial"/>
                        </a:defRPr>
                      </a:pPr>
                      <a:r>
                        <a:rPr sz="2200" lang="ja-JP">
                          <a:solidFill>
                            <a:srgbClr val="303437"/>
                          </a:solidFill>
                          <a:latin typeface="Arial"/>
                          <a:ea typeface="ＭＳ Ｐゴシック"/>
                          <a:cs typeface="Arial"/>
                        </a:rPr>
                        <a:t>EM（%）</a:t>
                      </a:r>
                      <a:endParaRPr sz="2200" lang="ja-JP">
                        <a:latin typeface="Arial"/>
                        <a:ea typeface="ＭＳ Ｐゴシック"/>
                        <a:cs typeface="Arial"/>
                      </a:endParaRPr>
                    </a:p>
                  </a:txBody>
                  <a:tcPr>
                    <a:solidFill>
                      <a:srgbClr val="FFFEF8"/>
                    </a:solidFill>
                    <a:lnL w="0">
                      <a:noFill/>
                    </a:lnL>
                    <a:lnR w="0">
                      <a:noFill/>
                    </a:lnR>
                    <a:lnT w="10160">
                      <a:solidFill>
                        <a:srgbClr val="626669"/>
                      </a:solidFill>
                    </a:lnT>
                    <a:lnB w="10160">
                      <a:solidFill>
                        <a:srgbClr val="626669"/>
                      </a:solidFill>
                    </a:lnB>
                  </a:tcPr>
                </a:tc>
                <a:tc>
                  <a:txBody>
                    <a:bodyPr wrap="square" lIns="38100" rIns="38100" tIns="38100" bIns="38100" anchor="ctr"/>
                    <a:lstStyle/>
                    <a:p>
                      <a:pPr algn="r" marL="0" indent="0">
                        <a:lnSpc>
                          <a:spcPct val="110000"/>
                        </a:lnSpc>
                        <a:spcBef>
                          <a:spcPts val="0"/>
                        </a:spcBef>
                        <a:spcAft>
                          <a:spcPts val="0"/>
                        </a:spcAft>
                        <a:buNone/>
                        <a:defRPr sz="2200" lang="ja-JP">
                          <a:latin typeface="Arial"/>
                          <a:ea typeface="ＭＳ Ｐゴシック"/>
                          <a:cs typeface="Arial"/>
                        </a:defRPr>
                      </a:pPr>
                      <a:r>
                        <a:rPr sz="2200" lang="ja-JP">
                          <a:solidFill>
                            <a:srgbClr val="303437"/>
                          </a:solidFill>
                          <a:latin typeface="Arial"/>
                          <a:ea typeface="ＭＳ Ｐゴシック"/>
                          <a:cs typeface="Arial"/>
                        </a:rPr>
                        <a:t>F1（%）</a:t>
                      </a:r>
                      <a:endParaRPr sz="2200" lang="ja-JP">
                        <a:latin typeface="Arial"/>
                        <a:ea typeface="ＭＳ Ｐゴシック"/>
                        <a:cs typeface="Arial"/>
                      </a:endParaRPr>
                    </a:p>
                  </a:txBody>
                  <a:tcPr>
                    <a:solidFill>
                      <a:srgbClr val="FFFEF8"/>
                    </a:solidFill>
                    <a:lnL w="0">
                      <a:noFill/>
                    </a:lnL>
                    <a:lnR w="0">
                      <a:noFill/>
                    </a:lnR>
                    <a:lnT w="10160">
                      <a:solidFill>
                        <a:srgbClr val="626669"/>
                      </a:solidFill>
                    </a:lnT>
                    <a:lnB w="10160">
                      <a:solidFill>
                        <a:srgbClr val="626669"/>
                      </a:solidFill>
                    </a:lnB>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Arial"/>
                          <a:ea typeface="ＭＳ Ｐゴシック"/>
                          <a:cs typeface="Arial"/>
                        </a:defRPr>
                      </a:pPr>
                      <a:r>
                        <a:rPr sz="2200" lang="ja-JP">
                          <a:solidFill>
                            <a:srgbClr val="303437"/>
                          </a:solidFill>
                          <a:latin typeface="Arial"/>
                          <a:ea typeface="ＭＳ Ｐゴシック"/>
                          <a:cs typeface="Arial"/>
                        </a:rPr>
                        <a:t>単語一致を使うSliding Window</a:t>
                      </a:r>
                      <a:endParaRPr sz="2200" lang="ja-JP">
                        <a:latin typeface="Arial"/>
                        <a:ea typeface="ＭＳ Ｐゴシック"/>
                        <a:cs typeface="Arial"/>
                      </a:endParaRPr>
                    </a:p>
                  </a:txBody>
                  <a:tcPr>
                    <a:solidFill>
                      <a:srgbClr val="FFFEF8"/>
                    </a:solidFill>
                    <a:lnL w="0">
                      <a:noFill/>
                    </a:lnL>
                    <a:lnR w="0">
                      <a:noFill/>
                    </a:lnR>
                    <a:lnT w="0">
                      <a:noFill/>
                    </a:lnT>
                    <a:lnB w="0">
                      <a:noFill/>
                    </a:lnB>
                  </a:tcPr>
                </a:tc>
                <a:tc>
                  <a:txBody>
                    <a:bodyPr wrap="square" lIns="38100" rIns="38100" tIns="38100" bIns="38100" anchor="ctr"/>
                    <a:lstStyle/>
                    <a:p>
                      <a:pPr algn="r" marL="0" indent="0">
                        <a:lnSpc>
                          <a:spcPct val="110000"/>
                        </a:lnSpc>
                        <a:spcBef>
                          <a:spcPts val="0"/>
                        </a:spcBef>
                        <a:spcAft>
                          <a:spcPts val="0"/>
                        </a:spcAft>
                        <a:buNone/>
                        <a:defRPr sz="2200" lang="ja-JP">
                          <a:latin typeface="Arial"/>
                          <a:ea typeface="ＭＳ Ｐゴシック"/>
                          <a:cs typeface="Arial"/>
                        </a:defRPr>
                      </a:pPr>
                      <a:r>
                        <a:rPr sz="2200" lang="ja-JP">
                          <a:solidFill>
                            <a:srgbClr val="303437"/>
                          </a:solidFill>
                          <a:latin typeface="Arial"/>
                          <a:ea typeface="ＭＳ Ｐゴシック"/>
                          <a:cs typeface="Arial"/>
                        </a:rPr>
                        <a:t>12.5</a:t>
                      </a:r>
                      <a:endParaRPr sz="2200" lang="ja-JP">
                        <a:latin typeface="Arial"/>
                        <a:ea typeface="ＭＳ Ｐゴシック"/>
                        <a:cs typeface="Arial"/>
                      </a:endParaRPr>
                    </a:p>
                  </a:txBody>
                  <a:tcPr>
                    <a:solidFill>
                      <a:srgbClr val="FFFEF8"/>
                    </a:solidFill>
                    <a:lnL w="0">
                      <a:noFill/>
                    </a:lnL>
                    <a:lnR w="0">
                      <a:noFill/>
                    </a:lnR>
                    <a:lnT w="0">
                      <a:noFill/>
                    </a:lnT>
                    <a:lnB w="0">
                      <a:noFill/>
                    </a:lnB>
                  </a:tcPr>
                </a:tc>
                <a:tc>
                  <a:txBody>
                    <a:bodyPr wrap="square" lIns="38100" rIns="38100" tIns="38100" bIns="38100" anchor="ctr"/>
                    <a:lstStyle/>
                    <a:p>
                      <a:pPr algn="r" marL="0" indent="0">
                        <a:lnSpc>
                          <a:spcPct val="110000"/>
                        </a:lnSpc>
                        <a:spcBef>
                          <a:spcPts val="0"/>
                        </a:spcBef>
                        <a:spcAft>
                          <a:spcPts val="0"/>
                        </a:spcAft>
                        <a:buNone/>
                        <a:defRPr sz="2200" lang="ja-JP">
                          <a:latin typeface="Arial"/>
                          <a:ea typeface="ＭＳ Ｐゴシック"/>
                          <a:cs typeface="Arial"/>
                        </a:defRPr>
                      </a:pPr>
                      <a:r>
                        <a:rPr sz="2200" lang="ja-JP">
                          <a:solidFill>
                            <a:srgbClr val="303437"/>
                          </a:solidFill>
                          <a:latin typeface="Arial"/>
                          <a:ea typeface="ＭＳ Ｐゴシック"/>
                          <a:cs typeface="Arial"/>
                        </a:rPr>
                        <a:t>19.7</a:t>
                      </a:r>
                      <a:endParaRPr sz="2200" lang="ja-JP">
                        <a:latin typeface="Arial"/>
                        <a:ea typeface="ＭＳ Ｐゴシック"/>
                        <a:cs typeface="Arial"/>
                      </a:endParaRPr>
                    </a:p>
                  </a:txBody>
                  <a:tcPr>
                    <a:solidFill>
                      <a:srgbClr val="FFFEF8"/>
                    </a:solidFill>
                    <a:lnL w="0">
                      <a:noFill/>
                    </a:lnL>
                    <a:lnR w="0">
                      <a:noFill/>
                    </a:lnR>
                    <a:lnT w="0">
                      <a:noFill/>
                    </a:lnT>
                    <a:lnB w="0">
                      <a:noFill/>
                    </a:lnB>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Arial"/>
                          <a:ea typeface="ＭＳ Ｐゴシック"/>
                          <a:cs typeface="Arial"/>
                        </a:defRPr>
                      </a:pPr>
                      <a:r>
                        <a:rPr sz="2200" lang="ja-JP">
                          <a:solidFill>
                            <a:srgbClr val="303437"/>
                          </a:solidFill>
                          <a:latin typeface="Arial"/>
                          <a:ea typeface="ＭＳ Ｐゴシック"/>
                          <a:cs typeface="Arial"/>
                        </a:rPr>
                        <a:t>ロジスティック回帰</a:t>
                      </a:r>
                      <a:endParaRPr sz="2200" lang="ja-JP">
                        <a:latin typeface="Arial"/>
                        <a:ea typeface="ＭＳ Ｐゴシック"/>
                        <a:cs typeface="Arial"/>
                      </a:endParaRPr>
                    </a:p>
                  </a:txBody>
                  <a:tcPr>
                    <a:solidFill>
                      <a:srgbClr val="FFFEF8"/>
                    </a:solidFill>
                    <a:lnL w="0">
                      <a:noFill/>
                    </a:lnL>
                    <a:lnR w="0">
                      <a:noFill/>
                    </a:lnR>
                    <a:lnT w="0">
                      <a:noFill/>
                    </a:lnT>
                    <a:lnB w="0">
                      <a:noFill/>
                    </a:lnB>
                  </a:tcPr>
                </a:tc>
                <a:tc>
                  <a:txBody>
                    <a:bodyPr wrap="square" lIns="38100" rIns="38100" tIns="38100" bIns="38100" anchor="ctr"/>
                    <a:lstStyle/>
                    <a:p>
                      <a:pPr algn="r" marL="0" indent="0">
                        <a:lnSpc>
                          <a:spcPct val="110000"/>
                        </a:lnSpc>
                        <a:spcBef>
                          <a:spcPts val="0"/>
                        </a:spcBef>
                        <a:spcAft>
                          <a:spcPts val="0"/>
                        </a:spcAft>
                        <a:buNone/>
                        <a:defRPr sz="2200" lang="ja-JP">
                          <a:latin typeface="Arial"/>
                          <a:ea typeface="ＭＳ Ｐゴシック"/>
                          <a:cs typeface="Arial"/>
                        </a:defRPr>
                      </a:pPr>
                      <a:r>
                        <a:rPr sz="2200" lang="ja-JP">
                          <a:solidFill>
                            <a:srgbClr val="303437"/>
                          </a:solidFill>
                          <a:latin typeface="Arial"/>
                          <a:ea typeface="ＭＳ Ｐゴシック"/>
                          <a:cs typeface="Arial"/>
                        </a:rPr>
                        <a:t>40.4</a:t>
                      </a:r>
                      <a:endParaRPr sz="2200" lang="ja-JP">
                        <a:latin typeface="Arial"/>
                        <a:ea typeface="ＭＳ Ｐゴシック"/>
                        <a:cs typeface="Arial"/>
                      </a:endParaRPr>
                    </a:p>
                  </a:txBody>
                  <a:tcPr>
                    <a:solidFill>
                      <a:srgbClr val="FFFEF8"/>
                    </a:solidFill>
                    <a:lnL w="0">
                      <a:noFill/>
                    </a:lnL>
                    <a:lnR w="0">
                      <a:noFill/>
                    </a:lnR>
                    <a:lnT w="0">
                      <a:noFill/>
                    </a:lnT>
                    <a:lnB w="0">
                      <a:noFill/>
                    </a:lnB>
                  </a:tcPr>
                </a:tc>
                <a:tc>
                  <a:txBody>
                    <a:bodyPr wrap="square" lIns="38100" rIns="38100" tIns="38100" bIns="38100" anchor="ctr"/>
                    <a:lstStyle/>
                    <a:p>
                      <a:pPr algn="r" marL="0" indent="0">
                        <a:lnSpc>
                          <a:spcPct val="110000"/>
                        </a:lnSpc>
                        <a:spcBef>
                          <a:spcPts val="0"/>
                        </a:spcBef>
                        <a:spcAft>
                          <a:spcPts val="0"/>
                        </a:spcAft>
                        <a:buNone/>
                        <a:defRPr sz="2200" lang="ja-JP">
                          <a:latin typeface="Arial"/>
                          <a:ea typeface="ＭＳ Ｐゴシック"/>
                          <a:cs typeface="Arial"/>
                        </a:defRPr>
                      </a:pPr>
                      <a:r>
                        <a:rPr sz="2200" lang="ja-JP">
                          <a:solidFill>
                            <a:srgbClr val="303437"/>
                          </a:solidFill>
                          <a:latin typeface="Arial"/>
                          <a:ea typeface="ＭＳ Ｐゴシック"/>
                          <a:cs typeface="Arial"/>
                        </a:rPr>
                        <a:t>51.0</a:t>
                      </a:r>
                      <a:endParaRPr sz="2200" lang="ja-JP">
                        <a:latin typeface="Arial"/>
                        <a:ea typeface="ＭＳ Ｐゴシック"/>
                        <a:cs typeface="Arial"/>
                      </a:endParaRPr>
                    </a:p>
                  </a:txBody>
                  <a:tcPr>
                    <a:solidFill>
                      <a:srgbClr val="FFFEF8"/>
                    </a:solidFill>
                    <a:lnL w="0">
                      <a:noFill/>
                    </a:lnL>
                    <a:lnR w="0">
                      <a:noFill/>
                    </a:lnR>
                    <a:lnT w="0">
                      <a:noFill/>
                    </a:lnT>
                    <a:lnB w="0">
                      <a:noFill/>
                    </a:lnB>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Arial"/>
                          <a:ea typeface="ＭＳ Ｐゴシック"/>
                          <a:cs typeface="Arial"/>
                        </a:defRPr>
                      </a:pPr>
                      <a:r>
                        <a:rPr sz="2200" lang="ja-JP">
                          <a:solidFill>
                            <a:srgbClr val="303437"/>
                          </a:solidFill>
                          <a:latin typeface="Arial"/>
                          <a:ea typeface="ＭＳ Ｐゴシック"/>
                          <a:cs typeface="Arial"/>
                        </a:rPr>
                        <a:t>人の回答</a:t>
                      </a:r>
                      <a:endParaRPr sz="2200" lang="ja-JP">
                        <a:latin typeface="Arial"/>
                        <a:ea typeface="ＭＳ Ｐゴシック"/>
                        <a:cs typeface="Arial"/>
                      </a:endParaRPr>
                    </a:p>
                  </a:txBody>
                  <a:tcPr>
                    <a:solidFill>
                      <a:srgbClr val="FFFEF8"/>
                    </a:solidFill>
                    <a:lnL w="0">
                      <a:noFill/>
                    </a:lnL>
                    <a:lnR w="0">
                      <a:noFill/>
                    </a:lnR>
                    <a:lnT w="0">
                      <a:noFill/>
                    </a:lnT>
                    <a:lnB w="10160">
                      <a:solidFill>
                        <a:srgbClr val="626669"/>
                      </a:solidFill>
                    </a:lnB>
                  </a:tcPr>
                </a:tc>
                <a:tc>
                  <a:txBody>
                    <a:bodyPr wrap="square" lIns="38100" rIns="38100" tIns="38100" bIns="38100" anchor="ctr"/>
                    <a:lstStyle/>
                    <a:p>
                      <a:pPr algn="r" marL="0" indent="0">
                        <a:lnSpc>
                          <a:spcPct val="110000"/>
                        </a:lnSpc>
                        <a:spcBef>
                          <a:spcPts val="0"/>
                        </a:spcBef>
                        <a:spcAft>
                          <a:spcPts val="0"/>
                        </a:spcAft>
                        <a:buNone/>
                        <a:defRPr sz="2200" lang="ja-JP">
                          <a:latin typeface="Arial"/>
                          <a:ea typeface="ＭＳ Ｐゴシック"/>
                          <a:cs typeface="Arial"/>
                        </a:defRPr>
                      </a:pPr>
                      <a:r>
                        <a:rPr sz="2200" lang="ja-JP">
                          <a:solidFill>
                            <a:srgbClr val="303437"/>
                          </a:solidFill>
                          <a:latin typeface="Arial"/>
                          <a:ea typeface="ＭＳ Ｐゴシック"/>
                          <a:cs typeface="Arial"/>
                        </a:rPr>
                        <a:t>77.0</a:t>
                      </a:r>
                      <a:endParaRPr sz="2200" lang="ja-JP">
                        <a:latin typeface="Arial"/>
                        <a:ea typeface="ＭＳ Ｐゴシック"/>
                        <a:cs typeface="Arial"/>
                      </a:endParaRPr>
                    </a:p>
                  </a:txBody>
                  <a:tcPr>
                    <a:solidFill>
                      <a:srgbClr val="FFFEF8"/>
                    </a:solidFill>
                    <a:lnL w="0">
                      <a:noFill/>
                    </a:lnL>
                    <a:lnR w="0">
                      <a:noFill/>
                    </a:lnR>
                    <a:lnT w="0">
                      <a:noFill/>
                    </a:lnT>
                    <a:lnB w="10160">
                      <a:solidFill>
                        <a:srgbClr val="626669"/>
                      </a:solidFill>
                    </a:lnB>
                  </a:tcPr>
                </a:tc>
                <a:tc>
                  <a:txBody>
                    <a:bodyPr wrap="square" lIns="38100" rIns="38100" tIns="38100" bIns="38100" anchor="ctr"/>
                    <a:lstStyle/>
                    <a:p>
                      <a:pPr algn="r" marL="0" indent="0">
                        <a:lnSpc>
                          <a:spcPct val="110000"/>
                        </a:lnSpc>
                        <a:spcBef>
                          <a:spcPts val="0"/>
                        </a:spcBef>
                        <a:spcAft>
                          <a:spcPts val="0"/>
                        </a:spcAft>
                        <a:buNone/>
                        <a:defRPr sz="2200" lang="ja-JP">
                          <a:latin typeface="Arial"/>
                          <a:ea typeface="ＭＳ Ｐゴシック"/>
                          <a:cs typeface="Arial"/>
                        </a:defRPr>
                      </a:pPr>
                      <a:r>
                        <a:rPr sz="2200" lang="ja-JP">
                          <a:solidFill>
                            <a:srgbClr val="303437"/>
                          </a:solidFill>
                          <a:latin typeface="Arial"/>
                          <a:ea typeface="ＭＳ Ｐゴシック"/>
                          <a:cs typeface="Arial"/>
                        </a:rPr>
                        <a:t>86.8</a:t>
                      </a:r>
                      <a:endParaRPr sz="2200" lang="ja-JP">
                        <a:latin typeface="Arial"/>
                        <a:ea typeface="ＭＳ Ｐゴシック"/>
                        <a:cs typeface="Arial"/>
                      </a:endParaRPr>
                    </a:p>
                  </a:txBody>
                  <a:tcPr>
                    <a:solidFill>
                      <a:srgbClr val="FFFEF8"/>
                    </a:solidFill>
                    <a:lnL w="0">
                      <a:noFill/>
                    </a:lnL>
                    <a:lnR w="0">
                      <a:noFill/>
                    </a:lnR>
                    <a:lnT w="0">
                      <a:noFill/>
                    </a:lnT>
                    <a:lnB w="10160">
                      <a:solidFill>
                        <a:srgbClr val="626669"/>
                      </a:solidFill>
                    </a:lnB>
                  </a:tcPr>
                </a:tc>
              </a:tr>
            </a:tbl>
          </a:graphicData>
        </a:graphic>
      </p:graphicFrame>
      <p:sp>
        <p:nvSpPr>
          <p:cNvPr id="5" name="TextBox 4"/>
          <p:cNvSpPr txBox="1"/>
          <p:nvPr/>
        </p:nvSpPr>
        <p:spPr>
          <a:xfrm>
            <a:off x="594360" y="3858768"/>
            <a:ext cx="7955279" cy="64008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Arial"/>
                <a:ea typeface="ＭＳ Ｐゴシック"/>
                <a:cs typeface="Arial"/>
              </a:defRPr>
            </a:pPr>
            <a:r>
              <a:rPr sz="1800" lang="ja-JP">
                <a:solidFill>
                  <a:srgbClr val="303437"/>
                </a:solidFill>
                <a:latin typeface="Arial"/>
                <a:ea typeface="ＭＳ Ｐゴシック"/>
                <a:cs typeface="Arial"/>
              </a:rPr>
              <a:t>SQuADバージョン1.0のテスト用で評価した </a:t>
            </a:r>
            <a:r>
              <a:rPr sz="1800" lang="ja-JP">
                <a:solidFill>
                  <a:srgbClr val="303437"/>
                </a:solidFill>
                <a:latin typeface="Arial"/>
                <a:ea typeface="ＭＳ Ｐゴシック"/>
                <a:cs typeface="Arial"/>
              </a:rPr>
              <a:t>[1]</a:t>
            </a:r>
            <a:r>
              <a:rPr sz="1800" lang="ja-JP">
                <a:solidFill>
                  <a:srgbClr val="303437"/>
                </a:solidFill>
                <a:latin typeface="Arial"/>
                <a:ea typeface="ＭＳ Ｐゴシック"/>
                <a:cs typeface="Arial"/>
              </a:rPr>
              <a:t>。人の得点は、追加の正解回答を予測として採点した。</a:t>
            </a:r>
            <a:endParaRPr sz="1800" lang="ja-JP">
              <a:latin typeface="Arial"/>
              <a:ea typeface="ＭＳ Ｐゴシック"/>
              <a:cs typeface="Arial"/>
            </a:endParaRPr>
          </a:p>
        </p:txBody>
      </p:sp>
      <p:sp>
        <p:nvSpPr>
          <p:cNvPr id="6"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Rajpurkar et al. (2016), Table 5・§6.2. https://aclanthology.org/D16-1264/</a:t>
            </a:r>
            <a:endParaRPr sz="850" lang="ja-JP">
              <a:latin typeface="Arial"/>
              <a:ea typeface="ＭＳ Ｐゴシック"/>
              <a:cs typeface="Arial"/>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バージョン1.1のベンチマーク結果</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Arial"/>
                <a:ea typeface="ＭＳ Ｐゴシック"/>
                <a:cs typeface="Arial"/>
              </a:defRPr>
            </a:pPr>
            <a:r>
              <a:rPr sz="1400" b="1" lang="ja-JP">
                <a:solidFill>
                  <a:srgbClr val="FFFEF8"/>
                </a:solidFill>
                <a:latin typeface="Arial"/>
                <a:ea typeface="ＭＳ Ｐゴシック"/>
                <a:cs typeface="Arial"/>
              </a:rPr>
              <a:t>評価と位置付け</a:t>
            </a:r>
            <a:endParaRPr sz="1400" lang="ja-JP">
              <a:latin typeface="Arial"/>
              <a:ea typeface="ＭＳ Ｐゴシック"/>
              <a:cs typeface="Arial"/>
            </a:endParaRPr>
          </a:p>
        </p:txBody>
      </p:sp>
      <p:graphicFrame>
        <p:nvGraphicFramePr>
          <p:cNvPr id="4" name="Table 3"/>
          <p:cNvGraphicFramePr>
            <a:graphicFrameLocks noGrp="1"/>
          </p:cNvGraphicFramePr>
          <p:nvPr/>
        </p:nvGraphicFramePr>
        <p:xfrm>
          <a:off x="548640" y="1594485"/>
          <a:ext cx="8046717" cy="1800225"/>
        </p:xfrm>
        <a:graphic>
          <a:graphicData uri="http://schemas.openxmlformats.org/drawingml/2006/table">
            <a:tbl>
              <a:tblPr firstRow="1" bandRow="1">
                <a:tableStyleId>{5C22544A-7EE6-4342-B048-85BDC9FD1C3A}</a:tableStyleId>
              </a:tblPr>
              <a:tblGrid>
                <a:gridCol w="2333548"/>
                <a:gridCol w="2655417"/>
                <a:gridCol w="1528876"/>
                <a:gridCol w="1528876"/>
              </a:tblGrid>
              <a:tr h="450056">
                <a:tc>
                  <a:txBody>
                    <a:bodyPr wrap="square" anchor="ctr" lIns="0" rIns="0" tIns="0" bIns="0">
                      <a:noAutofit/>
                    </a:bodyPr>
                    <a:lstStyle/>
                    <a:p>
                      <a:pPr algn="l"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モデル [1]</a:t>
                      </a:r>
                      <a:endParaRPr sz="20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提出日</a:t>
                      </a:r>
                      <a:endParaRPr sz="20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EM</a:t>
                      </a:r>
                      <a:endParaRPr sz="20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F1</a:t>
                      </a:r>
                      <a:endParaRPr sz="20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BiDAF</a:t>
                      </a:r>
                      <a:endParaRPr sz="20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2016-11-28</a:t>
                      </a:r>
                      <a:endParaRPr sz="20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68.0</a:t>
                      </a:r>
                      <a:endParaRPr sz="20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77.3</a:t>
                      </a:r>
                      <a:endParaRPr sz="20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BERT</a:t>
                      </a:r>
                      <a:endParaRPr sz="20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2018-10-05</a:t>
                      </a:r>
                      <a:endParaRPr sz="20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85.1</a:t>
                      </a:r>
                      <a:endParaRPr sz="20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91.8</a:t>
                      </a:r>
                      <a:endParaRPr sz="20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r>
              <a:tr h="450057">
                <a:tc>
                  <a:txBody>
                    <a:bodyPr wrap="square" anchor="ctr" lIns="0" rIns="0" tIns="0" bIns="0">
                      <a:noAutofit/>
                    </a:bodyPr>
                    <a:lstStyle/>
                    <a:p>
                      <a:pPr algn="l"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XLNet</a:t>
                      </a:r>
                      <a:endParaRPr sz="20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2019-05-21</a:t>
                      </a:r>
                      <a:endParaRPr sz="20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89.9</a:t>
                      </a:r>
                      <a:endParaRPr sz="20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95.1</a:t>
                      </a:r>
                      <a:endParaRPr sz="20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770962"/>
            <a:ext cx="8046720" cy="991537"/>
          </a:xfrm>
          <a:prstGeom prst="rect">
            <a:avLst/>
          </a:prstGeom>
          <a:noFill/>
        </p:spPr>
        <p:txBody>
          <a:bodyPr wrap="square" anchor="t" lIns="91425" rIns="91425" tIns="91425" bIns="91425">
            <a:no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l">
              <a:defRPr sz="1700" lang="ja-JP">
                <a:latin typeface="Arial"/>
                <a:ea typeface="ＭＳ Ｐゴシック"/>
                <a:cs typeface="Arial"/>
              </a:defRPr>
            </a:pPr>
            <a:r>
              <a:rPr sz="1700" lang="ja-JP">
                <a:solidFill>
                  <a:srgbClr val="303437"/>
                </a:solidFill>
                <a:latin typeface="Arial"/>
                <a:ea typeface="ＭＳ Ｐゴシック"/>
                <a:cs typeface="Arial"/>
              </a:rPr>
              <a:t>SQuAD運営者の非公開テストで採点。</a:t>
            </a:r>
            <a:endParaRPr sz="1700" lang="ja-JP">
              <a:latin typeface="Arial"/>
              <a:ea typeface="ＭＳ Ｐゴシック"/>
              <a:cs typeface="Arial"/>
            </a:endParaRPr>
          </a:p>
          <a:p>
            <a:pPr algn="l">
              <a:defRPr sz="1700" lang="ja-JP">
                <a:latin typeface="Arial"/>
                <a:ea typeface="ＭＳ Ｐゴシック"/>
                <a:cs typeface="Arial"/>
              </a:defRPr>
            </a:pPr>
            <a:r>
              <a:rPr sz="1700" lang="ja-JP">
                <a:solidFill>
                  <a:srgbClr val="303437"/>
                </a:solidFill>
                <a:latin typeface="Arial"/>
                <a:ea typeface="ＭＳ Ｐゴシック"/>
                <a:cs typeface="Arial"/>
              </a:rPr>
              <a:t>開発用とは別のデータ。各行は単一モデルの提出結果。</a:t>
            </a:r>
            <a:endParaRPr sz="1700" lang="ja-JP">
              <a:latin typeface="Arial"/>
              <a:ea typeface="ＭＳ Ｐゴシック"/>
              <a:cs typeface="Arial"/>
            </a:endParaRPr>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掲載された提出結果（EM・F1は%）。</a:t>
            </a:r>
            <a:endParaRPr sz="850" lang="ja-JP">
              <a:latin typeface="Arial"/>
              <a:ea typeface="ＭＳ Ｐゴシック"/>
              <a:cs typeface="Arial"/>
            </a:endParaRPr>
          </a:p>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https://rajpurkar.github.io/SQuAD-explorer/</a:t>
            </a:r>
            <a:endParaRPr sz="850" lang="ja-JP">
              <a:latin typeface="Arial"/>
              <a:ea typeface="ＭＳ Ｐゴシック"/>
              <a:cs typeface="Arial"/>
            </a:endParaR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SQuAD 2.0では抽出型モデルも比較されている</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Arial"/>
                <a:ea typeface="ＭＳ Ｐゴシック"/>
                <a:cs typeface="Arial"/>
              </a:defRPr>
            </a:pPr>
            <a:r>
              <a:rPr sz="1400" b="1" lang="ja-JP">
                <a:solidFill>
                  <a:srgbClr val="FFFEF8"/>
                </a:solidFill>
                <a:latin typeface="Arial"/>
                <a:ea typeface="ＭＳ Ｐゴシック"/>
                <a:cs typeface="Arial"/>
              </a:rPr>
              <a:t>評価と位置付け</a:t>
            </a:r>
            <a:endParaRPr sz="1400" lang="ja-JP">
              <a:latin typeface="Arial"/>
              <a:ea typeface="ＭＳ Ｐゴシック"/>
              <a:cs typeface="Arial"/>
            </a:endParaRPr>
          </a:p>
        </p:txBody>
      </p:sp>
      <p:graphicFrame>
        <p:nvGraphicFramePr>
          <p:cNvPr id="4" name="Table 3"/>
          <p:cNvGraphicFramePr>
            <a:graphicFrameLocks noGrp="1"/>
          </p:cNvGraphicFramePr>
          <p:nvPr/>
        </p:nvGraphicFramePr>
        <p:xfrm>
          <a:off x="548640" y="1543050"/>
          <a:ext cx="8046718" cy="1825942"/>
        </p:xfrm>
        <a:graphic>
          <a:graphicData uri="http://schemas.openxmlformats.org/drawingml/2006/table">
            <a:tbl>
              <a:tblPr firstRow="1" bandRow="1">
                <a:tableStyleId>{5C22544A-7EE6-4342-B048-85BDC9FD1C3A}</a:tableStyleId>
              </a:tblPr>
              <a:tblGrid>
                <a:gridCol w="4345228"/>
                <a:gridCol w="1850745"/>
                <a:gridCol w="1850745"/>
              </a:tblGrid>
              <a:tr h="456485">
                <a:tc>
                  <a:txBody>
                    <a:bodyPr wrap="square" anchor="ctr" lIns="0" rIns="0" tIns="0" bIns="0">
                      <a:noAutofit/>
                    </a:bodyPr>
                    <a:lstStyle/>
                    <a:p>
                      <a:pPr algn="l"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モデル [1]</a:t>
                      </a:r>
                      <a:endParaRPr sz="20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EM（%）</a:t>
                      </a:r>
                      <a:endParaRPr sz="20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F1（%）</a:t>
                      </a:r>
                      <a:endParaRPr sz="20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BERT-Large</a:t>
                      </a:r>
                      <a:endParaRPr sz="20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79.0</a:t>
                      </a:r>
                      <a:endParaRPr sz="20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81.8</a:t>
                      </a:r>
                      <a:endParaRPr sz="20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RoBERTa-Large</a:t>
                      </a:r>
                      <a:endParaRPr sz="20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86.5</a:t>
                      </a:r>
                      <a:endParaRPr sz="20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89.4</a:t>
                      </a:r>
                      <a:endParaRPr sz="20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r>
              <a:tr h="456487">
                <a:tc>
                  <a:txBody>
                    <a:bodyPr wrap="square" anchor="ctr" lIns="0" rIns="0" tIns="0" bIns="0">
                      <a:noAutofit/>
                    </a:bodyPr>
                    <a:lstStyle/>
                    <a:p>
                      <a:pPr algn="l"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DeBERTa-V3-Large</a:t>
                      </a:r>
                      <a:endParaRPr sz="20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89.0</a:t>
                      </a:r>
                      <a:endParaRPr sz="20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91.5</a:t>
                      </a:r>
                      <a:endParaRPr sz="20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719476"/>
            <a:ext cx="8046720" cy="1043023"/>
          </a:xfrm>
          <a:prstGeom prst="rect">
            <a:avLst/>
          </a:prstGeom>
          <a:noFill/>
        </p:spPr>
        <p:txBody>
          <a:bodyPr wrap="square" anchor="t" lIns="91425" rIns="91425" tIns="91425" bIns="91425">
            <a:no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l">
              <a:defRPr sz="1700" lang="ja-JP">
                <a:latin typeface="Arial"/>
                <a:ea typeface="ＭＳ Ｐゴシック"/>
                <a:cs typeface="Arial"/>
              </a:defRPr>
            </a:pPr>
            <a:r>
              <a:rPr sz="1700" lang="ja-JP">
                <a:solidFill>
                  <a:srgbClr val="303437"/>
                </a:solidFill>
                <a:latin typeface="Arial"/>
                <a:ea typeface="ＭＳ Ｐゴシック"/>
                <a:cs typeface="Arial"/>
              </a:rPr>
              <a:t>SQuAD 2.0の学習用で微調整し、開発用で評価した公表値。</a:t>
            </a:r>
            <a:endParaRPr sz="1700" lang="ja-JP">
              <a:latin typeface="Arial"/>
              <a:ea typeface="ＭＳ Ｐゴシック"/>
              <a:cs typeface="Arial"/>
            </a:endParaRPr>
          </a:p>
          <a:p>
            <a:pPr algn="l">
              <a:defRPr sz="1700" lang="ja-JP">
                <a:latin typeface="Arial"/>
                <a:ea typeface="ＭＳ Ｐゴシック"/>
                <a:cs typeface="Arial"/>
              </a:defRPr>
            </a:pPr>
            <a:r>
              <a:rPr sz="1700" lang="ja-JP">
                <a:solidFill>
                  <a:srgbClr val="303437"/>
                </a:solidFill>
                <a:latin typeface="Arial"/>
                <a:ea typeface="ＭＳ Ｐゴシック"/>
                <a:cs typeface="Arial"/>
              </a:rPr>
              <a:t>Llamaの生成評価や、運営者の非公開テストとは条件が異なる。</a:t>
            </a:r>
            <a:endParaRPr sz="1700" lang="ja-JP">
              <a:latin typeface="Arial"/>
              <a:ea typeface="ＭＳ Ｐゴシック"/>
              <a:cs typeface="Arial"/>
            </a:endParaRPr>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Microsoftの公開結果で、SQuAD 2.0開発用のEM・F1を掲載。</a:t>
            </a:r>
            <a:endParaRPr sz="850" lang="ja-JP">
              <a:latin typeface="Arial"/>
              <a:ea typeface="ＭＳ Ｐゴシック"/>
              <a:cs typeface="Arial"/>
            </a:endParaRPr>
          </a:p>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https://github.com/microsoft/DeBERTa</a:t>
            </a:r>
            <a:endParaRPr sz="850" lang="ja-JP">
              <a:latin typeface="Arial"/>
              <a:ea typeface="ＭＳ Ｐゴシック"/>
              <a:cs typeface="Arial"/>
            </a:endParaR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Llama 3.1でもSQuAD 2を評価している</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Arial"/>
                <a:ea typeface="ＭＳ Ｐゴシック"/>
                <a:cs typeface="Arial"/>
              </a:defRPr>
            </a:pPr>
            <a:r>
              <a:rPr sz="1400" b="1" lang="ja-JP">
                <a:solidFill>
                  <a:srgbClr val="FFFEF8"/>
                </a:solidFill>
                <a:latin typeface="Arial"/>
                <a:ea typeface="ＭＳ Ｐゴシック"/>
                <a:cs typeface="Arial"/>
              </a:rPr>
              <a:t>評価と位置付け</a:t>
            </a:r>
            <a:endParaRPr sz="1400" lang="ja-JP">
              <a:latin typeface="Arial"/>
              <a:ea typeface="ＭＳ Ｐゴシック"/>
              <a:cs typeface="Arial"/>
            </a:endParaRPr>
          </a:p>
        </p:txBody>
      </p:sp>
      <p:graphicFrame>
        <p:nvGraphicFramePr>
          <p:cNvPr id="4" name="Table 3"/>
          <p:cNvGraphicFramePr>
            <a:graphicFrameLocks noGrp="1"/>
          </p:cNvGraphicFramePr>
          <p:nvPr/>
        </p:nvGraphicFramePr>
        <p:xfrm>
          <a:off x="548640" y="1543050"/>
          <a:ext cx="8046720" cy="1825942"/>
        </p:xfrm>
        <a:graphic>
          <a:graphicData uri="http://schemas.openxmlformats.org/drawingml/2006/table">
            <a:tbl>
              <a:tblPr firstRow="1" bandRow="1">
                <a:tableStyleId>{5C22544A-7EE6-4342-B048-85BDC9FD1C3A}</a:tableStyleId>
              </a:tblPr>
              <a:tblGrid>
                <a:gridCol w="5230368"/>
                <a:gridCol w="2816352"/>
              </a:tblGrid>
              <a:tr h="456485">
                <a:tc>
                  <a:txBody>
                    <a:bodyPr wrap="square" anchor="ctr" lIns="0" rIns="0" tIns="0" bIns="0">
                      <a:noAutofit/>
                    </a:bodyPr>
                    <a:lstStyle/>
                    <a:p>
                      <a:pPr algn="l"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事前学習モデル [1]</a:t>
                      </a:r>
                      <a:endParaRPr sz="20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EM（%）</a:t>
                      </a:r>
                      <a:endParaRPr sz="20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Llama 3.1 8B</a:t>
                      </a:r>
                      <a:endParaRPr sz="20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77.0</a:t>
                      </a:r>
                      <a:endParaRPr sz="20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Llama 3.1 70B</a:t>
                      </a:r>
                      <a:endParaRPr sz="20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81.8</a:t>
                      </a:r>
                      <a:endParaRPr sz="20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r>
              <a:tr h="456487">
                <a:tc>
                  <a:txBody>
                    <a:bodyPr wrap="square" anchor="ctr" lIns="0" rIns="0" tIns="0" bIns="0">
                      <a:noAutofit/>
                    </a:bodyPr>
                    <a:lstStyle/>
                    <a:p>
                      <a:pPr algn="l"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Llama 3.1 405B</a:t>
                      </a:r>
                      <a:endParaRPr sz="20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89.3</a:t>
                      </a:r>
                      <a:endParaRPr sz="20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719476"/>
            <a:ext cx="8046720" cy="1043023"/>
          </a:xfrm>
          <a:prstGeom prst="rect">
            <a:avLst/>
          </a:prstGeom>
          <a:noFill/>
        </p:spPr>
        <p:txBody>
          <a:bodyPr wrap="square" anchor="t" lIns="91425" rIns="91425" tIns="91425" bIns="91425">
            <a:no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l">
              <a:defRPr sz="1700" lang="ja-JP">
                <a:latin typeface="Arial"/>
                <a:ea typeface="ＭＳ Ｐゴシック"/>
                <a:cs typeface="Arial"/>
              </a:defRPr>
            </a:pPr>
            <a:r>
              <a:rPr sz="1700" lang="ja-JP">
                <a:solidFill>
                  <a:srgbClr val="303437"/>
                </a:solidFill>
                <a:latin typeface="Arial"/>
                <a:ea typeface="ＭＳ Ｐゴシック"/>
                <a:cs typeface="Arial"/>
              </a:rPr>
              <a:t>2024-07-23公開、事前学習モデルを1-shotで生成評価。</a:t>
            </a:r>
            <a:endParaRPr sz="1700" lang="ja-JP">
              <a:latin typeface="Arial"/>
              <a:ea typeface="ＭＳ Ｐゴシック"/>
              <a:cs typeface="Arial"/>
            </a:endParaRPr>
          </a:p>
          <a:p>
            <a:pPr algn="l">
              <a:defRPr sz="1700" lang="ja-JP">
                <a:latin typeface="Arial"/>
                <a:ea typeface="ＭＳ Ｐゴシック"/>
                <a:cs typeface="Arial"/>
              </a:defRPr>
            </a:pPr>
            <a:r>
              <a:rPr sz="1700" lang="ja-JP">
                <a:solidFill>
                  <a:srgbClr val="303437"/>
                </a:solidFill>
                <a:latin typeface="Arial"/>
                <a:ea typeface="ＭＳ Ｐゴシック"/>
                <a:cs typeface="Arial"/>
              </a:rPr>
              <a:t>先行QAの正解を含むため、運営者のテストとは条件が異なる </a:t>
            </a:r>
            <a:r>
              <a:rPr sz="1700" lang="ja-JP">
                <a:solidFill>
                  <a:srgbClr val="303437"/>
                </a:solidFill>
                <a:latin typeface="Arial"/>
                <a:ea typeface="ＭＳ Ｐゴシック"/>
                <a:cs typeface="Arial"/>
              </a:rPr>
              <a:t>[2]</a:t>
            </a:r>
            <a:r>
              <a:rPr sz="1700" lang="ja-JP">
                <a:solidFill>
                  <a:srgbClr val="303437"/>
                </a:solidFill>
                <a:latin typeface="Arial"/>
                <a:ea typeface="ＭＳ Ｐゴシック"/>
                <a:cs typeface="Arial"/>
              </a:rPr>
              <a:t>。</a:t>
            </a:r>
            <a:endParaRPr sz="1700" lang="ja-JP">
              <a:latin typeface="Arial"/>
              <a:ea typeface="ＭＳ Ｐゴシック"/>
              <a:cs typeface="Arial"/>
            </a:endParaRPr>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https://github.com/meta-llama/llama-models/blob/main/models/llama3_1/MODEL_CARD.md</a:t>
            </a:r>
            <a:endParaRPr sz="850" lang="ja-JP">
              <a:latin typeface="Arial"/>
              <a:ea typeface="ＭＳ Ｐゴシック"/>
              <a:cs typeface="Arial"/>
            </a:endParaRPr>
          </a:p>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[2]</a:t>
            </a:r>
            <a:r>
              <a:rPr sz="850" lang="ja-JP">
                <a:solidFill>
                  <a:srgbClr val="626669"/>
                </a:solidFill>
                <a:latin typeface="Arial"/>
                <a:ea typeface="ＭＳ Ｐゴシック"/>
                <a:cs typeface="Arial"/>
              </a:rPr>
              <a:t> https://github.com/meta-llama/llama-models/blob/main/models/llama3_1/eval_details.md</a:t>
            </a:r>
            <a:endParaRPr sz="850" lang="ja-JP">
              <a:latin typeface="Arial"/>
              <a:ea typeface="ＭＳ Ｐゴシック"/>
              <a:cs typeface="Arial"/>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lnSpc>
                <a:spcPct val="110000"/>
              </a:lnSpc>
              <a:spcBef>
                <a:spcPts val="0"/>
              </a:spcBef>
              <a:spcAft>
                <a:spcPts val="0"/>
              </a:spcAft>
              <a:buNone/>
              <a:defRPr sz="4000" lang="ja-JP">
                <a:latin typeface="Arial"/>
                <a:ea typeface="ＭＳ Ｐゴシック"/>
                <a:cs typeface="Arial"/>
              </a:defRPr>
            </a:pPr>
            <a:r>
              <a:rPr sz="4000" lang="ja-JP" b="1">
                <a:solidFill>
                  <a:srgbClr val="303437"/>
                </a:solidFill>
                <a:latin typeface="Arial"/>
                <a:ea typeface="ＭＳ Ｐゴシック"/>
                <a:cs typeface="Arial"/>
              </a:rPr>
              <a:t>4 利用の変遷と現在</a:t>
            </a:r>
            <a:endParaRPr sz="4000" lang="ja-JP">
              <a:latin typeface="Arial"/>
              <a:ea typeface="ＭＳ Ｐゴシック"/>
              <a:cs typeface="Arial"/>
            </a:endParaRPr>
          </a:p>
        </p:txBody>
      </p:sp>
      <p:sp>
        <p:nvSpPr>
          <p:cNvPr id="3" name="Title 2"/>
          <p:cNvSpPr>
            <a:spLocks noGrp="1"/>
          </p:cNvSpPr>
          <p:nvPr>
            <p:ph type="title" idx="2"/>
          </p:nvPr>
        </p:nvSpPr>
        <p:spPr/>
        <p:txBody>
          <a:bodyPr/>
          <a:lstStyle/>
          <a:p>
            <a:p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SQuAD以前にも読解用データセットがあった</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Arial"/>
                <a:ea typeface="ＭＳ Ｐゴシック"/>
                <a:cs typeface="Arial"/>
              </a:defRPr>
            </a:pPr>
            <a:r>
              <a:rPr sz="1400" b="1" lang="ja-JP">
                <a:solidFill>
                  <a:srgbClr val="FFFEF8"/>
                </a:solidFill>
                <a:latin typeface="Arial"/>
                <a:ea typeface="ＭＳ Ｐゴシック"/>
                <a:cs typeface="Arial"/>
              </a:rPr>
              <a:t>周辺データセット</a:t>
            </a:r>
            <a:endParaRPr sz="1400" lang="ja-JP">
              <a:latin typeface="Arial"/>
              <a:ea typeface="ＭＳ Ｐゴシック"/>
              <a:cs typeface="Arial"/>
            </a:endParaRPr>
          </a:p>
        </p:txBody>
      </p:sp>
      <p:sp>
        <p:nvSpPr>
          <p:cNvPr id="4" name="content-text"/>
          <p:cNvSpPr txBox="1"/>
          <p:nvPr/>
        </p:nvSpPr>
        <p:spPr>
          <a:xfrm>
            <a:off x="594360" y="1491615"/>
            <a:ext cx="8046720" cy="2983230"/>
          </a:xfrm>
          <a:prstGeom prst="rect">
            <a:avLst/>
          </a:prstGeom>
          <a:noFill/>
        </p:spPr>
        <p:txBody>
          <a:bodyPr wrap="square" anchor="t" lIns="91425" rIns="91425" tIns="91425" bIns="91425">
            <a:no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l">
              <a:defRPr sz="2200" lang="ja-JP">
                <a:latin typeface="Arial"/>
                <a:ea typeface="ＭＳ Ｐゴシック"/>
                <a:cs typeface="Arial"/>
              </a:defRPr>
            </a:pPr>
            <a:r>
              <a:rPr sz="2200" b="0" lang="ja-JP">
                <a:solidFill>
                  <a:srgbClr val="303437"/>
                </a:solidFill>
                <a:latin typeface="Arial"/>
                <a:ea typeface="ＭＳ Ｐゴシック"/>
                <a:cs typeface="Arial"/>
              </a:rPr>
              <a:t>MCTestは2013年に公開された。</a:t>
            </a:r>
            <a:endParaRPr sz="2200" lang="ja-JP">
              <a:latin typeface="Arial"/>
              <a:ea typeface="ＭＳ Ｐゴシック"/>
              <a:cs typeface="Arial"/>
            </a:endParaRPr>
          </a:p>
          <a:p>
            <a:pPr lvl="1" algn="l">
              <a:defRPr sz="2000" lang="ja-JP">
                <a:latin typeface="Arial"/>
                <a:ea typeface="ＭＳ Ｐゴシック"/>
                <a:cs typeface="Arial"/>
              </a:defRPr>
            </a:pPr>
            <a:r>
              <a:rPr sz="2000" b="0" lang="ja-JP">
                <a:solidFill>
                  <a:srgbClr val="303437"/>
                </a:solidFill>
                <a:latin typeface="Arial"/>
                <a:ea typeface="ＭＳ Ｐゴシック"/>
                <a:cs typeface="Arial"/>
              </a:rPr>
              <a:t>短い物語を読んで4択質問に答える。SQuADはWikipediaの段落から回答範囲を選ぶ </a:t>
            </a:r>
            <a:r>
              <a:rPr sz="2000" b="0" lang="ja-JP">
                <a:solidFill>
                  <a:srgbClr val="303437"/>
                </a:solidFill>
                <a:latin typeface="Arial"/>
                <a:ea typeface="ＭＳ Ｐゴシック"/>
                <a:cs typeface="Arial"/>
              </a:rPr>
              <a:t>[1]</a:t>
            </a:r>
            <a:r>
              <a:rPr sz="2000" b="0" lang="ja-JP">
                <a:solidFill>
                  <a:srgbClr val="303437"/>
                </a:solidFill>
                <a:latin typeface="Arial"/>
                <a:ea typeface="ＭＳ Ｐゴシック"/>
                <a:cs typeface="Arial"/>
              </a:rPr>
              <a:t>。</a:t>
            </a:r>
            <a:endParaRPr sz="2000" lang="ja-JP">
              <a:latin typeface="Arial"/>
              <a:ea typeface="ＭＳ Ｐゴシック"/>
              <a:cs typeface="Arial"/>
            </a:endParaRPr>
          </a:p>
          <a:p>
            <a:pPr algn="l">
              <a:defRPr sz="2200" lang="ja-JP">
                <a:latin typeface="Arial"/>
                <a:ea typeface="ＭＳ Ｐゴシック"/>
                <a:cs typeface="Arial"/>
              </a:defRPr>
            </a:pPr>
            <a:r>
              <a:rPr sz="2200" b="0" lang="ja-JP">
                <a:solidFill>
                  <a:srgbClr val="303437"/>
                </a:solidFill>
                <a:latin typeface="Arial"/>
                <a:ea typeface="ＭＳ Ｐゴシック"/>
                <a:cs typeface="Arial"/>
              </a:rPr>
              <a:t>CNN / Daily Mailは2015年に公開された。</a:t>
            </a:r>
            <a:endParaRPr sz="2200" lang="ja-JP">
              <a:latin typeface="Arial"/>
              <a:ea typeface="ＭＳ Ｐゴシック"/>
              <a:cs typeface="Arial"/>
            </a:endParaRPr>
          </a:p>
          <a:p>
            <a:pPr lvl="1" algn="l">
              <a:defRPr sz="2000" lang="ja-JP">
                <a:latin typeface="Arial"/>
                <a:ea typeface="ＭＳ Ｐゴシック"/>
                <a:cs typeface="Arial"/>
              </a:defRPr>
            </a:pPr>
            <a:r>
              <a:rPr sz="2000" b="0" lang="ja-JP">
                <a:solidFill>
                  <a:srgbClr val="303437"/>
                </a:solidFill>
                <a:latin typeface="Arial"/>
                <a:ea typeface="ＭＳ Ｐゴシック"/>
                <a:cs typeface="Arial"/>
              </a:rPr>
              <a:t>ニュースの要約の固有表現を伏せて質問を自動生成する。SQuADでは人が質問を書き、回答は任意の連続範囲を認める </a:t>
            </a:r>
            <a:r>
              <a:rPr sz="2000" b="0" lang="ja-JP">
                <a:solidFill>
                  <a:srgbClr val="303437"/>
                </a:solidFill>
                <a:latin typeface="Arial"/>
                <a:ea typeface="ＭＳ Ｐゴシック"/>
                <a:cs typeface="Arial"/>
              </a:rPr>
              <a:t>[2]</a:t>
            </a:r>
            <a:r>
              <a:rPr sz="2000" b="0" lang="ja-JP">
                <a:solidFill>
                  <a:srgbClr val="303437"/>
                </a:solidFill>
                <a:latin typeface="Arial"/>
                <a:ea typeface="ＭＳ Ｐゴシック"/>
                <a:cs typeface="Arial"/>
              </a:rPr>
              <a:t>。</a:t>
            </a:r>
            <a:endParaRPr sz="2000" lang="ja-JP">
              <a:latin typeface="Arial"/>
              <a:ea typeface="ＭＳ Ｐゴシック"/>
              <a:cs typeface="Arial"/>
            </a:endParaRPr>
          </a:p>
        </p:txBody>
      </p:sp>
      <p:sp>
        <p:nvSpPr>
          <p:cNvPr id="5"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Richardson et al. (2013) https://aclanthology.org/D13-1020/</a:t>
            </a:r>
            <a:endParaRPr sz="850" lang="ja-JP">
              <a:latin typeface="Arial"/>
              <a:ea typeface="ＭＳ Ｐゴシック"/>
              <a:cs typeface="Arial"/>
            </a:endParaRPr>
          </a:p>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[2]</a:t>
            </a:r>
            <a:r>
              <a:rPr sz="850" lang="ja-JP">
                <a:solidFill>
                  <a:srgbClr val="626669"/>
                </a:solidFill>
                <a:latin typeface="Arial"/>
                <a:ea typeface="ＭＳ Ｐゴシック"/>
                <a:cs typeface="Arial"/>
              </a:rPr>
              <a:t> Hermann et al. (2015) https://github.com/deepmind/rc-data</a:t>
            </a:r>
            <a:endParaRPr sz="850" lang="ja-JP">
              <a:latin typeface="Arial"/>
              <a:ea typeface="ＭＳ Ｐゴシック"/>
              <a:cs typeface="Arial"/>
            </a:endParaRP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後続データセットでは入力と質問が広がった</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Arial"/>
                <a:ea typeface="ＭＳ Ｐゴシック"/>
                <a:cs typeface="Arial"/>
              </a:defRPr>
            </a:pPr>
            <a:r>
              <a:rPr sz="1400" b="1" lang="ja-JP">
                <a:solidFill>
                  <a:srgbClr val="FFFEF8"/>
                </a:solidFill>
                <a:latin typeface="Arial"/>
                <a:ea typeface="ＭＳ Ｐゴシック"/>
                <a:cs typeface="Arial"/>
              </a:rPr>
              <a:t>周辺データセット</a:t>
            </a:r>
            <a:endParaRPr sz="1400" lang="ja-JP">
              <a:latin typeface="Arial"/>
              <a:ea typeface="ＭＳ Ｐゴシック"/>
              <a:cs typeface="Arial"/>
            </a:endParaRPr>
          </a:p>
        </p:txBody>
      </p:sp>
      <p:sp>
        <p:nvSpPr>
          <p:cNvPr id="4" name="content-text"/>
          <p:cNvSpPr txBox="1"/>
          <p:nvPr/>
        </p:nvSpPr>
        <p:spPr>
          <a:xfrm>
            <a:off x="594360" y="1491615"/>
            <a:ext cx="8046720" cy="2983230"/>
          </a:xfrm>
          <a:prstGeom prst="rect">
            <a:avLst/>
          </a:prstGeom>
          <a:noFill/>
        </p:spPr>
        <p:txBody>
          <a:bodyPr wrap="square" anchor="t" lIns="91425" rIns="91425" tIns="91425" bIns="91425">
            <a:no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l">
              <a:defRPr sz="2200" lang="ja-JP">
                <a:latin typeface="Arial"/>
                <a:ea typeface="ＭＳ Ｐゴシック"/>
                <a:cs typeface="Arial"/>
              </a:defRPr>
            </a:pPr>
            <a:r>
              <a:rPr sz="2200" b="0" lang="ja-JP">
                <a:solidFill>
                  <a:srgbClr val="303437"/>
                </a:solidFill>
                <a:latin typeface="Arial"/>
                <a:ea typeface="ＭＳ Ｐゴシック"/>
                <a:cs typeface="Arial"/>
              </a:rPr>
              <a:t>HotpotQAは2018年に公開された。</a:t>
            </a:r>
            <a:endParaRPr sz="2200" lang="ja-JP">
              <a:latin typeface="Arial"/>
              <a:ea typeface="ＭＳ Ｐゴシック"/>
              <a:cs typeface="Arial"/>
            </a:endParaRPr>
          </a:p>
          <a:p>
            <a:pPr lvl="1" algn="l">
              <a:defRPr sz="2000" lang="ja-JP">
                <a:latin typeface="Arial"/>
                <a:ea typeface="ＭＳ Ｐゴシック"/>
                <a:cs typeface="Arial"/>
              </a:defRPr>
            </a:pPr>
            <a:r>
              <a:rPr sz="2000" b="0" lang="ja-JP">
                <a:solidFill>
                  <a:srgbClr val="303437"/>
                </a:solidFill>
                <a:latin typeface="Arial"/>
                <a:ea typeface="ＭＳ Ｐゴシック"/>
                <a:cs typeface="Arial"/>
              </a:rPr>
              <a:t>複数のWikipedia記事にまたがる推論と、根拠文の特定を扱う。SQuADの1段落の読解より、文書間の情報を組み合わせる </a:t>
            </a:r>
            <a:r>
              <a:rPr sz="2000" b="0" lang="ja-JP">
                <a:solidFill>
                  <a:srgbClr val="303437"/>
                </a:solidFill>
                <a:latin typeface="Arial"/>
                <a:ea typeface="ＭＳ Ｐゴシック"/>
                <a:cs typeface="Arial"/>
              </a:rPr>
              <a:t>[1]</a:t>
            </a:r>
            <a:r>
              <a:rPr sz="2000" b="0" lang="ja-JP">
                <a:solidFill>
                  <a:srgbClr val="303437"/>
                </a:solidFill>
                <a:latin typeface="Arial"/>
                <a:ea typeface="ＭＳ Ｐゴシック"/>
                <a:cs typeface="Arial"/>
              </a:rPr>
              <a:t>。</a:t>
            </a:r>
            <a:endParaRPr sz="2000" lang="ja-JP">
              <a:latin typeface="Arial"/>
              <a:ea typeface="ＭＳ Ｐゴシック"/>
              <a:cs typeface="Arial"/>
            </a:endParaRPr>
          </a:p>
          <a:p>
            <a:pPr algn="l">
              <a:defRPr sz="2200" lang="ja-JP">
                <a:latin typeface="Arial"/>
                <a:ea typeface="ＭＳ Ｐゴシック"/>
                <a:cs typeface="Arial"/>
              </a:defRPr>
            </a:pPr>
            <a:r>
              <a:rPr sz="2200" b="0" lang="ja-JP">
                <a:solidFill>
                  <a:srgbClr val="303437"/>
                </a:solidFill>
                <a:latin typeface="Arial"/>
                <a:ea typeface="ＭＳ Ｐゴシック"/>
                <a:cs typeface="Arial"/>
              </a:rPr>
              <a:t>Natural Questionsは2019年に公開された。</a:t>
            </a:r>
            <a:endParaRPr sz="2200" lang="ja-JP">
              <a:latin typeface="Arial"/>
              <a:ea typeface="ＭＳ Ｐゴシック"/>
              <a:cs typeface="Arial"/>
            </a:endParaRPr>
          </a:p>
          <a:p>
            <a:pPr lvl="1" algn="l">
              <a:defRPr sz="2000" lang="ja-JP">
                <a:latin typeface="Arial"/>
                <a:ea typeface="ＭＳ Ｐゴシック"/>
                <a:cs typeface="Arial"/>
              </a:defRPr>
            </a:pPr>
            <a:r>
              <a:rPr sz="2000" b="0" lang="ja-JP">
                <a:solidFill>
                  <a:srgbClr val="303437"/>
                </a:solidFill>
                <a:latin typeface="Arial"/>
                <a:ea typeface="ＭＳ Ｐゴシック"/>
                <a:cs typeface="Arial"/>
              </a:rPr>
              <a:t>Googleの検索質問とWikipediaページを使う。SQuADと異なり、長い回答と短い回答を指定する </a:t>
            </a:r>
            <a:r>
              <a:rPr sz="2000" b="0" lang="ja-JP">
                <a:solidFill>
                  <a:srgbClr val="303437"/>
                </a:solidFill>
                <a:latin typeface="Arial"/>
                <a:ea typeface="ＭＳ Ｐゴシック"/>
                <a:cs typeface="Arial"/>
              </a:rPr>
              <a:t>[2]</a:t>
            </a:r>
            <a:r>
              <a:rPr sz="2000" b="0" lang="ja-JP">
                <a:solidFill>
                  <a:srgbClr val="303437"/>
                </a:solidFill>
                <a:latin typeface="Arial"/>
                <a:ea typeface="ＭＳ Ｐゴシック"/>
                <a:cs typeface="Arial"/>
              </a:rPr>
              <a:t>。</a:t>
            </a:r>
            <a:endParaRPr sz="2000" lang="ja-JP">
              <a:latin typeface="Arial"/>
              <a:ea typeface="ＭＳ Ｐゴシック"/>
              <a:cs typeface="Arial"/>
            </a:endParaRPr>
          </a:p>
        </p:txBody>
      </p:sp>
      <p:sp>
        <p:nvSpPr>
          <p:cNvPr id="5"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Yang et al. (2018) https://github.com/hotpotqa/hotpot</a:t>
            </a:r>
            <a:endParaRPr sz="850" lang="ja-JP">
              <a:latin typeface="Arial"/>
              <a:ea typeface="ＭＳ Ｐゴシック"/>
              <a:cs typeface="Arial"/>
            </a:endParaRPr>
          </a:p>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[2]</a:t>
            </a:r>
            <a:r>
              <a:rPr sz="850" lang="ja-JP">
                <a:solidFill>
                  <a:srgbClr val="626669"/>
                </a:solidFill>
                <a:latin typeface="Arial"/>
                <a:ea typeface="ＭＳ Ｐゴシック"/>
                <a:cs typeface="Arial"/>
              </a:rPr>
              <a:t> Kwiatkowski et al. (2019) https://github.com/google-research-datasets/natural-questions</a:t>
            </a:r>
            <a:endParaRPr sz="850" lang="ja-JP">
              <a:latin typeface="Arial"/>
              <a:ea typeface="ＭＳ Ｐゴシック"/>
              <a:cs typeface="Arial"/>
            </a:endParaRP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発表当時と2026年時点の位置付け</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Arial"/>
                <a:ea typeface="ＭＳ Ｐゴシック"/>
                <a:cs typeface="Arial"/>
              </a:defRPr>
            </a:pPr>
            <a:r>
              <a:rPr sz="1400" b="1" lang="ja-JP">
                <a:solidFill>
                  <a:srgbClr val="FFFEF8"/>
                </a:solidFill>
                <a:latin typeface="Arial"/>
                <a:ea typeface="ＭＳ Ｐゴシック"/>
                <a:cs typeface="Arial"/>
              </a:rPr>
              <a:t>評価と位置付け</a:t>
            </a:r>
            <a:endParaRPr sz="1400" lang="ja-JP">
              <a:latin typeface="Arial"/>
              <a:ea typeface="ＭＳ Ｐゴシック"/>
              <a:cs typeface="Arial"/>
            </a:endParaRPr>
          </a:p>
        </p:txBody>
      </p:sp>
      <p:sp>
        <p:nvSpPr>
          <p:cNvPr id="4" name="content-text"/>
          <p:cNvSpPr txBox="1"/>
          <p:nvPr/>
        </p:nvSpPr>
        <p:spPr>
          <a:xfrm>
            <a:off x="594360" y="1465897"/>
            <a:ext cx="8046720" cy="3137535"/>
          </a:xfrm>
          <a:prstGeom prst="rect">
            <a:avLst/>
          </a:prstGeom>
          <a:noFill/>
        </p:spPr>
        <p:txBody>
          <a:bodyPr wrap="square" anchor="t" lIns="91425" rIns="91425" tIns="91425" bIns="91425">
            <a:no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l">
              <a:defRPr sz="2100" lang="ja-JP">
                <a:latin typeface="Arial"/>
                <a:ea typeface="ＭＳ Ｐゴシック"/>
                <a:cs typeface="Arial"/>
              </a:defRPr>
            </a:pPr>
            <a:r>
              <a:rPr sz="2100" lang="ja-JP">
                <a:solidFill>
                  <a:srgbClr val="303437"/>
                </a:solidFill>
                <a:latin typeface="Arial"/>
                <a:ea typeface="ＭＳ Ｐゴシック"/>
                <a:cs typeface="Arial"/>
              </a:rPr>
              <a:t>SQuADは、生成型言語モデルの読解評価にも使われている。</a:t>
            </a:r>
            <a:endParaRPr sz="2100" lang="ja-JP">
              <a:latin typeface="Arial"/>
              <a:ea typeface="ＭＳ Ｐゴシック"/>
              <a:cs typeface="Arial"/>
            </a:endParaRPr>
          </a:p>
          <a:p>
            <a:pPr algn="l">
              <a:defRPr sz="2100" lang="ja-JP">
                <a:latin typeface="Arial"/>
                <a:ea typeface="ＭＳ Ｐゴシック"/>
                <a:cs typeface="Arial"/>
              </a:defRPr>
            </a:pPr>
            <a:r>
              <a:rPr sz="2100" lang="ja-JP">
                <a:solidFill>
                  <a:srgbClr val="303437"/>
                </a:solidFill>
                <a:latin typeface="Arial"/>
                <a:ea typeface="ＭＳ Ｐゴシック"/>
                <a:cs typeface="Arial"/>
              </a:rPr>
              <a:t>2026年も、SQuAD 2.0の評価実装が公開されている </a:t>
            </a:r>
            <a:r>
              <a:rPr sz="2100" lang="ja-JP">
                <a:solidFill>
                  <a:srgbClr val="303437"/>
                </a:solidFill>
                <a:latin typeface="Arial"/>
                <a:ea typeface="ＭＳ Ｐゴシック"/>
                <a:cs typeface="Arial"/>
              </a:rPr>
              <a:t>[1]</a:t>
            </a:r>
            <a:r>
              <a:rPr sz="2100" lang="ja-JP">
                <a:solidFill>
                  <a:srgbClr val="303437"/>
                </a:solidFill>
                <a:latin typeface="Arial"/>
                <a:ea typeface="ＭＳ Ｐゴシック"/>
                <a:cs typeface="Arial"/>
              </a:rPr>
              <a:t>。</a:t>
            </a:r>
            <a:endParaRPr sz="2100" lang="ja-JP">
              <a:latin typeface="Arial"/>
              <a:ea typeface="ＭＳ Ｐゴシック"/>
              <a:cs typeface="Arial"/>
            </a:endParaRPr>
          </a:p>
          <a:p>
            <a:pPr algn="l">
              <a:defRPr sz="2100" lang="ja-JP">
                <a:latin typeface="Arial"/>
                <a:ea typeface="ＭＳ Ｐゴシック"/>
                <a:cs typeface="Arial"/>
              </a:defRPr>
            </a:pPr>
            <a:r>
              <a:rPr sz="2100" lang="ja-JP">
                <a:solidFill>
                  <a:srgbClr val="303437"/>
                </a:solidFill>
                <a:latin typeface="Arial"/>
                <a:ea typeface="ＭＳ Ｐゴシック"/>
                <a:cs typeface="Arial"/>
              </a:rPr>
              <a:t>一方、長文を扱うLongBench v2が2024年に登場した </a:t>
            </a:r>
            <a:r>
              <a:rPr sz="2100" lang="ja-JP">
                <a:solidFill>
                  <a:srgbClr val="303437"/>
                </a:solidFill>
                <a:latin typeface="Arial"/>
                <a:ea typeface="ＭＳ Ｐゴシック"/>
                <a:cs typeface="Arial"/>
              </a:rPr>
              <a:t>[2]</a:t>
            </a:r>
            <a:r>
              <a:rPr sz="2100" lang="ja-JP">
                <a:solidFill>
                  <a:srgbClr val="303437"/>
                </a:solidFill>
                <a:latin typeface="Arial"/>
                <a:ea typeface="ＭＳ Ｐゴシック"/>
                <a:cs typeface="Arial"/>
              </a:rPr>
              <a:t>。</a:t>
            </a:r>
            <a:endParaRPr sz="2100" lang="ja-JP">
              <a:latin typeface="Arial"/>
              <a:ea typeface="ＭＳ Ｐゴシック"/>
              <a:cs typeface="Arial"/>
            </a:endParaRPr>
          </a:p>
          <a:p>
            <a:pPr algn="l" lvl="1">
              <a:defRPr sz="2100" lang="ja-JP">
                <a:latin typeface="Arial"/>
                <a:ea typeface="ＭＳ Ｐゴシック"/>
                <a:cs typeface="Arial"/>
              </a:defRPr>
            </a:pPr>
            <a:r>
              <a:rPr sz="2100" lang="ja-JP">
                <a:solidFill>
                  <a:srgbClr val="303437"/>
                </a:solidFill>
                <a:latin typeface="Arial"/>
                <a:ea typeface="ＭＳ Ｐゴシック"/>
                <a:cs typeface="Arial"/>
              </a:rPr>
              <a:t>8千〜200万語の文脈から選択肢を選ぶ。短い段落から回答範囲を抽出するSQuADとは、文脈長と回答形式が異なる。</a:t>
            </a:r>
            <a:endParaRPr sz="2100" lang="ja-JP">
              <a:latin typeface="Arial"/>
              <a:ea typeface="ＭＳ Ｐゴシック"/>
              <a:cs typeface="Arial"/>
            </a:endParaRPr>
          </a:p>
        </p:txBody>
      </p:sp>
      <p:sp>
        <p:nvSpPr>
          <p:cNvPr id="5"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Hugging Face Evaluate, SQuAD 2.0. https://github.com/huggingface/evaluate/blob/main/metrics/squad_v2/squad_v2.py</a:t>
            </a:r>
            <a:endParaRPr sz="850" lang="ja-JP">
              <a:latin typeface="Arial"/>
              <a:ea typeface="ＭＳ Ｐゴシック"/>
              <a:cs typeface="Arial"/>
            </a:endParaRPr>
          </a:p>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[2]</a:t>
            </a:r>
            <a:r>
              <a:rPr sz="850" lang="ja-JP">
                <a:solidFill>
                  <a:srgbClr val="626669"/>
                </a:solidFill>
                <a:latin typeface="Arial"/>
                <a:ea typeface="ＭＳ Ｐゴシック"/>
                <a:cs typeface="Arial"/>
              </a:rPr>
              <a:t> LongBench v2. https://github.com/THUDM/LongBench</a:t>
            </a:r>
            <a:endParaRPr sz="850" lang="ja-JP">
              <a:latin typeface="Arial"/>
              <a:ea typeface="ＭＳ Ｐゴシック"/>
              <a:cs typeface="Arial"/>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lnSpc>
                <a:spcPct val="110000"/>
              </a:lnSpc>
              <a:spcBef>
                <a:spcPts val="0"/>
              </a:spcBef>
              <a:spcAft>
                <a:spcPts val="0"/>
              </a:spcAft>
              <a:buNone/>
              <a:defRPr sz="4000" lang="ja-JP">
                <a:latin typeface="Arial"/>
                <a:ea typeface="ＭＳ Ｐゴシック"/>
                <a:cs typeface="Arial"/>
              </a:defRPr>
            </a:pPr>
            <a:r>
              <a:rPr sz="4000" lang="ja-JP" b="1">
                <a:solidFill>
                  <a:srgbClr val="303437"/>
                </a:solidFill>
                <a:latin typeface="Arial"/>
                <a:ea typeface="ＭＳ Ｐゴシック"/>
                <a:cs typeface="Arial"/>
              </a:rPr>
              <a:t>5 入手方法とまとめ</a:t>
            </a:r>
            <a:endParaRPr sz="4000" lang="ja-JP">
              <a:latin typeface="Arial"/>
              <a:ea typeface="ＭＳ Ｐゴシック"/>
              <a:cs typeface="Arial"/>
            </a:endParaRPr>
          </a:p>
        </p:txBody>
      </p:sp>
      <p:sp>
        <p:nvSpPr>
          <p:cNvPr id="3" name="Title 2"/>
          <p:cNvSpPr>
            <a:spLocks noGrp="1"/>
          </p:cNvSpPr>
          <p:nvPr>
            <p:ph type="title" idx="2"/>
          </p:nvPr>
        </p:nvSpPr>
        <p:spPr/>
        <p:txBody>
          <a:bodyPr/>
          <a:lstStyle/>
          <a:p>
            <a:pP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SQuAD の入手方法</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Arial"/>
                <a:ea typeface="ＭＳ Ｐゴシック"/>
                <a:cs typeface="Arial"/>
              </a:defRPr>
            </a:pPr>
            <a:r>
              <a:rPr sz="1400" b="1" lang="ja-JP">
                <a:solidFill>
                  <a:srgbClr val="FFFEF8"/>
                </a:solidFill>
                <a:latin typeface="Arial"/>
                <a:ea typeface="ＭＳ Ｐゴシック"/>
                <a:cs typeface="Arial"/>
              </a:rPr>
              <a:t>利用と入手</a:t>
            </a:r>
            <a:endParaRPr sz="1400" lang="ja-JP">
              <a:latin typeface="Arial"/>
              <a:ea typeface="ＭＳ Ｐゴシック"/>
              <a:cs typeface="Arial"/>
            </a:endParaRPr>
          </a:p>
        </p:txBody>
      </p:sp>
      <p:sp>
        <p:nvSpPr>
          <p:cNvPr id="4" name="content-text"/>
          <p:cNvSpPr txBox="1"/>
          <p:nvPr/>
        </p:nvSpPr>
        <p:spPr>
          <a:xfrm>
            <a:off x="594360" y="1543050"/>
            <a:ext cx="8046720" cy="2674620"/>
          </a:xfrm>
          <a:prstGeom prst="rect">
            <a:avLst/>
          </a:prstGeom>
          <a:noFill/>
        </p:spPr>
        <p:txBody>
          <a:bodyPr wrap="square" anchor="t" lIns="91425" rIns="91425" tIns="91425" bIns="91425">
            <a:no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l">
              <a:defRPr sz="2300" lang="ja-JP">
                <a:latin typeface="Arial"/>
                <a:ea typeface="ＭＳ Ｐゴシック"/>
                <a:cs typeface="Arial"/>
              </a:defRPr>
            </a:pPr>
            <a:r>
              <a:rPr sz="2300" b="0" lang="ja-JP">
                <a:solidFill>
                  <a:srgbClr val="303437"/>
                </a:solidFill>
                <a:latin typeface="Arial"/>
                <a:ea typeface="ＭＳ Ｐゴシック"/>
                <a:cs typeface="Arial"/>
              </a:rPr>
              <a:t>公式サイトからJSONをダウンロードできる </a:t>
            </a:r>
            <a:r>
              <a:rPr sz="2300" b="0" lang="ja-JP">
                <a:solidFill>
                  <a:srgbClr val="303437"/>
                </a:solidFill>
                <a:latin typeface="Arial"/>
                <a:ea typeface="ＭＳ Ｐゴシック"/>
                <a:cs typeface="Arial"/>
              </a:rPr>
              <a:t>[1]</a:t>
            </a:r>
            <a:r>
              <a:rPr sz="2300" b="0" lang="ja-JP">
                <a:solidFill>
                  <a:srgbClr val="303437"/>
                </a:solidFill>
                <a:latin typeface="Arial"/>
                <a:ea typeface="ＭＳ Ｐゴシック"/>
                <a:cs typeface="Arial"/>
              </a:rPr>
              <a:t>。</a:t>
            </a:r>
            <a:endParaRPr sz="2300" lang="ja-JP">
              <a:latin typeface="Arial"/>
              <a:ea typeface="ＭＳ Ｐゴシック"/>
              <a:cs typeface="Arial"/>
            </a:endParaRPr>
          </a:p>
          <a:p>
            <a:pPr lvl="1" algn="l">
              <a:defRPr sz="2100" lang="ja-JP">
                <a:latin typeface="Arial"/>
                <a:ea typeface="ＭＳ Ｐゴシック"/>
                <a:cs typeface="Arial"/>
              </a:defRPr>
            </a:pPr>
            <a:r>
              <a:rPr sz="2100" b="0" lang="ja-JP">
                <a:solidFill>
                  <a:srgbClr val="303437"/>
                </a:solidFill>
                <a:latin typeface="Arial"/>
                <a:ea typeface="ＭＳ Ｐゴシック"/>
                <a:cs typeface="Arial"/>
              </a:rPr>
              <a:t>学習用 train と開発用 dev をバージョンごとに配布。</a:t>
            </a:r>
            <a:endParaRPr sz="2100" lang="ja-JP">
              <a:latin typeface="Arial"/>
              <a:ea typeface="ＭＳ Ｐゴシック"/>
              <a:cs typeface="Arial"/>
            </a:endParaRPr>
          </a:p>
          <a:p>
            <a:pPr algn="l">
              <a:defRPr sz="2300" lang="ja-JP">
                <a:latin typeface="Arial"/>
                <a:ea typeface="ＭＳ Ｐゴシック"/>
                <a:cs typeface="Arial"/>
              </a:defRPr>
            </a:pPr>
            <a:r>
              <a:rPr sz="2300" b="0" lang="ja-JP">
                <a:solidFill>
                  <a:srgbClr val="303437"/>
                </a:solidFill>
                <a:latin typeface="Arial"/>
                <a:ea typeface="ＭＳ Ｐゴシック"/>
                <a:cs typeface="Arial"/>
              </a:rPr>
              <a:t>Hugging Face Datasetsからも取得できる </a:t>
            </a:r>
            <a:r>
              <a:rPr sz="2300" b="0" lang="ja-JP">
                <a:solidFill>
                  <a:srgbClr val="303437"/>
                </a:solidFill>
                <a:latin typeface="Arial"/>
                <a:ea typeface="ＭＳ Ｐゴシック"/>
                <a:cs typeface="Arial"/>
              </a:rPr>
              <a:t>[2]</a:t>
            </a:r>
            <a:r>
              <a:rPr sz="2300" b="0" lang="ja-JP">
                <a:solidFill>
                  <a:srgbClr val="303437"/>
                </a:solidFill>
                <a:latin typeface="Arial"/>
                <a:ea typeface="ＭＳ Ｐゴシック"/>
                <a:cs typeface="Arial"/>
              </a:rPr>
              <a:t>。</a:t>
            </a:r>
            <a:endParaRPr sz="2300" lang="ja-JP">
              <a:latin typeface="Arial"/>
              <a:ea typeface="ＭＳ Ｐゴシック"/>
              <a:cs typeface="Arial"/>
            </a:endParaRPr>
          </a:p>
          <a:p>
            <a:pPr lvl="1" algn="l">
              <a:defRPr sz="2100" lang="ja-JP">
                <a:latin typeface="Arial"/>
                <a:ea typeface="ＭＳ Ｐゴシック"/>
                <a:cs typeface="Arial"/>
              </a:defRPr>
            </a:pPr>
            <a:r>
              <a:rPr sz="2100" b="0" lang="ja-JP">
                <a:solidFill>
                  <a:srgbClr val="303437"/>
                </a:solidFill>
                <a:latin typeface="Arial"/>
                <a:ea typeface="ＭＳ Ｐゴシック"/>
                <a:cs typeface="Arial"/>
              </a:rPr>
              <a:t>バージョン1.1では、rajpurkar/squadを使う。</a:t>
            </a:r>
            <a:endParaRPr sz="2100" lang="ja-JP">
              <a:latin typeface="Arial"/>
              <a:ea typeface="ＭＳ Ｐゴシック"/>
              <a:cs typeface="Arial"/>
            </a:endParaRPr>
          </a:p>
          <a:p>
            <a:pPr lvl="1" algn="l">
              <a:defRPr sz="2100" lang="ja-JP">
                <a:latin typeface="Arial"/>
                <a:ea typeface="ＭＳ Ｐゴシック"/>
                <a:cs typeface="Arial"/>
              </a:defRPr>
            </a:pPr>
            <a:r>
              <a:rPr sz="2100" b="0" lang="ja-JP">
                <a:solidFill>
                  <a:srgbClr val="303437"/>
                </a:solidFill>
                <a:latin typeface="Arial"/>
                <a:ea typeface="ＭＳ Ｐゴシック"/>
                <a:cs typeface="Arial"/>
              </a:rPr>
              <a:t>バージョン2.0では、rajpurkar/squad_v2を使う。</a:t>
            </a:r>
            <a:endParaRPr sz="2100" lang="ja-JP">
              <a:latin typeface="Arial"/>
              <a:ea typeface="ＭＳ Ｐゴシック"/>
              <a:cs typeface="Arial"/>
            </a:endParaRPr>
          </a:p>
          <a:p>
            <a:pPr algn="l">
              <a:defRPr sz="2100" lang="ja-JP">
                <a:latin typeface="Arial"/>
                <a:ea typeface="ＭＳ Ｐゴシック"/>
                <a:cs typeface="Arial"/>
              </a:defRPr>
            </a:pPr>
            <a:r>
              <a:rPr sz="2100" b="0" lang="ja-JP">
                <a:solidFill>
                  <a:srgbClr val="303437"/>
                </a:solidFill>
                <a:latin typeface="Arial"/>
                <a:ea typeface="ＭＳ Ｐゴシック"/>
                <a:cs typeface="Arial"/>
              </a:rPr>
              <a:t>データの利用条件はCC BY-SA 4.0。</a:t>
            </a:r>
            <a:endParaRPr sz="2100" lang="ja-JP">
              <a:latin typeface="Arial"/>
              <a:ea typeface="ＭＳ Ｐゴシック"/>
              <a:cs typeface="Arial"/>
            </a:endParaRPr>
          </a:p>
        </p:txBody>
      </p:sp>
      <p:sp>
        <p:nvSpPr>
          <p:cNvPr id="5" name="lookup-sources"/>
          <p:cNvSpPr txBox="1"/>
          <p:nvPr/>
        </p:nvSpPr>
        <p:spPr>
          <a:xfrm>
            <a:off x="502920" y="4612640"/>
            <a:ext cx="8183879" cy="47142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https://rajpurkar.github.io/SQuAD-explorer/</a:t>
            </a:r>
            <a:endParaRPr sz="850" lang="ja-JP">
              <a:latin typeface="Arial"/>
              <a:ea typeface="ＭＳ Ｐゴシック"/>
              <a:cs typeface="Arial"/>
            </a:endParaRPr>
          </a:p>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[2]</a:t>
            </a:r>
            <a:r>
              <a:rPr sz="850" lang="ja-JP">
                <a:solidFill>
                  <a:srgbClr val="626669"/>
                </a:solidFill>
                <a:latin typeface="Arial"/>
                <a:ea typeface="ＭＳ Ｐゴシック"/>
                <a:cs typeface="Arial"/>
              </a:rPr>
              <a:t> https://huggingface.co/datasets/rajpurkar/squad / https://huggingface.co/datasets/rajpurkar/squad_v2</a:t>
            </a:r>
            <a:endParaRPr sz="850" lang="ja-JP">
              <a:latin typeface="Arial"/>
              <a:ea typeface="ＭＳ Ｐゴシック"/>
              <a:cs typeface="Arial"/>
            </a:endParaRPr>
          </a:p>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[3]</a:t>
            </a:r>
            <a:r>
              <a:rPr sz="850" lang="ja-JP">
                <a:solidFill>
                  <a:srgbClr val="626669"/>
                </a:solidFill>
                <a:latin typeface="Arial"/>
                <a:ea typeface="ＭＳ Ｐゴシック"/>
                <a:cs typeface="Arial"/>
              </a:rPr>
              <a:t> https://creativecommons.org/licenses/by-sa/4.0/</a:t>
            </a:r>
            <a:endParaRPr sz="850" lang="ja-JP">
              <a:latin typeface="Arial"/>
              <a:ea typeface="ＭＳ Ｐゴシック"/>
              <a:cs typeface="Arial"/>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まとめ</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Arial"/>
                <a:ea typeface="ＭＳ Ｐゴシック"/>
                <a:cs typeface="Arial"/>
              </a:defRPr>
            </a:pPr>
            <a:r>
              <a:rPr sz="1400" b="1" lang="ja-JP">
                <a:solidFill>
                  <a:srgbClr val="FFFEF8"/>
                </a:solidFill>
                <a:latin typeface="Arial"/>
                <a:ea typeface="ＭＳ Ｐゴシック"/>
                <a:cs typeface="Arial"/>
              </a:rPr>
              <a:t>まとめ</a:t>
            </a:r>
            <a:endParaRPr sz="1400" lang="ja-JP">
              <a:latin typeface="Arial"/>
              <a:ea typeface="ＭＳ Ｐゴシック"/>
              <a:cs typeface="Arial"/>
            </a:endParaRPr>
          </a:p>
        </p:txBody>
      </p:sp>
      <p:sp>
        <p:nvSpPr>
          <p:cNvPr id="4" name="content-text"/>
          <p:cNvSpPr txBox="1"/>
          <p:nvPr/>
        </p:nvSpPr>
        <p:spPr>
          <a:xfrm>
            <a:off x="594360" y="1465897"/>
            <a:ext cx="8046720" cy="3086100"/>
          </a:xfrm>
          <a:prstGeom prst="rect">
            <a:avLst/>
          </a:prstGeom>
          <a:noFill/>
        </p:spPr>
        <p:txBody>
          <a:bodyPr wrap="square" anchor="t" lIns="91425" rIns="91425" tIns="91425" bIns="91425">
            <a:no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l">
              <a:defRPr sz="2200" lang="ja-JP">
                <a:latin typeface="Arial"/>
                <a:ea typeface="ＭＳ Ｐゴシック"/>
                <a:cs typeface="Arial"/>
              </a:defRPr>
            </a:pPr>
            <a:r>
              <a:rPr sz="2200" b="0" lang="ja-JP">
                <a:solidFill>
                  <a:srgbClr val="303437"/>
                </a:solidFill>
                <a:latin typeface="Arial"/>
                <a:ea typeface="ＭＳ Ｐゴシック"/>
                <a:cs typeface="Arial"/>
              </a:rPr>
              <a:t>SQuADは、英語の読解型質問応答データセット </a:t>
            </a:r>
            <a:r>
              <a:rPr sz="2200" b="0" lang="ja-JP">
                <a:solidFill>
                  <a:srgbClr val="303437"/>
                </a:solidFill>
                <a:latin typeface="Arial"/>
                <a:ea typeface="ＭＳ Ｐゴシック"/>
                <a:cs typeface="Arial"/>
              </a:rPr>
              <a:t>[1]</a:t>
            </a:r>
            <a:r>
              <a:rPr sz="2200" b="0" lang="ja-JP">
                <a:solidFill>
                  <a:srgbClr val="303437"/>
                </a:solidFill>
                <a:latin typeface="Arial"/>
                <a:ea typeface="ＭＳ Ｐゴシック"/>
                <a:cs typeface="Arial"/>
              </a:rPr>
              <a:t>。</a:t>
            </a:r>
            <a:endParaRPr sz="2200" lang="ja-JP">
              <a:latin typeface="Arial"/>
              <a:ea typeface="ＭＳ Ｐゴシック"/>
              <a:cs typeface="Arial"/>
            </a:endParaRPr>
          </a:p>
          <a:p>
            <a:pPr lvl="1" algn="l">
              <a:defRPr sz="2100" lang="ja-JP">
                <a:latin typeface="Arial"/>
                <a:ea typeface="ＭＳ Ｐゴシック"/>
                <a:cs typeface="Arial"/>
              </a:defRPr>
            </a:pPr>
            <a:r>
              <a:rPr sz="2100" b="0" lang="ja-JP">
                <a:solidFill>
                  <a:srgbClr val="303437"/>
                </a:solidFill>
                <a:latin typeface="Arial"/>
                <a:ea typeface="ＭＳ Ｐゴシック"/>
                <a:cs typeface="Arial"/>
              </a:rPr>
              <a:t>Wikipediaの段落から、質問の答えとなる範囲を選ぶ。</a:t>
            </a:r>
            <a:endParaRPr sz="2100" lang="ja-JP">
              <a:latin typeface="Arial"/>
              <a:ea typeface="ＭＳ Ｐゴシック"/>
              <a:cs typeface="Arial"/>
            </a:endParaRPr>
          </a:p>
          <a:p>
            <a:pPr algn="l">
              <a:defRPr sz="2200" lang="ja-JP">
                <a:latin typeface="Arial"/>
                <a:ea typeface="ＭＳ Ｐゴシック"/>
                <a:cs typeface="Arial"/>
              </a:defRPr>
            </a:pPr>
            <a:r>
              <a:rPr sz="2200" b="0" lang="ja-JP">
                <a:solidFill>
                  <a:srgbClr val="303437"/>
                </a:solidFill>
                <a:latin typeface="Arial"/>
                <a:ea typeface="ＭＳ Ｐゴシック"/>
                <a:cs typeface="Arial"/>
              </a:rPr>
              <a:t>人手作成の質問を大規模に評価するため、2016年に発表。</a:t>
            </a:r>
            <a:endParaRPr sz="2200" lang="ja-JP">
              <a:latin typeface="Arial"/>
              <a:ea typeface="ＭＳ Ｐゴシック"/>
              <a:cs typeface="Arial"/>
            </a:endParaRPr>
          </a:p>
          <a:p>
            <a:pPr algn="l">
              <a:defRPr sz="2200" lang="ja-JP">
                <a:latin typeface="Arial"/>
                <a:ea typeface="ＭＳ Ｐゴシック"/>
                <a:cs typeface="Arial"/>
              </a:defRPr>
            </a:pPr>
            <a:r>
              <a:rPr sz="2200" b="0" lang="ja-JP">
                <a:solidFill>
                  <a:srgbClr val="303437"/>
                </a:solidFill>
                <a:latin typeface="Arial"/>
                <a:ea typeface="ＭＳ Ｐゴシック"/>
                <a:cs typeface="Arial"/>
              </a:rPr>
              <a:t>バージョン1.1では、回答可能な質問の答えを抽出。</a:t>
            </a:r>
            <a:endParaRPr sz="2200" lang="ja-JP">
              <a:latin typeface="Arial"/>
              <a:ea typeface="ＭＳ Ｐゴシック"/>
              <a:cs typeface="Arial"/>
            </a:endParaRPr>
          </a:p>
          <a:p>
            <a:pPr algn="l">
              <a:defRPr sz="2200" lang="ja-JP">
                <a:latin typeface="Arial"/>
                <a:ea typeface="ＭＳ Ｐゴシック"/>
                <a:cs typeface="Arial"/>
              </a:defRPr>
            </a:pPr>
            <a:r>
              <a:rPr sz="2200" b="0" lang="ja-JP">
                <a:solidFill>
                  <a:srgbClr val="303437"/>
                </a:solidFill>
                <a:latin typeface="Arial"/>
                <a:ea typeface="ＭＳ Ｐゴシック"/>
                <a:cs typeface="Arial"/>
              </a:rPr>
              <a:t>バージョン2.0は回答不能な質問と回答保留も扱う </a:t>
            </a:r>
            <a:r>
              <a:rPr sz="2200" b="0" lang="ja-JP">
                <a:solidFill>
                  <a:srgbClr val="303437"/>
                </a:solidFill>
                <a:latin typeface="Arial"/>
                <a:ea typeface="ＭＳ Ｐゴシック"/>
                <a:cs typeface="Arial"/>
              </a:rPr>
              <a:t>[2]</a:t>
            </a:r>
            <a:r>
              <a:rPr sz="2200" b="0" lang="ja-JP">
                <a:solidFill>
                  <a:srgbClr val="303437"/>
                </a:solidFill>
                <a:latin typeface="Arial"/>
                <a:ea typeface="ＭＳ Ｐゴシック"/>
                <a:cs typeface="Arial"/>
              </a:rPr>
              <a:t>。</a:t>
            </a:r>
            <a:endParaRPr sz="2200" lang="ja-JP">
              <a:latin typeface="Arial"/>
              <a:ea typeface="ＭＳ Ｐゴシック"/>
              <a:cs typeface="Arial"/>
            </a:endParaRPr>
          </a:p>
          <a:p>
            <a:pPr algn="l">
              <a:defRPr sz="2100" lang="ja-JP">
                <a:latin typeface="Arial"/>
                <a:ea typeface="ＭＳ Ｐゴシック"/>
                <a:cs typeface="Arial"/>
              </a:defRPr>
            </a:pPr>
            <a:r>
              <a:rPr sz="2100" b="0" lang="ja-JP">
                <a:solidFill>
                  <a:srgbClr val="303437"/>
                </a:solidFill>
                <a:latin typeface="Arial"/>
                <a:ea typeface="ＭＳ Ｐゴシック"/>
                <a:cs typeface="Arial"/>
              </a:rPr>
              <a:t>EM・F1で評価。LLMにも利用され、評価条件の確認が必要。</a:t>
            </a:r>
            <a:endParaRPr sz="2100" lang="ja-JP">
              <a:latin typeface="Arial"/>
              <a:ea typeface="ＭＳ Ｐゴシック"/>
              <a:cs typeface="Arial"/>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初版は https://aclanthology.org/D16-1264/  バージョン2 https://aclanthology.org/P18-2124/</a:t>
            </a:r>
            <a:endParaRPr sz="850" lang="ja-JP">
              <a:latin typeface="Arial"/>
              <a:ea typeface="ＭＳ Ｐゴシック"/>
              <a:cs typeface="Arial"/>
            </a:endParaRP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Appendixの目次</a:t>
            </a:r>
            <a:endParaRPr sz="2800" lang="ja-JP">
              <a:latin typeface="Arial"/>
              <a:ea typeface="ＭＳ Ｐゴシック"/>
              <a:cs typeface="Arial"/>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補足資料の構成</a:t>
            </a:r>
            <a:endParaRPr sz="1400" lang="ja-JP">
              <a:latin typeface="Arial"/>
              <a:ea typeface="ＭＳ Ｐゴシック"/>
              <a:cs typeface="Arial"/>
            </a:endParaRPr>
          </a:p>
        </p:txBody>
      </p:sp>
      <p:sp>
        <p:nvSpPr>
          <p:cNvPr id="4" name="TextBox 3"/>
          <p:cNvSpPr txBox="1"/>
          <p:nvPr/>
        </p:nvSpPr>
        <p:spPr>
          <a:xfrm>
            <a:off x="594360" y="1463040"/>
            <a:ext cx="7955279" cy="3383280"/>
          </a:xfrm>
          <a:prstGeom prst="rect">
            <a:avLst/>
          </a:prstGeom>
          <a:noFill/>
        </p:spPr>
        <p:txBody>
          <a:bodyPr wrap="square" lIns="0" rIns="0" tIns="0" bIns="0" anchor="t">
            <a:spAutoFit/>
          </a:bodyPr>
          <a:lstStyle/>
          <a:p>
            <a:pPr algn="l" marL="533400" indent="-381000">
              <a:lnSpc>
                <a:spcPct val="110000"/>
              </a:lnSpc>
              <a:spcBef>
                <a:spcPts val="0"/>
              </a:spcBef>
              <a:spcAft>
                <a:spcPts val="800"/>
              </a:spcAft>
              <a:buAutoNum type="arabicPeriod" startAt="1"/>
              <a:defRPr sz="2500" lang="ja-JP">
                <a:latin typeface="Arial"/>
                <a:ea typeface="ＭＳ Ｐゴシック"/>
                <a:cs typeface="Arial"/>
              </a:defRPr>
            </a:pPr>
            <a:r>
              <a:rPr sz="2500" lang="ja-JP">
                <a:solidFill>
                  <a:srgbClr val="303437"/>
                </a:solidFill>
                <a:latin typeface="Arial"/>
                <a:ea typeface="ＭＳ Ｐゴシック"/>
                <a:cs typeface="Arial"/>
              </a:rPr>
              <a:t>著者と発表先</a:t>
            </a:r>
            <a:endParaRPr sz="2500" lang="ja-JP">
              <a:latin typeface="Arial"/>
              <a:ea typeface="ＭＳ Ｐゴシック"/>
              <a:cs typeface="Arial"/>
            </a:endParaRPr>
          </a:p>
          <a:p>
            <a:pPr algn="l" marL="533400" indent="-381000">
              <a:lnSpc>
                <a:spcPct val="110000"/>
              </a:lnSpc>
              <a:spcBef>
                <a:spcPts val="0"/>
              </a:spcBef>
              <a:spcAft>
                <a:spcPts val="800"/>
              </a:spcAft>
              <a:buAutoNum type="arabicPeriod" startAt="2"/>
              <a:defRPr sz="2500" lang="ja-JP">
                <a:latin typeface="Arial"/>
                <a:ea typeface="ＭＳ Ｐゴシック"/>
                <a:cs typeface="Arial"/>
              </a:defRPr>
            </a:pPr>
            <a:r>
              <a:rPr sz="2500" lang="ja-JP">
                <a:solidFill>
                  <a:srgbClr val="303437"/>
                </a:solidFill>
                <a:latin typeface="Arial"/>
                <a:ea typeface="ＭＳ Ｐゴシック"/>
                <a:cs typeface="Arial"/>
              </a:rPr>
              <a:t>追加の実例</a:t>
            </a:r>
            <a:endParaRPr sz="2500" lang="ja-JP">
              <a:latin typeface="Arial"/>
              <a:ea typeface="ＭＳ Ｐゴシック"/>
              <a:cs typeface="Arial"/>
            </a:endParaRPr>
          </a:p>
          <a:p>
            <a:pPr algn="l" marL="533400" indent="-381000">
              <a:lnSpc>
                <a:spcPct val="110000"/>
              </a:lnSpc>
              <a:spcBef>
                <a:spcPts val="0"/>
              </a:spcBef>
              <a:spcAft>
                <a:spcPts val="800"/>
              </a:spcAft>
              <a:buAutoNum type="arabicPeriod" startAt="3"/>
              <a:defRPr sz="2500" lang="ja-JP">
                <a:latin typeface="Arial"/>
                <a:ea typeface="ＭＳ Ｐゴシック"/>
                <a:cs typeface="Arial"/>
              </a:defRPr>
            </a:pPr>
            <a:r>
              <a:rPr sz="2500" lang="ja-JP">
                <a:solidFill>
                  <a:srgbClr val="303437"/>
                </a:solidFill>
                <a:latin typeface="Arial"/>
                <a:ea typeface="ＭＳ Ｐゴシック"/>
                <a:cs typeface="Arial"/>
              </a:rPr>
              <a:t>詳細統計と極値</a:t>
            </a:r>
            <a:endParaRPr sz="2500" lang="ja-JP">
              <a:latin typeface="Arial"/>
              <a:ea typeface="ＭＳ Ｐゴシック"/>
              <a:cs typeface="Arial"/>
            </a:endParaRPr>
          </a:p>
          <a:p>
            <a:pPr algn="l" marL="533400" indent="-381000">
              <a:lnSpc>
                <a:spcPct val="110000"/>
              </a:lnSpc>
              <a:spcBef>
                <a:spcPts val="0"/>
              </a:spcBef>
              <a:spcAft>
                <a:spcPts val="800"/>
              </a:spcAft>
              <a:buAutoNum type="arabicPeriod" startAt="4"/>
              <a:defRPr sz="2500" lang="ja-JP">
                <a:latin typeface="Arial"/>
                <a:ea typeface="ＭＳ Ｐゴシック"/>
                <a:cs typeface="Arial"/>
              </a:defRPr>
            </a:pPr>
            <a:r>
              <a:rPr sz="2500" lang="ja-JP">
                <a:solidFill>
                  <a:srgbClr val="303437"/>
                </a:solidFill>
                <a:latin typeface="Arial"/>
                <a:ea typeface="ＭＳ Ｐゴシック"/>
                <a:cs typeface="Arial"/>
              </a:rPr>
              <a:t>追加の評価結果</a:t>
            </a:r>
            <a:endParaRPr sz="2500" lang="ja-JP">
              <a:latin typeface="Arial"/>
              <a:ea typeface="ＭＳ Ｐゴシック"/>
              <a:cs typeface="Arial"/>
            </a:endParaRPr>
          </a:p>
          <a:p>
            <a:pPr algn="l" marL="533400" indent="-381000">
              <a:lnSpc>
                <a:spcPct val="110000"/>
              </a:lnSpc>
              <a:spcBef>
                <a:spcPts val="0"/>
              </a:spcBef>
              <a:spcAft>
                <a:spcPts val="800"/>
              </a:spcAft>
              <a:buAutoNum type="arabicPeriod" startAt="5"/>
              <a:defRPr sz="2500" lang="ja-JP">
                <a:latin typeface="Arial"/>
                <a:ea typeface="ＭＳ Ｐゴシック"/>
                <a:cs typeface="Arial"/>
              </a:defRPr>
            </a:pPr>
            <a:r>
              <a:rPr sz="2500" lang="ja-JP">
                <a:solidFill>
                  <a:srgbClr val="303437"/>
                </a:solidFill>
                <a:latin typeface="Arial"/>
                <a:ea typeface="ＭＳ Ｐゴシック"/>
                <a:cs typeface="Arial"/>
              </a:rPr>
              <a:t>Wikipedia記事一覧</a:t>
            </a:r>
            <a:endParaRPr sz="2500" lang="ja-JP">
              <a:latin typeface="Arial"/>
              <a:ea typeface="ＭＳ Ｐゴシック"/>
              <a:cs typeface="Arial"/>
            </a:endParaRPr>
          </a:p>
          <a:p>
            <a:pPr algn="l" marL="533400" indent="-381000">
              <a:lnSpc>
                <a:spcPct val="110000"/>
              </a:lnSpc>
              <a:spcBef>
                <a:spcPts val="0"/>
              </a:spcBef>
              <a:spcAft>
                <a:spcPts val="800"/>
              </a:spcAft>
              <a:buAutoNum type="arabicPeriod" startAt="6"/>
              <a:defRPr sz="2500" lang="ja-JP">
                <a:latin typeface="Arial"/>
                <a:ea typeface="ＭＳ Ｐゴシック"/>
                <a:cs typeface="Arial"/>
              </a:defRPr>
            </a:pPr>
            <a:r>
              <a:rPr sz="2500" lang="ja-JP">
                <a:solidFill>
                  <a:srgbClr val="303437"/>
                </a:solidFill>
                <a:latin typeface="Arial"/>
                <a:ea typeface="ＭＳ Ｐゴシック"/>
                <a:cs typeface="Arial"/>
              </a:rPr>
              <a:t>入手コードと参考文献</a:t>
            </a:r>
            <a:endParaRPr sz="2500" lang="ja-JP">
              <a:latin typeface="Arial"/>
              <a:ea typeface="ＭＳ Ｐゴシック"/>
              <a:cs typeface="Arial"/>
            </a:endParaRP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発表先と著者</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1 著者と発表先</a:t>
            </a:r>
            <a:endParaRPr sz="1400" lang="ja-JP">
              <a:latin typeface="Arial"/>
              <a:ea typeface="ＭＳ Ｐゴシック"/>
              <a:cs typeface="Arial"/>
            </a:endParaRPr>
          </a:p>
        </p:txBody>
      </p:sp>
      <p:sp>
        <p:nvSpPr>
          <p:cNvPr id="4" name="content-text"/>
          <p:cNvSpPr txBox="1"/>
          <p:nvPr/>
        </p:nvSpPr>
        <p:spPr>
          <a:xfrm>
            <a:off x="594360" y="1465897"/>
            <a:ext cx="8046720" cy="3086100"/>
          </a:xfrm>
          <a:prstGeom prst="rect">
            <a:avLst/>
          </a:prstGeom>
          <a:noFill/>
        </p:spPr>
        <p:txBody>
          <a:bodyPr wrap="square" anchor="t" lIns="91425" rIns="91425" tIns="91425" bIns="91425">
            <a:no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l">
              <a:defRPr sz="2100" lang="ja-JP">
                <a:latin typeface="Arial"/>
                <a:ea typeface="ＭＳ Ｐゴシック"/>
                <a:cs typeface="Arial"/>
              </a:defRPr>
            </a:pPr>
            <a:r>
              <a:rPr sz="2100" lang="ja-JP">
                <a:solidFill>
                  <a:srgbClr val="303437"/>
                </a:solidFill>
                <a:latin typeface="Arial"/>
                <a:ea typeface="ＭＳ Ｐゴシック"/>
                <a:cs typeface="Arial"/>
              </a:rPr>
              <a:t>初版はPranav RajpurkarらがEMNLP 2016で発表した </a:t>
            </a:r>
            <a:r>
              <a:rPr sz="2100" lang="ja-JP">
                <a:solidFill>
                  <a:srgbClr val="303437"/>
                </a:solidFill>
                <a:latin typeface="Arial"/>
                <a:ea typeface="ＭＳ Ｐゴシック"/>
                <a:cs typeface="Arial"/>
              </a:rPr>
              <a:t>[1]</a:t>
            </a:r>
            <a:r>
              <a:rPr sz="2100" lang="ja-JP">
                <a:solidFill>
                  <a:srgbClr val="303437"/>
                </a:solidFill>
                <a:latin typeface="Arial"/>
                <a:ea typeface="ＭＳ Ｐゴシック"/>
                <a:cs typeface="Arial"/>
              </a:rPr>
              <a:t>。</a:t>
            </a:r>
            <a:endParaRPr sz="2100" lang="ja-JP">
              <a:latin typeface="Arial"/>
              <a:ea typeface="ＭＳ Ｐゴシック"/>
              <a:cs typeface="Arial"/>
            </a:endParaRPr>
          </a:p>
          <a:p>
            <a:pPr algn="l">
              <a:defRPr sz="2100" lang="ja-JP">
                <a:latin typeface="Arial"/>
                <a:ea typeface="ＭＳ Ｐゴシック"/>
                <a:cs typeface="Arial"/>
              </a:defRPr>
            </a:pPr>
            <a:r>
              <a:rPr sz="2100" lang="ja-JP">
                <a:solidFill>
                  <a:srgbClr val="303437"/>
                </a:solidFill>
                <a:latin typeface="Arial"/>
                <a:ea typeface="ＭＳ Ｐゴシック"/>
                <a:cs typeface="Arial"/>
              </a:rPr>
              <a:t>バージョン2は、2018年のACLで発表された </a:t>
            </a:r>
            <a:r>
              <a:rPr sz="2100" lang="ja-JP">
                <a:solidFill>
                  <a:srgbClr val="303437"/>
                </a:solidFill>
                <a:latin typeface="Arial"/>
                <a:ea typeface="ＭＳ Ｐゴシック"/>
                <a:cs typeface="Arial"/>
              </a:rPr>
              <a:t>[2]</a:t>
            </a:r>
            <a:r>
              <a:rPr sz="2100" lang="ja-JP">
                <a:solidFill>
                  <a:srgbClr val="303437"/>
                </a:solidFill>
                <a:latin typeface="Arial"/>
                <a:ea typeface="ＭＳ Ｐゴシック"/>
                <a:cs typeface="Arial"/>
              </a:rPr>
              <a:t>。</a:t>
            </a:r>
            <a:endParaRPr sz="2100" lang="ja-JP">
              <a:latin typeface="Arial"/>
              <a:ea typeface="ＭＳ Ｐゴシック"/>
              <a:cs typeface="Arial"/>
            </a:endParaRPr>
          </a:p>
          <a:p>
            <a:pPr algn="l">
              <a:defRPr sz="2100" lang="ja-JP">
                <a:latin typeface="Arial"/>
                <a:ea typeface="ＭＳ Ｐゴシック"/>
                <a:cs typeface="Arial"/>
              </a:defRPr>
            </a:pPr>
            <a:r>
              <a:rPr sz="2100" lang="ja-JP">
                <a:solidFill>
                  <a:srgbClr val="303437"/>
                </a:solidFill>
                <a:latin typeface="Arial"/>
                <a:ea typeface="ＭＳ Ｐゴシック"/>
                <a:cs typeface="Arial"/>
              </a:rPr>
              <a:t>両論文の第一著者はPranav Rajpurkar、最終著者はPercy Liangである。</a:t>
            </a:r>
            <a:endParaRPr sz="2100" lang="ja-JP">
              <a:latin typeface="Arial"/>
              <a:ea typeface="ＭＳ Ｐゴシック"/>
              <a:cs typeface="Arial"/>
            </a:endParaRPr>
          </a:p>
          <a:p>
            <a:pPr algn="l">
              <a:defRPr sz="2100" lang="ja-JP">
                <a:latin typeface="Arial"/>
                <a:ea typeface="ＭＳ Ｐゴシック"/>
                <a:cs typeface="Arial"/>
              </a:defRPr>
            </a:pPr>
            <a:r>
              <a:rPr sz="2100" lang="ja-JP">
                <a:solidFill>
                  <a:srgbClr val="303437"/>
                </a:solidFill>
                <a:latin typeface="Arial"/>
                <a:ea typeface="ＭＳ Ｐゴシック"/>
                <a:cs typeface="Arial"/>
              </a:rPr>
              <a:t>2026年に初版がACL Test of Time Awardを受賞した </a:t>
            </a:r>
            <a:r>
              <a:rPr sz="2100" lang="ja-JP">
                <a:solidFill>
                  <a:srgbClr val="303437"/>
                </a:solidFill>
                <a:latin typeface="Arial"/>
                <a:ea typeface="ＭＳ Ｐゴシック"/>
                <a:cs typeface="Arial"/>
              </a:rPr>
              <a:t>[1]</a:t>
            </a:r>
            <a:r>
              <a:rPr sz="2100" lang="ja-JP">
                <a:solidFill>
                  <a:srgbClr val="303437"/>
                </a:solidFill>
                <a:latin typeface="Arial"/>
                <a:ea typeface="ＭＳ Ｐゴシック"/>
                <a:cs typeface="Arial"/>
              </a:rPr>
              <a:t>。</a:t>
            </a:r>
            <a:endParaRPr sz="2100" lang="ja-JP">
              <a:latin typeface="Arial"/>
              <a:ea typeface="ＭＳ Ｐゴシック"/>
              <a:cs typeface="Arial"/>
            </a:endParaRPr>
          </a:p>
        </p:txBody>
      </p:sp>
      <p:sp>
        <p:nvSpPr>
          <p:cNvPr id="5"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EMNLP 2016　https://aclanthology.org/D16-1264/</a:t>
            </a:r>
            <a:endParaRPr sz="850" lang="ja-JP">
              <a:latin typeface="Arial"/>
              <a:ea typeface="ＭＳ Ｐゴシック"/>
              <a:cs typeface="Arial"/>
            </a:endParaRPr>
          </a:p>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[2]</a:t>
            </a:r>
            <a:r>
              <a:rPr sz="850" lang="ja-JP">
                <a:solidFill>
                  <a:srgbClr val="626669"/>
                </a:solidFill>
                <a:latin typeface="Arial"/>
                <a:ea typeface="ＭＳ Ｐゴシック"/>
                <a:cs typeface="Arial"/>
              </a:rPr>
              <a:t> ACL 2018 Short Papers　https://aclanthology.org/P18-2124/</a:t>
            </a:r>
            <a:endParaRPr sz="850" lang="ja-JP">
              <a:latin typeface="Arial"/>
              <a:ea typeface="ＭＳ Ｐゴシック"/>
              <a:cs typeface="Arial"/>
            </a:endParaRP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主な著者の研究分野と実績</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1 著者と発表先</a:t>
            </a:r>
            <a:endParaRPr sz="1400" lang="ja-JP">
              <a:latin typeface="Arial"/>
              <a:ea typeface="ＭＳ Ｐゴシック"/>
              <a:cs typeface="Arial"/>
            </a:endParaRPr>
          </a:p>
        </p:txBody>
      </p:sp>
      <p:sp>
        <p:nvSpPr>
          <p:cNvPr id="4" name="content-text"/>
          <p:cNvSpPr txBox="1"/>
          <p:nvPr/>
        </p:nvSpPr>
        <p:spPr>
          <a:xfrm>
            <a:off x="594360" y="1543050"/>
            <a:ext cx="8046720" cy="2674620"/>
          </a:xfrm>
          <a:prstGeom prst="rect">
            <a:avLst/>
          </a:prstGeom>
          <a:noFill/>
        </p:spPr>
        <p:txBody>
          <a:bodyPr wrap="square" anchor="t" lIns="91425" rIns="91425" tIns="91425" bIns="91425">
            <a:no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l">
              <a:defRPr sz="2000" lang="ja-JP">
                <a:latin typeface="Arial"/>
                <a:ea typeface="ＭＳ Ｐゴシック"/>
                <a:cs typeface="Arial"/>
              </a:defRPr>
            </a:pPr>
            <a:r>
              <a:rPr sz="2000" lang="ja-JP">
                <a:solidFill>
                  <a:srgbClr val="303437"/>
                </a:solidFill>
                <a:latin typeface="Arial"/>
                <a:ea typeface="ＭＳ Ｐゴシック"/>
                <a:cs typeface="Arial"/>
              </a:rPr>
              <a:t>第一著者のPranav Rajpurkarは、読解型QAと医療AIを研究している </a:t>
            </a:r>
            <a:r>
              <a:rPr sz="2000" lang="ja-JP">
                <a:solidFill>
                  <a:srgbClr val="303437"/>
                </a:solidFill>
                <a:latin typeface="Arial"/>
                <a:ea typeface="ＭＳ Ｐゴシック"/>
                <a:cs typeface="Arial"/>
              </a:rPr>
              <a:t>[1,2]</a:t>
            </a:r>
            <a:r>
              <a:rPr sz="2000" lang="ja-JP">
                <a:solidFill>
                  <a:srgbClr val="303437"/>
                </a:solidFill>
                <a:latin typeface="Arial"/>
                <a:ea typeface="ＭＳ Ｐゴシック"/>
                <a:cs typeface="Arial"/>
              </a:rPr>
              <a:t>。</a:t>
            </a:r>
            <a:endParaRPr sz="2000" lang="ja-JP">
              <a:latin typeface="Arial"/>
              <a:ea typeface="ＭＳ Ｐゴシック"/>
              <a:cs typeface="Arial"/>
            </a:endParaRPr>
          </a:p>
          <a:p>
            <a:pPr algn="l">
              <a:defRPr sz="2000" lang="ja-JP">
                <a:latin typeface="Arial"/>
                <a:ea typeface="ＭＳ Ｐゴシック"/>
                <a:cs typeface="Arial"/>
              </a:defRPr>
            </a:pPr>
            <a:r>
              <a:rPr sz="2000" lang="ja-JP">
                <a:solidFill>
                  <a:srgbClr val="303437"/>
                </a:solidFill>
                <a:latin typeface="Arial"/>
                <a:ea typeface="ＭＳ Ｐゴシック"/>
                <a:cs typeface="Arial"/>
              </a:rPr>
              <a:t>SQuADと、胸部X線のデータセットCheXpertに貢献した（2019年） </a:t>
            </a:r>
            <a:r>
              <a:rPr sz="2000" lang="ja-JP">
                <a:solidFill>
                  <a:srgbClr val="303437"/>
                </a:solidFill>
                <a:latin typeface="Arial"/>
                <a:ea typeface="ＭＳ Ｐゴシック"/>
                <a:cs typeface="Arial"/>
              </a:rPr>
              <a:t>[5]</a:t>
            </a:r>
            <a:r>
              <a:rPr sz="2000" lang="ja-JP">
                <a:solidFill>
                  <a:srgbClr val="303437"/>
                </a:solidFill>
                <a:latin typeface="Arial"/>
                <a:ea typeface="ＭＳ Ｐゴシック"/>
                <a:cs typeface="Arial"/>
              </a:rPr>
              <a:t>。</a:t>
            </a:r>
            <a:endParaRPr sz="2000" lang="ja-JP">
              <a:latin typeface="Arial"/>
              <a:ea typeface="ＭＳ Ｐゴシック"/>
              <a:cs typeface="Arial"/>
            </a:endParaRPr>
          </a:p>
          <a:p>
            <a:pPr algn="l">
              <a:defRPr sz="2000" lang="ja-JP">
                <a:latin typeface="Arial"/>
                <a:ea typeface="ＭＳ Ｐゴシック"/>
                <a:cs typeface="Arial"/>
              </a:defRPr>
            </a:pPr>
            <a:r>
              <a:rPr sz="2000" lang="ja-JP">
                <a:solidFill>
                  <a:srgbClr val="303437"/>
                </a:solidFill>
                <a:latin typeface="Arial"/>
                <a:ea typeface="ＭＳ Ｐゴシック"/>
                <a:cs typeface="Arial"/>
              </a:rPr>
              <a:t>最終著者のPercy Liangは、自然言語処理・機械学習を研究している。</a:t>
            </a:r>
            <a:endParaRPr sz="2000" lang="ja-JP">
              <a:latin typeface="Arial"/>
              <a:ea typeface="ＭＳ Ｐゴシック"/>
              <a:cs typeface="Arial"/>
            </a:endParaRPr>
          </a:p>
          <a:p>
            <a:pPr algn="l">
              <a:defRPr sz="2000" lang="ja-JP">
                <a:latin typeface="Arial"/>
                <a:ea typeface="ＭＳ Ｐゴシック"/>
                <a:cs typeface="Arial"/>
              </a:defRPr>
            </a:pPr>
            <a:r>
              <a:rPr sz="2000" lang="ja-JP">
                <a:solidFill>
                  <a:srgbClr val="303437"/>
                </a:solidFill>
                <a:latin typeface="Arial"/>
                <a:ea typeface="ＭＳ Ｐゴシック"/>
                <a:cs typeface="Arial"/>
              </a:rPr>
              <a:t>言語モデルを幅広く評価するHELMにも取り組んだ </a:t>
            </a:r>
            <a:r>
              <a:rPr sz="2000" lang="ja-JP">
                <a:solidFill>
                  <a:srgbClr val="303437"/>
                </a:solidFill>
                <a:latin typeface="Arial"/>
                <a:ea typeface="ＭＳ Ｐゴシック"/>
                <a:cs typeface="Arial"/>
              </a:rPr>
              <a:t>[3]</a:t>
            </a:r>
            <a:r>
              <a:rPr sz="2000" lang="ja-JP">
                <a:solidFill>
                  <a:srgbClr val="303437"/>
                </a:solidFill>
                <a:latin typeface="Arial"/>
                <a:ea typeface="ＭＳ Ｐゴシック"/>
                <a:cs typeface="Arial"/>
              </a:rPr>
              <a:t>。</a:t>
            </a:r>
            <a:endParaRPr sz="2000" lang="ja-JP">
              <a:latin typeface="Arial"/>
              <a:ea typeface="ＭＳ Ｐゴシック"/>
              <a:cs typeface="Arial"/>
            </a:endParaRPr>
          </a:p>
        </p:txBody>
      </p:sp>
      <p:sp>
        <p:nvSpPr>
          <p:cNvPr id="5" name="lookup-sources"/>
          <p:cNvSpPr txBox="1"/>
          <p:nvPr/>
        </p:nvSpPr>
        <p:spPr>
          <a:xfrm>
            <a:off x="502920" y="4612640"/>
            <a:ext cx="8183879" cy="47142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https://aclanthology.org/D16-1264/  </a:t>
            </a:r>
            <a:r>
              <a:rPr sz="850" lang="ja-JP">
                <a:solidFill>
                  <a:srgbClr val="626669"/>
                </a:solidFill>
                <a:latin typeface="Arial"/>
                <a:ea typeface="ＭＳ Ｐゴシック"/>
                <a:cs typeface="Arial"/>
              </a:rPr>
              <a:t>[2]</a:t>
            </a:r>
            <a:r>
              <a:rPr sz="850" lang="ja-JP">
                <a:solidFill>
                  <a:srgbClr val="626669"/>
                </a:solidFill>
                <a:latin typeface="Arial"/>
                <a:ea typeface="ＭＳ Ｐゴシック"/>
                <a:cs typeface="Arial"/>
              </a:rPr>
              <a:t> https://aclanthology.org/P18-2124/</a:t>
            </a:r>
            <a:endParaRPr sz="850" lang="ja-JP">
              <a:latin typeface="Arial"/>
              <a:ea typeface="ＭＳ Ｐゴシック"/>
              <a:cs typeface="Arial"/>
            </a:endParaRPr>
          </a:p>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[3]</a:t>
            </a:r>
            <a:r>
              <a:rPr sz="850" lang="ja-JP">
                <a:solidFill>
                  <a:srgbClr val="626669"/>
                </a:solidFill>
                <a:latin typeface="Arial"/>
                <a:ea typeface="ＭＳ Ｐゴシック"/>
                <a:cs typeface="Arial"/>
              </a:rPr>
              <a:t> https://github.com/stanford-crfm/helm</a:t>
            </a:r>
            <a:endParaRPr sz="850" lang="ja-JP">
              <a:latin typeface="Arial"/>
              <a:ea typeface="ＭＳ Ｐゴシック"/>
              <a:cs typeface="Arial"/>
            </a:endParaRPr>
          </a:p>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[5]</a:t>
            </a:r>
            <a:r>
              <a:rPr sz="850" lang="ja-JP">
                <a:solidFill>
                  <a:srgbClr val="626669"/>
                </a:solidFill>
                <a:latin typeface="Arial"/>
                <a:ea typeface="ＭＳ Ｐゴシック"/>
                <a:cs typeface="Arial"/>
              </a:rPr>
              <a:t> https://github.com/stanfordmlgroup/chexpert-labeler</a:t>
            </a:r>
            <a:endParaRPr sz="850" lang="ja-JP">
              <a:latin typeface="Arial"/>
              <a:ea typeface="ＭＳ Ｐゴシック"/>
              <a:cs typeface="Arial"/>
            </a:endParaRP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補足実例1 Apollo program</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2 追加の実例</a:t>
            </a:r>
            <a:endParaRPr sz="1400" lang="ja-JP">
              <a:latin typeface="Arial"/>
              <a:ea typeface="ＭＳ Ｐゴシック"/>
              <a:cs typeface="Arial"/>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626669"/>
                </a:solidFill>
                <a:latin typeface="Arial"/>
                <a:ea typeface="ＭＳ Ｐゴシック"/>
                <a:cs typeface="Arial"/>
              </a:rPr>
              <a:t>Wikipedia記事の段落（抜粋）</a:t>
            </a:r>
            <a:endParaRPr sz="1400" lang="ja-JP">
              <a:latin typeface="Arial"/>
              <a:ea typeface="ＭＳ Ｐゴシック"/>
              <a:cs typeface="Arial"/>
            </a:endParaRPr>
          </a:p>
        </p:txBody>
      </p:sp>
      <p:sp>
        <p:nvSpPr>
          <p:cNvPr id="5" name="quote-frame"/>
          <p:cNvSpPr/>
          <p:nvPr/>
        </p:nvSpPr>
        <p:spPr>
          <a:xfrm>
            <a:off x="548640" y="1715797"/>
            <a:ext cx="8046720" cy="45831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The first manned flight of Apollo was in </a:t>
            </a:r>
            <a:r>
              <a:rPr sz="1800" b="1" lang="ja-JP">
                <a:solidFill>
                  <a:srgbClr val="B13731"/>
                </a:solidFill>
                <a:latin typeface="Arial"/>
                <a:ea typeface="ＭＳ Ｐゴシック"/>
                <a:cs typeface="Arial"/>
              </a:rPr>
              <a:t>1968</a:t>
            </a:r>
            <a:r>
              <a:rPr sz="1800" b="0" lang="ja-JP">
                <a:solidFill>
                  <a:srgbClr val="303437"/>
                </a:solidFill>
                <a:latin typeface="Arial"/>
                <a:ea typeface="ＭＳ Ｐゴシック"/>
                <a:cs typeface="Arial"/>
              </a:rPr>
              <a:t>.</a:t>
            </a:r>
            <a:endParaRPr sz="1800" lang="ja-JP">
              <a:latin typeface="Arial"/>
              <a:ea typeface="ＭＳ Ｐゴシック"/>
              <a:cs typeface="Arial"/>
            </a:endParaRPr>
          </a:p>
        </p:txBody>
      </p:sp>
      <p:sp>
        <p:nvSpPr>
          <p:cNvPr id="7" name="example-question"/>
          <p:cNvSpPr txBox="1"/>
          <p:nvPr/>
        </p:nvSpPr>
        <p:spPr>
          <a:xfrm>
            <a:off x="548640" y="23773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Arial"/>
                <a:ea typeface="ＭＳ Ｐゴシック"/>
                <a:cs typeface="Arial"/>
              </a:defRPr>
            </a:pPr>
            <a:r>
              <a:rPr sz="1900" b="1" lang="ja-JP">
                <a:solidFill>
                  <a:srgbClr val="303437"/>
                </a:solidFill>
                <a:latin typeface="Arial"/>
                <a:ea typeface="ＭＳ Ｐゴシック"/>
                <a:cs typeface="Arial"/>
              </a:rPr>
              <a:t>質問 </a:t>
            </a:r>
            <a:r>
              <a:rPr sz="1900" b="0" lang="ja-JP">
                <a:solidFill>
                  <a:srgbClr val="303437"/>
                </a:solidFill>
                <a:latin typeface="Arial"/>
                <a:ea typeface="ＭＳ Ｐゴシック"/>
                <a:cs typeface="Arial"/>
              </a:rPr>
              <a:t>What year did the first manned Apollo flight occur?</a:t>
            </a:r>
            <a:endParaRPr sz="1900" lang="ja-JP">
              <a:latin typeface="Arial"/>
              <a:ea typeface="ＭＳ Ｐゴシック"/>
              <a:cs typeface="Arial"/>
            </a:endParaRPr>
          </a:p>
          <a:p>
            <a:pPr algn="l" marL="0" indent="0">
              <a:lnSpc>
                <a:spcPct val="110000"/>
              </a:lnSpc>
              <a:spcBef>
                <a:spcPts val="0"/>
              </a:spcBef>
              <a:spcAft>
                <a:spcPts val="600"/>
              </a:spcAft>
              <a:buNone/>
              <a:defRPr sz="1700" lang="ja-JP">
                <a:latin typeface="Arial"/>
                <a:ea typeface="ＭＳ Ｐゴシック"/>
                <a:cs typeface="Arial"/>
              </a:defRPr>
            </a:pPr>
            <a:r>
              <a:rPr sz="1700" b="0" lang="ja-JP">
                <a:solidFill>
                  <a:srgbClr val="626669"/>
                </a:solidFill>
                <a:latin typeface="Arial"/>
                <a:ea typeface="ＭＳ Ｐゴシック"/>
                <a:cs typeface="Arial"/>
              </a:rPr>
              <a:t>質問の日本語訳 アポロ計画の最初の有人飛行が行われたのは何年か？</a:t>
            </a:r>
            <a:endParaRPr sz="1700" lang="ja-JP">
              <a:latin typeface="Arial"/>
              <a:ea typeface="ＭＳ Ｐゴシック"/>
              <a:cs typeface="Arial"/>
            </a:endParaRPr>
          </a:p>
        </p:txBody>
      </p:sp>
      <p:sp>
        <p:nvSpPr>
          <p:cNvPr id="8" name="example-answer"/>
          <p:cNvSpPr txBox="1"/>
          <p:nvPr/>
        </p:nvSpPr>
        <p:spPr>
          <a:xfrm>
            <a:off x="548640" y="30250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Arial"/>
                <a:ea typeface="ＭＳ Ｐゴシック"/>
                <a:cs typeface="Arial"/>
              </a:defRPr>
            </a:pPr>
            <a:r>
              <a:rPr sz="2200" b="1" lang="ja-JP">
                <a:solidFill>
                  <a:srgbClr val="B13731"/>
                </a:solidFill>
                <a:latin typeface="Arial"/>
                <a:ea typeface="ＭＳ Ｐゴシック"/>
                <a:cs typeface="Arial"/>
              </a:rPr>
              <a:t>正解は 1968</a:t>
            </a:r>
            <a:endParaRPr sz="2200" lang="ja-JP">
              <a:latin typeface="Arial"/>
              <a:ea typeface="ＭＳ Ｐゴシック"/>
              <a:cs typeface="Arial"/>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SQuAD 記事名 Apollo_program　https://rajpurkar.github.io/SQuAD-explorer/dataset/dev-v1.1.json（CC BY-SA 4.0／抜粋・強調・質問訳を追加）　ID 5725b41838643c19005acb81</a:t>
            </a:r>
            <a:endParaRPr sz="850" lang="ja-JP">
              <a:latin typeface="Arial"/>
              <a:ea typeface="ＭＳ Ｐゴシック"/>
              <a:cs typeface="Arial"/>
            </a:endParaRP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補足実例2 Amazon rainforest</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2 追加の実例</a:t>
            </a:r>
            <a:endParaRPr sz="1400" lang="ja-JP">
              <a:latin typeface="Arial"/>
              <a:ea typeface="ＭＳ Ｐゴシック"/>
              <a:cs typeface="Arial"/>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626669"/>
                </a:solidFill>
                <a:latin typeface="Arial"/>
                <a:ea typeface="ＭＳ Ｐゴシック"/>
                <a:cs typeface="Arial"/>
              </a:rPr>
              <a:t>Wikipedia記事の段落（抜粋）</a:t>
            </a:r>
            <a:endParaRPr sz="1400" lang="ja-JP">
              <a:latin typeface="Arial"/>
              <a:ea typeface="ＭＳ Ｐゴシック"/>
              <a:cs typeface="Arial"/>
            </a:endParaRPr>
          </a:p>
        </p:txBody>
      </p:sp>
      <p:sp>
        <p:nvSpPr>
          <p:cNvPr id="5" name="quote-frame"/>
          <p:cNvSpPr/>
          <p:nvPr/>
        </p:nvSpPr>
        <p:spPr>
          <a:xfrm>
            <a:off x="548640" y="1715797"/>
            <a:ext cx="8046720" cy="134607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This region includes territory belonging to </a:t>
            </a:r>
            <a:r>
              <a:rPr sz="1800" b="1" lang="ja-JP">
                <a:solidFill>
                  <a:srgbClr val="B13731"/>
                </a:solidFill>
                <a:latin typeface="Arial"/>
                <a:ea typeface="ＭＳ Ｐゴシック"/>
                <a:cs typeface="Arial"/>
              </a:rPr>
              <a:t>nine nations</a:t>
            </a:r>
            <a:r>
              <a:rPr sz="1800" b="0" lang="ja-JP">
                <a:solidFill>
                  <a:srgbClr val="303437"/>
                </a:solidFill>
                <a:latin typeface="Arial"/>
                <a:ea typeface="ＭＳ Ｐゴシック"/>
                <a:cs typeface="Arial"/>
              </a:rPr>
              <a:t>. The majority of the forest is contained within Brazil, with 60% of the rainforest, followed by Peru with 13%, Colombia with 10%, and with minor amounts in Venezuela, Ecuador, Bolivia, Guyana, Suriname and French Guiana.</a:t>
            </a:r>
            <a:endParaRPr sz="1800" lang="ja-JP">
              <a:latin typeface="Arial"/>
              <a:ea typeface="ＭＳ Ｐゴシック"/>
              <a:cs typeface="Arial"/>
            </a:endParaRPr>
          </a:p>
        </p:txBody>
      </p:sp>
      <p:sp>
        <p:nvSpPr>
          <p:cNvPr id="7" name="example-question"/>
          <p:cNvSpPr txBox="1"/>
          <p:nvPr/>
        </p:nvSpPr>
        <p:spPr>
          <a:xfrm>
            <a:off x="548640" y="326507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Arial"/>
                <a:ea typeface="ＭＳ Ｐゴシック"/>
                <a:cs typeface="Arial"/>
              </a:defRPr>
            </a:pPr>
            <a:r>
              <a:rPr sz="1900" b="1" lang="ja-JP">
                <a:solidFill>
                  <a:srgbClr val="303437"/>
                </a:solidFill>
                <a:latin typeface="Arial"/>
                <a:ea typeface="ＭＳ Ｐゴシック"/>
                <a:cs typeface="Arial"/>
              </a:rPr>
              <a:t>質問 </a:t>
            </a:r>
            <a:r>
              <a:rPr sz="1900" b="0" lang="ja-JP">
                <a:solidFill>
                  <a:srgbClr val="303437"/>
                </a:solidFill>
                <a:latin typeface="Arial"/>
                <a:ea typeface="ＭＳ Ｐゴシック"/>
                <a:cs typeface="Arial"/>
              </a:rPr>
              <a:t>How many nations are within the Amazon Basin?</a:t>
            </a:r>
            <a:endParaRPr sz="1900" lang="ja-JP">
              <a:latin typeface="Arial"/>
              <a:ea typeface="ＭＳ Ｐゴシック"/>
              <a:cs typeface="Arial"/>
            </a:endParaRPr>
          </a:p>
          <a:p>
            <a:pPr algn="l" marL="0" indent="0">
              <a:lnSpc>
                <a:spcPct val="110000"/>
              </a:lnSpc>
              <a:spcBef>
                <a:spcPts val="0"/>
              </a:spcBef>
              <a:spcAft>
                <a:spcPts val="600"/>
              </a:spcAft>
              <a:buNone/>
              <a:defRPr sz="1700" lang="ja-JP">
                <a:latin typeface="Arial"/>
                <a:ea typeface="ＭＳ Ｐゴシック"/>
                <a:cs typeface="Arial"/>
              </a:defRPr>
            </a:pPr>
            <a:r>
              <a:rPr sz="1700" b="0" lang="ja-JP">
                <a:solidFill>
                  <a:srgbClr val="626669"/>
                </a:solidFill>
                <a:latin typeface="Arial"/>
                <a:ea typeface="ＭＳ Ｐゴシック"/>
                <a:cs typeface="Arial"/>
              </a:rPr>
              <a:t>質問の日本語訳 アマゾン盆地には何か国が含まれるか？</a:t>
            </a:r>
            <a:endParaRPr sz="1700" lang="ja-JP">
              <a:latin typeface="Arial"/>
              <a:ea typeface="ＭＳ Ｐゴシック"/>
              <a:cs typeface="Arial"/>
            </a:endParaRPr>
          </a:p>
        </p:txBody>
      </p:sp>
      <p:sp>
        <p:nvSpPr>
          <p:cNvPr id="8" name="example-answer"/>
          <p:cNvSpPr txBox="1"/>
          <p:nvPr/>
        </p:nvSpPr>
        <p:spPr>
          <a:xfrm>
            <a:off x="548640" y="391277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Arial"/>
                <a:ea typeface="ＭＳ Ｐゴシック"/>
                <a:cs typeface="Arial"/>
              </a:defRPr>
            </a:pPr>
            <a:r>
              <a:rPr sz="2200" b="1" lang="ja-JP">
                <a:solidFill>
                  <a:srgbClr val="B13731"/>
                </a:solidFill>
                <a:latin typeface="Arial"/>
                <a:ea typeface="ＭＳ Ｐゴシック"/>
                <a:cs typeface="Arial"/>
              </a:rPr>
              <a:t>正解は nine nations</a:t>
            </a:r>
            <a:endParaRPr sz="2200" lang="ja-JP">
              <a:latin typeface="Arial"/>
              <a:ea typeface="ＭＳ Ｐゴシック"/>
              <a:cs typeface="Arial"/>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SQuAD 記事名 Amazon_rainforest　https://rajpurkar.github.io/SQuAD-explorer/dataset/dev-v1.1.json（CC BY-SA 4.0／抜粋・強調・質問訳を追加）　ID 5729e2316aef0514001550c6</a:t>
            </a:r>
            <a:endParaRPr sz="850" lang="ja-JP">
              <a:latin typeface="Arial"/>
              <a:ea typeface="ＭＳ Ｐゴシック"/>
              <a:cs typeface="Arial"/>
            </a:endParaRP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補足実例3 Prime number</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2 追加の実例</a:t>
            </a:r>
            <a:endParaRPr sz="1400" lang="ja-JP">
              <a:latin typeface="Arial"/>
              <a:ea typeface="ＭＳ Ｐゴシック"/>
              <a:cs typeface="Arial"/>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626669"/>
                </a:solidFill>
                <a:latin typeface="Arial"/>
                <a:ea typeface="ＭＳ Ｐゴシック"/>
                <a:cs typeface="Arial"/>
              </a:rPr>
              <a:t>Wikipedia記事の段落（抜粋）</a:t>
            </a:r>
            <a:endParaRPr sz="1400" lang="ja-JP">
              <a:latin typeface="Arial"/>
              <a:ea typeface="ＭＳ Ｐゴシック"/>
              <a:cs typeface="Arial"/>
            </a:endParaRPr>
          </a:p>
        </p:txBody>
      </p:sp>
      <p:sp>
        <p:nvSpPr>
          <p:cNvPr id="5" name="quote-frame"/>
          <p:cNvSpPr/>
          <p:nvPr/>
        </p:nvSpPr>
        <p:spPr>
          <a:xfrm>
            <a:off x="548640" y="1715797"/>
            <a:ext cx="8046720" cy="10501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A prime number (or a prime) is a natural number greater than 1 that has no positive divisors other than 1 and </a:t>
            </a:r>
            <a:r>
              <a:rPr sz="1800" b="1" lang="ja-JP">
                <a:solidFill>
                  <a:srgbClr val="B13731"/>
                </a:solidFill>
                <a:latin typeface="Arial"/>
                <a:ea typeface="ＭＳ Ｐゴシック"/>
                <a:cs typeface="Arial"/>
              </a:rPr>
              <a:t>itself</a:t>
            </a:r>
            <a:r>
              <a:rPr sz="1800" b="0" lang="ja-JP">
                <a:solidFill>
                  <a:srgbClr val="303437"/>
                </a:solidFill>
                <a:latin typeface="Arial"/>
                <a:ea typeface="ＭＳ Ｐゴシック"/>
                <a:cs typeface="Arial"/>
              </a:rPr>
              <a:t>. A natural number greater than 1 that is not a prime number is called a composite number.</a:t>
            </a:r>
            <a:endParaRPr sz="1800" lang="ja-JP">
              <a:latin typeface="Arial"/>
              <a:ea typeface="ＭＳ Ｐゴシック"/>
              <a:cs typeface="Arial"/>
            </a:endParaRPr>
          </a:p>
        </p:txBody>
      </p:sp>
      <p:sp>
        <p:nvSpPr>
          <p:cNvPr id="7" name="example-question"/>
          <p:cNvSpPr txBox="1"/>
          <p:nvPr/>
        </p:nvSpPr>
        <p:spPr>
          <a:xfrm>
            <a:off x="548640" y="296916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Arial"/>
                <a:ea typeface="ＭＳ Ｐゴシック"/>
                <a:cs typeface="Arial"/>
              </a:defRPr>
            </a:pPr>
            <a:r>
              <a:rPr sz="1900" b="1" lang="ja-JP">
                <a:solidFill>
                  <a:srgbClr val="303437"/>
                </a:solidFill>
                <a:latin typeface="Arial"/>
                <a:ea typeface="ＭＳ Ｐゴシック"/>
                <a:cs typeface="Arial"/>
              </a:rPr>
              <a:t>質問 </a:t>
            </a:r>
            <a:r>
              <a:rPr sz="1900" b="0" lang="ja-JP">
                <a:solidFill>
                  <a:srgbClr val="303437"/>
                </a:solidFill>
                <a:latin typeface="Arial"/>
                <a:ea typeface="ＭＳ Ｐゴシック"/>
                <a:cs typeface="Arial"/>
              </a:rPr>
              <a:t>What is the only divisor besides 1 that a prime number can have?</a:t>
            </a:r>
            <a:endParaRPr sz="1900" lang="ja-JP">
              <a:latin typeface="Arial"/>
              <a:ea typeface="ＭＳ Ｐゴシック"/>
              <a:cs typeface="Arial"/>
            </a:endParaRPr>
          </a:p>
          <a:p>
            <a:pPr algn="l" marL="0" indent="0">
              <a:lnSpc>
                <a:spcPct val="110000"/>
              </a:lnSpc>
              <a:spcBef>
                <a:spcPts val="0"/>
              </a:spcBef>
              <a:spcAft>
                <a:spcPts val="600"/>
              </a:spcAft>
              <a:buNone/>
              <a:defRPr sz="1700" lang="ja-JP">
                <a:latin typeface="Arial"/>
                <a:ea typeface="ＭＳ Ｐゴシック"/>
                <a:cs typeface="Arial"/>
              </a:defRPr>
            </a:pPr>
            <a:r>
              <a:rPr sz="1700" b="0" lang="ja-JP">
                <a:solidFill>
                  <a:srgbClr val="626669"/>
                </a:solidFill>
                <a:latin typeface="Arial"/>
                <a:ea typeface="ＭＳ Ｐゴシック"/>
                <a:cs typeface="Arial"/>
              </a:rPr>
              <a:t>質問の日本語訳 素数が1以外に持つことのできる約数は何か？</a:t>
            </a:r>
            <a:endParaRPr sz="1700" lang="ja-JP">
              <a:latin typeface="Arial"/>
              <a:ea typeface="ＭＳ Ｐゴシック"/>
              <a:cs typeface="Arial"/>
            </a:endParaRPr>
          </a:p>
        </p:txBody>
      </p:sp>
      <p:sp>
        <p:nvSpPr>
          <p:cNvPr id="8" name="example-answer"/>
          <p:cNvSpPr txBox="1"/>
          <p:nvPr/>
        </p:nvSpPr>
        <p:spPr>
          <a:xfrm>
            <a:off x="548640" y="361686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Arial"/>
                <a:ea typeface="ＭＳ Ｐゴシック"/>
                <a:cs typeface="Arial"/>
              </a:defRPr>
            </a:pPr>
            <a:r>
              <a:rPr sz="2200" b="1" lang="ja-JP">
                <a:solidFill>
                  <a:srgbClr val="B13731"/>
                </a:solidFill>
                <a:latin typeface="Arial"/>
                <a:ea typeface="ＭＳ Ｐゴシック"/>
                <a:cs typeface="Arial"/>
              </a:rPr>
              <a:t>正解は itself</a:t>
            </a:r>
            <a:endParaRPr sz="2200" lang="ja-JP">
              <a:latin typeface="Arial"/>
              <a:ea typeface="ＭＳ Ｐゴシック"/>
              <a:cs typeface="Arial"/>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SQuAD 記事名 Prime_number　https://rajpurkar.github.io/SQuAD-explorer/dataset/dev-v1.1.json（CC BY-SA 4.0／抜粋・強調・質問訳を追加）　ID 57296d571d04691400779413</a:t>
            </a:r>
            <a:endParaRPr sz="850" lang="ja-JP">
              <a:latin typeface="Arial"/>
              <a:ea typeface="ＭＳ Ｐゴシック"/>
              <a:cs typeface="Arial"/>
            </a:endParaRP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補足実例4 Black Death</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2 追加の実例</a:t>
            </a:r>
            <a:endParaRPr sz="1400" lang="ja-JP">
              <a:latin typeface="Arial"/>
              <a:ea typeface="ＭＳ Ｐゴシック"/>
              <a:cs typeface="Arial"/>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626669"/>
                </a:solidFill>
                <a:latin typeface="Arial"/>
                <a:ea typeface="ＭＳ Ｐゴシック"/>
                <a:cs typeface="Arial"/>
              </a:rPr>
              <a:t>Wikipedia記事の段落（抜粋）</a:t>
            </a:r>
            <a:endParaRPr sz="1400" lang="ja-JP">
              <a:latin typeface="Arial"/>
              <a:ea typeface="ＭＳ Ｐゴシック"/>
              <a:cs typeface="Arial"/>
            </a:endParaRPr>
          </a:p>
        </p:txBody>
      </p:sp>
      <p:sp>
        <p:nvSpPr>
          <p:cNvPr id="5" name="quote-frame"/>
          <p:cNvSpPr/>
          <p:nvPr/>
        </p:nvSpPr>
        <p:spPr>
          <a:xfrm>
            <a:off x="548640" y="1715797"/>
            <a:ext cx="8046720" cy="134607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Spreading throughout the Mediterranean and Europe, the Black Death is estimated to have killed </a:t>
            </a:r>
            <a:r>
              <a:rPr sz="1800" b="1" lang="ja-JP">
                <a:solidFill>
                  <a:srgbClr val="B13731"/>
                </a:solidFill>
                <a:latin typeface="Arial"/>
                <a:ea typeface="ＭＳ Ｐゴシック"/>
                <a:cs typeface="Arial"/>
              </a:rPr>
              <a:t>30–60% of Europe's total population</a:t>
            </a:r>
            <a:r>
              <a:rPr sz="1800" b="0" lang="ja-JP">
                <a:solidFill>
                  <a:srgbClr val="303437"/>
                </a:solidFill>
                <a:latin typeface="Arial"/>
                <a:ea typeface="ＭＳ Ｐゴシック"/>
                <a:cs typeface="Arial"/>
              </a:rPr>
              <a:t>. In total, the plague reduced the world population from an estimated 450 million down to 350–375 million in the 14th century.</a:t>
            </a:r>
            <a:endParaRPr sz="1800" lang="ja-JP">
              <a:latin typeface="Arial"/>
              <a:ea typeface="ＭＳ Ｐゴシック"/>
              <a:cs typeface="Arial"/>
            </a:endParaRPr>
          </a:p>
        </p:txBody>
      </p:sp>
      <p:sp>
        <p:nvSpPr>
          <p:cNvPr id="7" name="example-question"/>
          <p:cNvSpPr txBox="1"/>
          <p:nvPr/>
        </p:nvSpPr>
        <p:spPr>
          <a:xfrm>
            <a:off x="548640" y="326507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Arial"/>
                <a:ea typeface="ＭＳ Ｐゴシック"/>
                <a:cs typeface="Arial"/>
              </a:defRPr>
            </a:pPr>
            <a:r>
              <a:rPr sz="1900" b="1" lang="ja-JP">
                <a:solidFill>
                  <a:srgbClr val="303437"/>
                </a:solidFill>
                <a:latin typeface="Arial"/>
                <a:ea typeface="ＭＳ Ｐゴシック"/>
                <a:cs typeface="Arial"/>
              </a:rPr>
              <a:t>質問 </a:t>
            </a:r>
            <a:r>
              <a:rPr sz="1900" b="0" lang="ja-JP">
                <a:solidFill>
                  <a:srgbClr val="303437"/>
                </a:solidFill>
                <a:latin typeface="Arial"/>
                <a:ea typeface="ＭＳ Ｐゴシック"/>
                <a:cs typeface="Arial"/>
              </a:rPr>
              <a:t>How much of the European population did the black death kill?</a:t>
            </a:r>
            <a:endParaRPr sz="1900" lang="ja-JP">
              <a:latin typeface="Arial"/>
              <a:ea typeface="ＭＳ Ｐゴシック"/>
              <a:cs typeface="Arial"/>
            </a:endParaRPr>
          </a:p>
          <a:p>
            <a:pPr algn="l" marL="0" indent="0">
              <a:lnSpc>
                <a:spcPct val="110000"/>
              </a:lnSpc>
              <a:spcBef>
                <a:spcPts val="0"/>
              </a:spcBef>
              <a:spcAft>
                <a:spcPts val="600"/>
              </a:spcAft>
              <a:buNone/>
              <a:defRPr sz="1700" lang="ja-JP">
                <a:latin typeface="Arial"/>
                <a:ea typeface="ＭＳ Ｐゴシック"/>
                <a:cs typeface="Arial"/>
              </a:defRPr>
            </a:pPr>
            <a:r>
              <a:rPr sz="1700" b="0" lang="ja-JP">
                <a:solidFill>
                  <a:srgbClr val="626669"/>
                </a:solidFill>
                <a:latin typeface="Arial"/>
                <a:ea typeface="ＭＳ Ｐゴシック"/>
                <a:cs typeface="Arial"/>
              </a:rPr>
              <a:t>質問の日本語訳 黒死病でヨーロッパ人口のどのくらいが死亡したか？</a:t>
            </a:r>
            <a:endParaRPr sz="1700" lang="ja-JP">
              <a:latin typeface="Arial"/>
              <a:ea typeface="ＭＳ Ｐゴシック"/>
              <a:cs typeface="Arial"/>
            </a:endParaRPr>
          </a:p>
        </p:txBody>
      </p:sp>
      <p:sp>
        <p:nvSpPr>
          <p:cNvPr id="8" name="example-answer"/>
          <p:cNvSpPr txBox="1"/>
          <p:nvPr/>
        </p:nvSpPr>
        <p:spPr>
          <a:xfrm>
            <a:off x="548640" y="391277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Arial"/>
                <a:ea typeface="ＭＳ Ｐゴシック"/>
                <a:cs typeface="Arial"/>
              </a:defRPr>
            </a:pPr>
            <a:r>
              <a:rPr sz="2200" b="1" lang="ja-JP">
                <a:solidFill>
                  <a:srgbClr val="B13731"/>
                </a:solidFill>
                <a:latin typeface="Arial"/>
                <a:ea typeface="ＭＳ Ｐゴシック"/>
                <a:cs typeface="Arial"/>
              </a:rPr>
              <a:t>正解は 30–60% of Europe's total population</a:t>
            </a:r>
            <a:endParaRPr sz="2200" lang="ja-JP">
              <a:latin typeface="Arial"/>
              <a:ea typeface="ＭＳ Ｐゴシック"/>
              <a:cs typeface="Arial"/>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SQuAD 記事名 Black_Death　https://rajpurkar.github.io/SQuAD-explorer/dataset/dev-v1.1.json（CC BY-SA 4.0／抜粋・強調・質問訳を追加）　ID 57264684708984140094c125</a:t>
            </a:r>
            <a:endParaRPr sz="850" lang="ja-JP">
              <a:latin typeface="Arial"/>
              <a:ea typeface="ＭＳ Ｐゴシック"/>
              <a:cs typeface="Arial"/>
            </a:endParaRP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補足実例5 Warsaw</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2 追加の実例</a:t>
            </a:r>
            <a:endParaRPr sz="1400" lang="ja-JP">
              <a:latin typeface="Arial"/>
              <a:ea typeface="ＭＳ Ｐゴシック"/>
              <a:cs typeface="Arial"/>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626669"/>
                </a:solidFill>
                <a:latin typeface="Arial"/>
                <a:ea typeface="ＭＳ Ｐゴシック"/>
                <a:cs typeface="Arial"/>
              </a:rPr>
              <a:t>Wikipedia記事の段落（抜粋）</a:t>
            </a:r>
            <a:endParaRPr sz="1400" lang="ja-JP">
              <a:latin typeface="Arial"/>
              <a:ea typeface="ＭＳ Ｐゴシック"/>
              <a:cs typeface="Arial"/>
            </a:endParaRPr>
          </a:p>
        </p:txBody>
      </p:sp>
      <p:sp>
        <p:nvSpPr>
          <p:cNvPr id="5" name="quote-frame"/>
          <p:cNvSpPr/>
          <p:nvPr/>
        </p:nvSpPr>
        <p:spPr>
          <a:xfrm>
            <a:off x="548640" y="1715797"/>
            <a:ext cx="8046720" cy="134607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One of the most famous people born in Warsaw was Maria Skłodowska-Curie, who achieved international recognition for her research on radioactivity and was the first female recipient of the </a:t>
            </a:r>
            <a:r>
              <a:rPr sz="1800" b="1" lang="ja-JP">
                <a:solidFill>
                  <a:srgbClr val="B13731"/>
                </a:solidFill>
                <a:latin typeface="Arial"/>
                <a:ea typeface="ＭＳ Ｐゴシック"/>
                <a:cs typeface="Arial"/>
              </a:rPr>
              <a:t>Nobel Prize</a:t>
            </a:r>
            <a:r>
              <a:rPr sz="1800" b="0" lang="ja-JP">
                <a:solidFill>
                  <a:srgbClr val="303437"/>
                </a:solidFill>
                <a:latin typeface="Arial"/>
                <a:ea typeface="ＭＳ Ｐゴシック"/>
                <a:cs typeface="Arial"/>
              </a:rPr>
              <a:t>. Famous musicians include Władysław Szpilman and Frédéric Chopin.</a:t>
            </a:r>
            <a:endParaRPr sz="1800" lang="ja-JP">
              <a:latin typeface="Arial"/>
              <a:ea typeface="ＭＳ Ｐゴシック"/>
              <a:cs typeface="Arial"/>
            </a:endParaRPr>
          </a:p>
        </p:txBody>
      </p:sp>
      <p:sp>
        <p:nvSpPr>
          <p:cNvPr id="7" name="example-question"/>
          <p:cNvSpPr txBox="1"/>
          <p:nvPr/>
        </p:nvSpPr>
        <p:spPr>
          <a:xfrm>
            <a:off x="548640" y="326507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Arial"/>
                <a:ea typeface="ＭＳ Ｐゴシック"/>
                <a:cs typeface="Arial"/>
              </a:defRPr>
            </a:pPr>
            <a:r>
              <a:rPr sz="1900" b="1" lang="ja-JP">
                <a:solidFill>
                  <a:srgbClr val="303437"/>
                </a:solidFill>
                <a:latin typeface="Arial"/>
                <a:ea typeface="ＭＳ Ｐゴシック"/>
                <a:cs typeface="Arial"/>
              </a:rPr>
              <a:t>質問 </a:t>
            </a:r>
            <a:r>
              <a:rPr sz="1900" b="0" lang="ja-JP">
                <a:solidFill>
                  <a:srgbClr val="303437"/>
                </a:solidFill>
                <a:latin typeface="Arial"/>
                <a:ea typeface="ＭＳ Ｐゴシック"/>
                <a:cs typeface="Arial"/>
              </a:rPr>
              <a:t>What was Maria Curie the first female recipient of?</a:t>
            </a:r>
            <a:endParaRPr sz="1900" lang="ja-JP">
              <a:latin typeface="Arial"/>
              <a:ea typeface="ＭＳ Ｐゴシック"/>
              <a:cs typeface="Arial"/>
            </a:endParaRPr>
          </a:p>
          <a:p>
            <a:pPr algn="l" marL="0" indent="0">
              <a:lnSpc>
                <a:spcPct val="110000"/>
              </a:lnSpc>
              <a:spcBef>
                <a:spcPts val="0"/>
              </a:spcBef>
              <a:spcAft>
                <a:spcPts val="600"/>
              </a:spcAft>
              <a:buNone/>
              <a:defRPr sz="1700" lang="ja-JP">
                <a:latin typeface="Arial"/>
                <a:ea typeface="ＭＳ Ｐゴシック"/>
                <a:cs typeface="Arial"/>
              </a:defRPr>
            </a:pPr>
            <a:r>
              <a:rPr sz="1700" b="0" lang="ja-JP">
                <a:solidFill>
                  <a:srgbClr val="626669"/>
                </a:solidFill>
                <a:latin typeface="Arial"/>
                <a:ea typeface="ＭＳ Ｐゴシック"/>
                <a:cs typeface="Arial"/>
              </a:rPr>
              <a:t>質問の日本語訳 マリ・キュリーが女性として初めて受賞した賞は何か？</a:t>
            </a:r>
            <a:endParaRPr sz="1700" lang="ja-JP">
              <a:latin typeface="Arial"/>
              <a:ea typeface="ＭＳ Ｐゴシック"/>
              <a:cs typeface="Arial"/>
            </a:endParaRPr>
          </a:p>
        </p:txBody>
      </p:sp>
      <p:sp>
        <p:nvSpPr>
          <p:cNvPr id="8" name="example-answer"/>
          <p:cNvSpPr txBox="1"/>
          <p:nvPr/>
        </p:nvSpPr>
        <p:spPr>
          <a:xfrm>
            <a:off x="548640" y="391277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Arial"/>
                <a:ea typeface="ＭＳ Ｐゴシック"/>
                <a:cs typeface="Arial"/>
              </a:defRPr>
            </a:pPr>
            <a:r>
              <a:rPr sz="2200" b="1" lang="ja-JP">
                <a:solidFill>
                  <a:srgbClr val="B13731"/>
                </a:solidFill>
                <a:latin typeface="Arial"/>
                <a:ea typeface="ＭＳ Ｐゴシック"/>
                <a:cs typeface="Arial"/>
              </a:rPr>
              <a:t>正解は Nobel Prize</a:t>
            </a:r>
            <a:endParaRPr sz="2200" lang="ja-JP">
              <a:latin typeface="Arial"/>
              <a:ea typeface="ＭＳ Ｐゴシック"/>
              <a:cs typeface="Arial"/>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SQuAD 記事名 Warsaw　https://rajpurkar.github.io/SQuAD-explorer/dataset/dev-v1.1.json（CC BY-SA 4.0／抜粋・強調・質問訳を追加）　ID 5733a5f54776f41900660f45</a:t>
            </a:r>
            <a:endParaRPr sz="850" lang="ja-JP">
              <a:latin typeface="Arial"/>
              <a:ea typeface="ＭＳ Ｐゴシック"/>
              <a:cs typeface="Arial"/>
            </a:endParaRP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補足実例6 Genghis Khan</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2 追加の実例</a:t>
            </a:r>
            <a:endParaRPr sz="1400" lang="ja-JP">
              <a:latin typeface="Arial"/>
              <a:ea typeface="ＭＳ Ｐゴシック"/>
              <a:cs typeface="Arial"/>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626669"/>
                </a:solidFill>
                <a:latin typeface="Arial"/>
                <a:ea typeface="ＭＳ Ｐゴシック"/>
                <a:cs typeface="Arial"/>
              </a:rPr>
              <a:t>Wikipedia記事の段落（抜粋）</a:t>
            </a:r>
            <a:endParaRPr sz="1400" lang="ja-JP">
              <a:latin typeface="Arial"/>
              <a:ea typeface="ＭＳ Ｐゴシック"/>
              <a:cs typeface="Arial"/>
            </a:endParaRPr>
          </a:p>
        </p:txBody>
      </p:sp>
      <p:sp>
        <p:nvSpPr>
          <p:cNvPr id="5" name="quote-frame"/>
          <p:cNvSpPr/>
          <p:nvPr/>
        </p:nvSpPr>
        <p:spPr>
          <a:xfrm>
            <a:off x="548640" y="1715797"/>
            <a:ext cx="8046720" cy="134607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After founding </a:t>
            </a:r>
            <a:r>
              <a:rPr sz="1800" b="1" lang="ja-JP">
                <a:solidFill>
                  <a:srgbClr val="B13731"/>
                </a:solidFill>
                <a:latin typeface="Arial"/>
                <a:ea typeface="ＭＳ Ｐゴシック"/>
                <a:cs typeface="Arial"/>
              </a:rPr>
              <a:t>the Mongol Empire</a:t>
            </a:r>
            <a:r>
              <a:rPr sz="1800" b="0" lang="ja-JP">
                <a:solidFill>
                  <a:srgbClr val="303437"/>
                </a:solidFill>
                <a:latin typeface="Arial"/>
                <a:ea typeface="ＭＳ Ｐゴシック"/>
                <a:cs typeface="Arial"/>
              </a:rPr>
              <a:t> and being proclaimed "Genghis Khan", he started the Mongol invasions that resulted in the conquest of most of Eurasia. These included raids or invasions of the Qara Khitai, Caucasus, Khwarezmid Empire, Western Xia and Jin dynasties.</a:t>
            </a:r>
            <a:endParaRPr sz="1800" lang="ja-JP">
              <a:latin typeface="Arial"/>
              <a:ea typeface="ＭＳ Ｐゴシック"/>
              <a:cs typeface="Arial"/>
            </a:endParaRPr>
          </a:p>
        </p:txBody>
      </p:sp>
      <p:sp>
        <p:nvSpPr>
          <p:cNvPr id="7" name="example-question"/>
          <p:cNvSpPr txBox="1"/>
          <p:nvPr/>
        </p:nvSpPr>
        <p:spPr>
          <a:xfrm>
            <a:off x="548640" y="326507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Arial"/>
                <a:ea typeface="ＭＳ Ｐゴシック"/>
                <a:cs typeface="Arial"/>
              </a:defRPr>
            </a:pPr>
            <a:r>
              <a:rPr sz="1900" b="1" lang="ja-JP">
                <a:solidFill>
                  <a:srgbClr val="303437"/>
                </a:solidFill>
                <a:latin typeface="Arial"/>
                <a:ea typeface="ＭＳ Ｐゴシック"/>
                <a:cs typeface="Arial"/>
              </a:rPr>
              <a:t>質問 </a:t>
            </a:r>
            <a:r>
              <a:rPr sz="1900" b="0" lang="ja-JP">
                <a:solidFill>
                  <a:srgbClr val="303437"/>
                </a:solidFill>
                <a:latin typeface="Arial"/>
                <a:ea typeface="ＭＳ Ｐゴシック"/>
                <a:cs typeface="Arial"/>
              </a:rPr>
              <a:t>What do we call the empire that Genghis Khan founded?</a:t>
            </a:r>
            <a:endParaRPr sz="1900" lang="ja-JP">
              <a:latin typeface="Arial"/>
              <a:ea typeface="ＭＳ Ｐゴシック"/>
              <a:cs typeface="Arial"/>
            </a:endParaRPr>
          </a:p>
          <a:p>
            <a:pPr algn="l" marL="0" indent="0">
              <a:lnSpc>
                <a:spcPct val="110000"/>
              </a:lnSpc>
              <a:spcBef>
                <a:spcPts val="0"/>
              </a:spcBef>
              <a:spcAft>
                <a:spcPts val="600"/>
              </a:spcAft>
              <a:buNone/>
              <a:defRPr sz="1700" lang="ja-JP">
                <a:latin typeface="Arial"/>
                <a:ea typeface="ＭＳ Ｐゴシック"/>
                <a:cs typeface="Arial"/>
              </a:defRPr>
            </a:pPr>
            <a:r>
              <a:rPr sz="1700" b="0" lang="ja-JP">
                <a:solidFill>
                  <a:srgbClr val="626669"/>
                </a:solidFill>
                <a:latin typeface="Arial"/>
                <a:ea typeface="ＭＳ Ｐゴシック"/>
                <a:cs typeface="Arial"/>
              </a:rPr>
              <a:t>質問の日本語訳 チンギス・ハンが建てた帝国を何と呼ぶか？</a:t>
            </a:r>
            <a:endParaRPr sz="1700" lang="ja-JP">
              <a:latin typeface="Arial"/>
              <a:ea typeface="ＭＳ Ｐゴシック"/>
              <a:cs typeface="Arial"/>
            </a:endParaRPr>
          </a:p>
        </p:txBody>
      </p:sp>
      <p:sp>
        <p:nvSpPr>
          <p:cNvPr id="8" name="example-answer"/>
          <p:cNvSpPr txBox="1"/>
          <p:nvPr/>
        </p:nvSpPr>
        <p:spPr>
          <a:xfrm>
            <a:off x="548640" y="391277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Arial"/>
                <a:ea typeface="ＭＳ Ｐゴシック"/>
                <a:cs typeface="Arial"/>
              </a:defRPr>
            </a:pPr>
            <a:r>
              <a:rPr sz="2200" b="1" lang="ja-JP">
                <a:solidFill>
                  <a:srgbClr val="B13731"/>
                </a:solidFill>
                <a:latin typeface="Arial"/>
                <a:ea typeface="ＭＳ Ｐゴシック"/>
                <a:cs typeface="Arial"/>
              </a:rPr>
              <a:t>正解は the Mongol Empire</a:t>
            </a:r>
            <a:endParaRPr sz="2200" lang="ja-JP">
              <a:latin typeface="Arial"/>
              <a:ea typeface="ＭＳ Ｐゴシック"/>
              <a:cs typeface="Arial"/>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SQuAD 記事名 Genghis_Khan　https://rajpurkar.github.io/SQuAD-explorer/dataset/dev-v1.1.json（CC BY-SA 4.0／抜粋・強調・質問訳を追加）　ID 57269e8a5951b619008f77f5</a:t>
            </a:r>
            <a:endParaRPr sz="850" lang="ja-JP">
              <a:latin typeface="Arial"/>
              <a:ea typeface="ＭＳ Ｐゴシック"/>
              <a:cs typeface="Arial"/>
            </a:endParaRP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補足実例7 Chloroplast</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2 追加の実例</a:t>
            </a:r>
            <a:endParaRPr sz="1400" lang="ja-JP">
              <a:latin typeface="Arial"/>
              <a:ea typeface="ＭＳ Ｐゴシック"/>
              <a:cs typeface="Arial"/>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626669"/>
                </a:solidFill>
                <a:latin typeface="Arial"/>
                <a:ea typeface="ＭＳ Ｐゴシック"/>
                <a:cs typeface="Arial"/>
              </a:rPr>
              <a:t>Wikipedia記事の段落（抜粋）</a:t>
            </a:r>
            <a:endParaRPr sz="1400" lang="ja-JP">
              <a:latin typeface="Arial"/>
              <a:ea typeface="ＭＳ Ｐゴシック"/>
              <a:cs typeface="Arial"/>
            </a:endParaRPr>
          </a:p>
        </p:txBody>
      </p:sp>
      <p:sp>
        <p:nvSpPr>
          <p:cNvPr id="5" name="quote-frame"/>
          <p:cNvSpPr/>
          <p:nvPr/>
        </p:nvSpPr>
        <p:spPr>
          <a:xfrm>
            <a:off x="548640" y="1715797"/>
            <a:ext cx="8046720" cy="134607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Chloroplasts' main role is </a:t>
            </a:r>
            <a:r>
              <a:rPr sz="1800" b="1" lang="ja-JP">
                <a:solidFill>
                  <a:srgbClr val="B13731"/>
                </a:solidFill>
                <a:latin typeface="Arial"/>
                <a:ea typeface="ＭＳ Ｐゴシック"/>
                <a:cs typeface="Arial"/>
              </a:rPr>
              <a:t>to conduct photosynthesis</a:t>
            </a:r>
            <a:r>
              <a:rPr sz="1800" b="0" lang="ja-JP">
                <a:solidFill>
                  <a:srgbClr val="303437"/>
                </a:solidFill>
                <a:latin typeface="Arial"/>
                <a:ea typeface="ＭＳ Ｐゴシック"/>
                <a:cs typeface="Arial"/>
              </a:rPr>
              <a:t>, where the photosynthetic pigment chlorophyll captures the energy from sunlight and converts it and stores it in the energy-storage molecules ATP and NADPH while freeing oxygen from water.</a:t>
            </a:r>
            <a:endParaRPr sz="1800" lang="ja-JP">
              <a:latin typeface="Arial"/>
              <a:ea typeface="ＭＳ Ｐゴシック"/>
              <a:cs typeface="Arial"/>
            </a:endParaRPr>
          </a:p>
        </p:txBody>
      </p:sp>
      <p:sp>
        <p:nvSpPr>
          <p:cNvPr id="7" name="example-question"/>
          <p:cNvSpPr txBox="1"/>
          <p:nvPr/>
        </p:nvSpPr>
        <p:spPr>
          <a:xfrm>
            <a:off x="548640" y="326507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Arial"/>
                <a:ea typeface="ＭＳ Ｐゴシック"/>
                <a:cs typeface="Arial"/>
              </a:defRPr>
            </a:pPr>
            <a:r>
              <a:rPr sz="1900" b="1" lang="ja-JP">
                <a:solidFill>
                  <a:srgbClr val="303437"/>
                </a:solidFill>
                <a:latin typeface="Arial"/>
                <a:ea typeface="ＭＳ Ｐゴシック"/>
                <a:cs typeface="Arial"/>
              </a:rPr>
              <a:t>質問 </a:t>
            </a:r>
            <a:r>
              <a:rPr sz="1900" b="0" lang="ja-JP">
                <a:solidFill>
                  <a:srgbClr val="303437"/>
                </a:solidFill>
                <a:latin typeface="Arial"/>
                <a:ea typeface="ＭＳ Ｐゴシック"/>
                <a:cs typeface="Arial"/>
              </a:rPr>
              <a:t>What is the primary purpose of chloroplasts?</a:t>
            </a:r>
            <a:endParaRPr sz="1900" lang="ja-JP">
              <a:latin typeface="Arial"/>
              <a:ea typeface="ＭＳ Ｐゴシック"/>
              <a:cs typeface="Arial"/>
            </a:endParaRPr>
          </a:p>
          <a:p>
            <a:pPr algn="l" marL="0" indent="0">
              <a:lnSpc>
                <a:spcPct val="110000"/>
              </a:lnSpc>
              <a:spcBef>
                <a:spcPts val="0"/>
              </a:spcBef>
              <a:spcAft>
                <a:spcPts val="600"/>
              </a:spcAft>
              <a:buNone/>
              <a:defRPr sz="1700" lang="ja-JP">
                <a:latin typeface="Arial"/>
                <a:ea typeface="ＭＳ Ｐゴシック"/>
                <a:cs typeface="Arial"/>
              </a:defRPr>
            </a:pPr>
            <a:r>
              <a:rPr sz="1700" b="0" lang="ja-JP">
                <a:solidFill>
                  <a:srgbClr val="626669"/>
                </a:solidFill>
                <a:latin typeface="Arial"/>
                <a:ea typeface="ＭＳ Ｐゴシック"/>
                <a:cs typeface="Arial"/>
              </a:rPr>
              <a:t>質問の日本語訳 葉緑体の主な役割は何か？</a:t>
            </a:r>
            <a:endParaRPr sz="1700" lang="ja-JP">
              <a:latin typeface="Arial"/>
              <a:ea typeface="ＭＳ Ｐゴシック"/>
              <a:cs typeface="Arial"/>
            </a:endParaRPr>
          </a:p>
        </p:txBody>
      </p:sp>
      <p:sp>
        <p:nvSpPr>
          <p:cNvPr id="8" name="example-answer"/>
          <p:cNvSpPr txBox="1"/>
          <p:nvPr/>
        </p:nvSpPr>
        <p:spPr>
          <a:xfrm>
            <a:off x="548640" y="391277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Arial"/>
                <a:ea typeface="ＭＳ Ｐゴシック"/>
                <a:cs typeface="Arial"/>
              </a:defRPr>
            </a:pPr>
            <a:r>
              <a:rPr sz="2200" b="1" lang="ja-JP">
                <a:solidFill>
                  <a:srgbClr val="B13731"/>
                </a:solidFill>
                <a:latin typeface="Arial"/>
                <a:ea typeface="ＭＳ Ｐゴシック"/>
                <a:cs typeface="Arial"/>
              </a:rPr>
              <a:t>正解は to conduct photosynthesis</a:t>
            </a:r>
            <a:endParaRPr sz="2200" lang="ja-JP">
              <a:latin typeface="Arial"/>
              <a:ea typeface="ＭＳ Ｐゴシック"/>
              <a:cs typeface="Arial"/>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SQuAD 記事名 Chloroplast　https://rajpurkar.github.io/SQuAD-explorer/dataset/dev-v1.1.json（CC BY-SA 4.0／抜粋・強調・質問訳を追加）　ID 572953013f37b3190047824d</a:t>
            </a:r>
            <a:endParaRPr sz="850" lang="ja-JP">
              <a:latin typeface="Arial"/>
              <a:ea typeface="ＭＳ Ｐゴシック"/>
              <a:cs typeface="Arial"/>
            </a:endParaRP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補足実例8 University of Chicago</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2 追加の実例</a:t>
            </a:r>
            <a:endParaRPr sz="1400" lang="ja-JP">
              <a:latin typeface="Arial"/>
              <a:ea typeface="ＭＳ Ｐゴシック"/>
              <a:cs typeface="Arial"/>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626669"/>
                </a:solidFill>
                <a:latin typeface="Arial"/>
                <a:ea typeface="ＭＳ Ｐゴシック"/>
                <a:cs typeface="Arial"/>
              </a:rPr>
              <a:t>Wikipedia記事の段落（抜粋）</a:t>
            </a:r>
            <a:endParaRPr sz="1400" lang="ja-JP">
              <a:latin typeface="Arial"/>
              <a:ea typeface="ＭＳ Ｐゴシック"/>
              <a:cs typeface="Arial"/>
            </a:endParaRPr>
          </a:p>
        </p:txBody>
      </p:sp>
      <p:sp>
        <p:nvSpPr>
          <p:cNvPr id="5" name="quote-frame"/>
          <p:cNvSpPr/>
          <p:nvPr/>
        </p:nvSpPr>
        <p:spPr>
          <a:xfrm>
            <a:off x="548640" y="1715797"/>
            <a:ext cx="8046720" cy="164199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The University of Chicago (UChicago, Chicago, or U of C) is </a:t>
            </a:r>
            <a:r>
              <a:rPr sz="1800" b="1" lang="ja-JP">
                <a:solidFill>
                  <a:srgbClr val="B13731"/>
                </a:solidFill>
                <a:latin typeface="Arial"/>
                <a:ea typeface="ＭＳ Ｐゴシック"/>
                <a:cs typeface="Arial"/>
              </a:rPr>
              <a:t>a private research university</a:t>
            </a:r>
            <a:r>
              <a:rPr sz="1800" b="0" lang="ja-JP">
                <a:solidFill>
                  <a:srgbClr val="303437"/>
                </a:solidFill>
                <a:latin typeface="Arial"/>
                <a:ea typeface="ＭＳ Ｐゴシック"/>
                <a:cs typeface="Arial"/>
              </a:rPr>
              <a:t> in Chicago. The university, established in 1890, consists of The College, various graduate programs, interdisciplinary committees organized into four academic research divisions and seven professional schools.</a:t>
            </a:r>
            <a:endParaRPr sz="1800" lang="ja-JP">
              <a:latin typeface="Arial"/>
              <a:ea typeface="ＭＳ Ｐゴシック"/>
              <a:cs typeface="Arial"/>
            </a:endParaRPr>
          </a:p>
        </p:txBody>
      </p:sp>
      <p:sp>
        <p:nvSpPr>
          <p:cNvPr id="7" name="example-question"/>
          <p:cNvSpPr txBox="1"/>
          <p:nvPr/>
        </p:nvSpPr>
        <p:spPr>
          <a:xfrm>
            <a:off x="548640" y="3560993"/>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Arial"/>
                <a:ea typeface="ＭＳ Ｐゴシック"/>
                <a:cs typeface="Arial"/>
              </a:defRPr>
            </a:pPr>
            <a:r>
              <a:rPr sz="1900" b="1" lang="ja-JP">
                <a:solidFill>
                  <a:srgbClr val="303437"/>
                </a:solidFill>
                <a:latin typeface="Arial"/>
                <a:ea typeface="ＭＳ Ｐゴシック"/>
                <a:cs typeface="Arial"/>
              </a:rPr>
              <a:t>質問 </a:t>
            </a:r>
            <a:r>
              <a:rPr sz="1900" b="0" lang="ja-JP">
                <a:solidFill>
                  <a:srgbClr val="303437"/>
                </a:solidFill>
                <a:latin typeface="Arial"/>
                <a:ea typeface="ＭＳ Ｐゴシック"/>
                <a:cs typeface="Arial"/>
              </a:rPr>
              <a:t>What kind of university is the University of Chicago?</a:t>
            </a:r>
            <a:endParaRPr sz="1900" lang="ja-JP">
              <a:latin typeface="Arial"/>
              <a:ea typeface="ＭＳ Ｐゴシック"/>
              <a:cs typeface="Arial"/>
            </a:endParaRPr>
          </a:p>
          <a:p>
            <a:pPr algn="l" marL="0" indent="0">
              <a:lnSpc>
                <a:spcPct val="110000"/>
              </a:lnSpc>
              <a:spcBef>
                <a:spcPts val="0"/>
              </a:spcBef>
              <a:spcAft>
                <a:spcPts val="600"/>
              </a:spcAft>
              <a:buNone/>
              <a:defRPr sz="1700" lang="ja-JP">
                <a:latin typeface="Arial"/>
                <a:ea typeface="ＭＳ Ｐゴシック"/>
                <a:cs typeface="Arial"/>
              </a:defRPr>
            </a:pPr>
            <a:r>
              <a:rPr sz="1700" b="0" lang="ja-JP">
                <a:solidFill>
                  <a:srgbClr val="626669"/>
                </a:solidFill>
                <a:latin typeface="Arial"/>
                <a:ea typeface="ＭＳ Ｐゴシック"/>
                <a:cs typeface="Arial"/>
              </a:rPr>
              <a:t>質問の日本語訳 シカゴ大学はどのような種類の大学か？</a:t>
            </a:r>
            <a:endParaRPr sz="1700" lang="ja-JP">
              <a:latin typeface="Arial"/>
              <a:ea typeface="ＭＳ Ｐゴシック"/>
              <a:cs typeface="Arial"/>
            </a:endParaRPr>
          </a:p>
        </p:txBody>
      </p:sp>
      <p:sp>
        <p:nvSpPr>
          <p:cNvPr id="8" name="example-answer"/>
          <p:cNvSpPr txBox="1"/>
          <p:nvPr/>
        </p:nvSpPr>
        <p:spPr>
          <a:xfrm>
            <a:off x="548640" y="4208693"/>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Arial"/>
                <a:ea typeface="ＭＳ Ｐゴシック"/>
                <a:cs typeface="Arial"/>
              </a:defRPr>
            </a:pPr>
            <a:r>
              <a:rPr sz="2200" b="1" lang="ja-JP">
                <a:solidFill>
                  <a:srgbClr val="B13731"/>
                </a:solidFill>
                <a:latin typeface="Arial"/>
                <a:ea typeface="ＭＳ Ｐゴシック"/>
                <a:cs typeface="Arial"/>
              </a:rPr>
              <a:t>正解は a private research university</a:t>
            </a:r>
            <a:endParaRPr sz="2200" lang="ja-JP">
              <a:latin typeface="Arial"/>
              <a:ea typeface="ＭＳ Ｐゴシック"/>
              <a:cs typeface="Arial"/>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SQuAD 記事名 University_of_Chicago　https://rajpurkar.github.io/SQuAD-explorer/dataset/dev-v1.1.json（CC BY-SA 4.0／抜粋・強調・質問訳を追加）　ID 57283c464b864d19001647c8</a:t>
            </a:r>
            <a:endParaRPr sz="850" lang="ja-JP">
              <a:latin typeface="Arial"/>
              <a:ea typeface="ＭＳ Ｐゴシック"/>
              <a:cs typeface="Arial"/>
            </a:endParaRP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補足実例9 Steam engine</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2 追加の実例</a:t>
            </a:r>
            <a:endParaRPr sz="1400" lang="ja-JP">
              <a:latin typeface="Arial"/>
              <a:ea typeface="ＭＳ Ｐゴシック"/>
              <a:cs typeface="Arial"/>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626669"/>
                </a:solidFill>
                <a:latin typeface="Arial"/>
                <a:ea typeface="ＭＳ Ｐゴシック"/>
                <a:cs typeface="Arial"/>
              </a:rPr>
              <a:t>Wikipedia記事の段落（抜粋）</a:t>
            </a:r>
            <a:endParaRPr sz="1400" lang="ja-JP">
              <a:latin typeface="Arial"/>
              <a:ea typeface="ＭＳ Ｐゴシック"/>
              <a:cs typeface="Arial"/>
            </a:endParaRPr>
          </a:p>
        </p:txBody>
      </p:sp>
      <p:sp>
        <p:nvSpPr>
          <p:cNvPr id="5" name="quote-frame"/>
          <p:cNvSpPr/>
          <p:nvPr/>
        </p:nvSpPr>
        <p:spPr>
          <a:xfrm>
            <a:off x="548640" y="1715797"/>
            <a:ext cx="8046720" cy="75424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Steam engines are external combustion engines, where the working fluid is separate from the combustion products.</a:t>
            </a:r>
            <a:endParaRPr sz="1800" lang="ja-JP">
              <a:latin typeface="Arial"/>
              <a:ea typeface="ＭＳ Ｐゴシック"/>
              <a:cs typeface="Arial"/>
            </a:endParaRPr>
          </a:p>
        </p:txBody>
      </p:sp>
      <p:sp>
        <p:nvSpPr>
          <p:cNvPr id="7" name="example-question"/>
          <p:cNvSpPr txBox="1"/>
          <p:nvPr/>
        </p:nvSpPr>
        <p:spPr>
          <a:xfrm>
            <a:off x="548640" y="2673237"/>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Arial"/>
                <a:ea typeface="ＭＳ Ｐゴシック"/>
                <a:cs typeface="Arial"/>
              </a:defRPr>
            </a:pPr>
            <a:r>
              <a:rPr sz="1900" b="1" lang="ja-JP">
                <a:solidFill>
                  <a:srgbClr val="303437"/>
                </a:solidFill>
                <a:latin typeface="Arial"/>
                <a:ea typeface="ＭＳ Ｐゴシック"/>
                <a:cs typeface="Arial"/>
              </a:rPr>
              <a:t>質問 </a:t>
            </a:r>
            <a:r>
              <a:rPr sz="1900" b="0" lang="ja-JP">
                <a:solidFill>
                  <a:srgbClr val="303437"/>
                </a:solidFill>
                <a:latin typeface="Arial"/>
                <a:ea typeface="ＭＳ Ｐゴシック"/>
                <a:cs typeface="Arial"/>
              </a:rPr>
              <a:t>What types of engines are solar engines?</a:t>
            </a:r>
            <a:endParaRPr sz="1900" lang="ja-JP">
              <a:latin typeface="Arial"/>
              <a:ea typeface="ＭＳ Ｐゴシック"/>
              <a:cs typeface="Arial"/>
            </a:endParaRPr>
          </a:p>
          <a:p>
            <a:pPr algn="l" marL="0" indent="0">
              <a:lnSpc>
                <a:spcPct val="110000"/>
              </a:lnSpc>
              <a:spcBef>
                <a:spcPts val="0"/>
              </a:spcBef>
              <a:spcAft>
                <a:spcPts val="600"/>
              </a:spcAft>
              <a:buNone/>
              <a:defRPr sz="1700" lang="ja-JP">
                <a:latin typeface="Arial"/>
                <a:ea typeface="ＭＳ Ｐゴシック"/>
                <a:cs typeface="Arial"/>
              </a:defRPr>
            </a:pPr>
            <a:r>
              <a:rPr sz="1700" b="0" lang="ja-JP">
                <a:solidFill>
                  <a:srgbClr val="626669"/>
                </a:solidFill>
                <a:latin typeface="Arial"/>
                <a:ea typeface="ＭＳ Ｐゴシック"/>
                <a:cs typeface="Arial"/>
              </a:rPr>
              <a:t>質問の日本語訳 太陽熱機関はどのような種類の機関か？</a:t>
            </a:r>
            <a:endParaRPr sz="1700" lang="ja-JP">
              <a:latin typeface="Arial"/>
              <a:ea typeface="ＭＳ Ｐゴシック"/>
              <a:cs typeface="Arial"/>
            </a:endParaRPr>
          </a:p>
        </p:txBody>
      </p:sp>
      <p:sp>
        <p:nvSpPr>
          <p:cNvPr id="8" name="example-answer"/>
          <p:cNvSpPr txBox="1"/>
          <p:nvPr/>
        </p:nvSpPr>
        <p:spPr>
          <a:xfrm>
            <a:off x="548640" y="3320937"/>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Arial"/>
                <a:ea typeface="ＭＳ Ｐゴシック"/>
                <a:cs typeface="Arial"/>
              </a:defRPr>
            </a:pPr>
            <a:r>
              <a:rPr sz="2200" b="1" lang="ja-JP">
                <a:solidFill>
                  <a:srgbClr val="B13731"/>
                </a:solidFill>
                <a:latin typeface="Arial"/>
                <a:ea typeface="ＭＳ Ｐゴシック"/>
                <a:cs typeface="Arial"/>
              </a:rPr>
              <a:t>正解は 回答不能（文章に根拠がない）</a:t>
            </a:r>
            <a:endParaRPr sz="2200" lang="ja-JP">
              <a:latin typeface="Arial"/>
              <a:ea typeface="ＭＳ Ｐゴシック"/>
              <a:cs typeface="Arial"/>
            </a:endParaRPr>
          </a:p>
        </p:txBody>
      </p:sp>
      <p:sp>
        <p:nvSpPr>
          <p:cNvPr id="9" name="content-text"/>
          <p:cNvSpPr txBox="1"/>
          <p:nvPr/>
        </p:nvSpPr>
        <p:spPr>
          <a:xfrm>
            <a:off x="548640" y="3892437"/>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原文は蒸気機関を説明する。太陽熱機関の種類は書かれていない。</a:t>
            </a:r>
            <a:endParaRPr sz="1400" lang="ja-JP">
              <a:latin typeface="Arial"/>
              <a:ea typeface="ＭＳ Ｐゴシック"/>
              <a:cs typeface="Arial"/>
            </a:endParaRPr>
          </a:p>
        </p:txBody>
      </p:sp>
      <p:sp>
        <p:nvSpPr>
          <p:cNvPr id="10"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SQuAD 記事名 Steam_engine　https://rajpurkar.github.io/SQuAD-explorer/dataset/dev-v2.0.json（CC BY-SA 4.0／抜粋・強調・質問訳を追加）　ID 5ad3bd8f604f3c001a3fef31</a:t>
            </a:r>
            <a:endParaRPr sz="850" lang="ja-JP">
              <a:latin typeface="Arial"/>
              <a:ea typeface="ＭＳ Ｐゴシック"/>
              <a:cs typeface="Arial"/>
            </a:endParaRP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補足実例10 Oxygen</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2 追加の実例</a:t>
            </a:r>
            <a:endParaRPr sz="1400" lang="ja-JP">
              <a:latin typeface="Arial"/>
              <a:ea typeface="ＭＳ Ｐゴシック"/>
              <a:cs typeface="Arial"/>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626669"/>
                </a:solidFill>
                <a:latin typeface="Arial"/>
                <a:ea typeface="ＭＳ Ｐゴシック"/>
                <a:cs typeface="Arial"/>
              </a:rPr>
              <a:t>Wikipedia記事の段落（抜粋）</a:t>
            </a:r>
            <a:endParaRPr sz="1400" lang="ja-JP">
              <a:latin typeface="Arial"/>
              <a:ea typeface="ＭＳ Ｐゴシック"/>
              <a:cs typeface="Arial"/>
            </a:endParaRPr>
          </a:p>
        </p:txBody>
      </p:sp>
      <p:sp>
        <p:nvSpPr>
          <p:cNvPr id="5" name="quote-frame"/>
          <p:cNvSpPr/>
          <p:nvPr/>
        </p:nvSpPr>
        <p:spPr>
          <a:xfrm>
            <a:off x="548640" y="1715797"/>
            <a:ext cx="8046720" cy="45831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Diatomic oxygen gas constitutes 20.8% of the Earth's atmosphere.</a:t>
            </a:r>
            <a:endParaRPr sz="1800" lang="ja-JP">
              <a:latin typeface="Arial"/>
              <a:ea typeface="ＭＳ Ｐゴシック"/>
              <a:cs typeface="Arial"/>
            </a:endParaRPr>
          </a:p>
        </p:txBody>
      </p:sp>
      <p:sp>
        <p:nvSpPr>
          <p:cNvPr id="7" name="example-question"/>
          <p:cNvSpPr txBox="1"/>
          <p:nvPr/>
        </p:nvSpPr>
        <p:spPr>
          <a:xfrm>
            <a:off x="548640" y="23773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Arial"/>
                <a:ea typeface="ＭＳ Ｐゴシック"/>
                <a:cs typeface="Arial"/>
              </a:defRPr>
            </a:pPr>
            <a:r>
              <a:rPr sz="1900" b="1" lang="ja-JP">
                <a:solidFill>
                  <a:srgbClr val="303437"/>
                </a:solidFill>
                <a:latin typeface="Arial"/>
                <a:ea typeface="ＭＳ Ｐゴシック"/>
                <a:cs typeface="Arial"/>
              </a:rPr>
              <a:t>質問 </a:t>
            </a:r>
            <a:r>
              <a:rPr sz="1900" b="0" lang="ja-JP">
                <a:solidFill>
                  <a:srgbClr val="303437"/>
                </a:solidFill>
                <a:latin typeface="Arial"/>
                <a:ea typeface="ＭＳ Ｐゴシック"/>
                <a:cs typeface="Arial"/>
              </a:rPr>
              <a:t>What constitutes 28.0% of the Earth's atmosphere?</a:t>
            </a:r>
            <a:endParaRPr sz="1900" lang="ja-JP">
              <a:latin typeface="Arial"/>
              <a:ea typeface="ＭＳ Ｐゴシック"/>
              <a:cs typeface="Arial"/>
            </a:endParaRPr>
          </a:p>
          <a:p>
            <a:pPr algn="l" marL="0" indent="0">
              <a:lnSpc>
                <a:spcPct val="110000"/>
              </a:lnSpc>
              <a:spcBef>
                <a:spcPts val="0"/>
              </a:spcBef>
              <a:spcAft>
                <a:spcPts val="600"/>
              </a:spcAft>
              <a:buNone/>
              <a:defRPr sz="1700" lang="ja-JP">
                <a:latin typeface="Arial"/>
                <a:ea typeface="ＭＳ Ｐゴシック"/>
                <a:cs typeface="Arial"/>
              </a:defRPr>
            </a:pPr>
            <a:r>
              <a:rPr sz="1700" b="0" lang="ja-JP">
                <a:solidFill>
                  <a:srgbClr val="626669"/>
                </a:solidFill>
                <a:latin typeface="Arial"/>
                <a:ea typeface="ＭＳ Ｐゴシック"/>
                <a:cs typeface="Arial"/>
              </a:rPr>
              <a:t>質問の日本語訳 地球の大気の28.0%を占めるものは何か？</a:t>
            </a:r>
            <a:endParaRPr sz="1700" lang="ja-JP">
              <a:latin typeface="Arial"/>
              <a:ea typeface="ＭＳ Ｐゴシック"/>
              <a:cs typeface="Arial"/>
            </a:endParaRPr>
          </a:p>
        </p:txBody>
      </p:sp>
      <p:sp>
        <p:nvSpPr>
          <p:cNvPr id="8" name="example-answer"/>
          <p:cNvSpPr txBox="1"/>
          <p:nvPr/>
        </p:nvSpPr>
        <p:spPr>
          <a:xfrm>
            <a:off x="548640" y="30250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Arial"/>
                <a:ea typeface="ＭＳ Ｐゴシック"/>
                <a:cs typeface="Arial"/>
              </a:defRPr>
            </a:pPr>
            <a:r>
              <a:rPr sz="2200" b="1" lang="ja-JP">
                <a:solidFill>
                  <a:srgbClr val="B13731"/>
                </a:solidFill>
                <a:latin typeface="Arial"/>
                <a:ea typeface="ＭＳ Ｐゴシック"/>
                <a:cs typeface="Arial"/>
              </a:rPr>
              <a:t>正解は 回答不能（文章に根拠がない）</a:t>
            </a:r>
            <a:endParaRPr sz="2200" lang="ja-JP">
              <a:latin typeface="Arial"/>
              <a:ea typeface="ＭＳ Ｐゴシック"/>
              <a:cs typeface="Arial"/>
            </a:endParaRPr>
          </a:p>
        </p:txBody>
      </p:sp>
      <p:sp>
        <p:nvSpPr>
          <p:cNvPr id="9" name="content-text"/>
          <p:cNvSpPr txBox="1"/>
          <p:nvPr/>
        </p:nvSpPr>
        <p:spPr>
          <a:xfrm>
            <a:off x="548640" y="3596515"/>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原文の割合は20.8%。28.0%に対応する記述はない。</a:t>
            </a:r>
            <a:endParaRPr sz="1400" lang="ja-JP">
              <a:latin typeface="Arial"/>
              <a:ea typeface="ＭＳ Ｐゴシック"/>
              <a:cs typeface="Arial"/>
            </a:endParaRPr>
          </a:p>
        </p:txBody>
      </p:sp>
      <p:sp>
        <p:nvSpPr>
          <p:cNvPr id="10"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SQuAD 記事名 Oxygen　https://rajpurkar.github.io/SQuAD-explorer/dataset/dev-v2.0.json（CC BY-SA 4.0／抜粋・強調・質問訳を追加）　ID 5ad21646d7d075001a4283c7</a:t>
            </a:r>
            <a:endParaRPr sz="850" lang="ja-JP">
              <a:latin typeface="Arial"/>
              <a:ea typeface="ＭＳ Ｐゴシック"/>
              <a:cs typeface="Arial"/>
            </a:endParaRP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記述統計 バージョン1.1・学習用</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3 詳細統計と極値</a:t>
            </a:r>
            <a:endParaRPr sz="1400" lang="ja-JP">
              <a:latin typeface="Arial"/>
              <a:ea typeface="ＭＳ Ｐゴシック"/>
              <a:cs typeface="Arial"/>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質問 87,599件／回答あり 87,599件／回答不能 0件</a:t>
            </a:r>
            <a:endParaRPr sz="2000" lang="ja-JP">
              <a:latin typeface="Arial"/>
              <a:ea typeface="ＭＳ Ｐゴシック"/>
              <a:cs typeface="Arial"/>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指標 [1]</a:t>
                      </a:r>
                      <a:endParaRPr sz="14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平均</a:t>
                      </a:r>
                      <a:endParaRPr sz="14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標準偏差</a:t>
                      </a:r>
                      <a:endParaRPr sz="14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最小</a:t>
                      </a:r>
                      <a:endParaRPr sz="14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25%点</a:t>
                      </a:r>
                      <a:endParaRPr sz="14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中央値</a:t>
                      </a:r>
                      <a:endParaRPr sz="14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75%点</a:t>
                      </a:r>
                      <a:endParaRPr sz="14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95%点</a:t>
                      </a:r>
                      <a:endParaRPr sz="14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最大</a:t>
                      </a:r>
                      <a:endParaRPr sz="14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質問文字</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59.2</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21.2</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44.0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56.0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71.0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98.0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270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質問単語</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10.1</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3.6</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8.0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10.0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12.0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17.0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40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回答文字</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20.1</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21.6</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7.0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14.0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23.0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63.0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239</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回答単語</a:t>
                      </a:r>
                      <a:endParaRPr sz="14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3.2</a:t>
                      </a:r>
                      <a:endParaRPr sz="14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3.4</a:t>
                      </a:r>
                      <a:endParaRPr sz="14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a:t>
                      </a:r>
                      <a:endParaRPr sz="14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1.0</a:t>
                      </a:r>
                      <a:endParaRPr sz="14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2.0</a:t>
                      </a:r>
                      <a:endParaRPr sz="14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3.0</a:t>
                      </a:r>
                      <a:endParaRPr sz="14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10.0</a:t>
                      </a:r>
                      <a:endParaRPr sz="14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43</a:t>
                      </a:r>
                      <a:endParaRPr sz="14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6" name="content-text"/>
          <p:cNvSpPr txBox="1"/>
          <p:nvPr/>
        </p:nvSpPr>
        <p:spPr>
          <a:xfrm>
            <a:off x="594360" y="4078048"/>
            <a:ext cx="8046720" cy="684451"/>
          </a:xfrm>
          <a:prstGeom prst="rect">
            <a:avLst/>
          </a:prstGeom>
          <a:noFill/>
        </p:spPr>
        <p:txBody>
          <a:bodyPr wrap="square" anchor="t" lIns="91425" rIns="91425" tIns="91425" bIns="91425">
            <a:no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l">
              <a:defRPr sz="1700" lang="ja-JP">
                <a:latin typeface="Arial"/>
                <a:ea typeface="ＭＳ Ｐゴシック"/>
                <a:cs typeface="Arial"/>
              </a:defRPr>
            </a:pPr>
            <a:r>
              <a:rPr sz="1700" lang="ja-JP">
                <a:solidFill>
                  <a:srgbClr val="303437"/>
                </a:solidFill>
                <a:latin typeface="Arial"/>
                <a:ea typeface="ＭＳ Ｐゴシック"/>
                <a:cs typeface="Arial"/>
              </a:rPr>
              <a:t>文字数は前後の空白だけを除いた文字列の長さ。</a:t>
            </a:r>
            <a:endParaRPr sz="1700" lang="ja-JP">
              <a:latin typeface="Arial"/>
              <a:ea typeface="ＭＳ Ｐゴシック"/>
              <a:cs typeface="Arial"/>
            </a:endParaRPr>
          </a:p>
          <a:p>
            <a:pPr algn="l">
              <a:defRPr sz="1700" lang="ja-JP">
                <a:latin typeface="Arial"/>
                <a:ea typeface="ＭＳ Ｐゴシック"/>
                <a:cs typeface="Arial"/>
              </a:defRPr>
            </a:pPr>
            <a:r>
              <a:rPr sz="1700" lang="ja-JP">
                <a:solidFill>
                  <a:srgbClr val="303437"/>
                </a:solidFill>
                <a:latin typeface="Arial"/>
                <a:ea typeface="ＭＳ Ｐゴシック"/>
                <a:cs typeface="Arial"/>
              </a:rPr>
              <a:t>単語数は空白区切り。回答は先頭の正解を1問1件、回答不能は除外。</a:t>
            </a:r>
            <a:endParaRPr sz="1700" lang="ja-JP">
              <a:latin typeface="Arial"/>
              <a:ea typeface="ＭＳ Ｐゴシック"/>
              <a:cs typeface="Arial"/>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公式JSONを全件集計　https://github.com/rajpurkar/SQuAD-explorer/tree/master/dataset</a:t>
            </a:r>
            <a:endParaRPr sz="850" lang="ja-JP">
              <a:latin typeface="Arial"/>
              <a:ea typeface="ＭＳ Ｐゴシック"/>
              <a:cs typeface="Arial"/>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記述統計 バージョン1.1・開発用</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3 詳細統計と極値</a:t>
            </a:r>
            <a:endParaRPr sz="1400" lang="ja-JP">
              <a:latin typeface="Arial"/>
              <a:ea typeface="ＭＳ Ｐゴシック"/>
              <a:cs typeface="Arial"/>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質問 10,570件／回答あり 10,570件／回答不能 0件</a:t>
            </a:r>
            <a:endParaRPr sz="2000" lang="ja-JP">
              <a:latin typeface="Arial"/>
              <a:ea typeface="ＭＳ Ｐゴシック"/>
              <a:cs typeface="Arial"/>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指標 [1]</a:t>
                      </a:r>
                      <a:endParaRPr sz="14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平均</a:t>
                      </a:r>
                      <a:endParaRPr sz="14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標準偏差</a:t>
                      </a:r>
                      <a:endParaRPr sz="14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最小</a:t>
                      </a:r>
                      <a:endParaRPr sz="14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25%点</a:t>
                      </a:r>
                      <a:endParaRPr sz="14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中央値</a:t>
                      </a:r>
                      <a:endParaRPr sz="14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75%点</a:t>
                      </a:r>
                      <a:endParaRPr sz="14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95%点</a:t>
                      </a:r>
                      <a:endParaRPr sz="14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最大</a:t>
                      </a:r>
                      <a:endParaRPr sz="14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質問文字</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60.0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21.2</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12</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45.0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57.0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72.0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99.0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197</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質問単語</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10.2</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3.6</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3</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8.0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10.0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12.0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17.0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33</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回答文字</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19.4</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19.3</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8.0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14.0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23.0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57.0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160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回答単語</a:t>
                      </a:r>
                      <a:endParaRPr sz="14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3.0</a:t>
                      </a:r>
                      <a:endParaRPr sz="14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3.0</a:t>
                      </a:r>
                      <a:endParaRPr sz="14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a:t>
                      </a:r>
                      <a:endParaRPr sz="14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1.0</a:t>
                      </a:r>
                      <a:endParaRPr sz="14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2.0</a:t>
                      </a:r>
                      <a:endParaRPr sz="14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3.0</a:t>
                      </a:r>
                      <a:endParaRPr sz="14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9.0</a:t>
                      </a:r>
                      <a:endParaRPr sz="14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29</a:t>
                      </a:r>
                      <a:endParaRPr sz="14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6" name="content-text"/>
          <p:cNvSpPr txBox="1"/>
          <p:nvPr/>
        </p:nvSpPr>
        <p:spPr>
          <a:xfrm>
            <a:off x="594360" y="4078048"/>
            <a:ext cx="8046720" cy="684451"/>
          </a:xfrm>
          <a:prstGeom prst="rect">
            <a:avLst/>
          </a:prstGeom>
          <a:noFill/>
        </p:spPr>
        <p:txBody>
          <a:bodyPr wrap="square" anchor="t" lIns="91425" rIns="91425" tIns="91425" bIns="91425">
            <a:no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l">
              <a:defRPr sz="1700" lang="ja-JP">
                <a:latin typeface="Arial"/>
                <a:ea typeface="ＭＳ Ｐゴシック"/>
                <a:cs typeface="Arial"/>
              </a:defRPr>
            </a:pPr>
            <a:r>
              <a:rPr sz="1700" lang="ja-JP">
                <a:solidFill>
                  <a:srgbClr val="303437"/>
                </a:solidFill>
                <a:latin typeface="Arial"/>
                <a:ea typeface="ＭＳ Ｐゴシック"/>
                <a:cs typeface="Arial"/>
              </a:rPr>
              <a:t>文字数は前後の空白だけを除いた文字列の長さ。</a:t>
            </a:r>
            <a:endParaRPr sz="1700" lang="ja-JP">
              <a:latin typeface="Arial"/>
              <a:ea typeface="ＭＳ Ｐゴシック"/>
              <a:cs typeface="Arial"/>
            </a:endParaRPr>
          </a:p>
          <a:p>
            <a:pPr algn="l">
              <a:defRPr sz="1700" lang="ja-JP">
                <a:latin typeface="Arial"/>
                <a:ea typeface="ＭＳ Ｐゴシック"/>
                <a:cs typeface="Arial"/>
              </a:defRPr>
            </a:pPr>
            <a:r>
              <a:rPr sz="1700" lang="ja-JP">
                <a:solidFill>
                  <a:srgbClr val="303437"/>
                </a:solidFill>
                <a:latin typeface="Arial"/>
                <a:ea typeface="ＭＳ Ｐゴシック"/>
                <a:cs typeface="Arial"/>
              </a:rPr>
              <a:t>単語数は空白区切り。回答は先頭の正解を1問1件、回答不能は除外。</a:t>
            </a:r>
            <a:endParaRPr sz="1700" lang="ja-JP">
              <a:latin typeface="Arial"/>
              <a:ea typeface="ＭＳ Ｐゴシック"/>
              <a:cs typeface="Arial"/>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公式JSONを全件集計　https://github.com/rajpurkar/SQuAD-explorer/tree/master/dataset</a:t>
            </a:r>
            <a:endParaRPr sz="850" lang="ja-JP">
              <a:latin typeface="Arial"/>
              <a:ea typeface="ＭＳ Ｐゴシック"/>
              <a:cs typeface="Arial"/>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記述統計 バージョン2.0・学習用</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3 詳細統計と極値</a:t>
            </a:r>
            <a:endParaRPr sz="1400" lang="ja-JP">
              <a:latin typeface="Arial"/>
              <a:ea typeface="ＭＳ Ｐゴシック"/>
              <a:cs typeface="Arial"/>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質問 130,319件／回答あり 86,821件／回答不能 43,498件</a:t>
            </a:r>
            <a:endParaRPr sz="2000" lang="ja-JP">
              <a:latin typeface="Arial"/>
              <a:ea typeface="ＭＳ Ｐゴシック"/>
              <a:cs typeface="Arial"/>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指標 [1]</a:t>
                      </a:r>
                      <a:endParaRPr sz="14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平均</a:t>
                      </a:r>
                      <a:endParaRPr sz="14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標準偏差</a:t>
                      </a:r>
                      <a:endParaRPr sz="14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最小</a:t>
                      </a:r>
                      <a:endParaRPr sz="14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25%点</a:t>
                      </a:r>
                      <a:endParaRPr sz="14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中央値</a:t>
                      </a:r>
                      <a:endParaRPr sz="14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75%点</a:t>
                      </a:r>
                      <a:endParaRPr sz="14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95%点</a:t>
                      </a:r>
                      <a:endParaRPr sz="14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最大</a:t>
                      </a:r>
                      <a:endParaRPr sz="14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質問文字</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58.3</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20.4</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44.0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55.0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69.0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96.0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270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質問単語</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9.9</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3.4</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7.0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9.0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12.0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16.0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40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回答文字</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20.1</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21.6</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7.0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14.0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23.0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63.0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239</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回答単語</a:t>
                      </a:r>
                      <a:endParaRPr sz="14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3.2</a:t>
                      </a:r>
                      <a:endParaRPr sz="14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3.4</a:t>
                      </a:r>
                      <a:endParaRPr sz="14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a:t>
                      </a:r>
                      <a:endParaRPr sz="14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1.0</a:t>
                      </a:r>
                      <a:endParaRPr sz="14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2.0</a:t>
                      </a:r>
                      <a:endParaRPr sz="14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4.0</a:t>
                      </a:r>
                      <a:endParaRPr sz="14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10.0</a:t>
                      </a:r>
                      <a:endParaRPr sz="14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43</a:t>
                      </a:r>
                      <a:endParaRPr sz="14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6" name="content-text"/>
          <p:cNvSpPr txBox="1"/>
          <p:nvPr/>
        </p:nvSpPr>
        <p:spPr>
          <a:xfrm>
            <a:off x="594360" y="4078048"/>
            <a:ext cx="8046720" cy="684451"/>
          </a:xfrm>
          <a:prstGeom prst="rect">
            <a:avLst/>
          </a:prstGeom>
          <a:noFill/>
        </p:spPr>
        <p:txBody>
          <a:bodyPr wrap="square" anchor="t" lIns="91425" rIns="91425" tIns="91425" bIns="91425">
            <a:no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l">
              <a:defRPr sz="1700" lang="ja-JP">
                <a:latin typeface="Arial"/>
                <a:ea typeface="ＭＳ Ｐゴシック"/>
                <a:cs typeface="Arial"/>
              </a:defRPr>
            </a:pPr>
            <a:r>
              <a:rPr sz="1700" lang="ja-JP">
                <a:solidFill>
                  <a:srgbClr val="303437"/>
                </a:solidFill>
                <a:latin typeface="Arial"/>
                <a:ea typeface="ＭＳ Ｐゴシック"/>
                <a:cs typeface="Arial"/>
              </a:rPr>
              <a:t>文字数は前後の空白だけを除いた文字列の長さ。</a:t>
            </a:r>
            <a:endParaRPr sz="1700" lang="ja-JP">
              <a:latin typeface="Arial"/>
              <a:ea typeface="ＭＳ Ｐゴシック"/>
              <a:cs typeface="Arial"/>
            </a:endParaRPr>
          </a:p>
          <a:p>
            <a:pPr algn="l">
              <a:defRPr sz="1700" lang="ja-JP">
                <a:latin typeface="Arial"/>
                <a:ea typeface="ＭＳ Ｐゴシック"/>
                <a:cs typeface="Arial"/>
              </a:defRPr>
            </a:pPr>
            <a:r>
              <a:rPr sz="1700" lang="ja-JP">
                <a:solidFill>
                  <a:srgbClr val="303437"/>
                </a:solidFill>
                <a:latin typeface="Arial"/>
                <a:ea typeface="ＭＳ Ｐゴシック"/>
                <a:cs typeface="Arial"/>
              </a:rPr>
              <a:t>単語数は空白区切り。回答は先頭の正解を1問1件、回答不能は除外。</a:t>
            </a:r>
            <a:endParaRPr sz="1700" lang="ja-JP">
              <a:latin typeface="Arial"/>
              <a:ea typeface="ＭＳ Ｐゴシック"/>
              <a:cs typeface="Arial"/>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公式JSONを全件集計　https://github.com/rajpurkar/SQuAD-explorer/tree/master/dataset</a:t>
            </a:r>
            <a:endParaRPr sz="850" lang="ja-JP">
              <a:latin typeface="Arial"/>
              <a:ea typeface="ＭＳ Ｐゴシック"/>
              <a:cs typeface="Arial"/>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記述統計 バージョン2.0・開発用</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3 詳細統計と極値</a:t>
            </a:r>
            <a:endParaRPr sz="1400" lang="ja-JP">
              <a:latin typeface="Arial"/>
              <a:ea typeface="ＭＳ Ｐゴシック"/>
              <a:cs typeface="Arial"/>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質問 11,873件／回答あり 5,928件／回答不能 5,945件</a:t>
            </a:r>
            <a:endParaRPr sz="2000" lang="ja-JP">
              <a:latin typeface="Arial"/>
              <a:ea typeface="ＭＳ Ｐゴシック"/>
              <a:cs typeface="Arial"/>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指標 [1]</a:t>
                      </a:r>
                      <a:endParaRPr sz="14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平均</a:t>
                      </a:r>
                      <a:endParaRPr sz="14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標準偏差</a:t>
                      </a:r>
                      <a:endParaRPr sz="14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最小</a:t>
                      </a:r>
                      <a:endParaRPr sz="14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25%点</a:t>
                      </a:r>
                      <a:endParaRPr sz="14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中央値</a:t>
                      </a:r>
                      <a:endParaRPr sz="14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75%点</a:t>
                      </a:r>
                      <a:endParaRPr sz="14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95%点</a:t>
                      </a:r>
                      <a:endParaRPr sz="14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最大</a:t>
                      </a:r>
                      <a:endParaRPr sz="14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質問文字</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59.4</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20.8</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11</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45.0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57.0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71.0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98.0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197</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質問単語</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10.0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3.5</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3</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8.0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10.0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12.0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16.0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31</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回答文字</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20.9</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21.4</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8.0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14.0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24.0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64.0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160</a:t>
                      </a:r>
                      <a:endParaRPr sz="14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回答単語</a:t>
                      </a:r>
                      <a:endParaRPr sz="14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3.2</a:t>
                      </a:r>
                      <a:endParaRPr sz="14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3.3</a:t>
                      </a:r>
                      <a:endParaRPr sz="14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a:t>
                      </a:r>
                      <a:endParaRPr sz="14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1.0</a:t>
                      </a:r>
                      <a:endParaRPr sz="14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2.0</a:t>
                      </a:r>
                      <a:endParaRPr sz="14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4.0</a:t>
                      </a:r>
                      <a:endParaRPr sz="14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10.0</a:t>
                      </a:r>
                      <a:endParaRPr sz="14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Arial"/>
                          <a:ea typeface="ＭＳ Ｐゴシック"/>
                          <a:cs typeface="Arial"/>
                        </a:defRPr>
                      </a:pPr>
                      <a:r>
                        <a:rPr sz="1400" b="0" lang="ja-JP">
                          <a:solidFill>
                            <a:srgbClr val="303437"/>
                          </a:solidFill>
                          <a:latin typeface="Arial"/>
                          <a:ea typeface="ＭＳ Ｐゴシック"/>
                          <a:cs typeface="Arial"/>
                        </a:rPr>
                        <a:t>29</a:t>
                      </a:r>
                      <a:endParaRPr sz="14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6" name="content-text"/>
          <p:cNvSpPr txBox="1"/>
          <p:nvPr/>
        </p:nvSpPr>
        <p:spPr>
          <a:xfrm>
            <a:off x="594360" y="4078048"/>
            <a:ext cx="8046720" cy="684451"/>
          </a:xfrm>
          <a:prstGeom prst="rect">
            <a:avLst/>
          </a:prstGeom>
          <a:noFill/>
        </p:spPr>
        <p:txBody>
          <a:bodyPr wrap="square" anchor="t" lIns="91425" rIns="91425" tIns="91425" bIns="91425">
            <a:no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l">
              <a:defRPr sz="1700" lang="ja-JP">
                <a:latin typeface="Arial"/>
                <a:ea typeface="ＭＳ Ｐゴシック"/>
                <a:cs typeface="Arial"/>
              </a:defRPr>
            </a:pPr>
            <a:r>
              <a:rPr sz="1700" lang="ja-JP">
                <a:solidFill>
                  <a:srgbClr val="303437"/>
                </a:solidFill>
                <a:latin typeface="Arial"/>
                <a:ea typeface="ＭＳ Ｐゴシック"/>
                <a:cs typeface="Arial"/>
              </a:rPr>
              <a:t>文字数は前後の空白だけを除いた文字列の長さ。</a:t>
            </a:r>
            <a:endParaRPr sz="1700" lang="ja-JP">
              <a:latin typeface="Arial"/>
              <a:ea typeface="ＭＳ Ｐゴシック"/>
              <a:cs typeface="Arial"/>
            </a:endParaRPr>
          </a:p>
          <a:p>
            <a:pPr algn="l">
              <a:defRPr sz="1700" lang="ja-JP">
                <a:latin typeface="Arial"/>
                <a:ea typeface="ＭＳ Ｐゴシック"/>
                <a:cs typeface="Arial"/>
              </a:defRPr>
            </a:pPr>
            <a:r>
              <a:rPr sz="1700" lang="ja-JP">
                <a:solidFill>
                  <a:srgbClr val="303437"/>
                </a:solidFill>
                <a:latin typeface="Arial"/>
                <a:ea typeface="ＭＳ Ｐゴシック"/>
                <a:cs typeface="Arial"/>
              </a:rPr>
              <a:t>単語数は空白区切り。回答は先頭の正解を1問1件、回答不能は除外。</a:t>
            </a:r>
            <a:endParaRPr sz="1700" lang="ja-JP">
              <a:latin typeface="Arial"/>
              <a:ea typeface="ＭＳ Ｐゴシック"/>
              <a:cs typeface="Arial"/>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公式JSONを全件集計　https://github.com/rajpurkar/SQuAD-explorer/tree/master/dataset</a:t>
            </a:r>
            <a:endParaRPr sz="850" lang="ja-JP">
              <a:latin typeface="Arial"/>
              <a:ea typeface="ＭＳ Ｐゴシック"/>
              <a:cs typeface="Arial"/>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回答長の集計単位 バージョン1.1</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3 詳細統計と極値</a:t>
            </a:r>
            <a:endParaRPr sz="1400" lang="ja-JP">
              <a:latin typeface="Arial"/>
              <a:ea typeface="ＭＳ Ｐゴシック"/>
              <a:cs typeface="Arial"/>
            </a:endParaRPr>
          </a:p>
        </p:txBody>
      </p:sp>
      <p:graphicFrame>
        <p:nvGraphicFramePr>
          <p:cNvPr id="4" name="Table 3"/>
          <p:cNvGraphicFramePr>
            <a:graphicFrameLocks noGrp="1"/>
          </p:cNvGraphicFramePr>
          <p:nvPr/>
        </p:nvGraphicFramePr>
        <p:xfrm>
          <a:off x="548640" y="1594485"/>
          <a:ext cx="8046718" cy="1954530"/>
        </p:xfrm>
        <a:graphic>
          <a:graphicData uri="http://schemas.openxmlformats.org/drawingml/2006/table">
            <a:tbl>
              <a:tblPr firstRow="1" bandRow="1">
                <a:tableStyleId>{5C22544A-7EE6-4342-B048-85BDC9FD1C3A}</a:tableStyleId>
              </a:tblPr>
              <a:tblGrid>
                <a:gridCol w="2574950"/>
                <a:gridCol w="1528876"/>
                <a:gridCol w="985723"/>
                <a:gridCol w="985723"/>
                <a:gridCol w="985723"/>
                <a:gridCol w="985723"/>
              </a:tblGrid>
              <a:tr h="390906">
                <a:tc>
                  <a:txBody>
                    <a:bodyPr wrap="square" anchor="ctr" lIns="0" rIns="0" tIns="0" bIns="0">
                      <a:noAutofit/>
                    </a:bodyPr>
                    <a:lstStyle/>
                    <a:p>
                      <a:pPr algn="l"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対象・指標 [1]</a:t>
                      </a:r>
                      <a:endParaRPr sz="16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件数</a:t>
                      </a:r>
                      <a:endParaRPr sz="16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平均</a:t>
                      </a:r>
                      <a:endParaRPr sz="16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中央値</a:t>
                      </a:r>
                      <a:endParaRPr sz="16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95%点</a:t>
                      </a:r>
                      <a:endParaRPr sz="16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最大</a:t>
                      </a:r>
                      <a:endParaRPr sz="16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1問1件・文字</a:t>
                      </a:r>
                      <a:endParaRPr sz="16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98,169</a:t>
                      </a:r>
                      <a:endParaRPr sz="16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20.1</a:t>
                      </a:r>
                      <a:endParaRPr sz="16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14.0</a:t>
                      </a:r>
                      <a:endParaRPr sz="16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63.0</a:t>
                      </a:r>
                      <a:endParaRPr sz="16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239</a:t>
                      </a:r>
                      <a:endParaRPr sz="16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1問1件・単語</a:t>
                      </a:r>
                      <a:endParaRPr sz="16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98,169</a:t>
                      </a:r>
                      <a:endParaRPr sz="16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3.1</a:t>
                      </a:r>
                      <a:endParaRPr sz="16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2.0</a:t>
                      </a:r>
                      <a:endParaRPr sz="16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10.0</a:t>
                      </a:r>
                      <a:endParaRPr sz="16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43</a:t>
                      </a:r>
                      <a:endParaRPr sz="16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全正解注釈・文字</a:t>
                      </a:r>
                      <a:endParaRPr sz="16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122,325</a:t>
                      </a:r>
                      <a:endParaRPr sz="16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19.7</a:t>
                      </a:r>
                      <a:endParaRPr sz="16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14.0</a:t>
                      </a:r>
                      <a:endParaRPr sz="16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61.0</a:t>
                      </a:r>
                      <a:endParaRPr sz="16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239</a:t>
                      </a:r>
                      <a:endParaRPr sz="16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全正解注釈・単語</a:t>
                      </a:r>
                      <a:endParaRPr sz="16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122,325</a:t>
                      </a:r>
                      <a:endParaRPr sz="16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3.1</a:t>
                      </a:r>
                      <a:endParaRPr sz="16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2.0</a:t>
                      </a:r>
                      <a:endParaRPr sz="16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9.0</a:t>
                      </a:r>
                      <a:endParaRPr sz="16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43</a:t>
                      </a:r>
                      <a:endParaRPr sz="16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833243"/>
            <a:ext cx="8046720" cy="929256"/>
          </a:xfrm>
          <a:prstGeom prst="rect">
            <a:avLst/>
          </a:prstGeom>
          <a:noFill/>
        </p:spPr>
        <p:txBody>
          <a:bodyPr wrap="square" anchor="t" lIns="91425" rIns="91425" tIns="91425" bIns="91425">
            <a:no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l">
              <a:defRPr sz="1700" lang="ja-JP">
                <a:latin typeface="Arial"/>
                <a:ea typeface="ＭＳ Ｐゴシック"/>
                <a:cs typeface="Arial"/>
              </a:defRPr>
            </a:pPr>
            <a:r>
              <a:rPr sz="1700" lang="ja-JP">
                <a:solidFill>
                  <a:srgbClr val="303437"/>
                </a:solidFill>
                <a:latin typeface="Arial"/>
                <a:ea typeface="ＭＳ Ｐゴシック"/>
                <a:cs typeface="Arial"/>
              </a:rPr>
              <a:t>学習用＋開発用を集計。回答不能の質問は除外。</a:t>
            </a:r>
            <a:endParaRPr sz="1700" lang="ja-JP">
              <a:latin typeface="Arial"/>
              <a:ea typeface="ＭＳ Ｐゴシック"/>
              <a:cs typeface="Arial"/>
            </a:endParaRPr>
          </a:p>
          <a:p>
            <a:pPr algn="l">
              <a:defRPr sz="1700" lang="ja-JP">
                <a:latin typeface="Arial"/>
                <a:ea typeface="ＭＳ Ｐゴシック"/>
                <a:cs typeface="Arial"/>
              </a:defRPr>
            </a:pPr>
            <a:r>
              <a:rPr sz="1700" lang="ja-JP">
                <a:solidFill>
                  <a:srgbClr val="303437"/>
                </a:solidFill>
                <a:latin typeface="Arial"/>
                <a:ea typeface="ＭＳ Ｐゴシック"/>
                <a:cs typeface="Arial"/>
              </a:rPr>
              <a:t>全正解注釈では、同じ質問の複数正解・重複注釈も数える。</a:t>
            </a:r>
            <a:endParaRPr sz="1700" lang="ja-JP">
              <a:latin typeface="Arial"/>
              <a:ea typeface="ＭＳ Ｐゴシック"/>
              <a:cs typeface="Arial"/>
            </a:endParaRPr>
          </a:p>
        </p:txBody>
      </p:sp>
      <p:sp>
        <p:nvSpPr>
          <p:cNvPr id="6"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https://github.com/rajpurkar/SQuAD-explorer/tree/master/dataset</a:t>
            </a:r>
            <a:endParaRPr sz="850" lang="ja-JP">
              <a:latin typeface="Arial"/>
              <a:ea typeface="ＭＳ Ｐゴシック"/>
              <a:cs typeface="Arial"/>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回答長の集計単位 バージョン2.0</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3 詳細統計と極値</a:t>
            </a:r>
            <a:endParaRPr sz="1400" lang="ja-JP">
              <a:latin typeface="Arial"/>
              <a:ea typeface="ＭＳ Ｐゴシック"/>
              <a:cs typeface="Arial"/>
            </a:endParaRPr>
          </a:p>
        </p:txBody>
      </p:sp>
      <p:graphicFrame>
        <p:nvGraphicFramePr>
          <p:cNvPr id="4" name="Table 3"/>
          <p:cNvGraphicFramePr>
            <a:graphicFrameLocks noGrp="1"/>
          </p:cNvGraphicFramePr>
          <p:nvPr/>
        </p:nvGraphicFramePr>
        <p:xfrm>
          <a:off x="548640" y="1594485"/>
          <a:ext cx="8046718" cy="1954530"/>
        </p:xfrm>
        <a:graphic>
          <a:graphicData uri="http://schemas.openxmlformats.org/drawingml/2006/table">
            <a:tbl>
              <a:tblPr firstRow="1" bandRow="1">
                <a:tableStyleId>{5C22544A-7EE6-4342-B048-85BDC9FD1C3A}</a:tableStyleId>
              </a:tblPr>
              <a:tblGrid>
                <a:gridCol w="2574950"/>
                <a:gridCol w="1528876"/>
                <a:gridCol w="985723"/>
                <a:gridCol w="985723"/>
                <a:gridCol w="985723"/>
                <a:gridCol w="985723"/>
              </a:tblGrid>
              <a:tr h="390906">
                <a:tc>
                  <a:txBody>
                    <a:bodyPr wrap="square" anchor="ctr" lIns="0" rIns="0" tIns="0" bIns="0">
                      <a:noAutofit/>
                    </a:bodyPr>
                    <a:lstStyle/>
                    <a:p>
                      <a:pPr algn="l"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対象・指標 [1]</a:t>
                      </a:r>
                      <a:endParaRPr sz="16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件数</a:t>
                      </a:r>
                      <a:endParaRPr sz="16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平均</a:t>
                      </a:r>
                      <a:endParaRPr sz="16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中央値</a:t>
                      </a:r>
                      <a:endParaRPr sz="16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95%点</a:t>
                      </a:r>
                      <a:endParaRPr sz="16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最大</a:t>
                      </a:r>
                      <a:endParaRPr sz="16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1問1件・文字</a:t>
                      </a:r>
                      <a:endParaRPr sz="16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92,749</a:t>
                      </a:r>
                      <a:endParaRPr sz="16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20.2</a:t>
                      </a:r>
                      <a:endParaRPr sz="16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14.0</a:t>
                      </a:r>
                      <a:endParaRPr sz="16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63.0</a:t>
                      </a:r>
                      <a:endParaRPr sz="16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239</a:t>
                      </a:r>
                      <a:endParaRPr sz="16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1問1件・単語</a:t>
                      </a:r>
                      <a:endParaRPr sz="16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92,749</a:t>
                      </a:r>
                      <a:endParaRPr sz="16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3.2</a:t>
                      </a:r>
                      <a:endParaRPr sz="16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2.0</a:t>
                      </a:r>
                      <a:endParaRPr sz="16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10.0</a:t>
                      </a:r>
                      <a:endParaRPr sz="16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43</a:t>
                      </a:r>
                      <a:endParaRPr sz="16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全正解注釈・文字</a:t>
                      </a:r>
                      <a:endParaRPr sz="16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107,123</a:t>
                      </a:r>
                      <a:endParaRPr sz="16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20.1</a:t>
                      </a:r>
                      <a:endParaRPr sz="16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14.0</a:t>
                      </a:r>
                      <a:endParaRPr sz="16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63.0</a:t>
                      </a:r>
                      <a:endParaRPr sz="16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239</a:t>
                      </a:r>
                      <a:endParaRPr sz="16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全正解注釈・単語</a:t>
                      </a:r>
                      <a:endParaRPr sz="16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107,123</a:t>
                      </a:r>
                      <a:endParaRPr sz="16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3.1</a:t>
                      </a:r>
                      <a:endParaRPr sz="16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2.0</a:t>
                      </a:r>
                      <a:endParaRPr sz="16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10.0</a:t>
                      </a:r>
                      <a:endParaRPr sz="16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Arial"/>
                          <a:ea typeface="ＭＳ Ｐゴシック"/>
                          <a:cs typeface="Arial"/>
                        </a:defRPr>
                      </a:pPr>
                      <a:r>
                        <a:rPr sz="1600" b="0" lang="ja-JP">
                          <a:solidFill>
                            <a:srgbClr val="303437"/>
                          </a:solidFill>
                          <a:latin typeface="Arial"/>
                          <a:ea typeface="ＭＳ Ｐゴシック"/>
                          <a:cs typeface="Arial"/>
                        </a:rPr>
                        <a:t>43</a:t>
                      </a:r>
                      <a:endParaRPr sz="16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833243"/>
            <a:ext cx="8046720" cy="929256"/>
          </a:xfrm>
          <a:prstGeom prst="rect">
            <a:avLst/>
          </a:prstGeom>
          <a:noFill/>
        </p:spPr>
        <p:txBody>
          <a:bodyPr wrap="square" anchor="t" lIns="91425" rIns="91425" tIns="91425" bIns="91425">
            <a:no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l">
              <a:defRPr sz="1700" lang="ja-JP">
                <a:latin typeface="Arial"/>
                <a:ea typeface="ＭＳ Ｐゴシック"/>
                <a:cs typeface="Arial"/>
              </a:defRPr>
            </a:pPr>
            <a:r>
              <a:rPr sz="1700" lang="ja-JP">
                <a:solidFill>
                  <a:srgbClr val="303437"/>
                </a:solidFill>
                <a:latin typeface="Arial"/>
                <a:ea typeface="ＭＳ Ｐゴシック"/>
                <a:cs typeface="Arial"/>
              </a:rPr>
              <a:t>学習用＋開発用を集計。回答不能の質問は除外。</a:t>
            </a:r>
            <a:endParaRPr sz="1700" lang="ja-JP">
              <a:latin typeface="Arial"/>
              <a:ea typeface="ＭＳ Ｐゴシック"/>
              <a:cs typeface="Arial"/>
            </a:endParaRPr>
          </a:p>
          <a:p>
            <a:pPr algn="l">
              <a:defRPr sz="1700" lang="ja-JP">
                <a:latin typeface="Arial"/>
                <a:ea typeface="ＭＳ Ｐゴシック"/>
                <a:cs typeface="Arial"/>
              </a:defRPr>
            </a:pPr>
            <a:r>
              <a:rPr sz="1700" lang="ja-JP">
                <a:solidFill>
                  <a:srgbClr val="303437"/>
                </a:solidFill>
                <a:latin typeface="Arial"/>
                <a:ea typeface="ＭＳ Ｐゴシック"/>
                <a:cs typeface="Arial"/>
              </a:rPr>
              <a:t>全正解注釈では、同じ質問の複数正解・重複注釈も数える。</a:t>
            </a:r>
            <a:endParaRPr sz="1700" lang="ja-JP">
              <a:latin typeface="Arial"/>
              <a:ea typeface="ＭＳ Ｐゴシック"/>
              <a:cs typeface="Arial"/>
            </a:endParaRPr>
          </a:p>
        </p:txBody>
      </p:sp>
      <p:sp>
        <p:nvSpPr>
          <p:cNvPr id="6"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https://github.com/rajpurkar/SQuAD-explorer/tree/master/dataset</a:t>
            </a:r>
            <a:endParaRPr sz="850" lang="ja-JP">
              <a:latin typeface="Arial"/>
              <a:ea typeface="ＭＳ Ｐゴシック"/>
              <a:cs typeface="Arial"/>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入力段落の記述統計 バージョン1.1・train</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3 詳細統計と極値</a:t>
            </a:r>
            <a:endParaRPr sz="1400" lang="ja-JP">
              <a:latin typeface="Arial"/>
              <a:ea typeface="ＭＳ Ｐゴシック"/>
              <a:cs typeface="Arial"/>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context [1]</a:t>
                      </a:r>
                      <a:endParaRPr sz="17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件数</a:t>
                      </a:r>
                      <a:endParaRPr sz="17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平均</a:t>
                      </a:r>
                      <a:endParaRPr sz="17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SD</a:t>
                      </a:r>
                      <a:endParaRPr sz="17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中央値</a:t>
                      </a:r>
                      <a:endParaRPr sz="17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95%点</a:t>
                      </a:r>
                      <a:endParaRPr sz="17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最大</a:t>
                      </a:r>
                      <a:endParaRPr sz="17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文字数</a:t>
                      </a:r>
                      <a:endParaRPr sz="17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18896</a:t>
                      </a:r>
                      <a:endParaRPr sz="17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735.8</a:t>
                      </a:r>
                      <a:endParaRPr sz="17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310.0</a:t>
                      </a:r>
                      <a:endParaRPr sz="17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678.0</a:t>
                      </a:r>
                      <a:endParaRPr sz="17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1311.0</a:t>
                      </a:r>
                      <a:endParaRPr sz="17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3706</a:t>
                      </a:r>
                      <a:endParaRPr sz="17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単語数</a:t>
                      </a:r>
                      <a:endParaRPr sz="17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18896</a:t>
                      </a:r>
                      <a:endParaRPr sz="17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116.6</a:t>
                      </a:r>
                      <a:endParaRPr sz="17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49.7</a:t>
                      </a:r>
                      <a:endParaRPr sz="17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107.0</a:t>
                      </a:r>
                      <a:endParaRPr sz="17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210.0</a:t>
                      </a:r>
                      <a:endParaRPr sz="17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653</a:t>
                      </a:r>
                      <a:endParaRPr sz="17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703320"/>
            <a:ext cx="8046720" cy="771525"/>
          </a:xfrm>
          <a:prstGeom prst="rect">
            <a:avLst/>
          </a:prstGeom>
          <a:noFill/>
        </p:spPr>
        <p:txBody>
          <a:bodyPr wrap="square" anchor="t" lIns="91425" rIns="91425" tIns="91425" bIns="91425">
            <a:no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l">
              <a:defRPr sz="2000" lang="ja-JP">
                <a:latin typeface="Arial"/>
                <a:ea typeface="ＭＳ Ｐゴシック"/>
                <a:cs typeface="Arial"/>
              </a:defRPr>
            </a:pPr>
            <a:r>
              <a:rPr sz="2000" b="0" lang="ja-JP">
                <a:solidFill>
                  <a:srgbClr val="303437"/>
                </a:solidFill>
                <a:latin typeface="Arial"/>
                <a:ea typeface="ＭＳ Ｐゴシック"/>
                <a:cs typeface="Arial"/>
              </a:rPr>
              <a:t>各段落を1回ずつ集計（質問数による重複は含めない）。</a:t>
            </a:r>
            <a:endParaRPr sz="2000" lang="ja-JP">
              <a:latin typeface="Arial"/>
              <a:ea typeface="ＭＳ Ｐゴシック"/>
              <a:cs typeface="Arial"/>
            </a:endParaRPr>
          </a:p>
          <a:p>
            <a:pPr algn="l">
              <a:defRPr sz="2000" lang="ja-JP">
                <a:latin typeface="Arial"/>
                <a:ea typeface="ＭＳ Ｐゴシック"/>
                <a:cs typeface="Arial"/>
              </a:defRPr>
            </a:pPr>
            <a:r>
              <a:rPr sz="2000" b="0" lang="ja-JP">
                <a:solidFill>
                  <a:srgbClr val="303437"/>
                </a:solidFill>
                <a:latin typeface="Arial"/>
                <a:ea typeface="ＭＳ Ｐゴシック"/>
                <a:cs typeface="Arial"/>
              </a:rPr>
              <a:t>文字数は前後空白除去／単語数は空白分割。</a:t>
            </a:r>
            <a:endParaRPr sz="2000" lang="ja-JP">
              <a:latin typeface="Arial"/>
              <a:ea typeface="ＭＳ Ｐゴシック"/>
              <a:cs typeface="Arial"/>
            </a:endParaRPr>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各行の最大値に対応するIDと具体例は、以降の「最大値の実例」に掲載。</a:t>
            </a:r>
            <a:endParaRPr sz="850" lang="ja-JP">
              <a:latin typeface="Arial"/>
              <a:ea typeface="ＭＳ Ｐゴシック"/>
              <a:cs typeface="Arial"/>
            </a:endParaRPr>
          </a:p>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https://github.com/rajpurkar/SQuAD-explorer/tree/master/dataset</a:t>
            </a:r>
            <a:endParaRPr sz="850" lang="ja-JP">
              <a:latin typeface="Arial"/>
              <a:ea typeface="ＭＳ Ｐゴシック"/>
              <a:cs typeface="Arial"/>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入力段落の記述統計 バージョン1.1・dev</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3 詳細統計と極値</a:t>
            </a:r>
            <a:endParaRPr sz="1400" lang="ja-JP">
              <a:latin typeface="Arial"/>
              <a:ea typeface="ＭＳ Ｐゴシック"/>
              <a:cs typeface="Arial"/>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context [1]</a:t>
                      </a:r>
                      <a:endParaRPr sz="17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件数</a:t>
                      </a:r>
                      <a:endParaRPr sz="17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平均</a:t>
                      </a:r>
                      <a:endParaRPr sz="17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SD</a:t>
                      </a:r>
                      <a:endParaRPr sz="17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中央値</a:t>
                      </a:r>
                      <a:endParaRPr sz="17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95%点</a:t>
                      </a:r>
                      <a:endParaRPr sz="17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最大</a:t>
                      </a:r>
                      <a:endParaRPr sz="17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文字数</a:t>
                      </a:r>
                      <a:endParaRPr sz="17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2067</a:t>
                      </a:r>
                      <a:endParaRPr sz="17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774.3</a:t>
                      </a:r>
                      <a:endParaRPr sz="17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342.9</a:t>
                      </a:r>
                      <a:endParaRPr sz="17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700.0</a:t>
                      </a:r>
                      <a:endParaRPr sz="17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1338.0</a:t>
                      </a:r>
                      <a:endParaRPr sz="17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4063</a:t>
                      </a:r>
                      <a:endParaRPr sz="17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単語数</a:t>
                      </a:r>
                      <a:endParaRPr sz="17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2067</a:t>
                      </a:r>
                      <a:endParaRPr sz="17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122.8</a:t>
                      </a:r>
                      <a:endParaRPr sz="17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54.8</a:t>
                      </a:r>
                      <a:endParaRPr sz="17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111.0</a:t>
                      </a:r>
                      <a:endParaRPr sz="17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213.0</a:t>
                      </a:r>
                      <a:endParaRPr sz="17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629</a:t>
                      </a:r>
                      <a:endParaRPr sz="17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703320"/>
            <a:ext cx="8046720" cy="771525"/>
          </a:xfrm>
          <a:prstGeom prst="rect">
            <a:avLst/>
          </a:prstGeom>
          <a:noFill/>
        </p:spPr>
        <p:txBody>
          <a:bodyPr wrap="square" anchor="t" lIns="91425" rIns="91425" tIns="91425" bIns="91425">
            <a:no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l">
              <a:defRPr sz="2000" lang="ja-JP">
                <a:latin typeface="Arial"/>
                <a:ea typeface="ＭＳ Ｐゴシック"/>
                <a:cs typeface="Arial"/>
              </a:defRPr>
            </a:pPr>
            <a:r>
              <a:rPr sz="2000" b="0" lang="ja-JP">
                <a:solidFill>
                  <a:srgbClr val="303437"/>
                </a:solidFill>
                <a:latin typeface="Arial"/>
                <a:ea typeface="ＭＳ Ｐゴシック"/>
                <a:cs typeface="Arial"/>
              </a:rPr>
              <a:t>各段落を1回ずつ集計（質問数による重複は含めない）。</a:t>
            </a:r>
            <a:endParaRPr sz="2000" lang="ja-JP">
              <a:latin typeface="Arial"/>
              <a:ea typeface="ＭＳ Ｐゴシック"/>
              <a:cs typeface="Arial"/>
            </a:endParaRPr>
          </a:p>
          <a:p>
            <a:pPr algn="l">
              <a:defRPr sz="2000" lang="ja-JP">
                <a:latin typeface="Arial"/>
                <a:ea typeface="ＭＳ Ｐゴシック"/>
                <a:cs typeface="Arial"/>
              </a:defRPr>
            </a:pPr>
            <a:r>
              <a:rPr sz="2000" b="0" lang="ja-JP">
                <a:solidFill>
                  <a:srgbClr val="303437"/>
                </a:solidFill>
                <a:latin typeface="Arial"/>
                <a:ea typeface="ＭＳ Ｐゴシック"/>
                <a:cs typeface="Arial"/>
              </a:rPr>
              <a:t>文字数は前後空白除去／単語数は空白分割。</a:t>
            </a:r>
            <a:endParaRPr sz="2000" lang="ja-JP">
              <a:latin typeface="Arial"/>
              <a:ea typeface="ＭＳ Ｐゴシック"/>
              <a:cs typeface="Arial"/>
            </a:endParaRPr>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各行の最大値に対応するIDと具体例は、以降の「最大値の実例」に掲載。</a:t>
            </a:r>
            <a:endParaRPr sz="850" lang="ja-JP">
              <a:latin typeface="Arial"/>
              <a:ea typeface="ＭＳ Ｐゴシック"/>
              <a:cs typeface="Arial"/>
            </a:endParaRPr>
          </a:p>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https://github.com/rajpurkar/SQuAD-explorer/tree/master/dataset</a:t>
            </a:r>
            <a:endParaRPr sz="850" lang="ja-JP">
              <a:latin typeface="Arial"/>
              <a:ea typeface="ＭＳ Ｐゴシック"/>
              <a:cs typeface="Arial"/>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入力段落の記述統計 バージョン2.0・train</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3 詳細統計と極値</a:t>
            </a:r>
            <a:endParaRPr sz="1400" lang="ja-JP">
              <a:latin typeface="Arial"/>
              <a:ea typeface="ＭＳ Ｐゴシック"/>
              <a:cs typeface="Arial"/>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context [1]</a:t>
                      </a:r>
                      <a:endParaRPr sz="17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件数</a:t>
                      </a:r>
                      <a:endParaRPr sz="17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平均</a:t>
                      </a:r>
                      <a:endParaRPr sz="17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SD</a:t>
                      </a:r>
                      <a:endParaRPr sz="17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中央値</a:t>
                      </a:r>
                      <a:endParaRPr sz="17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95%点</a:t>
                      </a:r>
                      <a:endParaRPr sz="17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最大</a:t>
                      </a:r>
                      <a:endParaRPr sz="17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文字数</a:t>
                      </a:r>
                      <a:endParaRPr sz="17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19035</a:t>
                      </a:r>
                      <a:endParaRPr sz="17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735.5</a:t>
                      </a:r>
                      <a:endParaRPr sz="17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309.8</a:t>
                      </a:r>
                      <a:endParaRPr sz="17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677.0</a:t>
                      </a:r>
                      <a:endParaRPr sz="17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1310.3</a:t>
                      </a:r>
                      <a:endParaRPr sz="17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3706</a:t>
                      </a:r>
                      <a:endParaRPr sz="17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単語数</a:t>
                      </a:r>
                      <a:endParaRPr sz="17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19035</a:t>
                      </a:r>
                      <a:endParaRPr sz="17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116.6</a:t>
                      </a:r>
                      <a:endParaRPr sz="17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49.7</a:t>
                      </a:r>
                      <a:endParaRPr sz="17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107.0</a:t>
                      </a:r>
                      <a:endParaRPr sz="17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209.0</a:t>
                      </a:r>
                      <a:endParaRPr sz="17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653</a:t>
                      </a:r>
                      <a:endParaRPr sz="17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703320"/>
            <a:ext cx="8046720" cy="771525"/>
          </a:xfrm>
          <a:prstGeom prst="rect">
            <a:avLst/>
          </a:prstGeom>
          <a:noFill/>
        </p:spPr>
        <p:txBody>
          <a:bodyPr wrap="square" anchor="t" lIns="91425" rIns="91425" tIns="91425" bIns="91425">
            <a:no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l">
              <a:defRPr sz="2000" lang="ja-JP">
                <a:latin typeface="Arial"/>
                <a:ea typeface="ＭＳ Ｐゴシック"/>
                <a:cs typeface="Arial"/>
              </a:defRPr>
            </a:pPr>
            <a:r>
              <a:rPr sz="2000" b="0" lang="ja-JP">
                <a:solidFill>
                  <a:srgbClr val="303437"/>
                </a:solidFill>
                <a:latin typeface="Arial"/>
                <a:ea typeface="ＭＳ Ｐゴシック"/>
                <a:cs typeface="Arial"/>
              </a:rPr>
              <a:t>各段落を1回ずつ集計（質問数による重複は含めない）。</a:t>
            </a:r>
            <a:endParaRPr sz="2000" lang="ja-JP">
              <a:latin typeface="Arial"/>
              <a:ea typeface="ＭＳ Ｐゴシック"/>
              <a:cs typeface="Arial"/>
            </a:endParaRPr>
          </a:p>
          <a:p>
            <a:pPr algn="l">
              <a:defRPr sz="2000" lang="ja-JP">
                <a:latin typeface="Arial"/>
                <a:ea typeface="ＭＳ Ｐゴシック"/>
                <a:cs typeface="Arial"/>
              </a:defRPr>
            </a:pPr>
            <a:r>
              <a:rPr sz="2000" b="0" lang="ja-JP">
                <a:solidFill>
                  <a:srgbClr val="303437"/>
                </a:solidFill>
                <a:latin typeface="Arial"/>
                <a:ea typeface="ＭＳ Ｐゴシック"/>
                <a:cs typeface="Arial"/>
              </a:rPr>
              <a:t>文字数は前後空白除去／単語数は空白分割。</a:t>
            </a:r>
            <a:endParaRPr sz="2000" lang="ja-JP">
              <a:latin typeface="Arial"/>
              <a:ea typeface="ＭＳ Ｐゴシック"/>
              <a:cs typeface="Arial"/>
            </a:endParaRPr>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各行の最大値に対応するIDと具体例は、以降の「最大値の実例」に掲載。</a:t>
            </a:r>
            <a:endParaRPr sz="850" lang="ja-JP">
              <a:latin typeface="Arial"/>
              <a:ea typeface="ＭＳ Ｐゴシック"/>
              <a:cs typeface="Arial"/>
            </a:endParaRPr>
          </a:p>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https://github.com/rajpurkar/SQuAD-explorer/tree/master/dataset</a:t>
            </a:r>
            <a:endParaRPr sz="850" lang="ja-JP">
              <a:latin typeface="Arial"/>
              <a:ea typeface="ＭＳ Ｐゴシック"/>
              <a:cs typeface="Arial"/>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入力段落の記述統計 バージョン2.0・dev</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3 詳細統計と極値</a:t>
            </a:r>
            <a:endParaRPr sz="1400" lang="ja-JP">
              <a:latin typeface="Arial"/>
              <a:ea typeface="ＭＳ Ｐゴシック"/>
              <a:cs typeface="Arial"/>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context [1]</a:t>
                      </a:r>
                      <a:endParaRPr sz="17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件数</a:t>
                      </a:r>
                      <a:endParaRPr sz="17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平均</a:t>
                      </a:r>
                      <a:endParaRPr sz="17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SD</a:t>
                      </a:r>
                      <a:endParaRPr sz="17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中央値</a:t>
                      </a:r>
                      <a:endParaRPr sz="17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95%点</a:t>
                      </a:r>
                      <a:endParaRPr sz="17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最大</a:t>
                      </a:r>
                      <a:endParaRPr sz="17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文字数</a:t>
                      </a:r>
                      <a:endParaRPr sz="17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1204</a:t>
                      </a:r>
                      <a:endParaRPr sz="17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802.6</a:t>
                      </a:r>
                      <a:endParaRPr sz="17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359.6</a:t>
                      </a:r>
                      <a:endParaRPr sz="17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711.5</a:t>
                      </a:r>
                      <a:endParaRPr sz="17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1425.9</a:t>
                      </a:r>
                      <a:endParaRPr sz="17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4063</a:t>
                      </a:r>
                      <a:endParaRPr sz="17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単語数</a:t>
                      </a:r>
                      <a:endParaRPr sz="17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1204</a:t>
                      </a:r>
                      <a:endParaRPr sz="17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126.6</a:t>
                      </a:r>
                      <a:endParaRPr sz="17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57.4</a:t>
                      </a:r>
                      <a:endParaRPr sz="17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113.0</a:t>
                      </a:r>
                      <a:endParaRPr sz="17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223.8</a:t>
                      </a:r>
                      <a:endParaRPr sz="17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629</a:t>
                      </a:r>
                      <a:endParaRPr sz="17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703320"/>
            <a:ext cx="8046720" cy="771525"/>
          </a:xfrm>
          <a:prstGeom prst="rect">
            <a:avLst/>
          </a:prstGeom>
          <a:noFill/>
        </p:spPr>
        <p:txBody>
          <a:bodyPr wrap="square" anchor="t" lIns="91425" rIns="91425" tIns="91425" bIns="91425">
            <a:no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l">
              <a:defRPr sz="2000" lang="ja-JP">
                <a:latin typeface="Arial"/>
                <a:ea typeface="ＭＳ Ｐゴシック"/>
                <a:cs typeface="Arial"/>
              </a:defRPr>
            </a:pPr>
            <a:r>
              <a:rPr sz="2000" b="0" lang="ja-JP">
                <a:solidFill>
                  <a:srgbClr val="303437"/>
                </a:solidFill>
                <a:latin typeface="Arial"/>
                <a:ea typeface="ＭＳ Ｐゴシック"/>
                <a:cs typeface="Arial"/>
              </a:rPr>
              <a:t>各段落を1回ずつ集計（質問数による重複は含めない）。</a:t>
            </a:r>
            <a:endParaRPr sz="2000" lang="ja-JP">
              <a:latin typeface="Arial"/>
              <a:ea typeface="ＭＳ Ｐゴシック"/>
              <a:cs typeface="Arial"/>
            </a:endParaRPr>
          </a:p>
          <a:p>
            <a:pPr algn="l">
              <a:defRPr sz="2000" lang="ja-JP">
                <a:latin typeface="Arial"/>
                <a:ea typeface="ＭＳ Ｐゴシック"/>
                <a:cs typeface="Arial"/>
              </a:defRPr>
            </a:pPr>
            <a:r>
              <a:rPr sz="2000" b="0" lang="ja-JP">
                <a:solidFill>
                  <a:srgbClr val="303437"/>
                </a:solidFill>
                <a:latin typeface="Arial"/>
                <a:ea typeface="ＭＳ Ｐゴシック"/>
                <a:cs typeface="Arial"/>
              </a:rPr>
              <a:t>文字数は前後空白除去／単語数は空白分割。</a:t>
            </a:r>
            <a:endParaRPr sz="2000" lang="ja-JP">
              <a:latin typeface="Arial"/>
              <a:ea typeface="ＭＳ Ｐゴシック"/>
              <a:cs typeface="Arial"/>
            </a:endParaRPr>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各行の最大値に対応するIDと具体例は、以降の「最大値の実例」に掲載。</a:t>
            </a:r>
            <a:endParaRPr sz="850" lang="ja-JP">
              <a:latin typeface="Arial"/>
              <a:ea typeface="ＭＳ Ｐゴシック"/>
              <a:cs typeface="Arial"/>
            </a:endParaRPr>
          </a:p>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https://github.com/rajpurkar/SQuAD-explorer/tree/master/dataset</a:t>
            </a:r>
            <a:endParaRPr sz="850" lang="ja-JP">
              <a:latin typeface="Arial"/>
              <a:ea typeface="ＭＳ Ｐゴシック"/>
              <a:cs typeface="Arial"/>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最大値の実例 1 Age of Enlightenment</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3 詳細統計と極値</a:t>
            </a:r>
            <a:endParaRPr sz="1400" lang="ja-JP">
              <a:latin typeface="Arial"/>
              <a:ea typeface="ＭＳ Ｐゴシック"/>
              <a:cs typeface="Arial"/>
            </a:endParaRPr>
          </a:p>
        </p:txBody>
      </p:sp>
      <p:sp>
        <p:nvSpPr>
          <p:cNvPr id="4" name="content-text"/>
          <p:cNvSpPr txBox="1"/>
          <p:nvPr/>
        </p:nvSpPr>
        <p:spPr>
          <a:xfrm>
            <a:off x="594360" y="1465897"/>
            <a:ext cx="8046720" cy="3086100"/>
          </a:xfrm>
          <a:prstGeom prst="rect">
            <a:avLst/>
          </a:prstGeom>
          <a:noFill/>
        </p:spPr>
        <p:txBody>
          <a:bodyPr wrap="square" anchor="t" lIns="91425" rIns="91425" tIns="91425" bIns="91425">
            <a:no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l">
              <a:defRPr sz="1900" lang="ja-JP">
                <a:latin typeface="Arial"/>
                <a:ea typeface="ＭＳ Ｐゴシック"/>
                <a:cs typeface="Arial"/>
              </a:defRPr>
            </a:pPr>
            <a:r>
              <a:rPr sz="1900" b="0" lang="ja-JP">
                <a:solidFill>
                  <a:srgbClr val="303437"/>
                </a:solidFill>
                <a:latin typeface="Arial"/>
                <a:ea typeface="ＭＳ Ｐゴシック"/>
                <a:cs typeface="Arial"/>
              </a:rPr>
              <a:t>質問文字数 270／質問単語数 40 [1]</a:t>
            </a:r>
            <a:endParaRPr sz="1900" lang="ja-JP">
              <a:latin typeface="Arial"/>
              <a:ea typeface="ＭＳ Ｐゴシック"/>
              <a:cs typeface="Arial"/>
            </a:endParaRPr>
          </a:p>
          <a:p>
            <a:pPr algn="l">
              <a:defRPr sz="1800" lang="ja-JP">
                <a:latin typeface="Arial"/>
                <a:ea typeface="ＭＳ Ｐゴシック"/>
                <a:cs typeface="Arial"/>
              </a:defRPr>
            </a:pPr>
            <a:r>
              <a:rPr sz="1800" b="0" lang="ja-JP">
                <a:solidFill>
                  <a:srgbClr val="303437"/>
                </a:solidFill>
                <a:latin typeface="Arial"/>
                <a:ea typeface="ＭＳ Ｐゴシック"/>
                <a:cs typeface="Arial"/>
              </a:rPr>
              <a:t>質問 Which century is considered by some as a "drab" period, however saw significant advancements in the practice of medicine, mathematics, and physics, the development of biological taxonomy, a new understanding of magnetism, and the maturation of chemistry as a discipline?</a:t>
            </a:r>
            <a:endParaRPr sz="1800" lang="ja-JP">
              <a:latin typeface="Arial"/>
              <a:ea typeface="ＭＳ Ｐゴシック"/>
              <a:cs typeface="Arial"/>
            </a:endParaRPr>
          </a:p>
          <a:p>
            <a:pPr algn="l">
              <a:defRPr sz="1800" lang="ja-JP">
                <a:latin typeface="Arial"/>
                <a:ea typeface="ＭＳ Ｐゴシック"/>
                <a:cs typeface="Arial"/>
              </a:defRPr>
            </a:pPr>
            <a:r>
              <a:rPr sz="1800" b="0" lang="ja-JP">
                <a:solidFill>
                  <a:srgbClr val="303437"/>
                </a:solidFill>
                <a:latin typeface="Arial"/>
                <a:ea typeface="ＭＳ Ｐゴシック"/>
                <a:cs typeface="Arial"/>
              </a:rPr>
              <a:t>正解は the 18th century</a:t>
            </a:r>
            <a:endParaRPr sz="1800" lang="ja-JP">
              <a:latin typeface="Arial"/>
              <a:ea typeface="ＭＳ Ｐゴシック"/>
              <a:cs typeface="Arial"/>
            </a:endParaRPr>
          </a:p>
          <a:p>
            <a:pPr algn="l">
              <a:defRPr sz="1600" lang="ja-JP">
                <a:latin typeface="Arial"/>
                <a:ea typeface="ＭＳ Ｐゴシック"/>
                <a:cs typeface="Arial"/>
              </a:defRPr>
            </a:pPr>
            <a:r>
              <a:rPr sz="1600" b="0" lang="ja-JP">
                <a:solidFill>
                  <a:srgbClr val="303437"/>
                </a:solidFill>
                <a:latin typeface="Arial"/>
                <a:ea typeface="ＭＳ Ｐゴシック"/>
                <a:cs typeface="Arial"/>
              </a:rPr>
              <a:t>対象の版と分割は 1.1/train、2.0/train。</a:t>
            </a:r>
            <a:endParaRPr sz="1600" lang="ja-JP">
              <a:latin typeface="Arial"/>
              <a:ea typeface="ＭＳ Ｐゴシック"/>
              <a:cs typeface="Arial"/>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記事名 Age_of_Enlightenment　https://github.com/rajpurkar/SQuAD-explorer/tree/master/dataset　ID 5710dcb5b654c5140001fa10</a:t>
            </a:r>
            <a:endParaRPr sz="850" lang="ja-JP">
              <a:latin typeface="Arial"/>
              <a:ea typeface="ＭＳ Ｐゴシック"/>
              <a:cs typeface="Arial"/>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最大値の原文 1 Age of Enlightenment</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3 詳細統計と極値</a:t>
            </a:r>
            <a:endParaRPr sz="1400" lang="ja-JP">
              <a:latin typeface="Arial"/>
              <a:ea typeface="ＭＳ Ｐゴシック"/>
              <a:cs typeface="Arial"/>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Wikipedia記事の段落から再抜粋（段落全体の長さとは異なる）。</a:t>
            </a:r>
            <a:endParaRPr sz="1700" lang="ja-JP">
              <a:latin typeface="Arial"/>
              <a:ea typeface="ＭＳ Ｐゴシック"/>
              <a:cs typeface="Arial"/>
            </a:endParaRPr>
          </a:p>
        </p:txBody>
      </p:sp>
      <p:sp>
        <p:nvSpPr>
          <p:cNvPr id="5" name="quote-frame"/>
          <p:cNvSpPr/>
          <p:nvPr/>
        </p:nvSpPr>
        <p:spPr>
          <a:xfrm>
            <a:off x="548640" y="1906484"/>
            <a:ext cx="8046720" cy="249300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Philosophes introduced the public to many scientific theories, most notably through the Encyclopédie and the popularization of Newtonianism by Voltaire and Émilie du Châtelet. Some historians have marked the 18th century as a drab period in the history of science; however, the century saw significant advancements in the practice of medicine, mathematics, and physics; the development of biological taxonomy; a new understanding of magnetism and electricity; and the maturation of chemistry as a discipline, which established the foundations of modern chemistry.</a:t>
            </a:r>
            <a:endParaRPr sz="1700" lang="ja-JP">
              <a:latin typeface="Arial"/>
              <a:ea typeface="ＭＳ Ｐゴシック"/>
              <a:cs typeface="Arial"/>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https://github.com/rajpurkar/SQuAD-explorer/tree/master/dataset　ID 5710dcb5b654c5140001fa10</a:t>
            </a:r>
            <a:endParaRPr sz="850" lang="ja-JP">
              <a:latin typeface="Arial"/>
              <a:ea typeface="ＭＳ Ｐゴシック"/>
              <a:cs typeface="Arial"/>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最大値の実例 2 Sahara</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3 詳細統計と極値</a:t>
            </a:r>
            <a:endParaRPr sz="1400" lang="ja-JP">
              <a:latin typeface="Arial"/>
              <a:ea typeface="ＭＳ Ｐゴシック"/>
              <a:cs typeface="Arial"/>
            </a:endParaRPr>
          </a:p>
        </p:txBody>
      </p:sp>
      <p:sp>
        <p:nvSpPr>
          <p:cNvPr id="4" name="content-text"/>
          <p:cNvSpPr txBox="1"/>
          <p:nvPr/>
        </p:nvSpPr>
        <p:spPr>
          <a:xfrm>
            <a:off x="594360" y="1465897"/>
            <a:ext cx="8046720" cy="3086100"/>
          </a:xfrm>
          <a:prstGeom prst="rect">
            <a:avLst/>
          </a:prstGeom>
          <a:noFill/>
        </p:spPr>
        <p:txBody>
          <a:bodyPr wrap="square" anchor="t" lIns="91425" rIns="91425" tIns="91425" bIns="91425">
            <a:no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l">
              <a:defRPr sz="1900" lang="ja-JP">
                <a:latin typeface="Arial"/>
                <a:ea typeface="ＭＳ Ｐゴシック"/>
                <a:cs typeface="Arial"/>
              </a:defRPr>
            </a:pPr>
            <a:r>
              <a:rPr sz="1900" b="0" lang="ja-JP">
                <a:solidFill>
                  <a:srgbClr val="303437"/>
                </a:solidFill>
                <a:latin typeface="Arial"/>
                <a:ea typeface="ＭＳ Ｐゴシック"/>
                <a:cs typeface="Arial"/>
              </a:rPr>
              <a:t>段落文字数 3706／段落単語数 653 </a:t>
            </a:r>
            <a:r>
              <a:rPr sz="1900" b="0" lang="ja-JP">
                <a:solidFill>
                  <a:srgbClr val="303437"/>
                </a:solidFill>
                <a:latin typeface="Arial"/>
                <a:ea typeface="ＭＳ Ｐゴシック"/>
                <a:cs typeface="Arial"/>
              </a:rPr>
              <a:t>[1]</a:t>
            </a:r>
            <a:r>
              <a:rPr sz="1900" b="0" lang="ja-JP">
                <a:solidFill>
                  <a:srgbClr val="303437"/>
                </a:solidFill>
                <a:latin typeface="Arial"/>
                <a:ea typeface="ＭＳ Ｐゴシック"/>
                <a:cs typeface="Arial"/>
              </a:rPr>
              <a:t>。</a:t>
            </a:r>
            <a:endParaRPr sz="1900" lang="ja-JP">
              <a:latin typeface="Arial"/>
              <a:ea typeface="ＭＳ Ｐゴシック"/>
              <a:cs typeface="Arial"/>
            </a:endParaRPr>
          </a:p>
          <a:p>
            <a:pPr algn="l">
              <a:defRPr sz="1800" lang="ja-JP">
                <a:latin typeface="Arial"/>
                <a:ea typeface="ＭＳ Ｐゴシック"/>
                <a:cs typeface="Arial"/>
              </a:defRPr>
            </a:pPr>
            <a:r>
              <a:rPr sz="1800" b="0" lang="ja-JP">
                <a:solidFill>
                  <a:srgbClr val="303437"/>
                </a:solidFill>
                <a:latin typeface="Arial"/>
                <a:ea typeface="ＭＳ Ｐゴシック"/>
                <a:cs typeface="Arial"/>
              </a:rPr>
              <a:t>質問 What is the largest hottest continuously large area worldwide?</a:t>
            </a:r>
            <a:endParaRPr sz="1800" lang="ja-JP">
              <a:latin typeface="Arial"/>
              <a:ea typeface="ＭＳ Ｐゴシック"/>
              <a:cs typeface="Arial"/>
            </a:endParaRPr>
          </a:p>
          <a:p>
            <a:pPr algn="l">
              <a:defRPr sz="1800" lang="ja-JP">
                <a:latin typeface="Arial"/>
                <a:ea typeface="ＭＳ Ｐゴシック"/>
                <a:cs typeface="Arial"/>
              </a:defRPr>
            </a:pPr>
            <a:r>
              <a:rPr sz="1800" b="0" lang="ja-JP">
                <a:solidFill>
                  <a:srgbClr val="303437"/>
                </a:solidFill>
                <a:latin typeface="Arial"/>
                <a:ea typeface="ＭＳ Ｐゴシック"/>
                <a:cs typeface="Arial"/>
              </a:rPr>
              <a:t>正解は the Great Desert</a:t>
            </a:r>
            <a:endParaRPr sz="1800" lang="ja-JP">
              <a:latin typeface="Arial"/>
              <a:ea typeface="ＭＳ Ｐゴシック"/>
              <a:cs typeface="Arial"/>
            </a:endParaRPr>
          </a:p>
          <a:p>
            <a:pPr algn="l">
              <a:defRPr sz="1600" lang="ja-JP">
                <a:latin typeface="Arial"/>
                <a:ea typeface="ＭＳ Ｐゴシック"/>
                <a:cs typeface="Arial"/>
              </a:defRPr>
            </a:pPr>
            <a:r>
              <a:rPr sz="1600" b="0" lang="ja-JP">
                <a:solidFill>
                  <a:srgbClr val="303437"/>
                </a:solidFill>
                <a:latin typeface="Arial"/>
                <a:ea typeface="ＭＳ Ｐゴシック"/>
                <a:cs typeface="Arial"/>
              </a:rPr>
              <a:t>対象の版と分割は 1.1/train、2.0/train。</a:t>
            </a:r>
            <a:endParaRPr sz="1600" lang="ja-JP">
              <a:latin typeface="Arial"/>
              <a:ea typeface="ＭＳ Ｐゴシック"/>
              <a:cs typeface="Arial"/>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記事名 Sahara　https://github.com/rajpurkar/SQuAD-explorer/tree/master/dataset　ID 5728c4163acd2414000dfddf</a:t>
            </a:r>
            <a:endParaRPr sz="850" lang="ja-JP">
              <a:latin typeface="Arial"/>
              <a:ea typeface="ＭＳ Ｐゴシック"/>
              <a:cs typeface="Arial"/>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最大値の原文 2 Sahara</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3 詳細統計と極値</a:t>
            </a:r>
            <a:endParaRPr sz="1400" lang="ja-JP">
              <a:latin typeface="Arial"/>
              <a:ea typeface="ＭＳ Ｐゴシック"/>
              <a:cs typeface="Arial"/>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Wikipedia記事の段落から再抜粋（段落全体の長さとは異なる）。</a:t>
            </a:r>
            <a:endParaRPr sz="1700" lang="ja-JP">
              <a:latin typeface="Arial"/>
              <a:ea typeface="ＭＳ Ｐゴシック"/>
              <a:cs typeface="Arial"/>
            </a:endParaRPr>
          </a:p>
        </p:txBody>
      </p:sp>
      <p:sp>
        <p:nvSpPr>
          <p:cNvPr id="5" name="quote-frame"/>
          <p:cNvSpPr/>
          <p:nvPr/>
        </p:nvSpPr>
        <p:spPr>
          <a:xfrm>
            <a:off x="548640" y="1906484"/>
            <a:ext cx="8046720" cy="249300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A value of 4,300 h or 98% of the time would be recorded in Upper Egypt (Aswan, Luxor) and in the Nubian Desert (Wadi Halfa). The annual average direct solar irradiation is around 2,800 kWh/(m2 year) in the Great Desert. The Sahara has a huge potential for solar energy production. The constantly high position of the sun, the extremely low relative humidity, the lack of vegetation and rainfall make the Great Desert the hottest continuously large area worldwide and certainly the hottest place on Earth during summertime in some spots.</a:t>
            </a:r>
            <a:endParaRPr sz="1700" lang="ja-JP">
              <a:latin typeface="Arial"/>
              <a:ea typeface="ＭＳ Ｐゴシック"/>
              <a:cs typeface="Arial"/>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https://github.com/rajpurkar/SQuAD-explorer/tree/master/dataset　ID 5728c4163acd2414000dfddf</a:t>
            </a:r>
            <a:endParaRPr sz="850" lang="ja-JP">
              <a:latin typeface="Arial"/>
              <a:ea typeface="ＭＳ Ｐゴシック"/>
              <a:cs typeface="Arial"/>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最大値の実例 3 2008 Sichuan earthquake</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3 詳細統計と極値</a:t>
            </a:r>
            <a:endParaRPr sz="1400" lang="ja-JP">
              <a:latin typeface="Arial"/>
              <a:ea typeface="ＭＳ Ｐゴシック"/>
              <a:cs typeface="Arial"/>
            </a:endParaRPr>
          </a:p>
        </p:txBody>
      </p:sp>
      <p:sp>
        <p:nvSpPr>
          <p:cNvPr id="4" name="content-text"/>
          <p:cNvSpPr txBox="1"/>
          <p:nvPr/>
        </p:nvSpPr>
        <p:spPr>
          <a:xfrm>
            <a:off x="594360" y="1465897"/>
            <a:ext cx="8046720" cy="3086100"/>
          </a:xfrm>
          <a:prstGeom prst="rect">
            <a:avLst/>
          </a:prstGeom>
          <a:noFill/>
        </p:spPr>
        <p:txBody>
          <a:bodyPr wrap="square" anchor="t" lIns="91425" rIns="91425" tIns="91425" bIns="91425">
            <a:no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l">
              <a:defRPr sz="1900" lang="ja-JP">
                <a:latin typeface="Arial"/>
                <a:ea typeface="ＭＳ Ｐゴシック"/>
                <a:cs typeface="Arial"/>
              </a:defRPr>
            </a:pPr>
            <a:r>
              <a:rPr sz="1900" b="0" lang="ja-JP">
                <a:solidFill>
                  <a:srgbClr val="303437"/>
                </a:solidFill>
                <a:latin typeface="Arial"/>
                <a:ea typeface="ＭＳ Ｐゴシック"/>
                <a:cs typeface="Arial"/>
              </a:rPr>
              <a:t>回答文字数 239／回答単語数 43 </a:t>
            </a:r>
            <a:r>
              <a:rPr sz="1900" b="0" lang="ja-JP">
                <a:solidFill>
                  <a:srgbClr val="303437"/>
                </a:solidFill>
                <a:latin typeface="Arial"/>
                <a:ea typeface="ＭＳ Ｐゴシック"/>
                <a:cs typeface="Arial"/>
              </a:rPr>
              <a:t>[1]</a:t>
            </a:r>
            <a:r>
              <a:rPr sz="1900" b="0" lang="ja-JP">
                <a:solidFill>
                  <a:srgbClr val="303437"/>
                </a:solidFill>
                <a:latin typeface="Arial"/>
                <a:ea typeface="ＭＳ Ｐゴシック"/>
                <a:cs typeface="Arial"/>
              </a:rPr>
              <a:t>。</a:t>
            </a:r>
            <a:endParaRPr sz="1900" lang="ja-JP">
              <a:latin typeface="Arial"/>
              <a:ea typeface="ＭＳ Ｐゴシック"/>
              <a:cs typeface="Arial"/>
            </a:endParaRPr>
          </a:p>
          <a:p>
            <a:pPr algn="l">
              <a:defRPr sz="1800" lang="ja-JP">
                <a:latin typeface="Arial"/>
                <a:ea typeface="ＭＳ Ｐゴシック"/>
                <a:cs typeface="Arial"/>
              </a:defRPr>
            </a:pPr>
            <a:r>
              <a:rPr sz="1800" b="0" lang="ja-JP">
                <a:solidFill>
                  <a:srgbClr val="303437"/>
                </a:solidFill>
                <a:latin typeface="Arial"/>
                <a:ea typeface="ＭＳ Ｐゴシック"/>
                <a:cs typeface="Arial"/>
              </a:rPr>
              <a:t>質問 What was concluded about the construction?</a:t>
            </a:r>
            <a:endParaRPr sz="1800" lang="ja-JP">
              <a:latin typeface="Arial"/>
              <a:ea typeface="ＭＳ Ｐゴシック"/>
              <a:cs typeface="Arial"/>
            </a:endParaRPr>
          </a:p>
          <a:p>
            <a:pPr algn="l">
              <a:defRPr sz="1800" lang="ja-JP">
                <a:latin typeface="Arial"/>
                <a:ea typeface="ＭＳ Ｐゴシック"/>
                <a:cs typeface="Arial"/>
              </a:defRPr>
            </a:pPr>
            <a:r>
              <a:rPr sz="1800" b="0" lang="ja-JP">
                <a:solidFill>
                  <a:srgbClr val="303437"/>
                </a:solidFill>
                <a:latin typeface="Arial"/>
                <a:ea typeface="ＭＳ Ｐゴシック"/>
                <a:cs typeface="Arial"/>
              </a:rPr>
              <a:t>正解は that the sudden shift of a huge quantity of water into the region could have relaxed the tension between the two sides of the fault, allowing them to move apart, and could have increased the direct pressure on it, causing a violent rupture</a:t>
            </a:r>
            <a:endParaRPr sz="1800" lang="ja-JP">
              <a:latin typeface="Arial"/>
              <a:ea typeface="ＭＳ Ｐゴシック"/>
              <a:cs typeface="Arial"/>
            </a:endParaRPr>
          </a:p>
          <a:p>
            <a:pPr algn="l">
              <a:defRPr sz="1600" lang="ja-JP">
                <a:latin typeface="Arial"/>
                <a:ea typeface="ＭＳ Ｐゴシック"/>
                <a:cs typeface="Arial"/>
              </a:defRPr>
            </a:pPr>
            <a:r>
              <a:rPr sz="1600" b="0" lang="ja-JP">
                <a:solidFill>
                  <a:srgbClr val="303437"/>
                </a:solidFill>
                <a:latin typeface="Arial"/>
                <a:ea typeface="ＭＳ Ｐゴシック"/>
                <a:cs typeface="Arial"/>
              </a:rPr>
              <a:t>対象の版と分割は 1.1/train、2.0/train。</a:t>
            </a:r>
            <a:endParaRPr sz="1600" lang="ja-JP">
              <a:latin typeface="Arial"/>
              <a:ea typeface="ＭＳ Ｐゴシック"/>
              <a:cs typeface="Arial"/>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記事名 2008_Sichuan_earthquake　https://github.com/rajpurkar/SQuAD-explorer/tree/master/dataset　ID 56cec3e8aab44d1400b88a02</a:t>
            </a:r>
            <a:endParaRPr sz="850" lang="ja-JP">
              <a:latin typeface="Arial"/>
              <a:ea typeface="ＭＳ Ｐゴシック"/>
              <a:cs typeface="Arial"/>
            </a:endParaRP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最大値の原文 3 2008 Sichuan earthquake</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3 詳細統計と極値</a:t>
            </a:r>
            <a:endParaRPr sz="1400" lang="ja-JP">
              <a:latin typeface="Arial"/>
              <a:ea typeface="ＭＳ Ｐゴシック"/>
              <a:cs typeface="Arial"/>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Wikipedia記事の段落から再抜粋（段落全体の長さとは異なる）。</a:t>
            </a:r>
            <a:endParaRPr sz="1700" lang="ja-JP">
              <a:latin typeface="Arial"/>
              <a:ea typeface="ＭＳ Ｐゴシック"/>
              <a:cs typeface="Arial"/>
            </a:endParaRPr>
          </a:p>
        </p:txBody>
      </p:sp>
      <p:sp>
        <p:nvSpPr>
          <p:cNvPr id="5" name="quote-frame"/>
          <p:cNvSpPr/>
          <p:nvPr/>
        </p:nvSpPr>
        <p:spPr>
          <a:xfrm>
            <a:off x="548640" y="1906484"/>
            <a:ext cx="8046720" cy="220033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An article in Science suggested that the construction and filling of the Zipingpu Dam may have triggered the earthquake. The chief engineer of the Sichuan Geology and Mineral Bureau said that the sudden shift of a huge quantity of water into the region could have relaxed the tension between the two sides of the fault, allowing them to move apart, and could have increased the direct pressure on it, causing a violent rupture. The effect was "25 times more" than a year's worth of natural stress from tectonic movement.</a:t>
            </a:r>
            <a:endParaRPr sz="1700" lang="ja-JP">
              <a:latin typeface="Arial"/>
              <a:ea typeface="ＭＳ Ｐゴシック"/>
              <a:cs typeface="Arial"/>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https://github.com/rajpurkar/SQuAD-explorer/tree/master/dataset　ID 56cec3e8aab44d1400b88a02</a:t>
            </a:r>
            <a:endParaRPr sz="850" lang="ja-JP">
              <a:latin typeface="Arial"/>
              <a:ea typeface="ＭＳ Ｐゴシック"/>
              <a:cs typeface="Arial"/>
            </a:endParaRP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最大値の実例 4 Construction</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3 詳細統計と極値</a:t>
            </a:r>
            <a:endParaRPr sz="1400" lang="ja-JP">
              <a:latin typeface="Arial"/>
              <a:ea typeface="ＭＳ Ｐゴシック"/>
              <a:cs typeface="Arial"/>
            </a:endParaRPr>
          </a:p>
        </p:txBody>
      </p:sp>
      <p:sp>
        <p:nvSpPr>
          <p:cNvPr id="4" name="content-text"/>
          <p:cNvSpPr txBox="1"/>
          <p:nvPr/>
        </p:nvSpPr>
        <p:spPr>
          <a:xfrm>
            <a:off x="594360" y="1465897"/>
            <a:ext cx="8046720" cy="3086100"/>
          </a:xfrm>
          <a:prstGeom prst="rect">
            <a:avLst/>
          </a:prstGeom>
          <a:noFill/>
        </p:spPr>
        <p:txBody>
          <a:bodyPr wrap="square" anchor="t" lIns="91425" rIns="91425" tIns="91425" bIns="91425">
            <a:no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l">
              <a:defRPr sz="1900" lang="ja-JP">
                <a:latin typeface="Arial"/>
                <a:ea typeface="ＭＳ Ｐゴシック"/>
                <a:cs typeface="Arial"/>
              </a:defRPr>
            </a:pPr>
            <a:r>
              <a:rPr sz="1900" b="0" lang="ja-JP">
                <a:solidFill>
                  <a:srgbClr val="303437"/>
                </a:solidFill>
                <a:latin typeface="Arial"/>
                <a:ea typeface="ＭＳ Ｐゴシック"/>
                <a:cs typeface="Arial"/>
              </a:rPr>
              <a:t>質問文字数 197 [1]</a:t>
            </a:r>
            <a:endParaRPr sz="1900" lang="ja-JP">
              <a:latin typeface="Arial"/>
              <a:ea typeface="ＭＳ Ｐゴシック"/>
              <a:cs typeface="Arial"/>
            </a:endParaRPr>
          </a:p>
          <a:p>
            <a:pPr algn="l">
              <a:defRPr sz="1800" lang="ja-JP">
                <a:latin typeface="Arial"/>
                <a:ea typeface="ＭＳ Ｐゴシック"/>
                <a:cs typeface="Arial"/>
              </a:defRPr>
            </a:pPr>
            <a:r>
              <a:rPr sz="1800" b="0" lang="ja-JP">
                <a:solidFill>
                  <a:srgbClr val="303437"/>
                </a:solidFill>
                <a:latin typeface="Arial"/>
                <a:ea typeface="ＭＳ Ｐゴシック"/>
                <a:cs typeface="Arial"/>
              </a:rPr>
              <a:t>質問 What kind of contract is given when the contractor is given a performance specification and must undertake the project from design to construction, while adhering to the performance specifications?</a:t>
            </a:r>
            <a:endParaRPr sz="1800" lang="ja-JP">
              <a:latin typeface="Arial"/>
              <a:ea typeface="ＭＳ Ｐゴシック"/>
              <a:cs typeface="Arial"/>
            </a:endParaRPr>
          </a:p>
          <a:p>
            <a:pPr algn="l">
              <a:defRPr sz="1800" lang="ja-JP">
                <a:latin typeface="Arial"/>
                <a:ea typeface="ＭＳ Ｐゴシック"/>
                <a:cs typeface="Arial"/>
              </a:defRPr>
            </a:pPr>
            <a:r>
              <a:rPr sz="1800" b="0" lang="ja-JP">
                <a:solidFill>
                  <a:srgbClr val="303437"/>
                </a:solidFill>
                <a:latin typeface="Arial"/>
                <a:ea typeface="ＭＳ Ｐゴシック"/>
                <a:cs typeface="Arial"/>
              </a:rPr>
              <a:t>正解は "design build" contract</a:t>
            </a:r>
            <a:endParaRPr sz="1800" lang="ja-JP">
              <a:latin typeface="Arial"/>
              <a:ea typeface="ＭＳ Ｐゴシック"/>
              <a:cs typeface="Arial"/>
            </a:endParaRPr>
          </a:p>
          <a:p>
            <a:pPr algn="l">
              <a:defRPr sz="1600" lang="ja-JP">
                <a:latin typeface="Arial"/>
                <a:ea typeface="ＭＳ Ｐゴシック"/>
                <a:cs typeface="Arial"/>
              </a:defRPr>
            </a:pPr>
            <a:r>
              <a:rPr sz="1600" b="0" lang="ja-JP">
                <a:solidFill>
                  <a:srgbClr val="303437"/>
                </a:solidFill>
                <a:latin typeface="Arial"/>
                <a:ea typeface="ＭＳ Ｐゴシック"/>
                <a:cs typeface="Arial"/>
              </a:rPr>
              <a:t>対象の版と分割は 1.1/dev、2.0/dev。</a:t>
            </a:r>
            <a:endParaRPr sz="1600" lang="ja-JP">
              <a:latin typeface="Arial"/>
              <a:ea typeface="ＭＳ Ｐゴシック"/>
              <a:cs typeface="Arial"/>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記事名 Construction　https://github.com/rajpurkar/SQuAD-explorer/tree/master/dataset　ID 57274e0d708984140094dbe8</a:t>
            </a:r>
            <a:endParaRPr sz="850" lang="ja-JP">
              <a:latin typeface="Arial"/>
              <a:ea typeface="ＭＳ Ｐゴシック"/>
              <a:cs typeface="Arial"/>
            </a:endParaRP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最大値の原文 4 Construction</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3 詳細統計と極値</a:t>
            </a:r>
            <a:endParaRPr sz="1400" lang="ja-JP">
              <a:latin typeface="Arial"/>
              <a:ea typeface="ＭＳ Ｐゴシック"/>
              <a:cs typeface="Arial"/>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Wikipedia記事の段落から再抜粋（段落全体の長さとは異なる）。</a:t>
            </a:r>
            <a:endParaRPr sz="1700" lang="ja-JP">
              <a:latin typeface="Arial"/>
              <a:ea typeface="ＭＳ Ｐゴシック"/>
              <a:cs typeface="Arial"/>
            </a:endParaRPr>
          </a:p>
        </p:txBody>
      </p:sp>
      <p:sp>
        <p:nvSpPr>
          <p:cNvPr id="5" name="quote-frame"/>
          <p:cNvSpPr/>
          <p:nvPr/>
        </p:nvSpPr>
        <p:spPr>
          <a:xfrm>
            <a:off x="548640" y="1906484"/>
            <a:ext cx="8046720" cy="220033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Presently, a firm that is nominally an "architecture" or "construction management" firm may have experts from all related fields as employees, or to have an associated company that provides each necessary skill. Thus, each such firm may offer itself as "one-stop shopping" for a construction project, from beginning to end. This is designated as a "design build" contract where the contractor is given a performance specification and must undertake the project from design to construction, while adhering to the performance specifications.</a:t>
            </a:r>
            <a:endParaRPr sz="1700" lang="ja-JP">
              <a:latin typeface="Arial"/>
              <a:ea typeface="ＭＳ Ｐゴシック"/>
              <a:cs typeface="Arial"/>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https://github.com/rajpurkar/SQuAD-explorer/tree/master/dataset　ID 57274e0d708984140094dbe8</a:t>
            </a:r>
            <a:endParaRPr sz="850" lang="ja-JP">
              <a:latin typeface="Arial"/>
              <a:ea typeface="ＭＳ Ｐゴシック"/>
              <a:cs typeface="Arial"/>
            </a:endParaRP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最大値の実例 5 Super Bowl 50</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3 詳細統計と極値</a:t>
            </a:r>
            <a:endParaRPr sz="1400" lang="ja-JP">
              <a:latin typeface="Arial"/>
              <a:ea typeface="ＭＳ Ｐゴシック"/>
              <a:cs typeface="Arial"/>
            </a:endParaRPr>
          </a:p>
        </p:txBody>
      </p:sp>
      <p:sp>
        <p:nvSpPr>
          <p:cNvPr id="4" name="content-text"/>
          <p:cNvSpPr txBox="1"/>
          <p:nvPr/>
        </p:nvSpPr>
        <p:spPr>
          <a:xfrm>
            <a:off x="594360" y="1465897"/>
            <a:ext cx="8046720" cy="3086100"/>
          </a:xfrm>
          <a:prstGeom prst="rect">
            <a:avLst/>
          </a:prstGeom>
          <a:noFill/>
        </p:spPr>
        <p:txBody>
          <a:bodyPr wrap="square" anchor="t" lIns="91425" rIns="91425" tIns="91425" bIns="91425">
            <a:no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l">
              <a:defRPr sz="1900" lang="ja-JP">
                <a:latin typeface="Arial"/>
                <a:ea typeface="ＭＳ Ｐゴシック"/>
                <a:cs typeface="Arial"/>
              </a:defRPr>
            </a:pPr>
            <a:r>
              <a:rPr sz="1900" b="0" lang="ja-JP">
                <a:solidFill>
                  <a:srgbClr val="303437"/>
                </a:solidFill>
                <a:latin typeface="Arial"/>
                <a:ea typeface="ＭＳ Ｐゴシック"/>
                <a:cs typeface="Arial"/>
              </a:rPr>
              <a:t>質問単語数 33 [1]</a:t>
            </a:r>
            <a:endParaRPr sz="1900" lang="ja-JP">
              <a:latin typeface="Arial"/>
              <a:ea typeface="ＭＳ Ｐゴシック"/>
              <a:cs typeface="Arial"/>
            </a:endParaRPr>
          </a:p>
          <a:p>
            <a:pPr algn="l">
              <a:defRPr sz="1800" lang="ja-JP">
                <a:latin typeface="Arial"/>
                <a:ea typeface="ＭＳ Ｐゴシック"/>
                <a:cs typeface="Arial"/>
              </a:defRPr>
            </a:pPr>
            <a:r>
              <a:rPr sz="1800" b="0" lang="ja-JP">
                <a:solidFill>
                  <a:srgbClr val="303437"/>
                </a:solidFill>
                <a:latin typeface="Arial"/>
                <a:ea typeface="ＭＳ Ｐゴシック"/>
                <a:cs typeface="Arial"/>
              </a:rPr>
              <a:t>質問 What was the name of the event at the The Embarcadero that was held prior to Super Bowl 50 to help show off some of the things that San Francisco has to offer?</a:t>
            </a:r>
            <a:endParaRPr sz="1800" lang="ja-JP">
              <a:latin typeface="Arial"/>
              <a:ea typeface="ＭＳ Ｐゴシック"/>
              <a:cs typeface="Arial"/>
            </a:endParaRPr>
          </a:p>
          <a:p>
            <a:pPr algn="l">
              <a:defRPr sz="1800" lang="ja-JP">
                <a:latin typeface="Arial"/>
                <a:ea typeface="ＭＳ Ｐゴシック"/>
                <a:cs typeface="Arial"/>
              </a:defRPr>
            </a:pPr>
            <a:r>
              <a:rPr sz="1800" b="0" lang="ja-JP">
                <a:solidFill>
                  <a:srgbClr val="303437"/>
                </a:solidFill>
                <a:latin typeface="Arial"/>
                <a:ea typeface="ＭＳ Ｐゴシック"/>
                <a:cs typeface="Arial"/>
              </a:rPr>
              <a:t>正解は Super Bowl City</a:t>
            </a:r>
            <a:endParaRPr sz="1800" lang="ja-JP">
              <a:latin typeface="Arial"/>
              <a:ea typeface="ＭＳ Ｐゴシック"/>
              <a:cs typeface="Arial"/>
            </a:endParaRPr>
          </a:p>
          <a:p>
            <a:pPr algn="l">
              <a:defRPr sz="1600" lang="ja-JP">
                <a:latin typeface="Arial"/>
                <a:ea typeface="ＭＳ Ｐゴシック"/>
                <a:cs typeface="Arial"/>
              </a:defRPr>
            </a:pPr>
            <a:r>
              <a:rPr sz="1600" b="0" lang="ja-JP">
                <a:solidFill>
                  <a:srgbClr val="303437"/>
                </a:solidFill>
                <a:latin typeface="Arial"/>
                <a:ea typeface="ＭＳ Ｐゴシック"/>
                <a:cs typeface="Arial"/>
              </a:rPr>
              <a:t>対象の版と分割は 1.1/dev。</a:t>
            </a:r>
            <a:endParaRPr sz="1600" lang="ja-JP">
              <a:latin typeface="Arial"/>
              <a:ea typeface="ＭＳ Ｐゴシック"/>
              <a:cs typeface="Arial"/>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記事名 Super_Bowl_50　https://github.com/rajpurkar/SQuAD-explorer/tree/master/dataset　ID 56bf53e73aeaaa14008c95ce</a:t>
            </a:r>
            <a:endParaRPr sz="850" lang="ja-JP">
              <a:latin typeface="Arial"/>
              <a:ea typeface="ＭＳ Ｐゴシック"/>
              <a:cs typeface="Arial"/>
            </a:endParaRP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最大値の原文 5 Super Bowl 50</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3 詳細統計と極値</a:t>
            </a:r>
            <a:endParaRPr sz="1400" lang="ja-JP">
              <a:latin typeface="Arial"/>
              <a:ea typeface="ＭＳ Ｐゴシック"/>
              <a:cs typeface="Arial"/>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Wikipedia記事の段落から再抜粋（段落全体の長さとは異なる）。</a:t>
            </a:r>
            <a:endParaRPr sz="1700" lang="ja-JP">
              <a:latin typeface="Arial"/>
              <a:ea typeface="ＭＳ Ｐゴシック"/>
              <a:cs typeface="Arial"/>
            </a:endParaRPr>
          </a:p>
        </p:txBody>
      </p:sp>
      <p:sp>
        <p:nvSpPr>
          <p:cNvPr id="5" name="quote-frame"/>
          <p:cNvSpPr/>
          <p:nvPr/>
        </p:nvSpPr>
        <p:spPr>
          <a:xfrm>
            <a:off x="548640" y="1906484"/>
            <a:ext cx="8046720" cy="220033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The annual NFL Experience was held at the Moscone Center in San Francisco. In addition, "Super Bowl City" opened on January 30 at Justin Herman Plaza on The Embarcadero, featuring games and activities that will highlight the Bay Area's technology, culinary creations, and cultural diversity. More than 1 million people are expected to attend the festivities in San Francisco during Super Bowl Week. San Francisco mayor Ed Lee said of the highly visible homeless presence in this area "they are going to have to leave".</a:t>
            </a:r>
            <a:endParaRPr sz="1700" lang="ja-JP">
              <a:latin typeface="Arial"/>
              <a:ea typeface="ＭＳ Ｐゴシック"/>
              <a:cs typeface="Arial"/>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https://github.com/rajpurkar/SQuAD-explorer/tree/master/dataset　ID 56bf53e73aeaaa14008c95ce</a:t>
            </a:r>
            <a:endParaRPr sz="850" lang="ja-JP">
              <a:latin typeface="Arial"/>
              <a:ea typeface="ＭＳ Ｐゴシック"/>
              <a:cs typeface="Arial"/>
            </a:endParaRP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最大値の実例 6 European Union law</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3 詳細統計と極値</a:t>
            </a:r>
            <a:endParaRPr sz="1400" lang="ja-JP">
              <a:latin typeface="Arial"/>
              <a:ea typeface="ＭＳ Ｐゴシック"/>
              <a:cs typeface="Arial"/>
            </a:endParaRPr>
          </a:p>
        </p:txBody>
      </p:sp>
      <p:sp>
        <p:nvSpPr>
          <p:cNvPr id="4" name="content-text"/>
          <p:cNvSpPr txBox="1"/>
          <p:nvPr/>
        </p:nvSpPr>
        <p:spPr>
          <a:xfrm>
            <a:off x="594360" y="1465897"/>
            <a:ext cx="8046720" cy="3086100"/>
          </a:xfrm>
          <a:prstGeom prst="rect">
            <a:avLst/>
          </a:prstGeom>
          <a:noFill/>
        </p:spPr>
        <p:txBody>
          <a:bodyPr wrap="square" anchor="t" lIns="91425" rIns="91425" tIns="91425" bIns="91425">
            <a:no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l">
              <a:defRPr sz="1900" lang="ja-JP">
                <a:latin typeface="Arial"/>
                <a:ea typeface="ＭＳ Ｐゴシック"/>
                <a:cs typeface="Arial"/>
              </a:defRPr>
            </a:pPr>
            <a:r>
              <a:rPr sz="1900" b="0" lang="ja-JP">
                <a:solidFill>
                  <a:srgbClr val="303437"/>
                </a:solidFill>
                <a:latin typeface="Arial"/>
                <a:ea typeface="ＭＳ Ｐゴシック"/>
                <a:cs typeface="Arial"/>
              </a:rPr>
              <a:t>段落文字数 4063／段落単語数 629 </a:t>
            </a:r>
            <a:r>
              <a:rPr sz="1900" b="0" lang="ja-JP">
                <a:solidFill>
                  <a:srgbClr val="303437"/>
                </a:solidFill>
                <a:latin typeface="Arial"/>
                <a:ea typeface="ＭＳ Ｐゴシック"/>
                <a:cs typeface="Arial"/>
              </a:rPr>
              <a:t>[1]</a:t>
            </a:r>
            <a:r>
              <a:rPr sz="1900" b="0" lang="ja-JP">
                <a:solidFill>
                  <a:srgbClr val="303437"/>
                </a:solidFill>
                <a:latin typeface="Arial"/>
                <a:ea typeface="ＭＳ Ｐゴシック"/>
                <a:cs typeface="Arial"/>
              </a:rPr>
              <a:t>。</a:t>
            </a:r>
            <a:endParaRPr sz="1900" lang="ja-JP">
              <a:latin typeface="Arial"/>
              <a:ea typeface="ＭＳ Ｐゴシック"/>
              <a:cs typeface="Arial"/>
            </a:endParaRPr>
          </a:p>
          <a:p>
            <a:pPr algn="l">
              <a:defRPr sz="1800" lang="ja-JP">
                <a:latin typeface="Arial"/>
                <a:ea typeface="ＭＳ Ｐゴシック"/>
                <a:cs typeface="Arial"/>
              </a:defRPr>
            </a:pPr>
            <a:r>
              <a:rPr sz="1800" b="0" lang="ja-JP">
                <a:solidFill>
                  <a:srgbClr val="303437"/>
                </a:solidFill>
                <a:latin typeface="Arial"/>
                <a:ea typeface="ＭＳ Ｐゴシック"/>
                <a:cs typeface="Arial"/>
              </a:rPr>
              <a:t>質問 The freedom to provide services under TFEU article 56 applies to who?</a:t>
            </a:r>
            <a:endParaRPr sz="1800" lang="ja-JP">
              <a:latin typeface="Arial"/>
              <a:ea typeface="ＭＳ Ｐゴシック"/>
              <a:cs typeface="Arial"/>
            </a:endParaRPr>
          </a:p>
          <a:p>
            <a:pPr algn="l">
              <a:defRPr sz="1800" lang="ja-JP">
                <a:latin typeface="Arial"/>
                <a:ea typeface="ＭＳ Ｐゴシック"/>
                <a:cs typeface="Arial"/>
              </a:defRPr>
            </a:pPr>
            <a:r>
              <a:rPr sz="1800" b="0" lang="ja-JP">
                <a:solidFill>
                  <a:srgbClr val="303437"/>
                </a:solidFill>
                <a:latin typeface="Arial"/>
                <a:ea typeface="ＭＳ Ｐゴシック"/>
                <a:cs typeface="Arial"/>
              </a:rPr>
              <a:t>正解は to people who give services "for remuneration"</a:t>
            </a:r>
            <a:endParaRPr sz="1800" lang="ja-JP">
              <a:latin typeface="Arial"/>
              <a:ea typeface="ＭＳ Ｐゴシック"/>
              <a:cs typeface="Arial"/>
            </a:endParaRPr>
          </a:p>
          <a:p>
            <a:pPr algn="l">
              <a:defRPr sz="1600" lang="ja-JP">
                <a:latin typeface="Arial"/>
                <a:ea typeface="ＭＳ Ｐゴシック"/>
                <a:cs typeface="Arial"/>
              </a:defRPr>
            </a:pPr>
            <a:r>
              <a:rPr sz="1600" b="0" lang="ja-JP">
                <a:solidFill>
                  <a:srgbClr val="303437"/>
                </a:solidFill>
                <a:latin typeface="Arial"/>
                <a:ea typeface="ＭＳ Ｐゴシック"/>
                <a:cs typeface="Arial"/>
              </a:rPr>
              <a:t>対象の版と分割は 1.1/dev、2.0/dev。</a:t>
            </a:r>
            <a:endParaRPr sz="1600" lang="ja-JP">
              <a:latin typeface="Arial"/>
              <a:ea typeface="ＭＳ Ｐゴシック"/>
              <a:cs typeface="Arial"/>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記事名 European_Union_law　https://github.com/rajpurkar/SQuAD-explorer/tree/master/dataset　ID 5726c3da708984140094d0d9</a:t>
            </a:r>
            <a:endParaRPr sz="850" lang="ja-JP">
              <a:latin typeface="Arial"/>
              <a:ea typeface="ＭＳ Ｐゴシック"/>
              <a:cs typeface="Arial"/>
            </a:endParaRP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最大値の原文 6 European Union law</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3 詳細統計と極値</a:t>
            </a:r>
            <a:endParaRPr sz="1400" lang="ja-JP">
              <a:latin typeface="Arial"/>
              <a:ea typeface="ＭＳ Ｐゴシック"/>
              <a:cs typeface="Arial"/>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Wikipedia記事の段落から再抜粋（段落全体の長さとは異なる）。</a:t>
            </a:r>
            <a:endParaRPr sz="1700" lang="ja-JP">
              <a:latin typeface="Arial"/>
              <a:ea typeface="ＭＳ Ｐゴシック"/>
              <a:cs typeface="Arial"/>
            </a:endParaRPr>
          </a:p>
        </p:txBody>
      </p:sp>
      <p:sp>
        <p:nvSpPr>
          <p:cNvPr id="5" name="quote-frame"/>
          <p:cNvSpPr/>
          <p:nvPr/>
        </p:nvSpPr>
        <p:spPr>
          <a:xfrm>
            <a:off x="548640" y="1906484"/>
            <a:ext cx="8046720" cy="190765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The "freedom to provide services" under TFEU article 56 applies to people who give services "for remuneration", especially commercial or professional activity. For example, in Van Binsbergen v Bestuur van de Bedrijfvereniging voor de Metaalnijverheid a Dutch lawyer moved to Belgium while advising a client in a social security case, and was told he could not continue because Dutch law said only people established in the Netherlands could give legal advice.</a:t>
            </a:r>
            <a:endParaRPr sz="1700" lang="ja-JP">
              <a:latin typeface="Arial"/>
              <a:ea typeface="ＭＳ Ｐゴシック"/>
              <a:cs typeface="Arial"/>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https://github.com/rajpurkar/SQuAD-explorer/tree/master/dataset　ID 5726c3da708984140094d0d9</a:t>
            </a:r>
            <a:endParaRPr sz="850" lang="ja-JP">
              <a:latin typeface="Arial"/>
              <a:ea typeface="ＭＳ Ｐゴシック"/>
              <a:cs typeface="Arial"/>
            </a:endParaRP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最大値の実例 7 French and Indian War</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3 詳細統計と極値</a:t>
            </a:r>
            <a:endParaRPr sz="1400" lang="ja-JP">
              <a:latin typeface="Arial"/>
              <a:ea typeface="ＭＳ Ｐゴシック"/>
              <a:cs typeface="Arial"/>
            </a:endParaRPr>
          </a:p>
        </p:txBody>
      </p:sp>
      <p:sp>
        <p:nvSpPr>
          <p:cNvPr id="4" name="content-text"/>
          <p:cNvSpPr txBox="1"/>
          <p:nvPr/>
        </p:nvSpPr>
        <p:spPr>
          <a:xfrm>
            <a:off x="594360" y="1465897"/>
            <a:ext cx="8046720" cy="3086100"/>
          </a:xfrm>
          <a:prstGeom prst="rect">
            <a:avLst/>
          </a:prstGeom>
          <a:noFill/>
        </p:spPr>
        <p:txBody>
          <a:bodyPr wrap="square" anchor="t" lIns="91425" rIns="91425" tIns="91425" bIns="91425">
            <a:no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l">
              <a:defRPr sz="1900" lang="ja-JP">
                <a:latin typeface="Arial"/>
                <a:ea typeface="ＭＳ Ｐゴシック"/>
                <a:cs typeface="Arial"/>
              </a:defRPr>
            </a:pPr>
            <a:r>
              <a:rPr sz="1900" b="0" lang="ja-JP">
                <a:solidFill>
                  <a:srgbClr val="303437"/>
                </a:solidFill>
                <a:latin typeface="Arial"/>
                <a:ea typeface="ＭＳ Ｐゴシック"/>
                <a:cs typeface="Arial"/>
              </a:rPr>
              <a:t>回答文字数 160 </a:t>
            </a:r>
            <a:r>
              <a:rPr sz="1900" b="0" lang="ja-JP">
                <a:solidFill>
                  <a:srgbClr val="303437"/>
                </a:solidFill>
                <a:latin typeface="Arial"/>
                <a:ea typeface="ＭＳ Ｐゴシック"/>
                <a:cs typeface="Arial"/>
              </a:rPr>
              <a:t>[1]</a:t>
            </a:r>
            <a:r>
              <a:rPr sz="1900" b="0" lang="ja-JP">
                <a:solidFill>
                  <a:srgbClr val="303437"/>
                </a:solidFill>
                <a:latin typeface="Arial"/>
                <a:ea typeface="ＭＳ Ｐゴシック"/>
                <a:cs typeface="Arial"/>
              </a:rPr>
              <a:t>。</a:t>
            </a:r>
            <a:endParaRPr sz="1900" lang="ja-JP">
              <a:latin typeface="Arial"/>
              <a:ea typeface="ＭＳ Ｐゴシック"/>
              <a:cs typeface="Arial"/>
            </a:endParaRPr>
          </a:p>
          <a:p>
            <a:pPr algn="l">
              <a:defRPr sz="1800" lang="ja-JP">
                <a:latin typeface="Arial"/>
                <a:ea typeface="ＭＳ Ｐゴシック"/>
                <a:cs typeface="Arial"/>
              </a:defRPr>
            </a:pPr>
            <a:r>
              <a:rPr sz="1800" b="0" lang="ja-JP">
                <a:solidFill>
                  <a:srgbClr val="303437"/>
                </a:solidFill>
                <a:latin typeface="Arial"/>
                <a:ea typeface="ＭＳ Ｐゴシック"/>
                <a:cs typeface="Arial"/>
              </a:rPr>
              <a:t>質問 What was normal British defense?</a:t>
            </a:r>
            <a:endParaRPr sz="1800" lang="ja-JP">
              <a:latin typeface="Arial"/>
              <a:ea typeface="ＭＳ Ｐゴシック"/>
              <a:cs typeface="Arial"/>
            </a:endParaRPr>
          </a:p>
          <a:p>
            <a:pPr algn="l">
              <a:defRPr sz="1800" lang="ja-JP">
                <a:latin typeface="Arial"/>
                <a:ea typeface="ＭＳ Ｐゴシック"/>
                <a:cs typeface="Arial"/>
              </a:defRPr>
            </a:pPr>
            <a:r>
              <a:rPr sz="1800" b="0" lang="ja-JP">
                <a:solidFill>
                  <a:srgbClr val="303437"/>
                </a:solidFill>
                <a:latin typeface="Arial"/>
                <a:ea typeface="ＭＳ Ｐゴシック"/>
                <a:cs typeface="Arial"/>
              </a:rPr>
              <a:t>正解は mustered local militia companies, generally ill trained and available only for short periods, to deal with native threats, but did not have any standing forces.</a:t>
            </a:r>
            <a:endParaRPr sz="1800" lang="ja-JP">
              <a:latin typeface="Arial"/>
              <a:ea typeface="ＭＳ Ｐゴシック"/>
              <a:cs typeface="Arial"/>
            </a:endParaRPr>
          </a:p>
          <a:p>
            <a:pPr algn="l">
              <a:defRPr sz="1600" lang="ja-JP">
                <a:latin typeface="Arial"/>
                <a:ea typeface="ＭＳ Ｐゴシック"/>
                <a:cs typeface="Arial"/>
              </a:defRPr>
            </a:pPr>
            <a:r>
              <a:rPr sz="1600" b="0" lang="ja-JP">
                <a:solidFill>
                  <a:srgbClr val="303437"/>
                </a:solidFill>
                <a:latin typeface="Arial"/>
                <a:ea typeface="ＭＳ Ｐゴシック"/>
                <a:cs typeface="Arial"/>
              </a:rPr>
              <a:t>対象の版と分割は 1.1/dev、2.0/dev。</a:t>
            </a:r>
            <a:endParaRPr sz="1600" lang="ja-JP">
              <a:latin typeface="Arial"/>
              <a:ea typeface="ＭＳ Ｐゴシック"/>
              <a:cs typeface="Arial"/>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記事名 French_and_Indian_War　https://github.com/rajpurkar/SQuAD-explorer/tree/master/dataset　ID 5733dab4d058e614000b640b</a:t>
            </a:r>
            <a:endParaRPr sz="850" lang="ja-JP">
              <a:latin typeface="Arial"/>
              <a:ea typeface="ＭＳ Ｐゴシック"/>
              <a:cs typeface="Arial"/>
            </a:endParaRP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最大値の原文 7 French and Indian War</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3 詳細統計と極値</a:t>
            </a:r>
            <a:endParaRPr sz="1400" lang="ja-JP">
              <a:latin typeface="Arial"/>
              <a:ea typeface="ＭＳ Ｐゴシック"/>
              <a:cs typeface="Arial"/>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Wikipedia記事の段落から再抜粋（段落全体の長さとは異なる）。</a:t>
            </a:r>
            <a:endParaRPr sz="1700" lang="ja-JP">
              <a:latin typeface="Arial"/>
              <a:ea typeface="ＭＳ Ｐゴシック"/>
              <a:cs typeface="Arial"/>
            </a:endParaRPr>
          </a:p>
        </p:txBody>
      </p:sp>
      <p:sp>
        <p:nvSpPr>
          <p:cNvPr id="5" name="quote-frame"/>
          <p:cNvSpPr/>
          <p:nvPr/>
        </p:nvSpPr>
        <p:spPr>
          <a:xfrm>
            <a:off x="548640" y="1906484"/>
            <a:ext cx="8046720" cy="190765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New France was defended by about 3,000 troupes de la marine, companies of colonial regulars (some of whom had significant woodland combat experience). The colonial government recruited militia support when needed. Most British colonies mustered local militia companies, generally ill trained and available only for short periods, to deal with native threats, but did not have any standing forces.</a:t>
            </a:r>
            <a:endParaRPr sz="1700" lang="ja-JP">
              <a:latin typeface="Arial"/>
              <a:ea typeface="ＭＳ Ｐゴシック"/>
              <a:cs typeface="Arial"/>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https://github.com/rajpurkar/SQuAD-explorer/tree/master/dataset　ID 5733dab4d058e614000b640b</a:t>
            </a:r>
            <a:endParaRPr sz="850" lang="ja-JP">
              <a:latin typeface="Arial"/>
              <a:ea typeface="ＭＳ Ｐゴシック"/>
              <a:cs typeface="Arial"/>
            </a:endParaRP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最大値の実例 8 Ctenophora</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3 詳細統計と極値</a:t>
            </a:r>
            <a:endParaRPr sz="1400" lang="ja-JP">
              <a:latin typeface="Arial"/>
              <a:ea typeface="ＭＳ Ｐゴシック"/>
              <a:cs typeface="Arial"/>
            </a:endParaRPr>
          </a:p>
        </p:txBody>
      </p:sp>
      <p:sp>
        <p:nvSpPr>
          <p:cNvPr id="4" name="content-text"/>
          <p:cNvSpPr txBox="1"/>
          <p:nvPr/>
        </p:nvSpPr>
        <p:spPr>
          <a:xfrm>
            <a:off x="594360" y="1465897"/>
            <a:ext cx="8046720" cy="3086100"/>
          </a:xfrm>
          <a:prstGeom prst="rect">
            <a:avLst/>
          </a:prstGeom>
          <a:noFill/>
        </p:spPr>
        <p:txBody>
          <a:bodyPr wrap="square" anchor="t" lIns="91425" rIns="91425" tIns="91425" bIns="91425">
            <a:no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l">
              <a:defRPr sz="1900" lang="ja-JP">
                <a:latin typeface="Arial"/>
                <a:ea typeface="ＭＳ Ｐゴシック"/>
                <a:cs typeface="Arial"/>
              </a:defRPr>
            </a:pPr>
            <a:r>
              <a:rPr sz="1900" b="0" lang="ja-JP">
                <a:solidFill>
                  <a:srgbClr val="303437"/>
                </a:solidFill>
                <a:latin typeface="Arial"/>
                <a:ea typeface="ＭＳ Ｐゴシック"/>
                <a:cs typeface="Arial"/>
              </a:rPr>
              <a:t>回答単語数 29 </a:t>
            </a:r>
            <a:r>
              <a:rPr sz="1900" b="0" lang="ja-JP">
                <a:solidFill>
                  <a:srgbClr val="303437"/>
                </a:solidFill>
                <a:latin typeface="Arial"/>
                <a:ea typeface="ＭＳ Ｐゴシック"/>
                <a:cs typeface="Arial"/>
              </a:rPr>
              <a:t>[1]</a:t>
            </a:r>
            <a:r>
              <a:rPr sz="1900" b="0" lang="ja-JP">
                <a:solidFill>
                  <a:srgbClr val="303437"/>
                </a:solidFill>
                <a:latin typeface="Arial"/>
                <a:ea typeface="ＭＳ Ｐゴシック"/>
                <a:cs typeface="Arial"/>
              </a:rPr>
              <a:t>。</a:t>
            </a:r>
            <a:endParaRPr sz="1900" lang="ja-JP">
              <a:latin typeface="Arial"/>
              <a:ea typeface="ＭＳ Ｐゴシック"/>
              <a:cs typeface="Arial"/>
            </a:endParaRPr>
          </a:p>
          <a:p>
            <a:pPr algn="l">
              <a:defRPr sz="1800" lang="ja-JP">
                <a:latin typeface="Arial"/>
                <a:ea typeface="ＭＳ Ｐゴシック"/>
                <a:cs typeface="Arial"/>
              </a:defRPr>
            </a:pPr>
            <a:r>
              <a:rPr sz="1800" b="0" lang="ja-JP">
                <a:solidFill>
                  <a:srgbClr val="303437"/>
                </a:solidFill>
                <a:latin typeface="Arial"/>
                <a:ea typeface="ＭＳ Ｐゴシック"/>
                <a:cs typeface="Arial"/>
              </a:rPr>
              <a:t>質問 What does the internal cavity contain?</a:t>
            </a:r>
            <a:endParaRPr sz="1800" lang="ja-JP">
              <a:latin typeface="Arial"/>
              <a:ea typeface="ＭＳ Ｐゴシック"/>
              <a:cs typeface="Arial"/>
            </a:endParaRPr>
          </a:p>
          <a:p>
            <a:pPr algn="l">
              <a:defRPr sz="1800" lang="ja-JP">
                <a:latin typeface="Arial"/>
                <a:ea typeface="ＭＳ Ｐゴシック"/>
                <a:cs typeface="Arial"/>
              </a:defRPr>
            </a:pPr>
            <a:r>
              <a:rPr sz="1800" b="0" lang="ja-JP">
                <a:solidFill>
                  <a:srgbClr val="303437"/>
                </a:solidFill>
                <a:latin typeface="Arial"/>
                <a:ea typeface="ＭＳ Ｐゴシック"/>
                <a:cs typeface="Arial"/>
              </a:rPr>
              <a:t>正解は a mouth that can usually be closed by muscles; a pharynx ("throat"); a wider area in the center that acts as a stomach; and a system of internal canals.</a:t>
            </a:r>
            <a:endParaRPr sz="1800" lang="ja-JP">
              <a:latin typeface="Arial"/>
              <a:ea typeface="ＭＳ Ｐゴシック"/>
              <a:cs typeface="Arial"/>
            </a:endParaRPr>
          </a:p>
          <a:p>
            <a:pPr algn="l">
              <a:defRPr sz="1600" lang="ja-JP">
                <a:latin typeface="Arial"/>
                <a:ea typeface="ＭＳ Ｐゴシック"/>
                <a:cs typeface="Arial"/>
              </a:defRPr>
            </a:pPr>
            <a:r>
              <a:rPr sz="1600" b="0" lang="ja-JP">
                <a:solidFill>
                  <a:srgbClr val="303437"/>
                </a:solidFill>
                <a:latin typeface="Arial"/>
                <a:ea typeface="ＭＳ Ｐゴシック"/>
                <a:cs typeface="Arial"/>
              </a:rPr>
              <a:t>対象の版と分割は 1.1/dev、2.0/dev。</a:t>
            </a:r>
            <a:endParaRPr sz="1600" lang="ja-JP">
              <a:latin typeface="Arial"/>
              <a:ea typeface="ＭＳ Ｐゴシック"/>
              <a:cs typeface="Arial"/>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記事名 Ctenophora　https://github.com/rajpurkar/SQuAD-explorer/tree/master/dataset　ID 57264b1ddd62a815002e80a3</a:t>
            </a:r>
            <a:endParaRPr sz="850" lang="ja-JP">
              <a:latin typeface="Arial"/>
              <a:ea typeface="ＭＳ Ｐゴシック"/>
              <a:cs typeface="Arial"/>
            </a:endParaRP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最大値の原文 8 Ctenophora</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3 詳細統計と極値</a:t>
            </a:r>
            <a:endParaRPr sz="1400" lang="ja-JP">
              <a:latin typeface="Arial"/>
              <a:ea typeface="ＭＳ Ｐゴシック"/>
              <a:cs typeface="Arial"/>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Wikipedia記事の段落から再抜粋（段落全体の長さとは異なる）。</a:t>
            </a:r>
            <a:endParaRPr sz="1700" lang="ja-JP">
              <a:latin typeface="Arial"/>
              <a:ea typeface="ＭＳ Ｐゴシック"/>
              <a:cs typeface="Arial"/>
            </a:endParaRPr>
          </a:p>
        </p:txBody>
      </p:sp>
      <p:sp>
        <p:nvSpPr>
          <p:cNvPr id="5" name="quote-frame"/>
          <p:cNvSpPr/>
          <p:nvPr/>
        </p:nvSpPr>
        <p:spPr>
          <a:xfrm>
            <a:off x="548640" y="1906484"/>
            <a:ext cx="8046720" cy="220033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The internal cavity forms: a mouth that can usually be closed by muscles; a pharynx ("throat"); a wider area in the center that acts as a stomach; and a system of internal canals. These branch through the mesoglea to the most active parts of the animal: the mouth and pharynx; the roots of the tentacles, if present; all along the underside of each comb row; and four branches round the sensory complex at the far end from the mouth – two of these four branches terminate in anal pores.</a:t>
            </a:r>
            <a:endParaRPr sz="1700" lang="ja-JP">
              <a:latin typeface="Arial"/>
              <a:ea typeface="ＭＳ Ｐゴシック"/>
              <a:cs typeface="Arial"/>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https://github.com/rajpurkar/SQuAD-explorer/tree/master/dataset　ID 57264b1ddd62a815002e80a3</a:t>
            </a:r>
            <a:endParaRPr sz="850" lang="ja-JP">
              <a:latin typeface="Arial"/>
              <a:ea typeface="ＭＳ Ｐゴシック"/>
              <a:cs typeface="Arial"/>
            </a:endParaRP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最大値の実例 9 European Union law</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3 詳細統計と極値</a:t>
            </a:r>
            <a:endParaRPr sz="1400" lang="ja-JP">
              <a:latin typeface="Arial"/>
              <a:ea typeface="ＭＳ Ｐゴシック"/>
              <a:cs typeface="Arial"/>
            </a:endParaRPr>
          </a:p>
        </p:txBody>
      </p:sp>
      <p:sp>
        <p:nvSpPr>
          <p:cNvPr id="4" name="content-text"/>
          <p:cNvSpPr txBox="1"/>
          <p:nvPr/>
        </p:nvSpPr>
        <p:spPr>
          <a:xfrm>
            <a:off x="594360" y="1465897"/>
            <a:ext cx="8046720" cy="3086100"/>
          </a:xfrm>
          <a:prstGeom prst="rect">
            <a:avLst/>
          </a:prstGeom>
          <a:noFill/>
        </p:spPr>
        <p:txBody>
          <a:bodyPr wrap="square" anchor="t" lIns="91425" rIns="91425" tIns="91425" bIns="91425">
            <a:no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l">
              <a:defRPr sz="1900" lang="ja-JP">
                <a:latin typeface="Arial"/>
                <a:ea typeface="ＭＳ Ｐゴシック"/>
                <a:cs typeface="Arial"/>
              </a:defRPr>
            </a:pPr>
            <a:r>
              <a:rPr sz="1900" b="0" lang="ja-JP">
                <a:solidFill>
                  <a:srgbClr val="303437"/>
                </a:solidFill>
                <a:latin typeface="Arial"/>
                <a:ea typeface="ＭＳ Ｐゴシック"/>
                <a:cs typeface="Arial"/>
              </a:rPr>
              <a:t>質問単語数 31 [1]</a:t>
            </a:r>
            <a:endParaRPr sz="1900" lang="ja-JP">
              <a:latin typeface="Arial"/>
              <a:ea typeface="ＭＳ Ｐゴシック"/>
              <a:cs typeface="Arial"/>
            </a:endParaRPr>
          </a:p>
          <a:p>
            <a:pPr algn="l">
              <a:defRPr sz="1800" lang="ja-JP">
                <a:latin typeface="Arial"/>
                <a:ea typeface="ＭＳ Ｐゴシック"/>
                <a:cs typeface="Arial"/>
              </a:defRPr>
            </a:pPr>
            <a:r>
              <a:rPr sz="1800" b="0" lang="ja-JP">
                <a:solidFill>
                  <a:srgbClr val="303437"/>
                </a:solidFill>
                <a:latin typeface="Arial"/>
                <a:ea typeface="ＭＳ Ｐゴシック"/>
                <a:cs typeface="Arial"/>
              </a:rPr>
              <a:t>質問 In which case did the Court of Justice state that refusal to admit a lawyer to the Belgian bar because he did not have Belgian heritage wasn't able to be justified?</a:t>
            </a:r>
            <a:endParaRPr sz="1800" lang="ja-JP">
              <a:latin typeface="Arial"/>
              <a:ea typeface="ＭＳ Ｐゴシック"/>
              <a:cs typeface="Arial"/>
            </a:endParaRPr>
          </a:p>
          <a:p>
            <a:pPr algn="l">
              <a:defRPr sz="1800" lang="ja-JP">
                <a:latin typeface="Arial"/>
                <a:ea typeface="ＭＳ Ｐゴシック"/>
                <a:cs typeface="Arial"/>
              </a:defRPr>
            </a:pPr>
            <a:r>
              <a:rPr sz="1800" b="0" lang="ja-JP">
                <a:solidFill>
                  <a:srgbClr val="303437"/>
                </a:solidFill>
                <a:latin typeface="Arial"/>
                <a:ea typeface="ＭＳ Ｐゴシック"/>
                <a:cs typeface="Arial"/>
              </a:rPr>
              <a:t>正解は Reyners v Belgium</a:t>
            </a:r>
            <a:endParaRPr sz="1800" lang="ja-JP">
              <a:latin typeface="Arial"/>
              <a:ea typeface="ＭＳ Ｐゴシック"/>
              <a:cs typeface="Arial"/>
            </a:endParaRPr>
          </a:p>
          <a:p>
            <a:pPr algn="l">
              <a:defRPr sz="1600" lang="ja-JP">
                <a:latin typeface="Arial"/>
                <a:ea typeface="ＭＳ Ｐゴシック"/>
                <a:cs typeface="Arial"/>
              </a:defRPr>
            </a:pPr>
            <a:r>
              <a:rPr sz="1600" b="0" lang="ja-JP">
                <a:solidFill>
                  <a:srgbClr val="303437"/>
                </a:solidFill>
                <a:latin typeface="Arial"/>
                <a:ea typeface="ＭＳ Ｐゴシック"/>
                <a:cs typeface="Arial"/>
              </a:rPr>
              <a:t>対象の版と分割は 2.0/dev。</a:t>
            </a:r>
            <a:endParaRPr sz="1600" lang="ja-JP">
              <a:latin typeface="Arial"/>
              <a:ea typeface="ＭＳ Ｐゴシック"/>
              <a:cs typeface="Arial"/>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記事名 European_Union_law　https://github.com/rajpurkar/SQuAD-explorer/tree/master/dataset　ID 5726c002708984140094d075</a:t>
            </a:r>
            <a:endParaRPr sz="850" lang="ja-JP">
              <a:latin typeface="Arial"/>
              <a:ea typeface="ＭＳ Ｐゴシック"/>
              <a:cs typeface="Arial"/>
            </a:endParaRP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最大値の原文 9 European Union law</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3 詳細統計と極値</a:t>
            </a:r>
            <a:endParaRPr sz="1400" lang="ja-JP">
              <a:latin typeface="Arial"/>
              <a:ea typeface="ＭＳ Ｐゴシック"/>
              <a:cs typeface="Arial"/>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Wikipedia記事の段落から再抜粋（段落全体の長さとは異なる）。</a:t>
            </a:r>
            <a:endParaRPr sz="1700" lang="ja-JP">
              <a:latin typeface="Arial"/>
              <a:ea typeface="ＭＳ Ｐゴシック"/>
              <a:cs typeface="Arial"/>
            </a:endParaRPr>
          </a:p>
        </p:txBody>
      </p:sp>
      <p:sp>
        <p:nvSpPr>
          <p:cNvPr id="5" name="quote-frame"/>
          <p:cNvSpPr/>
          <p:nvPr/>
        </p:nvSpPr>
        <p:spPr>
          <a:xfrm>
            <a:off x="548640" y="1906484"/>
            <a:ext cx="8046720" cy="249300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Arial"/>
                <a:ea typeface="ＭＳ Ｐゴシック"/>
                <a:cs typeface="Arial"/>
              </a:defRPr>
            </a:pPr>
            <a:r>
              <a:rPr sz="1700" b="0" lang="ja-JP">
                <a:solidFill>
                  <a:srgbClr val="303437"/>
                </a:solidFill>
                <a:latin typeface="Arial"/>
                <a:ea typeface="ＭＳ Ｐゴシック"/>
                <a:cs typeface="Arial"/>
              </a:rPr>
              <a:t>The Court of Justice has held that both a member state government and a private party can hinder freedom of establishment, so article 49 has both "vertical" and "horizontal" direct effect. In Reyners v Belgium the Court of Justice held that a refusal to admit a lawyer to the Belgian bar because he lacked Belgian nationality was unjustified. TFEU article 49 says states are exempt from infringing others' freedom of establishment when they exercise "official authority", but this did an advocate's work (as opposed to a court's) was not official.</a:t>
            </a:r>
            <a:endParaRPr sz="1700" lang="ja-JP">
              <a:latin typeface="Arial"/>
              <a:ea typeface="ＭＳ Ｐゴシック"/>
              <a:cs typeface="Arial"/>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https://github.com/rajpurkar/SQuAD-explorer/tree/master/dataset　ID 5726c002708984140094d075</a:t>
            </a:r>
            <a:endParaRPr sz="850" lang="ja-JP">
              <a:latin typeface="Arial"/>
              <a:ea typeface="ＭＳ Ｐゴシック"/>
              <a:cs typeface="Arial"/>
            </a:endParaRP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バージョン2.0のベンチマーク結果</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4 追加の評価結果</a:t>
            </a:r>
            <a:endParaRPr sz="1400" lang="ja-JP">
              <a:latin typeface="Arial"/>
              <a:ea typeface="ＭＳ Ｐゴシック"/>
              <a:cs typeface="Arial"/>
            </a:endParaRPr>
          </a:p>
        </p:txBody>
      </p:sp>
      <p:graphicFrame>
        <p:nvGraphicFramePr>
          <p:cNvPr id="4" name="Table 3"/>
          <p:cNvGraphicFramePr>
            <a:graphicFrameLocks noGrp="1"/>
          </p:cNvGraphicFramePr>
          <p:nvPr/>
        </p:nvGraphicFramePr>
        <p:xfrm>
          <a:off x="548640" y="1594485"/>
          <a:ext cx="8046717" cy="1800225"/>
        </p:xfrm>
        <a:graphic>
          <a:graphicData uri="http://schemas.openxmlformats.org/drawingml/2006/table">
            <a:tbl>
              <a:tblPr firstRow="1" bandRow="1">
                <a:tableStyleId>{5C22544A-7EE6-4342-B048-85BDC9FD1C3A}</a:tableStyleId>
              </a:tblPr>
              <a:tblGrid>
                <a:gridCol w="2333548"/>
                <a:gridCol w="2655417"/>
                <a:gridCol w="1528876"/>
                <a:gridCol w="1528876"/>
              </a:tblGrid>
              <a:tr h="450056">
                <a:tc>
                  <a:txBody>
                    <a:bodyPr wrap="square" anchor="ctr" lIns="0" rIns="0" tIns="0" bIns="0">
                      <a:noAutofit/>
                    </a:bodyPr>
                    <a:lstStyle/>
                    <a:p>
                      <a:pPr algn="l"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モデル [1]</a:t>
                      </a:r>
                      <a:endParaRPr sz="20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提出日</a:t>
                      </a:r>
                      <a:endParaRPr sz="20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EM</a:t>
                      </a:r>
                      <a:endParaRPr sz="20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F1</a:t>
                      </a:r>
                      <a:endParaRPr sz="2000" lang="ja-JP">
                        <a:latin typeface="Arial"/>
                        <a:ea typeface="ＭＳ Ｐゴシック"/>
                        <a:cs typeface="Arial"/>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BERT</a:t>
                      </a:r>
                      <a:endParaRPr sz="20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2018-11-08</a:t>
                      </a:r>
                      <a:endParaRPr sz="20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80.0</a:t>
                      </a:r>
                      <a:endParaRPr sz="20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83.1</a:t>
                      </a:r>
                      <a:endParaRPr sz="20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RoBERTa</a:t>
                      </a:r>
                      <a:endParaRPr sz="20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2019-07-20</a:t>
                      </a:r>
                      <a:endParaRPr sz="20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86.8</a:t>
                      </a:r>
                      <a:endParaRPr sz="20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89.8</a:t>
                      </a:r>
                      <a:endParaRPr sz="2000" lang="ja-JP">
                        <a:latin typeface="Arial"/>
                        <a:ea typeface="ＭＳ Ｐゴシック"/>
                        <a:cs typeface="Arial"/>
                      </a:endParaRPr>
                    </a:p>
                  </a:txBody>
                  <a:tcPr marL="38100" marR="38100" marT="38100" marB="38100">
                    <a:lnL w="0">
                      <a:noFill/>
                    </a:lnL>
                    <a:lnR w="0">
                      <a:noFill/>
                    </a:lnR>
                    <a:lnT w="0">
                      <a:noFill/>
                    </a:lnT>
                    <a:lnB w="0">
                      <a:noFill/>
                    </a:lnB>
                    <a:solidFill>
                      <a:srgbClr val="FFFEF8"/>
                    </a:solidFill>
                  </a:tcPr>
                </a:tc>
              </a:tr>
              <a:tr h="450057">
                <a:tc>
                  <a:txBody>
                    <a:bodyPr wrap="square" anchor="ctr" lIns="0" rIns="0" tIns="0" bIns="0">
                      <a:noAutofit/>
                    </a:bodyPr>
                    <a:lstStyle/>
                    <a:p>
                      <a:pPr algn="l"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XLNet</a:t>
                      </a:r>
                      <a:endParaRPr sz="20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2019-11-15</a:t>
                      </a:r>
                      <a:endParaRPr sz="20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87.9</a:t>
                      </a:r>
                      <a:endParaRPr sz="20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Arial"/>
                          <a:ea typeface="ＭＳ Ｐゴシック"/>
                          <a:cs typeface="Arial"/>
                        </a:defRPr>
                      </a:pPr>
                      <a:r>
                        <a:rPr sz="2000" b="0" lang="ja-JP">
                          <a:solidFill>
                            <a:srgbClr val="303437"/>
                          </a:solidFill>
                          <a:latin typeface="Arial"/>
                          <a:ea typeface="ＭＳ Ｐゴシック"/>
                          <a:cs typeface="Arial"/>
                        </a:rPr>
                        <a:t>90.7</a:t>
                      </a:r>
                      <a:endParaRPr sz="2000" lang="ja-JP">
                        <a:latin typeface="Arial"/>
                        <a:ea typeface="ＭＳ Ｐゴシック"/>
                        <a:cs typeface="Arial"/>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770962"/>
            <a:ext cx="8046720" cy="991537"/>
          </a:xfrm>
          <a:prstGeom prst="rect">
            <a:avLst/>
          </a:prstGeom>
          <a:noFill/>
        </p:spPr>
        <p:txBody>
          <a:bodyPr wrap="square" anchor="t" lIns="91425" rIns="91425" tIns="91425" bIns="91425">
            <a:noAutofit/>
          </a:bodyPr>
          <a:lstStyle>
            <a:lvl1pPr marL="457200" lvl="0"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1pPr>
            <a:lvl2pPr marL="914400" lvl="1"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2pPr>
            <a:lvl3pPr marL="1371600" lvl="2"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3pPr>
            <a:lvl4pPr marL="1828800" lvl="3" indent="-368300">
              <a:spcBef>
                <a:spcPts val="0"/>
              </a:spcBef>
              <a:spcAft>
                <a:spcPts val="0"/>
              </a:spcAft>
              <a:buClr>
                <a:srgbClr val="303437"/>
              </a:buClr>
              <a:buSzPts val="2200"/>
              <a:buChar char="●"/>
              <a:defRPr sz="2200" lang="ja-JP">
                <a:solidFill>
                  <a:srgbClr val="303437"/>
                </a:solidFill>
                <a:latin typeface="Arial"/>
                <a:ea typeface="ＭＳ Ｐゴシック"/>
                <a:cs typeface="Arial"/>
              </a:defRPr>
            </a:lvl4pPr>
            <a:lvl5pPr marL="2286000" lvl="4"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5pPr>
            <a:lvl6pPr marL="2743200" lvl="5"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6pPr>
            <a:lvl7pPr marL="3200400" lvl="6"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7pPr>
            <a:lvl8pPr marL="3657600" lvl="7"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8pPr>
            <a:lvl9pPr marL="4114800" lvl="8" indent="-355600">
              <a:spcBef>
                <a:spcPts val="0"/>
              </a:spcBef>
              <a:spcAft>
                <a:spcPts val="0"/>
              </a:spcAft>
              <a:buClr>
                <a:srgbClr val="303437"/>
              </a:buClr>
              <a:buSzPts val="2000"/>
              <a:buChar char="■"/>
              <a:defRPr sz="2000" lang="ja-JP">
                <a:solidFill>
                  <a:srgbClr val="303437"/>
                </a:solidFill>
                <a:latin typeface="Arial"/>
                <a:ea typeface="ＭＳ Ｐゴシック"/>
                <a:cs typeface="Arial"/>
              </a:defRPr>
            </a:lvl9pPr>
          </a:lstStyle>
          <a:p>
            <a:pPr algn="l">
              <a:defRPr sz="1700" lang="ja-JP">
                <a:latin typeface="Arial"/>
                <a:ea typeface="ＭＳ Ｐゴシック"/>
                <a:cs typeface="Arial"/>
              </a:defRPr>
            </a:pPr>
            <a:r>
              <a:rPr sz="1700" lang="ja-JP">
                <a:solidFill>
                  <a:srgbClr val="303437"/>
                </a:solidFill>
                <a:latin typeface="Arial"/>
                <a:ea typeface="ＭＳ Ｐゴシック"/>
                <a:cs typeface="Arial"/>
              </a:rPr>
              <a:t>SQuAD運営者の非公開テストで採点。</a:t>
            </a:r>
            <a:endParaRPr sz="1700" lang="ja-JP">
              <a:latin typeface="Arial"/>
              <a:ea typeface="ＭＳ Ｐゴシック"/>
              <a:cs typeface="Arial"/>
            </a:endParaRPr>
          </a:p>
          <a:p>
            <a:pPr algn="l">
              <a:defRPr sz="1700" lang="ja-JP">
                <a:latin typeface="Arial"/>
                <a:ea typeface="ＭＳ Ｐゴシック"/>
                <a:cs typeface="Arial"/>
              </a:defRPr>
            </a:pPr>
            <a:r>
              <a:rPr sz="1700" lang="ja-JP">
                <a:solidFill>
                  <a:srgbClr val="303437"/>
                </a:solidFill>
                <a:latin typeface="Arial"/>
                <a:ea typeface="ＭＳ Ｐゴシック"/>
                <a:cs typeface="Arial"/>
              </a:rPr>
              <a:t>開発用とは別のデータ。各行は単一モデルの提出結果。</a:t>
            </a:r>
            <a:endParaRPr sz="1700" lang="ja-JP">
              <a:latin typeface="Arial"/>
              <a:ea typeface="ＭＳ Ｐゴシック"/>
              <a:cs typeface="Arial"/>
            </a:endParaRPr>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[1]</a:t>
            </a:r>
            <a:r>
              <a:rPr sz="850" lang="ja-JP">
                <a:solidFill>
                  <a:srgbClr val="626669"/>
                </a:solidFill>
                <a:latin typeface="Arial"/>
                <a:ea typeface="ＭＳ Ｐゴシック"/>
                <a:cs typeface="Arial"/>
              </a:rPr>
              <a:t> 掲載された提出結果（EM・F1は%）。</a:t>
            </a:r>
            <a:endParaRPr sz="850" lang="ja-JP">
              <a:latin typeface="Arial"/>
              <a:ea typeface="ＭＳ Ｐゴシック"/>
              <a:cs typeface="Arial"/>
            </a:endParaRPr>
          </a:p>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https://rajpurkar.github.io/SQuAD-explorer/</a:t>
            </a:r>
            <a:endParaRPr sz="850" lang="ja-JP">
              <a:latin typeface="Arial"/>
              <a:ea typeface="ＭＳ Ｐゴシック"/>
              <a:cs typeface="Arial"/>
            </a:endParaRP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開発用 Wikipedia 記事一覧 1/2</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5 Wikipedia記事一覧</a:t>
            </a:r>
            <a:endParaRPr sz="1400" lang="ja-JP">
              <a:latin typeface="Arial"/>
              <a:ea typeface="ＭＳ Ｐゴシック"/>
              <a:cs typeface="Arial"/>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バージョン1.1では、48記事／2.0 このうち35記事。</a:t>
            </a:r>
            <a:endParaRPr sz="1800" lang="ja-JP">
              <a:latin typeface="Arial"/>
              <a:ea typeface="ＭＳ Ｐゴシック"/>
              <a:cs typeface="Arial"/>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1973_oil_crisis</a:t>
            </a:r>
            <a:endParaRPr sz="1250" lang="ja-JP">
              <a:latin typeface="Arial"/>
              <a:ea typeface="ＭＳ Ｐゴシック"/>
              <a:cs typeface="Arial"/>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Amazon_rainforest</a:t>
            </a:r>
            <a:endParaRPr sz="1250" lang="ja-JP">
              <a:latin typeface="Arial"/>
              <a:ea typeface="ＭＳ Ｐゴシック"/>
              <a:cs typeface="Arial"/>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American_Broadcasting_Company *</a:t>
            </a:r>
            <a:endParaRPr sz="1250" lang="ja-JP">
              <a:latin typeface="Arial"/>
              <a:ea typeface="ＭＳ Ｐゴシック"/>
              <a:cs typeface="Arial"/>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Apollo_program *</a:t>
            </a:r>
            <a:endParaRPr sz="1250" lang="ja-JP">
              <a:latin typeface="Arial"/>
              <a:ea typeface="ＭＳ Ｐゴシック"/>
              <a:cs typeface="Arial"/>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Black_Death</a:t>
            </a:r>
            <a:endParaRPr sz="1250" lang="ja-JP">
              <a:latin typeface="Arial"/>
              <a:ea typeface="ＭＳ Ｐゴシック"/>
              <a:cs typeface="Arial"/>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Chloroplast *</a:t>
            </a:r>
            <a:endParaRPr sz="1250" lang="ja-JP">
              <a:latin typeface="Arial"/>
              <a:ea typeface="ＭＳ Ｐゴシック"/>
              <a:cs typeface="Arial"/>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Civil_disobedience</a:t>
            </a:r>
            <a:endParaRPr sz="1250" lang="ja-JP">
              <a:latin typeface="Arial"/>
              <a:ea typeface="ＭＳ Ｐゴシック"/>
              <a:cs typeface="Arial"/>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Computational_complexity_theory</a:t>
            </a:r>
            <a:endParaRPr sz="1250" lang="ja-JP">
              <a:latin typeface="Arial"/>
              <a:ea typeface="ＭＳ Ｐゴシック"/>
              <a:cs typeface="Arial"/>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Construction</a:t>
            </a:r>
            <a:endParaRPr sz="1250" lang="ja-JP">
              <a:latin typeface="Arial"/>
              <a:ea typeface="ＭＳ Ｐゴシック"/>
              <a:cs typeface="Arial"/>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Ctenophora</a:t>
            </a:r>
            <a:endParaRPr sz="1250" lang="ja-JP">
              <a:latin typeface="Arial"/>
              <a:ea typeface="ＭＳ Ｐゴシック"/>
              <a:cs typeface="Arial"/>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Doctor_Who *</a:t>
            </a:r>
            <a:endParaRPr sz="1250" lang="ja-JP">
              <a:latin typeface="Arial"/>
              <a:ea typeface="ＭＳ Ｐゴシック"/>
              <a:cs typeface="Arial"/>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Economic_inequality</a:t>
            </a:r>
            <a:endParaRPr sz="1250" lang="ja-JP">
              <a:latin typeface="Arial"/>
              <a:ea typeface="ＭＳ Ｐゴシック"/>
              <a:cs typeface="Arial"/>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European_Union_law</a:t>
            </a:r>
            <a:endParaRPr sz="1250" lang="ja-JP">
              <a:latin typeface="Arial"/>
              <a:ea typeface="ＭＳ Ｐゴシック"/>
              <a:cs typeface="Arial"/>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Force</a:t>
            </a:r>
            <a:endParaRPr sz="1250" lang="ja-JP">
              <a:latin typeface="Arial"/>
              <a:ea typeface="ＭＳ Ｐゴシック"/>
              <a:cs typeface="Arial"/>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French_and_Indian_War</a:t>
            </a:r>
            <a:endParaRPr sz="1250" lang="ja-JP">
              <a:latin typeface="Arial"/>
              <a:ea typeface="ＭＳ Ｐゴシック"/>
              <a:cs typeface="Arial"/>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Fresno,_California</a:t>
            </a:r>
            <a:endParaRPr sz="1250" lang="ja-JP">
              <a:latin typeface="Arial"/>
              <a:ea typeface="ＭＳ Ｐゴシック"/>
              <a:cs typeface="Arial"/>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Genghis_Khan *</a:t>
            </a:r>
            <a:endParaRPr sz="1250" lang="ja-JP">
              <a:latin typeface="Arial"/>
              <a:ea typeface="ＭＳ Ｐゴシック"/>
              <a:cs typeface="Arial"/>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Geology</a:t>
            </a:r>
            <a:endParaRPr sz="1250" lang="ja-JP">
              <a:latin typeface="Arial"/>
              <a:ea typeface="ＭＳ Ｐゴシック"/>
              <a:cs typeface="Arial"/>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Harvard_University</a:t>
            </a:r>
            <a:endParaRPr sz="1250" lang="ja-JP">
              <a:latin typeface="Arial"/>
              <a:ea typeface="ＭＳ Ｐゴシック"/>
              <a:cs typeface="Arial"/>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Huguenot</a:t>
            </a:r>
            <a:endParaRPr sz="1250" lang="ja-JP">
              <a:latin typeface="Arial"/>
              <a:ea typeface="ＭＳ Ｐゴシック"/>
              <a:cs typeface="Arial"/>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Immune_system</a:t>
            </a:r>
            <a:endParaRPr sz="1250" lang="ja-JP">
              <a:latin typeface="Arial"/>
              <a:ea typeface="ＭＳ Ｐゴシック"/>
              <a:cs typeface="Arial"/>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Imperialism</a:t>
            </a:r>
            <a:endParaRPr sz="1250" lang="ja-JP">
              <a:latin typeface="Arial"/>
              <a:ea typeface="ＭＳ Ｐゴシック"/>
              <a:cs typeface="Arial"/>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Intergovernmental_Panel_on_Climate_Change</a:t>
            </a:r>
            <a:endParaRPr sz="1250" lang="ja-JP">
              <a:latin typeface="Arial"/>
              <a:ea typeface="ＭＳ Ｐゴシック"/>
              <a:cs typeface="Arial"/>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Islamism</a:t>
            </a:r>
            <a:endParaRPr sz="1250" lang="ja-JP">
              <a:latin typeface="Arial"/>
              <a:ea typeface="ＭＳ Ｐゴシック"/>
              <a:cs typeface="Arial"/>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 はバージョン1.1のみに含まれる開発用記事。</a:t>
            </a:r>
            <a:endParaRPr sz="850" lang="ja-JP">
              <a:latin typeface="Arial"/>
              <a:ea typeface="ＭＳ Ｐゴシック"/>
              <a:cs typeface="Arial"/>
            </a:endParaRPr>
          </a:p>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https://github.com/rajpurkar/SQuAD-explorer/tree/master/dataset</a:t>
            </a:r>
            <a:endParaRPr sz="850" lang="ja-JP">
              <a:latin typeface="Arial"/>
              <a:ea typeface="ＭＳ Ｐゴシック"/>
              <a:cs typeface="Arial"/>
            </a:endParaRP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開発用 Wikipedia 記事一覧 2/2</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5 Wikipedia記事一覧</a:t>
            </a:r>
            <a:endParaRPr sz="1400" lang="ja-JP">
              <a:latin typeface="Arial"/>
              <a:ea typeface="ＭＳ Ｐゴシック"/>
              <a:cs typeface="Arial"/>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バージョン1.1では、48記事／2.0 このうち35記事。</a:t>
            </a:r>
            <a:endParaRPr sz="1800" lang="ja-JP">
              <a:latin typeface="Arial"/>
              <a:ea typeface="ＭＳ Ｐゴシック"/>
              <a:cs typeface="Arial"/>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Jacksonville,_Florida</a:t>
            </a:r>
            <a:endParaRPr sz="1250" lang="ja-JP">
              <a:latin typeface="Arial"/>
              <a:ea typeface="ＭＳ Ｐゴシック"/>
              <a:cs typeface="Arial"/>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Kenya *</a:t>
            </a:r>
            <a:endParaRPr sz="1250" lang="ja-JP">
              <a:latin typeface="Arial"/>
              <a:ea typeface="ＭＳ Ｐゴシック"/>
              <a:cs typeface="Arial"/>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Martin_Luther *</a:t>
            </a:r>
            <a:endParaRPr sz="1250" lang="ja-JP">
              <a:latin typeface="Arial"/>
              <a:ea typeface="ＭＳ Ｐゴシック"/>
              <a:cs typeface="Arial"/>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Newcastle_upon_Tyne *</a:t>
            </a:r>
            <a:endParaRPr sz="1250" lang="ja-JP">
              <a:latin typeface="Arial"/>
              <a:ea typeface="ＭＳ Ｐゴシック"/>
              <a:cs typeface="Arial"/>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Nikola_Tesla *</a:t>
            </a:r>
            <a:endParaRPr sz="1250" lang="ja-JP">
              <a:latin typeface="Arial"/>
              <a:ea typeface="ＭＳ Ｐゴシック"/>
              <a:cs typeface="Arial"/>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Normans</a:t>
            </a:r>
            <a:endParaRPr sz="1250" lang="ja-JP">
              <a:latin typeface="Arial"/>
              <a:ea typeface="ＭＳ Ｐゴシック"/>
              <a:cs typeface="Arial"/>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Oxygen</a:t>
            </a:r>
            <a:endParaRPr sz="1250" lang="ja-JP">
              <a:latin typeface="Arial"/>
              <a:ea typeface="ＭＳ Ｐゴシック"/>
              <a:cs typeface="Arial"/>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Packet_switching</a:t>
            </a:r>
            <a:endParaRPr sz="1250" lang="ja-JP">
              <a:latin typeface="Arial"/>
              <a:ea typeface="ＭＳ Ｐゴシック"/>
              <a:cs typeface="Arial"/>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Pharmacy</a:t>
            </a:r>
            <a:endParaRPr sz="1250" lang="ja-JP">
              <a:latin typeface="Arial"/>
              <a:ea typeface="ＭＳ Ｐゴシック"/>
              <a:cs typeface="Arial"/>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Prime_number</a:t>
            </a:r>
            <a:endParaRPr sz="1250" lang="ja-JP">
              <a:latin typeface="Arial"/>
              <a:ea typeface="ＭＳ Ｐゴシック"/>
              <a:cs typeface="Arial"/>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Private_school</a:t>
            </a:r>
            <a:endParaRPr sz="1250" lang="ja-JP">
              <a:latin typeface="Arial"/>
              <a:ea typeface="ＭＳ Ｐゴシック"/>
              <a:cs typeface="Arial"/>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Rhine</a:t>
            </a:r>
            <a:endParaRPr sz="1250" lang="ja-JP">
              <a:latin typeface="Arial"/>
              <a:ea typeface="ＭＳ Ｐゴシック"/>
              <a:cs typeface="Arial"/>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Scottish_Parliament</a:t>
            </a:r>
            <a:endParaRPr sz="1250" lang="ja-JP">
              <a:latin typeface="Arial"/>
              <a:ea typeface="ＭＳ Ｐゴシック"/>
              <a:cs typeface="Arial"/>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Sky_(United_Kingdom)</a:t>
            </a:r>
            <a:endParaRPr sz="1250" lang="ja-JP">
              <a:latin typeface="Arial"/>
              <a:ea typeface="ＭＳ Ｐゴシック"/>
              <a:cs typeface="Arial"/>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Southern_California</a:t>
            </a:r>
            <a:endParaRPr sz="1250" lang="ja-JP">
              <a:latin typeface="Arial"/>
              <a:ea typeface="ＭＳ Ｐゴシック"/>
              <a:cs typeface="Arial"/>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Steam_engine</a:t>
            </a:r>
            <a:endParaRPr sz="1250" lang="ja-JP">
              <a:latin typeface="Arial"/>
              <a:ea typeface="ＭＳ Ｐゴシック"/>
              <a:cs typeface="Arial"/>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Super_Bowl_50 *</a:t>
            </a:r>
            <a:endParaRPr sz="1250" lang="ja-JP">
              <a:latin typeface="Arial"/>
              <a:ea typeface="ＭＳ Ｐゴシック"/>
              <a:cs typeface="Arial"/>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Teacher *</a:t>
            </a:r>
            <a:endParaRPr sz="1250" lang="ja-JP">
              <a:latin typeface="Arial"/>
              <a:ea typeface="ＭＳ Ｐゴシック"/>
              <a:cs typeface="Arial"/>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United_Methodist_Church *</a:t>
            </a:r>
            <a:endParaRPr sz="1250" lang="ja-JP">
              <a:latin typeface="Arial"/>
              <a:ea typeface="ＭＳ Ｐゴシック"/>
              <a:cs typeface="Arial"/>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University_of_Chicago</a:t>
            </a:r>
            <a:endParaRPr sz="1250" lang="ja-JP">
              <a:latin typeface="Arial"/>
              <a:ea typeface="ＭＳ Ｐゴシック"/>
              <a:cs typeface="Arial"/>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Victoria_(Australia)</a:t>
            </a:r>
            <a:endParaRPr sz="1250" lang="ja-JP">
              <a:latin typeface="Arial"/>
              <a:ea typeface="ＭＳ Ｐゴシック"/>
              <a:cs typeface="Arial"/>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Victoria_and_Albert_Museum *</a:t>
            </a:r>
            <a:endParaRPr sz="1250" lang="ja-JP">
              <a:latin typeface="Arial"/>
              <a:ea typeface="ＭＳ Ｐゴシック"/>
              <a:cs typeface="Arial"/>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Warsaw</a:t>
            </a:r>
            <a:endParaRPr sz="1250" lang="ja-JP">
              <a:latin typeface="Arial"/>
              <a:ea typeface="ＭＳ Ｐゴシック"/>
              <a:cs typeface="Arial"/>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Yuan_dynasty</a:t>
            </a:r>
            <a:endParaRPr sz="1250" lang="ja-JP">
              <a:latin typeface="Arial"/>
              <a:ea typeface="ＭＳ Ｐゴシック"/>
              <a:cs typeface="Arial"/>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 はバージョン1.1のみに含まれる開発用記事。</a:t>
            </a:r>
            <a:endParaRPr sz="850" lang="ja-JP">
              <a:latin typeface="Arial"/>
              <a:ea typeface="ＭＳ Ｐゴシック"/>
              <a:cs typeface="Arial"/>
            </a:endParaRPr>
          </a:p>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https://github.com/rajpurkar/SQuAD-explorer/tree/master/dataset</a:t>
            </a:r>
            <a:endParaRPr sz="850" lang="ja-JP">
              <a:latin typeface="Arial"/>
              <a:ea typeface="ＭＳ Ｐゴシック"/>
              <a:cs typeface="Arial"/>
            </a:endParaRP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学習用 Wikipedia 記事一覧 1/19</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5 Wikipedia記事一覧</a:t>
            </a:r>
            <a:endParaRPr sz="1400" lang="ja-JP">
              <a:latin typeface="Arial"/>
              <a:ea typeface="ＭＳ Ｐゴシック"/>
              <a:cs typeface="Arial"/>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バージョン1.1と2.0に共通する442記事。</a:t>
            </a:r>
            <a:endParaRPr sz="1800" lang="ja-JP">
              <a:latin typeface="Arial"/>
              <a:ea typeface="ＭＳ Ｐゴシック"/>
              <a:cs typeface="Arial"/>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2008_Sichuan_earthquake</a:t>
            </a:r>
            <a:endParaRPr sz="1250" lang="ja-JP">
              <a:latin typeface="Arial"/>
              <a:ea typeface="ＭＳ Ｐゴシック"/>
              <a:cs typeface="Arial"/>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2008_Summer_Olympics_torch_relay</a:t>
            </a:r>
            <a:endParaRPr sz="1250" lang="ja-JP">
              <a:latin typeface="Arial"/>
              <a:ea typeface="ＭＳ Ｐゴシック"/>
              <a:cs typeface="Arial"/>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51st_state</a:t>
            </a:r>
            <a:endParaRPr sz="1250" lang="ja-JP">
              <a:latin typeface="Arial"/>
              <a:ea typeface="ＭＳ Ｐゴシック"/>
              <a:cs typeface="Arial"/>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A_cappella</a:t>
            </a:r>
            <a:endParaRPr sz="1250" lang="ja-JP">
              <a:latin typeface="Arial"/>
              <a:ea typeface="ＭＳ Ｐゴシック"/>
              <a:cs typeface="Arial"/>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Adolescence</a:t>
            </a:r>
            <a:endParaRPr sz="1250" lang="ja-JP">
              <a:latin typeface="Arial"/>
              <a:ea typeface="ＭＳ Ｐゴシック"/>
              <a:cs typeface="Arial"/>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Adult_contemporary_music</a:t>
            </a:r>
            <a:endParaRPr sz="1250" lang="ja-JP">
              <a:latin typeface="Arial"/>
              <a:ea typeface="ＭＳ Ｐゴシック"/>
              <a:cs typeface="Arial"/>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Affirmative_action_in_the_United_States</a:t>
            </a:r>
            <a:endParaRPr sz="1250" lang="ja-JP">
              <a:latin typeface="Arial"/>
              <a:ea typeface="ＭＳ Ｐゴシック"/>
              <a:cs typeface="Arial"/>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Age_of_Enlightenment</a:t>
            </a:r>
            <a:endParaRPr sz="1250" lang="ja-JP">
              <a:latin typeface="Arial"/>
              <a:ea typeface="ＭＳ Ｐゴシック"/>
              <a:cs typeface="Arial"/>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Aircraft_carrier</a:t>
            </a:r>
            <a:endParaRPr sz="1250" lang="ja-JP">
              <a:latin typeface="Arial"/>
              <a:ea typeface="ＭＳ Ｐゴシック"/>
              <a:cs typeface="Arial"/>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Airport</a:t>
            </a:r>
            <a:endParaRPr sz="1250" lang="ja-JP">
              <a:latin typeface="Arial"/>
              <a:ea typeface="ＭＳ Ｐゴシック"/>
              <a:cs typeface="Arial"/>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Alaska</a:t>
            </a:r>
            <a:endParaRPr sz="1250" lang="ja-JP">
              <a:latin typeface="Arial"/>
              <a:ea typeface="ＭＳ Ｐゴシック"/>
              <a:cs typeface="Arial"/>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Alexander_Graham_Bell</a:t>
            </a:r>
            <a:endParaRPr sz="1250" lang="ja-JP">
              <a:latin typeface="Arial"/>
              <a:ea typeface="ＭＳ Ｐゴシック"/>
              <a:cs typeface="Arial"/>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Alfred_North_Whitehead</a:t>
            </a:r>
            <a:endParaRPr sz="1250" lang="ja-JP">
              <a:latin typeface="Arial"/>
              <a:ea typeface="ＭＳ Ｐゴシック"/>
              <a:cs typeface="Arial"/>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Alloy</a:t>
            </a:r>
            <a:endParaRPr sz="1250" lang="ja-JP">
              <a:latin typeface="Arial"/>
              <a:ea typeface="ＭＳ Ｐゴシック"/>
              <a:cs typeface="Arial"/>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Alps</a:t>
            </a:r>
            <a:endParaRPr sz="1250" lang="ja-JP">
              <a:latin typeface="Arial"/>
              <a:ea typeface="ＭＳ Ｐゴシック"/>
              <a:cs typeface="Arial"/>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Alsace</a:t>
            </a:r>
            <a:endParaRPr sz="1250" lang="ja-JP">
              <a:latin typeface="Arial"/>
              <a:ea typeface="ＭＳ Ｐゴシック"/>
              <a:cs typeface="Arial"/>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American_Idol</a:t>
            </a:r>
            <a:endParaRPr sz="1250" lang="ja-JP">
              <a:latin typeface="Arial"/>
              <a:ea typeface="ＭＳ Ｐゴシック"/>
              <a:cs typeface="Arial"/>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Animal</a:t>
            </a:r>
            <a:endParaRPr sz="1250" lang="ja-JP">
              <a:latin typeface="Arial"/>
              <a:ea typeface="ＭＳ Ｐゴシック"/>
              <a:cs typeface="Arial"/>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Ann_Arbor,_Michigan</a:t>
            </a:r>
            <a:endParaRPr sz="1250" lang="ja-JP">
              <a:latin typeface="Arial"/>
              <a:ea typeface="ＭＳ Ｐゴシック"/>
              <a:cs typeface="Arial"/>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Annelid</a:t>
            </a:r>
            <a:endParaRPr sz="1250" lang="ja-JP">
              <a:latin typeface="Arial"/>
              <a:ea typeface="ＭＳ Ｐゴシック"/>
              <a:cs typeface="Arial"/>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Antarctica</a:t>
            </a:r>
            <a:endParaRPr sz="1250" lang="ja-JP">
              <a:latin typeface="Arial"/>
              <a:ea typeface="ＭＳ Ｐゴシック"/>
              <a:cs typeface="Arial"/>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Antenna_(radio)</a:t>
            </a:r>
            <a:endParaRPr sz="1250" lang="ja-JP">
              <a:latin typeface="Arial"/>
              <a:ea typeface="ＭＳ Ｐゴシック"/>
              <a:cs typeface="Arial"/>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Anthropology</a:t>
            </a:r>
            <a:endParaRPr sz="1250" lang="ja-JP">
              <a:latin typeface="Arial"/>
              <a:ea typeface="ＭＳ Ｐゴシック"/>
              <a:cs typeface="Arial"/>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Anti-aircraft_warfare</a:t>
            </a:r>
            <a:endParaRPr sz="1250" lang="ja-JP">
              <a:latin typeface="Arial"/>
              <a:ea typeface="ＭＳ Ｐゴシック"/>
              <a:cs typeface="Arial"/>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記事名は元JSONの title をそのまま記載。</a:t>
            </a:r>
            <a:endParaRPr sz="850" lang="ja-JP">
              <a:latin typeface="Arial"/>
              <a:ea typeface="ＭＳ Ｐゴシック"/>
              <a:cs typeface="Arial"/>
            </a:endParaRPr>
          </a:p>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https://github.com/rajpurkar/SQuAD-explorer/tree/master/dataset</a:t>
            </a:r>
            <a:endParaRPr sz="850" lang="ja-JP">
              <a:latin typeface="Arial"/>
              <a:ea typeface="ＭＳ Ｐゴシック"/>
              <a:cs typeface="Arial"/>
            </a:endParaRP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学習用 Wikipedia 記事一覧 2/19</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5 Wikipedia記事一覧</a:t>
            </a:r>
            <a:endParaRPr sz="1400" lang="ja-JP">
              <a:latin typeface="Arial"/>
              <a:ea typeface="ＭＳ Ｐゴシック"/>
              <a:cs typeface="Arial"/>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バージョン1.1と2.0に共通する442記事。</a:t>
            </a:r>
            <a:endParaRPr sz="1800" lang="ja-JP">
              <a:latin typeface="Arial"/>
              <a:ea typeface="ＭＳ Ｐゴシック"/>
              <a:cs typeface="Arial"/>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Antibiotics</a:t>
            </a:r>
            <a:endParaRPr sz="1250" lang="ja-JP">
              <a:latin typeface="Arial"/>
              <a:ea typeface="ＭＳ Ｐゴシック"/>
              <a:cs typeface="Arial"/>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Apollo</a:t>
            </a:r>
            <a:endParaRPr sz="1250" lang="ja-JP">
              <a:latin typeface="Arial"/>
              <a:ea typeface="ＭＳ Ｐゴシック"/>
              <a:cs typeface="Arial"/>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Appalachian_Mountains</a:t>
            </a:r>
            <a:endParaRPr sz="1250" lang="ja-JP">
              <a:latin typeface="Arial"/>
              <a:ea typeface="ＭＳ Ｐゴシック"/>
              <a:cs typeface="Arial"/>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Architecture</a:t>
            </a:r>
            <a:endParaRPr sz="1250" lang="ja-JP">
              <a:latin typeface="Arial"/>
              <a:ea typeface="ＭＳ Ｐゴシック"/>
              <a:cs typeface="Arial"/>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Arena_Football_League</a:t>
            </a:r>
            <a:endParaRPr sz="1250" lang="ja-JP">
              <a:latin typeface="Arial"/>
              <a:ea typeface="ＭＳ Ｐゴシック"/>
              <a:cs typeface="Arial"/>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Armenia</a:t>
            </a:r>
            <a:endParaRPr sz="1250" lang="ja-JP">
              <a:latin typeface="Arial"/>
              <a:ea typeface="ＭＳ Ｐゴシック"/>
              <a:cs typeface="Arial"/>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Armenians</a:t>
            </a:r>
            <a:endParaRPr sz="1250" lang="ja-JP">
              <a:latin typeface="Arial"/>
              <a:ea typeface="ＭＳ Ｐゴシック"/>
              <a:cs typeface="Arial"/>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Arnold_Schwarzenegger</a:t>
            </a:r>
            <a:endParaRPr sz="1250" lang="ja-JP">
              <a:latin typeface="Arial"/>
              <a:ea typeface="ＭＳ Ｐゴシック"/>
              <a:cs typeface="Arial"/>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Arsenal_F.C.</a:t>
            </a:r>
            <a:endParaRPr sz="1250" lang="ja-JP">
              <a:latin typeface="Arial"/>
              <a:ea typeface="ＭＳ Ｐゴシック"/>
              <a:cs typeface="Arial"/>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ASCII</a:t>
            </a:r>
            <a:endParaRPr sz="1250" lang="ja-JP">
              <a:latin typeface="Arial"/>
              <a:ea typeface="ＭＳ Ｐゴシック"/>
              <a:cs typeface="Arial"/>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Ashkenazi_Jews</a:t>
            </a:r>
            <a:endParaRPr sz="1250" lang="ja-JP">
              <a:latin typeface="Arial"/>
              <a:ea typeface="ＭＳ Ｐゴシック"/>
              <a:cs typeface="Arial"/>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Asphalt</a:t>
            </a:r>
            <a:endParaRPr sz="1250" lang="ja-JP">
              <a:latin typeface="Arial"/>
              <a:ea typeface="ＭＳ Ｐゴシック"/>
              <a:cs typeface="Arial"/>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Aspirated_consonant</a:t>
            </a:r>
            <a:endParaRPr sz="1250" lang="ja-JP">
              <a:latin typeface="Arial"/>
              <a:ea typeface="ＭＳ Ｐゴシック"/>
              <a:cs typeface="Arial"/>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Association_football</a:t>
            </a:r>
            <a:endParaRPr sz="1250" lang="ja-JP">
              <a:latin typeface="Arial"/>
              <a:ea typeface="ＭＳ Ｐゴシック"/>
              <a:cs typeface="Arial"/>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Asthma</a:t>
            </a:r>
            <a:endParaRPr sz="1250" lang="ja-JP">
              <a:latin typeface="Arial"/>
              <a:ea typeface="ＭＳ Ｐゴシック"/>
              <a:cs typeface="Arial"/>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Athanasius_of_Alexandria</a:t>
            </a:r>
            <a:endParaRPr sz="1250" lang="ja-JP">
              <a:latin typeface="Arial"/>
              <a:ea typeface="ＭＳ Ｐゴシック"/>
              <a:cs typeface="Arial"/>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Atlantic_City,_New_Jersey</a:t>
            </a:r>
            <a:endParaRPr sz="1250" lang="ja-JP">
              <a:latin typeface="Arial"/>
              <a:ea typeface="ＭＳ Ｐゴシック"/>
              <a:cs typeface="Arial"/>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Avicenna</a:t>
            </a:r>
            <a:endParaRPr sz="1250" lang="ja-JP">
              <a:latin typeface="Arial"/>
              <a:ea typeface="ＭＳ Ｐゴシック"/>
              <a:cs typeface="Arial"/>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Bacteria</a:t>
            </a:r>
            <a:endParaRPr sz="1250" lang="ja-JP">
              <a:latin typeface="Arial"/>
              <a:ea typeface="ＭＳ Ｐゴシック"/>
              <a:cs typeface="Arial"/>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Baptists</a:t>
            </a:r>
            <a:endParaRPr sz="1250" lang="ja-JP">
              <a:latin typeface="Arial"/>
              <a:ea typeface="ＭＳ Ｐゴシック"/>
              <a:cs typeface="Arial"/>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BBC_Television</a:t>
            </a:r>
            <a:endParaRPr sz="1250" lang="ja-JP">
              <a:latin typeface="Arial"/>
              <a:ea typeface="ＭＳ Ｐゴシック"/>
              <a:cs typeface="Arial"/>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Beer</a:t>
            </a:r>
            <a:endParaRPr sz="1250" lang="ja-JP">
              <a:latin typeface="Arial"/>
              <a:ea typeface="ＭＳ Ｐゴシック"/>
              <a:cs typeface="Arial"/>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BeiDou_Navigation_Satellite_System</a:t>
            </a:r>
            <a:endParaRPr sz="1250" lang="ja-JP">
              <a:latin typeface="Arial"/>
              <a:ea typeface="ＭＳ Ｐゴシック"/>
              <a:cs typeface="Arial"/>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Bermuda</a:t>
            </a:r>
            <a:endParaRPr sz="1250" lang="ja-JP">
              <a:latin typeface="Arial"/>
              <a:ea typeface="ＭＳ Ｐゴシック"/>
              <a:cs typeface="Arial"/>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記事名は元JSONの title をそのまま記載。</a:t>
            </a:r>
            <a:endParaRPr sz="850" lang="ja-JP">
              <a:latin typeface="Arial"/>
              <a:ea typeface="ＭＳ Ｐゴシック"/>
              <a:cs typeface="Arial"/>
            </a:endParaRPr>
          </a:p>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https://github.com/rajpurkar/SQuAD-explorer/tree/master/dataset</a:t>
            </a:r>
            <a:endParaRPr sz="850" lang="ja-JP">
              <a:latin typeface="Arial"/>
              <a:ea typeface="ＭＳ Ｐゴシック"/>
              <a:cs typeface="Arial"/>
            </a:endParaRP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学習用 Wikipedia 記事一覧 3/19</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5 Wikipedia記事一覧</a:t>
            </a:r>
            <a:endParaRPr sz="1400" lang="ja-JP">
              <a:latin typeface="Arial"/>
              <a:ea typeface="ＭＳ Ｐゴシック"/>
              <a:cs typeface="Arial"/>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バージョン1.1と2.0に共通する442記事。</a:t>
            </a:r>
            <a:endParaRPr sz="1800" lang="ja-JP">
              <a:latin typeface="Arial"/>
              <a:ea typeface="ＭＳ Ｐゴシック"/>
              <a:cs typeface="Arial"/>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Bern</a:t>
            </a:r>
            <a:endParaRPr sz="1250" lang="ja-JP">
              <a:latin typeface="Arial"/>
              <a:ea typeface="ＭＳ Ｐゴシック"/>
              <a:cs typeface="Arial"/>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Beyoncé</a:t>
            </a:r>
            <a:endParaRPr sz="1250" lang="ja-JP">
              <a:latin typeface="Arial"/>
              <a:ea typeface="ＭＳ Ｐゴシック"/>
              <a:cs typeface="Arial"/>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Bill_%26_Melinda_Gates_Foundation</a:t>
            </a:r>
            <a:endParaRPr sz="1250" lang="ja-JP">
              <a:latin typeface="Arial"/>
              <a:ea typeface="ＭＳ Ｐゴシック"/>
              <a:cs typeface="Arial"/>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Biodiversity</a:t>
            </a:r>
            <a:endParaRPr sz="1250" lang="ja-JP">
              <a:latin typeface="Arial"/>
              <a:ea typeface="ＭＳ Ｐゴシック"/>
              <a:cs typeface="Arial"/>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Bird</a:t>
            </a:r>
            <a:endParaRPr sz="1250" lang="ja-JP">
              <a:latin typeface="Arial"/>
              <a:ea typeface="ＭＳ Ｐゴシック"/>
              <a:cs typeface="Arial"/>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Bird_migration</a:t>
            </a:r>
            <a:endParaRPr sz="1250" lang="ja-JP">
              <a:latin typeface="Arial"/>
              <a:ea typeface="ＭＳ Ｐゴシック"/>
              <a:cs typeface="Arial"/>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Black_people</a:t>
            </a:r>
            <a:endParaRPr sz="1250" lang="ja-JP">
              <a:latin typeface="Arial"/>
              <a:ea typeface="ＭＳ Ｐゴシック"/>
              <a:cs typeface="Arial"/>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Boston</a:t>
            </a:r>
            <a:endParaRPr sz="1250" lang="ja-JP">
              <a:latin typeface="Arial"/>
              <a:ea typeface="ＭＳ Ｐゴシック"/>
              <a:cs typeface="Arial"/>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Botany</a:t>
            </a:r>
            <a:endParaRPr sz="1250" lang="ja-JP">
              <a:latin typeface="Arial"/>
              <a:ea typeface="ＭＳ Ｐゴシック"/>
              <a:cs typeface="Arial"/>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Brain</a:t>
            </a:r>
            <a:endParaRPr sz="1250" lang="ja-JP">
              <a:latin typeface="Arial"/>
              <a:ea typeface="ＭＳ Ｐゴシック"/>
              <a:cs typeface="Arial"/>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Bras%C3%ADlia</a:t>
            </a:r>
            <a:endParaRPr sz="1250" lang="ja-JP">
              <a:latin typeface="Arial"/>
              <a:ea typeface="ＭＳ Ｐゴシック"/>
              <a:cs typeface="Arial"/>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Brigham_Young_University</a:t>
            </a:r>
            <a:endParaRPr sz="1250" lang="ja-JP">
              <a:latin typeface="Arial"/>
              <a:ea typeface="ＭＳ Ｐゴシック"/>
              <a:cs typeface="Arial"/>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British_Empire</a:t>
            </a:r>
            <a:endParaRPr sz="1250" lang="ja-JP">
              <a:latin typeface="Arial"/>
              <a:ea typeface="ＭＳ Ｐゴシック"/>
              <a:cs typeface="Arial"/>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British_Isles</a:t>
            </a:r>
            <a:endParaRPr sz="1250" lang="ja-JP">
              <a:latin typeface="Arial"/>
              <a:ea typeface="ＭＳ Ｐゴシック"/>
              <a:cs typeface="Arial"/>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Buckingham_Palace</a:t>
            </a:r>
            <a:endParaRPr sz="1250" lang="ja-JP">
              <a:latin typeface="Arial"/>
              <a:ea typeface="ＭＳ Ｐゴシック"/>
              <a:cs typeface="Arial"/>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Buddhism</a:t>
            </a:r>
            <a:endParaRPr sz="1250" lang="ja-JP">
              <a:latin typeface="Arial"/>
              <a:ea typeface="ＭＳ Ｐゴシック"/>
              <a:cs typeface="Arial"/>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Canadian_Armed_Forces</a:t>
            </a:r>
            <a:endParaRPr sz="1250" lang="ja-JP">
              <a:latin typeface="Arial"/>
              <a:ea typeface="ＭＳ Ｐゴシック"/>
              <a:cs typeface="Arial"/>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Canadian_football</a:t>
            </a:r>
            <a:endParaRPr sz="1250" lang="ja-JP">
              <a:latin typeface="Arial"/>
              <a:ea typeface="ＭＳ Ｐゴシック"/>
              <a:cs typeface="Arial"/>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Canon_law</a:t>
            </a:r>
            <a:endParaRPr sz="1250" lang="ja-JP">
              <a:latin typeface="Arial"/>
              <a:ea typeface="ＭＳ Ｐゴシック"/>
              <a:cs typeface="Arial"/>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Capacitor</a:t>
            </a:r>
            <a:endParaRPr sz="1250" lang="ja-JP">
              <a:latin typeface="Arial"/>
              <a:ea typeface="ＭＳ Ｐゴシック"/>
              <a:cs typeface="Arial"/>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Capital_punishment_in_the_United_States</a:t>
            </a:r>
            <a:endParaRPr sz="1250" lang="ja-JP">
              <a:latin typeface="Arial"/>
              <a:ea typeface="ＭＳ Ｐゴシック"/>
              <a:cs typeface="Arial"/>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Cardinal_(Catholicism)</a:t>
            </a:r>
            <a:endParaRPr sz="1250" lang="ja-JP">
              <a:latin typeface="Arial"/>
              <a:ea typeface="ＭＳ Ｐゴシック"/>
              <a:cs typeface="Arial"/>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Carnival</a:t>
            </a:r>
            <a:endParaRPr sz="1250" lang="ja-JP">
              <a:latin typeface="Arial"/>
              <a:ea typeface="ＭＳ Ｐゴシック"/>
              <a:cs typeface="Arial"/>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Catalan_language</a:t>
            </a:r>
            <a:endParaRPr sz="1250" lang="ja-JP">
              <a:latin typeface="Arial"/>
              <a:ea typeface="ＭＳ Ｐゴシック"/>
              <a:cs typeface="Arial"/>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記事名は元JSONの title をそのまま記載。</a:t>
            </a:r>
            <a:endParaRPr sz="850" lang="ja-JP">
              <a:latin typeface="Arial"/>
              <a:ea typeface="ＭＳ Ｐゴシック"/>
              <a:cs typeface="Arial"/>
            </a:endParaRPr>
          </a:p>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https://github.com/rajpurkar/SQuAD-explorer/tree/master/dataset</a:t>
            </a:r>
            <a:endParaRPr sz="850" lang="ja-JP">
              <a:latin typeface="Arial"/>
              <a:ea typeface="ＭＳ Ｐゴシック"/>
              <a:cs typeface="Arial"/>
            </a:endParaRP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学習用 Wikipedia 記事一覧 4/19</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5 Wikipedia記事一覧</a:t>
            </a:r>
            <a:endParaRPr sz="1400" lang="ja-JP">
              <a:latin typeface="Arial"/>
              <a:ea typeface="ＭＳ Ｐゴシック"/>
              <a:cs typeface="Arial"/>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バージョン1.1と2.0に共通する442記事。</a:t>
            </a:r>
            <a:endParaRPr sz="1800" lang="ja-JP">
              <a:latin typeface="Arial"/>
              <a:ea typeface="ＭＳ Ｐゴシック"/>
              <a:cs typeface="Arial"/>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CBC_Television</a:t>
            </a:r>
            <a:endParaRPr sz="1250" lang="ja-JP">
              <a:latin typeface="Arial"/>
              <a:ea typeface="ＭＳ Ｐゴシック"/>
              <a:cs typeface="Arial"/>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Central_African_Republic</a:t>
            </a:r>
            <a:endParaRPr sz="1250" lang="ja-JP">
              <a:latin typeface="Arial"/>
              <a:ea typeface="ＭＳ Ｐゴシック"/>
              <a:cs typeface="Arial"/>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Central_Intelligence_Agency</a:t>
            </a:r>
            <a:endParaRPr sz="1250" lang="ja-JP">
              <a:latin typeface="Arial"/>
              <a:ea typeface="ＭＳ Ｐゴシック"/>
              <a:cs typeface="Arial"/>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Charleston,_South_Carolina</a:t>
            </a:r>
            <a:endParaRPr sz="1250" lang="ja-JP">
              <a:latin typeface="Arial"/>
              <a:ea typeface="ＭＳ Ｐゴシック"/>
              <a:cs typeface="Arial"/>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Chicago_Cubs</a:t>
            </a:r>
            <a:endParaRPr sz="1250" lang="ja-JP">
              <a:latin typeface="Arial"/>
              <a:ea typeface="ＭＳ Ｐゴシック"/>
              <a:cs typeface="Arial"/>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Chihuahua_(state)</a:t>
            </a:r>
            <a:endParaRPr sz="1250" lang="ja-JP">
              <a:latin typeface="Arial"/>
              <a:ea typeface="ＭＳ Ｐゴシック"/>
              <a:cs typeface="Arial"/>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Child_labour</a:t>
            </a:r>
            <a:endParaRPr sz="1250" lang="ja-JP">
              <a:latin typeface="Arial"/>
              <a:ea typeface="ＭＳ Ｐゴシック"/>
              <a:cs typeface="Arial"/>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Chinese_characters</a:t>
            </a:r>
            <a:endParaRPr sz="1250" lang="ja-JP">
              <a:latin typeface="Arial"/>
              <a:ea typeface="ＭＳ Ｐゴシック"/>
              <a:cs typeface="Arial"/>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Christian</a:t>
            </a:r>
            <a:endParaRPr sz="1250" lang="ja-JP">
              <a:latin typeface="Arial"/>
              <a:ea typeface="ＭＳ Ｐゴシック"/>
              <a:cs typeface="Arial"/>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Circadian_rhythm</a:t>
            </a:r>
            <a:endParaRPr sz="1250" lang="ja-JP">
              <a:latin typeface="Arial"/>
              <a:ea typeface="ＭＳ Ｐゴシック"/>
              <a:cs typeface="Arial"/>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Classical_music</a:t>
            </a:r>
            <a:endParaRPr sz="1250" lang="ja-JP">
              <a:latin typeface="Arial"/>
              <a:ea typeface="ＭＳ Ｐゴシック"/>
              <a:cs typeface="Arial"/>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Clothing</a:t>
            </a:r>
            <a:endParaRPr sz="1250" lang="ja-JP">
              <a:latin typeface="Arial"/>
              <a:ea typeface="ＭＳ Ｐゴシック"/>
              <a:cs typeface="Arial"/>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Comcast</a:t>
            </a:r>
            <a:endParaRPr sz="1250" lang="ja-JP">
              <a:latin typeface="Arial"/>
              <a:ea typeface="ＭＳ Ｐゴシック"/>
              <a:cs typeface="Arial"/>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Comics</a:t>
            </a:r>
            <a:endParaRPr sz="1250" lang="ja-JP">
              <a:latin typeface="Arial"/>
              <a:ea typeface="ＭＳ Ｐゴシック"/>
              <a:cs typeface="Arial"/>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Communication</a:t>
            </a:r>
            <a:endParaRPr sz="1250" lang="ja-JP">
              <a:latin typeface="Arial"/>
              <a:ea typeface="ＭＳ Ｐゴシック"/>
              <a:cs typeface="Arial"/>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Communications_in_Somalia</a:t>
            </a:r>
            <a:endParaRPr sz="1250" lang="ja-JP">
              <a:latin typeface="Arial"/>
              <a:ea typeface="ＭＳ Ｐゴシック"/>
              <a:cs typeface="Arial"/>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Compact_disc</a:t>
            </a:r>
            <a:endParaRPr sz="1250" lang="ja-JP">
              <a:latin typeface="Arial"/>
              <a:ea typeface="ＭＳ Ｐゴシック"/>
              <a:cs typeface="Arial"/>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Comprehensive_school</a:t>
            </a:r>
            <a:endParaRPr sz="1250" lang="ja-JP">
              <a:latin typeface="Arial"/>
              <a:ea typeface="ＭＳ Ｐゴシック"/>
              <a:cs typeface="Arial"/>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Computer</a:t>
            </a:r>
            <a:endParaRPr sz="1250" lang="ja-JP">
              <a:latin typeface="Arial"/>
              <a:ea typeface="ＭＳ Ｐゴシック"/>
              <a:cs typeface="Arial"/>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Computer_security</a:t>
            </a:r>
            <a:endParaRPr sz="1250" lang="ja-JP">
              <a:latin typeface="Arial"/>
              <a:ea typeface="ＭＳ Ｐゴシック"/>
              <a:cs typeface="Arial"/>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Copper</a:t>
            </a:r>
            <a:endParaRPr sz="1250" lang="ja-JP">
              <a:latin typeface="Arial"/>
              <a:ea typeface="ＭＳ Ｐゴシック"/>
              <a:cs typeface="Arial"/>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Copyright_infringement</a:t>
            </a:r>
            <a:endParaRPr sz="1250" lang="ja-JP">
              <a:latin typeface="Arial"/>
              <a:ea typeface="ＭＳ Ｐゴシック"/>
              <a:cs typeface="Arial"/>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Cork_(city)</a:t>
            </a:r>
            <a:endParaRPr sz="1250" lang="ja-JP">
              <a:latin typeface="Arial"/>
              <a:ea typeface="ＭＳ Ｐゴシック"/>
              <a:cs typeface="Arial"/>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Cotton</a:t>
            </a:r>
            <a:endParaRPr sz="1250" lang="ja-JP">
              <a:latin typeface="Arial"/>
              <a:ea typeface="ＭＳ Ｐゴシック"/>
              <a:cs typeface="Arial"/>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記事名は元JSONの title をそのまま記載。</a:t>
            </a:r>
            <a:endParaRPr sz="850" lang="ja-JP">
              <a:latin typeface="Arial"/>
              <a:ea typeface="ＭＳ Ｐゴシック"/>
              <a:cs typeface="Arial"/>
            </a:endParaRPr>
          </a:p>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https://github.com/rajpurkar/SQuAD-explorer/tree/master/dataset</a:t>
            </a:r>
            <a:endParaRPr sz="850" lang="ja-JP">
              <a:latin typeface="Arial"/>
              <a:ea typeface="ＭＳ Ｐゴシック"/>
              <a:cs typeface="Arial"/>
            </a:endParaRP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学習用 Wikipedia 記事一覧 5/19</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5 Wikipedia記事一覧</a:t>
            </a:r>
            <a:endParaRPr sz="1400" lang="ja-JP">
              <a:latin typeface="Arial"/>
              <a:ea typeface="ＭＳ Ｐゴシック"/>
              <a:cs typeface="Arial"/>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バージョン1.1と2.0に共通する442記事。</a:t>
            </a:r>
            <a:endParaRPr sz="1800" lang="ja-JP">
              <a:latin typeface="Arial"/>
              <a:ea typeface="ＭＳ Ｐゴシック"/>
              <a:cs typeface="Arial"/>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Crimean_War</a:t>
            </a:r>
            <a:endParaRPr sz="1250" lang="ja-JP">
              <a:latin typeface="Arial"/>
              <a:ea typeface="ＭＳ Ｐゴシック"/>
              <a:cs typeface="Arial"/>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Crucifixion_of_Jesus</a:t>
            </a:r>
            <a:endParaRPr sz="1250" lang="ja-JP">
              <a:latin typeface="Arial"/>
              <a:ea typeface="ＭＳ Ｐゴシック"/>
              <a:cs typeface="Arial"/>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Cubism</a:t>
            </a:r>
            <a:endParaRPr sz="1250" lang="ja-JP">
              <a:latin typeface="Arial"/>
              <a:ea typeface="ＭＳ Ｐゴシック"/>
              <a:cs typeface="Arial"/>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Culture</a:t>
            </a:r>
            <a:endParaRPr sz="1250" lang="ja-JP">
              <a:latin typeface="Arial"/>
              <a:ea typeface="ＭＳ Ｐゴシック"/>
              <a:cs typeface="Arial"/>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Cyprus</a:t>
            </a:r>
            <a:endParaRPr sz="1250" lang="ja-JP">
              <a:latin typeface="Arial"/>
              <a:ea typeface="ＭＳ Ｐゴシック"/>
              <a:cs typeface="Arial"/>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Czech_language</a:t>
            </a:r>
            <a:endParaRPr sz="1250" lang="ja-JP">
              <a:latin typeface="Arial"/>
              <a:ea typeface="ＭＳ Ｐゴシック"/>
              <a:cs typeface="Arial"/>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Data_compression</a:t>
            </a:r>
            <a:endParaRPr sz="1250" lang="ja-JP">
              <a:latin typeface="Arial"/>
              <a:ea typeface="ＭＳ Ｐゴシック"/>
              <a:cs typeface="Arial"/>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Database</a:t>
            </a:r>
            <a:endParaRPr sz="1250" lang="ja-JP">
              <a:latin typeface="Arial"/>
              <a:ea typeface="ＭＳ Ｐゴシック"/>
              <a:cs typeface="Arial"/>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Daylight_saving_time</a:t>
            </a:r>
            <a:endParaRPr sz="1250" lang="ja-JP">
              <a:latin typeface="Arial"/>
              <a:ea typeface="ＭＳ Ｐゴシック"/>
              <a:cs typeface="Arial"/>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Dell</a:t>
            </a:r>
            <a:endParaRPr sz="1250" lang="ja-JP">
              <a:latin typeface="Arial"/>
              <a:ea typeface="ＭＳ Ｐゴシック"/>
              <a:cs typeface="Arial"/>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Department_store</a:t>
            </a:r>
            <a:endParaRPr sz="1250" lang="ja-JP">
              <a:latin typeface="Arial"/>
              <a:ea typeface="ＭＳ Ｐゴシック"/>
              <a:cs typeface="Arial"/>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Detroit</a:t>
            </a:r>
            <a:endParaRPr sz="1250" lang="ja-JP">
              <a:latin typeface="Arial"/>
              <a:ea typeface="ＭＳ Ｐゴシック"/>
              <a:cs typeface="Arial"/>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Dialect</a:t>
            </a:r>
            <a:endParaRPr sz="1250" lang="ja-JP">
              <a:latin typeface="Arial"/>
              <a:ea typeface="ＭＳ Ｐゴシック"/>
              <a:cs typeface="Arial"/>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Diarrhea</a:t>
            </a:r>
            <a:endParaRPr sz="1250" lang="ja-JP">
              <a:latin typeface="Arial"/>
              <a:ea typeface="ＭＳ Ｐゴシック"/>
              <a:cs typeface="Arial"/>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Digestion</a:t>
            </a:r>
            <a:endParaRPr sz="1250" lang="ja-JP">
              <a:latin typeface="Arial"/>
              <a:ea typeface="ＭＳ Ｐゴシック"/>
              <a:cs typeface="Arial"/>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Digimon</a:t>
            </a:r>
            <a:endParaRPr sz="1250" lang="ja-JP">
              <a:latin typeface="Arial"/>
              <a:ea typeface="ＭＳ Ｐゴシック"/>
              <a:cs typeface="Arial"/>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Dissolution_of_the_Soviet_Union</a:t>
            </a:r>
            <a:endParaRPr sz="1250" lang="ja-JP">
              <a:latin typeface="Arial"/>
              <a:ea typeface="ＭＳ Ｐゴシック"/>
              <a:cs typeface="Arial"/>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Dog</a:t>
            </a:r>
            <a:endParaRPr sz="1250" lang="ja-JP">
              <a:latin typeface="Arial"/>
              <a:ea typeface="ＭＳ Ｐゴシック"/>
              <a:cs typeface="Arial"/>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Dominican_Order</a:t>
            </a:r>
            <a:endParaRPr sz="1250" lang="ja-JP">
              <a:latin typeface="Arial"/>
              <a:ea typeface="ＭＳ Ｐゴシック"/>
              <a:cs typeface="Arial"/>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Dutch_language</a:t>
            </a:r>
            <a:endParaRPr sz="1250" lang="ja-JP">
              <a:latin typeface="Arial"/>
              <a:ea typeface="ＭＳ Ｐゴシック"/>
              <a:cs typeface="Arial"/>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Dutch_Republic</a:t>
            </a:r>
            <a:endParaRPr sz="1250" lang="ja-JP">
              <a:latin typeface="Arial"/>
              <a:ea typeface="ＭＳ Ｐゴシック"/>
              <a:cs typeface="Arial"/>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Dwight_D._Eisenhower</a:t>
            </a:r>
            <a:endParaRPr sz="1250" lang="ja-JP">
              <a:latin typeface="Arial"/>
              <a:ea typeface="ＭＳ Ｐゴシック"/>
              <a:cs typeface="Arial"/>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East_India_Company</a:t>
            </a:r>
            <a:endParaRPr sz="1250" lang="ja-JP">
              <a:latin typeface="Arial"/>
              <a:ea typeface="ＭＳ Ｐゴシック"/>
              <a:cs typeface="Arial"/>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East_Prussia</a:t>
            </a:r>
            <a:endParaRPr sz="1250" lang="ja-JP">
              <a:latin typeface="Arial"/>
              <a:ea typeface="ＭＳ Ｐゴシック"/>
              <a:cs typeface="Arial"/>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記事名は元JSONの title をそのまま記載。</a:t>
            </a:r>
            <a:endParaRPr sz="850" lang="ja-JP">
              <a:latin typeface="Arial"/>
              <a:ea typeface="ＭＳ Ｐゴシック"/>
              <a:cs typeface="Arial"/>
            </a:endParaRPr>
          </a:p>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https://github.com/rajpurkar/SQuAD-explorer/tree/master/dataset</a:t>
            </a:r>
            <a:endParaRPr sz="850" lang="ja-JP">
              <a:latin typeface="Arial"/>
              <a:ea typeface="ＭＳ Ｐゴシック"/>
              <a:cs typeface="Arial"/>
            </a:endParaRP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学習用 Wikipedia 記事一覧 6/19</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5 Wikipedia記事一覧</a:t>
            </a:r>
            <a:endParaRPr sz="1400" lang="ja-JP">
              <a:latin typeface="Arial"/>
              <a:ea typeface="ＭＳ Ｐゴシック"/>
              <a:cs typeface="Arial"/>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バージョン1.1と2.0に共通する442記事。</a:t>
            </a:r>
            <a:endParaRPr sz="1800" lang="ja-JP">
              <a:latin typeface="Arial"/>
              <a:ea typeface="ＭＳ Ｐゴシック"/>
              <a:cs typeface="Arial"/>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Economy_of_Greece</a:t>
            </a:r>
            <a:endParaRPr sz="1250" lang="ja-JP">
              <a:latin typeface="Arial"/>
              <a:ea typeface="ＭＳ Ｐゴシック"/>
              <a:cs typeface="Arial"/>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Edmund_Burke</a:t>
            </a:r>
            <a:endParaRPr sz="1250" lang="ja-JP">
              <a:latin typeface="Arial"/>
              <a:ea typeface="ＭＳ Ｐゴシック"/>
              <a:cs typeface="Arial"/>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Education</a:t>
            </a:r>
            <a:endParaRPr sz="1250" lang="ja-JP">
              <a:latin typeface="Arial"/>
              <a:ea typeface="ＭＳ Ｐゴシック"/>
              <a:cs typeface="Arial"/>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Egypt</a:t>
            </a:r>
            <a:endParaRPr sz="1250" lang="ja-JP">
              <a:latin typeface="Arial"/>
              <a:ea typeface="ＭＳ Ｐゴシック"/>
              <a:cs typeface="Arial"/>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Electric_motor</a:t>
            </a:r>
            <a:endParaRPr sz="1250" lang="ja-JP">
              <a:latin typeface="Arial"/>
              <a:ea typeface="ＭＳ Ｐゴシック"/>
              <a:cs typeface="Arial"/>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Elevator</a:t>
            </a:r>
            <a:endParaRPr sz="1250" lang="ja-JP">
              <a:latin typeface="Arial"/>
              <a:ea typeface="ＭＳ Ｐゴシック"/>
              <a:cs typeface="Arial"/>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Elizabeth_II</a:t>
            </a:r>
            <a:endParaRPr sz="1250" lang="ja-JP">
              <a:latin typeface="Arial"/>
              <a:ea typeface="ＭＳ Ｐゴシック"/>
              <a:cs typeface="Arial"/>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Emotion</a:t>
            </a:r>
            <a:endParaRPr sz="1250" lang="ja-JP">
              <a:latin typeface="Arial"/>
              <a:ea typeface="ＭＳ Ｐゴシック"/>
              <a:cs typeface="Arial"/>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Empiricism</a:t>
            </a:r>
            <a:endParaRPr sz="1250" lang="ja-JP">
              <a:latin typeface="Arial"/>
              <a:ea typeface="ＭＳ Ｐゴシック"/>
              <a:cs typeface="Arial"/>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Endangered_Species_Act</a:t>
            </a:r>
            <a:endParaRPr sz="1250" lang="ja-JP">
              <a:latin typeface="Arial"/>
              <a:ea typeface="ＭＳ Ｐゴシック"/>
              <a:cs typeface="Arial"/>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Energy</a:t>
            </a:r>
            <a:endParaRPr sz="1250" lang="ja-JP">
              <a:latin typeface="Arial"/>
              <a:ea typeface="ＭＳ Ｐゴシック"/>
              <a:cs typeface="Arial"/>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England_national_football_team</a:t>
            </a:r>
            <a:endParaRPr sz="1250" lang="ja-JP">
              <a:latin typeface="Arial"/>
              <a:ea typeface="ＭＳ Ｐゴシック"/>
              <a:cs typeface="Arial"/>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Eritrea</a:t>
            </a:r>
            <a:endParaRPr sz="1250" lang="ja-JP">
              <a:latin typeface="Arial"/>
              <a:ea typeface="ＭＳ Ｐゴシック"/>
              <a:cs typeface="Arial"/>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Estonia</a:t>
            </a:r>
            <a:endParaRPr sz="1250" lang="ja-JP">
              <a:latin typeface="Arial"/>
              <a:ea typeface="ＭＳ Ｐゴシック"/>
              <a:cs typeface="Arial"/>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Estonian_language</a:t>
            </a:r>
            <a:endParaRPr sz="1250" lang="ja-JP">
              <a:latin typeface="Arial"/>
              <a:ea typeface="ＭＳ Ｐゴシック"/>
              <a:cs typeface="Arial"/>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Eton_College</a:t>
            </a:r>
            <a:endParaRPr sz="1250" lang="ja-JP">
              <a:latin typeface="Arial"/>
              <a:ea typeface="ＭＳ Ｐゴシック"/>
              <a:cs typeface="Arial"/>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European_Central_Bank</a:t>
            </a:r>
            <a:endParaRPr sz="1250" lang="ja-JP">
              <a:latin typeface="Arial"/>
              <a:ea typeface="ＭＳ Ｐゴシック"/>
              <a:cs typeface="Arial"/>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Everton_F.C.</a:t>
            </a:r>
            <a:endParaRPr sz="1250" lang="ja-JP">
              <a:latin typeface="Arial"/>
              <a:ea typeface="ＭＳ Ｐゴシック"/>
              <a:cs typeface="Arial"/>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Exhibition_game</a:t>
            </a:r>
            <a:endParaRPr sz="1250" lang="ja-JP">
              <a:latin typeface="Arial"/>
              <a:ea typeface="ＭＳ Ｐゴシック"/>
              <a:cs typeface="Arial"/>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FA_Cup</a:t>
            </a:r>
            <a:endParaRPr sz="1250" lang="ja-JP">
              <a:latin typeface="Arial"/>
              <a:ea typeface="ＭＳ Ｐゴシック"/>
              <a:cs typeface="Arial"/>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FC_Barcelona</a:t>
            </a:r>
            <a:endParaRPr sz="1250" lang="ja-JP">
              <a:latin typeface="Arial"/>
              <a:ea typeface="ＭＳ Ｐゴシック"/>
              <a:cs typeface="Arial"/>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Federal_Aviation_Administration</a:t>
            </a:r>
            <a:endParaRPr sz="1250" lang="ja-JP">
              <a:latin typeface="Arial"/>
              <a:ea typeface="ＭＳ Ｐゴシック"/>
              <a:cs typeface="Arial"/>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Federal_Bureau_of_Investigation</a:t>
            </a:r>
            <a:endParaRPr sz="1250" lang="ja-JP">
              <a:latin typeface="Arial"/>
              <a:ea typeface="ＭＳ Ｐゴシック"/>
              <a:cs typeface="Arial"/>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Federalism</a:t>
            </a:r>
            <a:endParaRPr sz="1250" lang="ja-JP">
              <a:latin typeface="Arial"/>
              <a:ea typeface="ＭＳ Ｐゴシック"/>
              <a:cs typeface="Arial"/>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記事名は元JSONの title をそのまま記載。</a:t>
            </a:r>
            <a:endParaRPr sz="850" lang="ja-JP">
              <a:latin typeface="Arial"/>
              <a:ea typeface="ＭＳ Ｐゴシック"/>
              <a:cs typeface="Arial"/>
            </a:endParaRPr>
          </a:p>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https://github.com/rajpurkar/SQuAD-explorer/tree/master/dataset</a:t>
            </a:r>
            <a:endParaRPr sz="850" lang="ja-JP">
              <a:latin typeface="Arial"/>
              <a:ea typeface="ＭＳ Ｐゴシック"/>
              <a:cs typeface="Arial"/>
            </a:endParaRP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学習用 Wikipedia 記事一覧 7/19</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5 Wikipedia記事一覧</a:t>
            </a:r>
            <a:endParaRPr sz="1400" lang="ja-JP">
              <a:latin typeface="Arial"/>
              <a:ea typeface="ＭＳ Ｐゴシック"/>
              <a:cs typeface="Arial"/>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バージョン1.1と2.0に共通する442記事。</a:t>
            </a:r>
            <a:endParaRPr sz="1800" lang="ja-JP">
              <a:latin typeface="Arial"/>
              <a:ea typeface="ＭＳ Ｐゴシック"/>
              <a:cs typeface="Arial"/>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Film_speed</a:t>
            </a:r>
            <a:endParaRPr sz="1250" lang="ja-JP">
              <a:latin typeface="Arial"/>
              <a:ea typeface="ＭＳ Ｐゴシック"/>
              <a:cs typeface="Arial"/>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Financial_crisis_of_2007%E2%80%9308</a:t>
            </a:r>
            <a:endParaRPr sz="1250" lang="ja-JP">
              <a:latin typeface="Arial"/>
              <a:ea typeface="ＭＳ Ｐゴシック"/>
              <a:cs typeface="Arial"/>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Florida</a:t>
            </a:r>
            <a:endParaRPr sz="1250" lang="ja-JP">
              <a:latin typeface="Arial"/>
              <a:ea typeface="ＭＳ Ｐゴシック"/>
              <a:cs typeface="Arial"/>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Flowering_plant</a:t>
            </a:r>
            <a:endParaRPr sz="1250" lang="ja-JP">
              <a:latin typeface="Arial"/>
              <a:ea typeface="ＭＳ Ｐゴシック"/>
              <a:cs typeface="Arial"/>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Franco-Prussian_War</a:t>
            </a:r>
            <a:endParaRPr sz="1250" lang="ja-JP">
              <a:latin typeface="Arial"/>
              <a:ea typeface="ＭＳ Ｐゴシック"/>
              <a:cs typeface="Arial"/>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Freemasonry</a:t>
            </a:r>
            <a:endParaRPr sz="1250" lang="ja-JP">
              <a:latin typeface="Arial"/>
              <a:ea typeface="ＭＳ Ｐゴシック"/>
              <a:cs typeface="Arial"/>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Friedrich_Hayek</a:t>
            </a:r>
            <a:endParaRPr sz="1250" lang="ja-JP">
              <a:latin typeface="Arial"/>
              <a:ea typeface="ＭＳ Ｐゴシック"/>
              <a:cs typeface="Arial"/>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Frédéric_Chopin</a:t>
            </a:r>
            <a:endParaRPr sz="1250" lang="ja-JP">
              <a:latin typeface="Arial"/>
              <a:ea typeface="ＭＳ Ｐゴシック"/>
              <a:cs typeface="Arial"/>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Galicia_(Spain)</a:t>
            </a:r>
            <a:endParaRPr sz="1250" lang="ja-JP">
              <a:latin typeface="Arial"/>
              <a:ea typeface="ＭＳ Ｐゴシック"/>
              <a:cs typeface="Arial"/>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Gamal_Abdel_Nasser</a:t>
            </a:r>
            <a:endParaRPr sz="1250" lang="ja-JP">
              <a:latin typeface="Arial"/>
              <a:ea typeface="ＭＳ Ｐゴシック"/>
              <a:cs typeface="Arial"/>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Gene</a:t>
            </a:r>
            <a:endParaRPr sz="1250" lang="ja-JP">
              <a:latin typeface="Arial"/>
              <a:ea typeface="ＭＳ Ｐゴシック"/>
              <a:cs typeface="Arial"/>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General_Electric</a:t>
            </a:r>
            <a:endParaRPr sz="1250" lang="ja-JP">
              <a:latin typeface="Arial"/>
              <a:ea typeface="ＭＳ Ｐゴシック"/>
              <a:cs typeface="Arial"/>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Genocide</a:t>
            </a:r>
            <a:endParaRPr sz="1250" lang="ja-JP">
              <a:latin typeface="Arial"/>
              <a:ea typeface="ＭＳ Ｐゴシック"/>
              <a:cs typeface="Arial"/>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Genome</a:t>
            </a:r>
            <a:endParaRPr sz="1250" lang="ja-JP">
              <a:latin typeface="Arial"/>
              <a:ea typeface="ＭＳ Ｐゴシック"/>
              <a:cs typeface="Arial"/>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Geography_of_the_United_States</a:t>
            </a:r>
            <a:endParaRPr sz="1250" lang="ja-JP">
              <a:latin typeface="Arial"/>
              <a:ea typeface="ＭＳ Ｐゴシック"/>
              <a:cs typeface="Arial"/>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Geological_history_of_Earth</a:t>
            </a:r>
            <a:endParaRPr sz="1250" lang="ja-JP">
              <a:latin typeface="Arial"/>
              <a:ea typeface="ＭＳ Ｐゴシック"/>
              <a:cs typeface="Arial"/>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George_VI</a:t>
            </a:r>
            <a:endParaRPr sz="1250" lang="ja-JP">
              <a:latin typeface="Arial"/>
              <a:ea typeface="ＭＳ Ｐゴシック"/>
              <a:cs typeface="Arial"/>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Georgian_architecture</a:t>
            </a:r>
            <a:endParaRPr sz="1250" lang="ja-JP">
              <a:latin typeface="Arial"/>
              <a:ea typeface="ＭＳ Ｐゴシック"/>
              <a:cs typeface="Arial"/>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Germans</a:t>
            </a:r>
            <a:endParaRPr sz="1250" lang="ja-JP">
              <a:latin typeface="Arial"/>
              <a:ea typeface="ＭＳ Ｐゴシック"/>
              <a:cs typeface="Arial"/>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Glacier</a:t>
            </a:r>
            <a:endParaRPr sz="1250" lang="ja-JP">
              <a:latin typeface="Arial"/>
              <a:ea typeface="ＭＳ Ｐゴシック"/>
              <a:cs typeface="Arial"/>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Glass</a:t>
            </a:r>
            <a:endParaRPr sz="1250" lang="ja-JP">
              <a:latin typeface="Arial"/>
              <a:ea typeface="ＭＳ Ｐゴシック"/>
              <a:cs typeface="Arial"/>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God</a:t>
            </a:r>
            <a:endParaRPr sz="1250" lang="ja-JP">
              <a:latin typeface="Arial"/>
              <a:ea typeface="ＭＳ Ｐゴシック"/>
              <a:cs typeface="Arial"/>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Gothic_architecture</a:t>
            </a:r>
            <a:endParaRPr sz="1250" lang="ja-JP">
              <a:latin typeface="Arial"/>
              <a:ea typeface="ＭＳ Ｐゴシック"/>
              <a:cs typeface="Arial"/>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Gramophone_record</a:t>
            </a:r>
            <a:endParaRPr sz="1250" lang="ja-JP">
              <a:latin typeface="Arial"/>
              <a:ea typeface="ＭＳ Ｐゴシック"/>
              <a:cs typeface="Arial"/>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記事名は元JSONの title をそのまま記載。</a:t>
            </a:r>
            <a:endParaRPr sz="850" lang="ja-JP">
              <a:latin typeface="Arial"/>
              <a:ea typeface="ＭＳ Ｐゴシック"/>
              <a:cs typeface="Arial"/>
            </a:endParaRPr>
          </a:p>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https://github.com/rajpurkar/SQuAD-explorer/tree/master/dataset</a:t>
            </a:r>
            <a:endParaRPr sz="850" lang="ja-JP">
              <a:latin typeface="Arial"/>
              <a:ea typeface="ＭＳ Ｐゴシック"/>
              <a:cs typeface="Arial"/>
            </a:endParaRP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学習用 Wikipedia 記事一覧 8/19</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5 Wikipedia記事一覧</a:t>
            </a:r>
            <a:endParaRPr sz="1400" lang="ja-JP">
              <a:latin typeface="Arial"/>
              <a:ea typeface="ＭＳ Ｐゴシック"/>
              <a:cs typeface="Arial"/>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バージョン1.1と2.0に共通する442記事。</a:t>
            </a:r>
            <a:endParaRPr sz="1800" lang="ja-JP">
              <a:latin typeface="Arial"/>
              <a:ea typeface="ＭＳ Ｐゴシック"/>
              <a:cs typeface="Arial"/>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Grape</a:t>
            </a:r>
            <a:endParaRPr sz="1250" lang="ja-JP">
              <a:latin typeface="Arial"/>
              <a:ea typeface="ＭＳ Ｐゴシック"/>
              <a:cs typeface="Arial"/>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Great_Plains</a:t>
            </a:r>
            <a:endParaRPr sz="1250" lang="ja-JP">
              <a:latin typeface="Arial"/>
              <a:ea typeface="ＭＳ Ｐゴシック"/>
              <a:cs typeface="Arial"/>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Great_power</a:t>
            </a:r>
            <a:endParaRPr sz="1250" lang="ja-JP">
              <a:latin typeface="Arial"/>
              <a:ea typeface="ＭＳ Ｐゴシック"/>
              <a:cs typeface="Arial"/>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Greece</a:t>
            </a:r>
            <a:endParaRPr sz="1250" lang="ja-JP">
              <a:latin typeface="Arial"/>
              <a:ea typeface="ＭＳ Ｐゴシック"/>
              <a:cs typeface="Arial"/>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Greeks</a:t>
            </a:r>
            <a:endParaRPr sz="1250" lang="ja-JP">
              <a:latin typeface="Arial"/>
              <a:ea typeface="ＭＳ Ｐゴシック"/>
              <a:cs typeface="Arial"/>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Green</a:t>
            </a:r>
            <a:endParaRPr sz="1250" lang="ja-JP">
              <a:latin typeface="Arial"/>
              <a:ea typeface="ＭＳ Ｐゴシック"/>
              <a:cs typeface="Arial"/>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Gregorian_calendar</a:t>
            </a:r>
            <a:endParaRPr sz="1250" lang="ja-JP">
              <a:latin typeface="Arial"/>
              <a:ea typeface="ＭＳ Ｐゴシック"/>
              <a:cs typeface="Arial"/>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Group_(mathematics)</a:t>
            </a:r>
            <a:endParaRPr sz="1250" lang="ja-JP">
              <a:latin typeface="Arial"/>
              <a:ea typeface="ＭＳ Ｐゴシック"/>
              <a:cs typeface="Arial"/>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Guam</a:t>
            </a:r>
            <a:endParaRPr sz="1250" lang="ja-JP">
              <a:latin typeface="Arial"/>
              <a:ea typeface="ＭＳ Ｐゴシック"/>
              <a:cs typeface="Arial"/>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Guinea-Bissau</a:t>
            </a:r>
            <a:endParaRPr sz="1250" lang="ja-JP">
              <a:latin typeface="Arial"/>
              <a:ea typeface="ＭＳ Ｐゴシック"/>
              <a:cs typeface="Arial"/>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Gymnastics</a:t>
            </a:r>
            <a:endParaRPr sz="1250" lang="ja-JP">
              <a:latin typeface="Arial"/>
              <a:ea typeface="ＭＳ Ｐゴシック"/>
              <a:cs typeface="Arial"/>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Han_dynasty</a:t>
            </a:r>
            <a:endParaRPr sz="1250" lang="ja-JP">
              <a:latin typeface="Arial"/>
              <a:ea typeface="ＭＳ Ｐゴシック"/>
              <a:cs typeface="Arial"/>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Hanover</a:t>
            </a:r>
            <a:endParaRPr sz="1250" lang="ja-JP">
              <a:latin typeface="Arial"/>
              <a:ea typeface="ＭＳ Ｐゴシック"/>
              <a:cs typeface="Arial"/>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Hard_rock</a:t>
            </a:r>
            <a:endParaRPr sz="1250" lang="ja-JP">
              <a:latin typeface="Arial"/>
              <a:ea typeface="ＭＳ Ｐゴシック"/>
              <a:cs typeface="Arial"/>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Heian_period</a:t>
            </a:r>
            <a:endParaRPr sz="1250" lang="ja-JP">
              <a:latin typeface="Arial"/>
              <a:ea typeface="ＭＳ Ｐゴシック"/>
              <a:cs typeface="Arial"/>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Hellenistic_period</a:t>
            </a:r>
            <a:endParaRPr sz="1250" lang="ja-JP">
              <a:latin typeface="Arial"/>
              <a:ea typeface="ＭＳ Ｐゴシック"/>
              <a:cs typeface="Arial"/>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Heresy</a:t>
            </a:r>
            <a:endParaRPr sz="1250" lang="ja-JP">
              <a:latin typeface="Arial"/>
              <a:ea typeface="ＭＳ Ｐゴシック"/>
              <a:cs typeface="Arial"/>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High-definition_television</a:t>
            </a:r>
            <a:endParaRPr sz="1250" lang="ja-JP">
              <a:latin typeface="Arial"/>
              <a:ea typeface="ＭＳ Ｐゴシック"/>
              <a:cs typeface="Arial"/>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Himachal_Pradesh</a:t>
            </a:r>
            <a:endParaRPr sz="1250" lang="ja-JP">
              <a:latin typeface="Arial"/>
              <a:ea typeface="ＭＳ Ｐゴシック"/>
              <a:cs typeface="Arial"/>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Hindu_philosophy</a:t>
            </a:r>
            <a:endParaRPr sz="1250" lang="ja-JP">
              <a:latin typeface="Arial"/>
              <a:ea typeface="ＭＳ Ｐゴシック"/>
              <a:cs typeface="Arial"/>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History_of_India</a:t>
            </a:r>
            <a:endParaRPr sz="1250" lang="ja-JP">
              <a:latin typeface="Arial"/>
              <a:ea typeface="ＭＳ Ｐゴシック"/>
              <a:cs typeface="Arial"/>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History_of_science</a:t>
            </a:r>
            <a:endParaRPr sz="1250" lang="ja-JP">
              <a:latin typeface="Arial"/>
              <a:ea typeface="ＭＳ Ｐゴシック"/>
              <a:cs typeface="Arial"/>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Hokkien</a:t>
            </a:r>
            <a:endParaRPr sz="1250" lang="ja-JP">
              <a:latin typeface="Arial"/>
              <a:ea typeface="ＭＳ Ｐゴシック"/>
              <a:cs typeface="Arial"/>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House_music</a:t>
            </a:r>
            <a:endParaRPr sz="1250" lang="ja-JP">
              <a:latin typeface="Arial"/>
              <a:ea typeface="ＭＳ Ｐゴシック"/>
              <a:cs typeface="Arial"/>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記事名は元JSONの title をそのまま記載。</a:t>
            </a:r>
            <a:endParaRPr sz="850" lang="ja-JP">
              <a:latin typeface="Arial"/>
              <a:ea typeface="ＭＳ Ｐゴシック"/>
              <a:cs typeface="Arial"/>
            </a:endParaRPr>
          </a:p>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https://github.com/rajpurkar/SQuAD-explorer/tree/master/dataset</a:t>
            </a:r>
            <a:endParaRPr sz="850" lang="ja-JP">
              <a:latin typeface="Arial"/>
              <a:ea typeface="ＭＳ Ｐゴシック"/>
              <a:cs typeface="Arial"/>
            </a:endParaRP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学習用 Wikipedia 記事一覧 9/19</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5 Wikipedia記事一覧</a:t>
            </a:r>
            <a:endParaRPr sz="1400" lang="ja-JP">
              <a:latin typeface="Arial"/>
              <a:ea typeface="ＭＳ Ｐゴシック"/>
              <a:cs typeface="Arial"/>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バージョン1.1と2.0に共通する442記事。</a:t>
            </a:r>
            <a:endParaRPr sz="1800" lang="ja-JP">
              <a:latin typeface="Arial"/>
              <a:ea typeface="ＭＳ Ｐゴシック"/>
              <a:cs typeface="Arial"/>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Houston</a:t>
            </a:r>
            <a:endParaRPr sz="1250" lang="ja-JP">
              <a:latin typeface="Arial"/>
              <a:ea typeface="ＭＳ Ｐゴシック"/>
              <a:cs typeface="Arial"/>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Human_Development_Index</a:t>
            </a:r>
            <a:endParaRPr sz="1250" lang="ja-JP">
              <a:latin typeface="Arial"/>
              <a:ea typeface="ＭＳ Ｐゴシック"/>
              <a:cs typeface="Arial"/>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Humanism</a:t>
            </a:r>
            <a:endParaRPr sz="1250" lang="ja-JP">
              <a:latin typeface="Arial"/>
              <a:ea typeface="ＭＳ Ｐゴシック"/>
              <a:cs typeface="Arial"/>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Hunter-gatherer</a:t>
            </a:r>
            <a:endParaRPr sz="1250" lang="ja-JP">
              <a:latin typeface="Arial"/>
              <a:ea typeface="ＭＳ Ｐゴシック"/>
              <a:cs typeface="Arial"/>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Hunting</a:t>
            </a:r>
            <a:endParaRPr sz="1250" lang="ja-JP">
              <a:latin typeface="Arial"/>
              <a:ea typeface="ＭＳ Ｐゴシック"/>
              <a:cs typeface="Arial"/>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Hyderabad</a:t>
            </a:r>
            <a:endParaRPr sz="1250" lang="ja-JP">
              <a:latin typeface="Arial"/>
              <a:ea typeface="ＭＳ Ｐゴシック"/>
              <a:cs typeface="Arial"/>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Hydrogen</a:t>
            </a:r>
            <a:endParaRPr sz="1250" lang="ja-JP">
              <a:latin typeface="Arial"/>
              <a:ea typeface="ＭＳ Ｐゴシック"/>
              <a:cs typeface="Arial"/>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IBM</a:t>
            </a:r>
            <a:endParaRPr sz="1250" lang="ja-JP">
              <a:latin typeface="Arial"/>
              <a:ea typeface="ＭＳ Ｐゴシック"/>
              <a:cs typeface="Arial"/>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Idealism</a:t>
            </a:r>
            <a:endParaRPr sz="1250" lang="ja-JP">
              <a:latin typeface="Arial"/>
              <a:ea typeface="ＭＳ Ｐゴシック"/>
              <a:cs typeface="Arial"/>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Identity_(social_science)</a:t>
            </a:r>
            <a:endParaRPr sz="1250" lang="ja-JP">
              <a:latin typeface="Arial"/>
              <a:ea typeface="ＭＳ Ｐゴシック"/>
              <a:cs typeface="Arial"/>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Imamah_(Shia_doctrine)</a:t>
            </a:r>
            <a:endParaRPr sz="1250" lang="ja-JP">
              <a:latin typeface="Arial"/>
              <a:ea typeface="ＭＳ Ｐゴシック"/>
              <a:cs typeface="Arial"/>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Immaculate_Conception</a:t>
            </a:r>
            <a:endParaRPr sz="1250" lang="ja-JP">
              <a:latin typeface="Arial"/>
              <a:ea typeface="ＭＳ Ｐゴシック"/>
              <a:cs typeface="Arial"/>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Immunology</a:t>
            </a:r>
            <a:endParaRPr sz="1250" lang="ja-JP">
              <a:latin typeface="Arial"/>
              <a:ea typeface="ＭＳ Ｐゴシック"/>
              <a:cs typeface="Arial"/>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Imperial_College_London</a:t>
            </a:r>
            <a:endParaRPr sz="1250" lang="ja-JP">
              <a:latin typeface="Arial"/>
              <a:ea typeface="ＭＳ Ｐゴシック"/>
              <a:cs typeface="Arial"/>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Incandescent_light_bulb</a:t>
            </a:r>
            <a:endParaRPr sz="1250" lang="ja-JP">
              <a:latin typeface="Arial"/>
              <a:ea typeface="ＭＳ Ｐゴシック"/>
              <a:cs typeface="Arial"/>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Indigenous_peoples_of_the_Americas</a:t>
            </a:r>
            <a:endParaRPr sz="1250" lang="ja-JP">
              <a:latin typeface="Arial"/>
              <a:ea typeface="ＭＳ Ｐゴシック"/>
              <a:cs typeface="Arial"/>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Infection</a:t>
            </a:r>
            <a:endParaRPr sz="1250" lang="ja-JP">
              <a:latin typeface="Arial"/>
              <a:ea typeface="ＭＳ Ｐゴシック"/>
              <a:cs typeface="Arial"/>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Infrared</a:t>
            </a:r>
            <a:endParaRPr sz="1250" lang="ja-JP">
              <a:latin typeface="Arial"/>
              <a:ea typeface="ＭＳ Ｐゴシック"/>
              <a:cs typeface="Arial"/>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Insect</a:t>
            </a:r>
            <a:endParaRPr sz="1250" lang="ja-JP">
              <a:latin typeface="Arial"/>
              <a:ea typeface="ＭＳ Ｐゴシック"/>
              <a:cs typeface="Arial"/>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Institute_of_technology</a:t>
            </a:r>
            <a:endParaRPr sz="1250" lang="ja-JP">
              <a:latin typeface="Arial"/>
              <a:ea typeface="ＭＳ Ｐゴシック"/>
              <a:cs typeface="Arial"/>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Intellectual_property</a:t>
            </a:r>
            <a:endParaRPr sz="1250" lang="ja-JP">
              <a:latin typeface="Arial"/>
              <a:ea typeface="ＭＳ Ｐゴシック"/>
              <a:cs typeface="Arial"/>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Internet_service_provider</a:t>
            </a:r>
            <a:endParaRPr sz="1250" lang="ja-JP">
              <a:latin typeface="Arial"/>
              <a:ea typeface="ＭＳ Ｐゴシック"/>
              <a:cs typeface="Arial"/>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IPod</a:t>
            </a:r>
            <a:endParaRPr sz="1250" lang="ja-JP">
              <a:latin typeface="Arial"/>
              <a:ea typeface="ＭＳ Ｐゴシック"/>
              <a:cs typeface="Arial"/>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Iran</a:t>
            </a:r>
            <a:endParaRPr sz="1250" lang="ja-JP">
              <a:latin typeface="Arial"/>
              <a:ea typeface="ＭＳ Ｐゴシック"/>
              <a:cs typeface="Arial"/>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記事名は元JSONの title をそのまま記載。</a:t>
            </a:r>
            <a:endParaRPr sz="850" lang="ja-JP">
              <a:latin typeface="Arial"/>
              <a:ea typeface="ＭＳ Ｐゴシック"/>
              <a:cs typeface="Arial"/>
            </a:endParaRPr>
          </a:p>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https://github.com/rajpurkar/SQuAD-explorer/tree/master/dataset</a:t>
            </a:r>
            <a:endParaRPr sz="850" lang="ja-JP">
              <a:latin typeface="Arial"/>
              <a:ea typeface="ＭＳ Ｐゴシック"/>
              <a:cs typeface="Arial"/>
            </a:endParaRP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学習用 Wikipedia 記事一覧 10/19</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5 Wikipedia記事一覧</a:t>
            </a:r>
            <a:endParaRPr sz="1400" lang="ja-JP">
              <a:latin typeface="Arial"/>
              <a:ea typeface="ＭＳ Ｐゴシック"/>
              <a:cs typeface="Arial"/>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バージョン1.1と2.0に共通する442記事。</a:t>
            </a:r>
            <a:endParaRPr sz="1800" lang="ja-JP">
              <a:latin typeface="Arial"/>
              <a:ea typeface="ＭＳ Ｐゴシック"/>
              <a:cs typeface="Arial"/>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Iranian_languages</a:t>
            </a:r>
            <a:endParaRPr sz="1250" lang="ja-JP">
              <a:latin typeface="Arial"/>
              <a:ea typeface="ＭＳ Ｐゴシック"/>
              <a:cs typeface="Arial"/>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Israel</a:t>
            </a:r>
            <a:endParaRPr sz="1250" lang="ja-JP">
              <a:latin typeface="Arial"/>
              <a:ea typeface="ＭＳ Ｐゴシック"/>
              <a:cs typeface="Arial"/>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Jehovah%27s_Witnesses</a:t>
            </a:r>
            <a:endParaRPr sz="1250" lang="ja-JP">
              <a:latin typeface="Arial"/>
              <a:ea typeface="ＭＳ Ｐゴシック"/>
              <a:cs typeface="Arial"/>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Jews</a:t>
            </a:r>
            <a:endParaRPr sz="1250" lang="ja-JP">
              <a:latin typeface="Arial"/>
              <a:ea typeface="ＭＳ Ｐゴシック"/>
              <a:cs typeface="Arial"/>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John,_King_of_England</a:t>
            </a:r>
            <a:endParaRPr sz="1250" lang="ja-JP">
              <a:latin typeface="Arial"/>
              <a:ea typeface="ＭＳ Ｐゴシック"/>
              <a:cs typeface="Arial"/>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John_Kerry</a:t>
            </a:r>
            <a:endParaRPr sz="1250" lang="ja-JP">
              <a:latin typeface="Arial"/>
              <a:ea typeface="ＭＳ Ｐゴシック"/>
              <a:cs typeface="Arial"/>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John_von_Neumann</a:t>
            </a:r>
            <a:endParaRPr sz="1250" lang="ja-JP">
              <a:latin typeface="Arial"/>
              <a:ea typeface="ＭＳ Ｐゴシック"/>
              <a:cs typeface="Arial"/>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Josip_Broz_Tito</a:t>
            </a:r>
            <a:endParaRPr sz="1250" lang="ja-JP">
              <a:latin typeface="Arial"/>
              <a:ea typeface="ＭＳ Ｐゴシック"/>
              <a:cs typeface="Arial"/>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Kanye_West</a:t>
            </a:r>
            <a:endParaRPr sz="1250" lang="ja-JP">
              <a:latin typeface="Arial"/>
              <a:ea typeface="ＭＳ Ｐゴシック"/>
              <a:cs typeface="Arial"/>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Karl_Popper</a:t>
            </a:r>
            <a:endParaRPr sz="1250" lang="ja-JP">
              <a:latin typeface="Arial"/>
              <a:ea typeface="ＭＳ Ｐゴシック"/>
              <a:cs typeface="Arial"/>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Kathmandu</a:t>
            </a:r>
            <a:endParaRPr sz="1250" lang="ja-JP">
              <a:latin typeface="Arial"/>
              <a:ea typeface="ＭＳ Ｐゴシック"/>
              <a:cs typeface="Arial"/>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Kievan_Rus%27</a:t>
            </a:r>
            <a:endParaRPr sz="1250" lang="ja-JP">
              <a:latin typeface="Arial"/>
              <a:ea typeface="ＭＳ Ｐゴシック"/>
              <a:cs typeface="Arial"/>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Korean_War</a:t>
            </a:r>
            <a:endParaRPr sz="1250" lang="ja-JP">
              <a:latin typeface="Arial"/>
              <a:ea typeface="ＭＳ Ｐゴシック"/>
              <a:cs typeface="Arial"/>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Labour_Party_(UK)</a:t>
            </a:r>
            <a:endParaRPr sz="1250" lang="ja-JP">
              <a:latin typeface="Arial"/>
              <a:ea typeface="ＭＳ Ｐゴシック"/>
              <a:cs typeface="Arial"/>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Lancashire</a:t>
            </a:r>
            <a:endParaRPr sz="1250" lang="ja-JP">
              <a:latin typeface="Arial"/>
              <a:ea typeface="ＭＳ Ｐゴシック"/>
              <a:cs typeface="Arial"/>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LaserDisc</a:t>
            </a:r>
            <a:endParaRPr sz="1250" lang="ja-JP">
              <a:latin typeface="Arial"/>
              <a:ea typeface="ＭＳ Ｐゴシック"/>
              <a:cs typeface="Arial"/>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Late_Middle_Ages</a:t>
            </a:r>
            <a:endParaRPr sz="1250" lang="ja-JP">
              <a:latin typeface="Arial"/>
              <a:ea typeface="ＭＳ Ｐゴシック"/>
              <a:cs typeface="Arial"/>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Law_of_the_United_States</a:t>
            </a:r>
            <a:endParaRPr sz="1250" lang="ja-JP">
              <a:latin typeface="Arial"/>
              <a:ea typeface="ＭＳ Ｐゴシック"/>
              <a:cs typeface="Arial"/>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Letter_case</a:t>
            </a:r>
            <a:endParaRPr sz="1250" lang="ja-JP">
              <a:latin typeface="Arial"/>
              <a:ea typeface="ＭＳ Ｐゴシック"/>
              <a:cs typeface="Arial"/>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Liberal_Party_of_Australia</a:t>
            </a:r>
            <a:endParaRPr sz="1250" lang="ja-JP">
              <a:latin typeface="Arial"/>
              <a:ea typeface="ＭＳ Ｐゴシック"/>
              <a:cs typeface="Arial"/>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Liberia</a:t>
            </a:r>
            <a:endParaRPr sz="1250" lang="ja-JP">
              <a:latin typeface="Arial"/>
              <a:ea typeface="ＭＳ Ｐゴシック"/>
              <a:cs typeface="Arial"/>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Light-emitting_diode</a:t>
            </a:r>
            <a:endParaRPr sz="1250" lang="ja-JP">
              <a:latin typeface="Arial"/>
              <a:ea typeface="ＭＳ Ｐゴシック"/>
              <a:cs typeface="Arial"/>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Lighting</a:t>
            </a:r>
            <a:endParaRPr sz="1250" lang="ja-JP">
              <a:latin typeface="Arial"/>
              <a:ea typeface="ＭＳ Ｐゴシック"/>
              <a:cs typeface="Arial"/>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List_of_numbered_streets_in_Manhattan</a:t>
            </a:r>
            <a:endParaRPr sz="1250" lang="ja-JP">
              <a:latin typeface="Arial"/>
              <a:ea typeface="ＭＳ Ｐゴシック"/>
              <a:cs typeface="Arial"/>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記事名は元JSONの title をそのまま記載。</a:t>
            </a:r>
            <a:endParaRPr sz="850" lang="ja-JP">
              <a:latin typeface="Arial"/>
              <a:ea typeface="ＭＳ Ｐゴシック"/>
              <a:cs typeface="Arial"/>
            </a:endParaRPr>
          </a:p>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https://github.com/rajpurkar/SQuAD-explorer/tree/master/dataset</a:t>
            </a:r>
            <a:endParaRPr sz="850" lang="ja-JP">
              <a:latin typeface="Arial"/>
              <a:ea typeface="ＭＳ Ｐゴシック"/>
              <a:cs typeface="Arial"/>
            </a:endParaRP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学習用 Wikipedia 記事一覧 11/19</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5 Wikipedia記事一覧</a:t>
            </a:r>
            <a:endParaRPr sz="1400" lang="ja-JP">
              <a:latin typeface="Arial"/>
              <a:ea typeface="ＭＳ Ｐゴシック"/>
              <a:cs typeface="Arial"/>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バージョン1.1と2.0に共通する442記事。</a:t>
            </a:r>
            <a:endParaRPr sz="1800" lang="ja-JP">
              <a:latin typeface="Arial"/>
              <a:ea typeface="ＭＳ Ｐゴシック"/>
              <a:cs typeface="Arial"/>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Literature</a:t>
            </a:r>
            <a:endParaRPr sz="1250" lang="ja-JP">
              <a:latin typeface="Arial"/>
              <a:ea typeface="ＭＳ Ｐゴシック"/>
              <a:cs typeface="Arial"/>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London</a:t>
            </a:r>
            <a:endParaRPr sz="1250" lang="ja-JP">
              <a:latin typeface="Arial"/>
              <a:ea typeface="ＭＳ Ｐゴシック"/>
              <a:cs typeface="Arial"/>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Macintosh</a:t>
            </a:r>
            <a:endParaRPr sz="1250" lang="ja-JP">
              <a:latin typeface="Arial"/>
              <a:ea typeface="ＭＳ Ｐゴシック"/>
              <a:cs typeface="Arial"/>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Madonna_(entertainer)</a:t>
            </a:r>
            <a:endParaRPr sz="1250" lang="ja-JP">
              <a:latin typeface="Arial"/>
              <a:ea typeface="ＭＳ Ｐゴシック"/>
              <a:cs typeface="Arial"/>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Madrasa</a:t>
            </a:r>
            <a:endParaRPr sz="1250" lang="ja-JP">
              <a:latin typeface="Arial"/>
              <a:ea typeface="ＭＳ Ｐゴシック"/>
              <a:cs typeface="Arial"/>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Mali</a:t>
            </a:r>
            <a:endParaRPr sz="1250" lang="ja-JP">
              <a:latin typeface="Arial"/>
              <a:ea typeface="ＭＳ Ｐゴシック"/>
              <a:cs typeface="Arial"/>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Mammal</a:t>
            </a:r>
            <a:endParaRPr sz="1250" lang="ja-JP">
              <a:latin typeface="Arial"/>
              <a:ea typeface="ＭＳ Ｐゴシック"/>
              <a:cs typeface="Arial"/>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Mandolin</a:t>
            </a:r>
            <a:endParaRPr sz="1250" lang="ja-JP">
              <a:latin typeface="Arial"/>
              <a:ea typeface="ＭＳ Ｐゴシック"/>
              <a:cs typeface="Arial"/>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Marshall_Islands</a:t>
            </a:r>
            <a:endParaRPr sz="1250" lang="ja-JP">
              <a:latin typeface="Arial"/>
              <a:ea typeface="ＭＳ Ｐゴシック"/>
              <a:cs typeface="Arial"/>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Marvel_Comics</a:t>
            </a:r>
            <a:endParaRPr sz="1250" lang="ja-JP">
              <a:latin typeface="Arial"/>
              <a:ea typeface="ＭＳ Ｐゴシック"/>
              <a:cs typeface="Arial"/>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Mary_(mother_of_Jesus)</a:t>
            </a:r>
            <a:endParaRPr sz="1250" lang="ja-JP">
              <a:latin typeface="Arial"/>
              <a:ea typeface="ＭＳ Ｐゴシック"/>
              <a:cs typeface="Arial"/>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Materialism</a:t>
            </a:r>
            <a:endParaRPr sz="1250" lang="ja-JP">
              <a:latin typeface="Arial"/>
              <a:ea typeface="ＭＳ Ｐゴシック"/>
              <a:cs typeface="Arial"/>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Matter</a:t>
            </a:r>
            <a:endParaRPr sz="1250" lang="ja-JP">
              <a:latin typeface="Arial"/>
              <a:ea typeface="ＭＳ Ｐゴシック"/>
              <a:cs typeface="Arial"/>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Melbourne</a:t>
            </a:r>
            <a:endParaRPr sz="1250" lang="ja-JP">
              <a:latin typeface="Arial"/>
              <a:ea typeface="ＭＳ Ｐゴシック"/>
              <a:cs typeface="Arial"/>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Memory</a:t>
            </a:r>
            <a:endParaRPr sz="1250" lang="ja-JP">
              <a:latin typeface="Arial"/>
              <a:ea typeface="ＭＳ Ｐゴシック"/>
              <a:cs typeface="Arial"/>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Mesozoic</a:t>
            </a:r>
            <a:endParaRPr sz="1250" lang="ja-JP">
              <a:latin typeface="Arial"/>
              <a:ea typeface="ＭＳ Ｐゴシック"/>
              <a:cs typeface="Arial"/>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Mexico_City</a:t>
            </a:r>
            <a:endParaRPr sz="1250" lang="ja-JP">
              <a:latin typeface="Arial"/>
              <a:ea typeface="ＭＳ Ｐゴシック"/>
              <a:cs typeface="Arial"/>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Miami</a:t>
            </a:r>
            <a:endParaRPr sz="1250" lang="ja-JP">
              <a:latin typeface="Arial"/>
              <a:ea typeface="ＭＳ Ｐゴシック"/>
              <a:cs typeface="Arial"/>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Middle_Ages</a:t>
            </a:r>
            <a:endParaRPr sz="1250" lang="ja-JP">
              <a:latin typeface="Arial"/>
              <a:ea typeface="ＭＳ Ｐゴシック"/>
              <a:cs typeface="Arial"/>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Military_history_of_the_United_States</a:t>
            </a:r>
            <a:endParaRPr sz="1250" lang="ja-JP">
              <a:latin typeface="Arial"/>
              <a:ea typeface="ＭＳ Ｐゴシック"/>
              <a:cs typeface="Arial"/>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Ministry_of_Defence_(United_Kingdom)</a:t>
            </a:r>
            <a:endParaRPr sz="1250" lang="ja-JP">
              <a:latin typeface="Arial"/>
              <a:ea typeface="ＭＳ Ｐゴシック"/>
              <a:cs typeface="Arial"/>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Modern_history</a:t>
            </a:r>
            <a:endParaRPr sz="1250" lang="ja-JP">
              <a:latin typeface="Arial"/>
              <a:ea typeface="ＭＳ Ｐゴシック"/>
              <a:cs typeface="Arial"/>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Molotov%E2%80%93Ribbentrop_Pact</a:t>
            </a:r>
            <a:endParaRPr sz="1250" lang="ja-JP">
              <a:latin typeface="Arial"/>
              <a:ea typeface="ＭＳ Ｐゴシック"/>
              <a:cs typeface="Arial"/>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Montana</a:t>
            </a:r>
            <a:endParaRPr sz="1250" lang="ja-JP">
              <a:latin typeface="Arial"/>
              <a:ea typeface="ＭＳ Ｐゴシック"/>
              <a:cs typeface="Arial"/>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記事名は元JSONの title をそのまま記載。</a:t>
            </a:r>
            <a:endParaRPr sz="850" lang="ja-JP">
              <a:latin typeface="Arial"/>
              <a:ea typeface="ＭＳ Ｐゴシック"/>
              <a:cs typeface="Arial"/>
            </a:endParaRPr>
          </a:p>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https://github.com/rajpurkar/SQuAD-explorer/tree/master/dataset</a:t>
            </a:r>
            <a:endParaRPr sz="850" lang="ja-JP">
              <a:latin typeface="Arial"/>
              <a:ea typeface="ＭＳ Ｐゴシック"/>
              <a:cs typeface="Arial"/>
            </a:endParaRP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学習用 Wikipedia 記事一覧 12/19</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5 Wikipedia記事一覧</a:t>
            </a:r>
            <a:endParaRPr sz="1400" lang="ja-JP">
              <a:latin typeface="Arial"/>
              <a:ea typeface="ＭＳ Ｐゴシック"/>
              <a:cs typeface="Arial"/>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バージョン1.1と2.0に共通する442記事。</a:t>
            </a:r>
            <a:endParaRPr sz="1800" lang="ja-JP">
              <a:latin typeface="Arial"/>
              <a:ea typeface="ＭＳ Ｐゴシック"/>
              <a:cs typeface="Arial"/>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Montevideo</a:t>
            </a:r>
            <a:endParaRPr sz="1250" lang="ja-JP">
              <a:latin typeface="Arial"/>
              <a:ea typeface="ＭＳ Ｐゴシック"/>
              <a:cs typeface="Arial"/>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Mosaic</a:t>
            </a:r>
            <a:endParaRPr sz="1250" lang="ja-JP">
              <a:latin typeface="Arial"/>
              <a:ea typeface="ＭＳ Ｐゴシック"/>
              <a:cs typeface="Arial"/>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MP3</a:t>
            </a:r>
            <a:endParaRPr sz="1250" lang="ja-JP">
              <a:latin typeface="Arial"/>
              <a:ea typeface="ＭＳ Ｐゴシック"/>
              <a:cs typeface="Arial"/>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Muammar_Gaddafi</a:t>
            </a:r>
            <a:endParaRPr sz="1250" lang="ja-JP">
              <a:latin typeface="Arial"/>
              <a:ea typeface="ＭＳ Ｐゴシック"/>
              <a:cs typeface="Arial"/>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Multiracial_American</a:t>
            </a:r>
            <a:endParaRPr sz="1250" lang="ja-JP">
              <a:latin typeface="Arial"/>
              <a:ea typeface="ＭＳ Ｐゴシック"/>
              <a:cs typeface="Arial"/>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Muslim_world</a:t>
            </a:r>
            <a:endParaRPr sz="1250" lang="ja-JP">
              <a:latin typeface="Arial"/>
              <a:ea typeface="ＭＳ Ｐゴシック"/>
              <a:cs typeface="Arial"/>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Myanmar</a:t>
            </a:r>
            <a:endParaRPr sz="1250" lang="ja-JP">
              <a:latin typeface="Arial"/>
              <a:ea typeface="ＭＳ Ｐゴシック"/>
              <a:cs typeface="Arial"/>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Myocardial_infarction</a:t>
            </a:r>
            <a:endParaRPr sz="1250" lang="ja-JP">
              <a:latin typeface="Arial"/>
              <a:ea typeface="ＭＳ Ｐゴシック"/>
              <a:cs typeface="Arial"/>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Namibia</a:t>
            </a:r>
            <a:endParaRPr sz="1250" lang="ja-JP">
              <a:latin typeface="Arial"/>
              <a:ea typeface="ＭＳ Ｐゴシック"/>
              <a:cs typeface="Arial"/>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Nanjing</a:t>
            </a:r>
            <a:endParaRPr sz="1250" lang="ja-JP">
              <a:latin typeface="Arial"/>
              <a:ea typeface="ＭＳ Ｐゴシック"/>
              <a:cs typeface="Arial"/>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Napoleon</a:t>
            </a:r>
            <a:endParaRPr sz="1250" lang="ja-JP">
              <a:latin typeface="Arial"/>
              <a:ea typeface="ＭＳ Ｐゴシック"/>
              <a:cs typeface="Arial"/>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National_Archives_and_Records_Administration</a:t>
            </a:r>
            <a:endParaRPr sz="1250" lang="ja-JP">
              <a:latin typeface="Arial"/>
              <a:ea typeface="ＭＳ Ｐゴシック"/>
              <a:cs typeface="Arial"/>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Near_East</a:t>
            </a:r>
            <a:endParaRPr sz="1250" lang="ja-JP">
              <a:latin typeface="Arial"/>
              <a:ea typeface="ＭＳ Ｐゴシック"/>
              <a:cs typeface="Arial"/>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Neoclassical_architecture</a:t>
            </a:r>
            <a:endParaRPr sz="1250" lang="ja-JP">
              <a:latin typeface="Arial"/>
              <a:ea typeface="ＭＳ Ｐゴシック"/>
              <a:cs typeface="Arial"/>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Neolithic</a:t>
            </a:r>
            <a:endParaRPr sz="1250" lang="ja-JP">
              <a:latin typeface="Arial"/>
              <a:ea typeface="ＭＳ Ｐゴシック"/>
              <a:cs typeface="Arial"/>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Neptune</a:t>
            </a:r>
            <a:endParaRPr sz="1250" lang="ja-JP">
              <a:latin typeface="Arial"/>
              <a:ea typeface="ＭＳ Ｐゴシック"/>
              <a:cs typeface="Arial"/>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New_Delhi</a:t>
            </a:r>
            <a:endParaRPr sz="1250" lang="ja-JP">
              <a:latin typeface="Arial"/>
              <a:ea typeface="ＭＳ Ｐゴシック"/>
              <a:cs typeface="Arial"/>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New_Haven,_Connecticut</a:t>
            </a:r>
            <a:endParaRPr sz="1250" lang="ja-JP">
              <a:latin typeface="Arial"/>
              <a:ea typeface="ＭＳ Ｐゴシック"/>
              <a:cs typeface="Arial"/>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New_York_City</a:t>
            </a:r>
            <a:endParaRPr sz="1250" lang="ja-JP">
              <a:latin typeface="Arial"/>
              <a:ea typeface="ＭＳ Ｐゴシック"/>
              <a:cs typeface="Arial"/>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Nigeria</a:t>
            </a:r>
            <a:endParaRPr sz="1250" lang="ja-JP">
              <a:latin typeface="Arial"/>
              <a:ea typeface="ＭＳ Ｐゴシック"/>
              <a:cs typeface="Arial"/>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Nintendo_Entertainment_System</a:t>
            </a:r>
            <a:endParaRPr sz="1250" lang="ja-JP">
              <a:latin typeface="Arial"/>
              <a:ea typeface="ＭＳ Ｐゴシック"/>
              <a:cs typeface="Arial"/>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Nonprofit_organization</a:t>
            </a:r>
            <a:endParaRPr sz="1250" lang="ja-JP">
              <a:latin typeface="Arial"/>
              <a:ea typeface="ＭＳ Ｐゴシック"/>
              <a:cs typeface="Arial"/>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Norfolk_Island</a:t>
            </a:r>
            <a:endParaRPr sz="1250" lang="ja-JP">
              <a:latin typeface="Arial"/>
              <a:ea typeface="ＭＳ Ｐゴシック"/>
              <a:cs typeface="Arial"/>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North_Carolina</a:t>
            </a:r>
            <a:endParaRPr sz="1250" lang="ja-JP">
              <a:latin typeface="Arial"/>
              <a:ea typeface="ＭＳ Ｐゴシック"/>
              <a:cs typeface="Arial"/>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記事名は元JSONの title をそのまま記載。</a:t>
            </a:r>
            <a:endParaRPr sz="850" lang="ja-JP">
              <a:latin typeface="Arial"/>
              <a:ea typeface="ＭＳ Ｐゴシック"/>
              <a:cs typeface="Arial"/>
            </a:endParaRPr>
          </a:p>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https://github.com/rajpurkar/SQuAD-explorer/tree/master/dataset</a:t>
            </a:r>
            <a:endParaRPr sz="850" lang="ja-JP">
              <a:latin typeface="Arial"/>
              <a:ea typeface="ＭＳ Ｐゴシック"/>
              <a:cs typeface="Arial"/>
            </a:endParaRP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学習用 Wikipedia 記事一覧 13/19</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5 Wikipedia記事一覧</a:t>
            </a:r>
            <a:endParaRPr sz="1400" lang="ja-JP">
              <a:latin typeface="Arial"/>
              <a:ea typeface="ＭＳ Ｐゴシック"/>
              <a:cs typeface="Arial"/>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バージョン1.1と2.0に共通する442記事。</a:t>
            </a:r>
            <a:endParaRPr sz="1800" lang="ja-JP">
              <a:latin typeface="Arial"/>
              <a:ea typeface="ＭＳ Ｐゴシック"/>
              <a:cs typeface="Arial"/>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Northwestern_University</a:t>
            </a:r>
            <a:endParaRPr sz="1250" lang="ja-JP">
              <a:latin typeface="Arial"/>
              <a:ea typeface="ＭＳ Ｐゴシック"/>
              <a:cs typeface="Arial"/>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Nutrition</a:t>
            </a:r>
            <a:endParaRPr sz="1250" lang="ja-JP">
              <a:latin typeface="Arial"/>
              <a:ea typeface="ＭＳ Ｐゴシック"/>
              <a:cs typeface="Arial"/>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Oklahoma</a:t>
            </a:r>
            <a:endParaRPr sz="1250" lang="ja-JP">
              <a:latin typeface="Arial"/>
              <a:ea typeface="ＭＳ Ｐゴシック"/>
              <a:cs typeface="Arial"/>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Oklahoma_City</a:t>
            </a:r>
            <a:endParaRPr sz="1250" lang="ja-JP">
              <a:latin typeface="Arial"/>
              <a:ea typeface="ＭＳ Ｐゴシック"/>
              <a:cs typeface="Arial"/>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Old_English</a:t>
            </a:r>
            <a:endParaRPr sz="1250" lang="ja-JP">
              <a:latin typeface="Arial"/>
              <a:ea typeface="ＭＳ Ｐゴシック"/>
              <a:cs typeface="Arial"/>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On_the_Origin_of_Species</a:t>
            </a:r>
            <a:endParaRPr sz="1250" lang="ja-JP">
              <a:latin typeface="Arial"/>
              <a:ea typeface="ＭＳ Ｐゴシック"/>
              <a:cs typeface="Arial"/>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Order_of_the_British_Empire</a:t>
            </a:r>
            <a:endParaRPr sz="1250" lang="ja-JP">
              <a:latin typeface="Arial"/>
              <a:ea typeface="ＭＳ Ｐゴシック"/>
              <a:cs typeface="Arial"/>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Orthodox_Judaism</a:t>
            </a:r>
            <a:endParaRPr sz="1250" lang="ja-JP">
              <a:latin typeface="Arial"/>
              <a:ea typeface="ＭＳ Ｐゴシック"/>
              <a:cs typeface="Arial"/>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Ottoman_Empire</a:t>
            </a:r>
            <a:endParaRPr sz="1250" lang="ja-JP">
              <a:latin typeface="Arial"/>
              <a:ea typeface="ＭＳ Ｐゴシック"/>
              <a:cs typeface="Arial"/>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Pacific_War</a:t>
            </a:r>
            <a:endParaRPr sz="1250" lang="ja-JP">
              <a:latin typeface="Arial"/>
              <a:ea typeface="ＭＳ Ｐゴシック"/>
              <a:cs typeface="Arial"/>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Pain</a:t>
            </a:r>
            <a:endParaRPr sz="1250" lang="ja-JP">
              <a:latin typeface="Arial"/>
              <a:ea typeface="ＭＳ Ｐゴシック"/>
              <a:cs typeface="Arial"/>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Palermo</a:t>
            </a:r>
            <a:endParaRPr sz="1250" lang="ja-JP">
              <a:latin typeface="Arial"/>
              <a:ea typeface="ＭＳ Ｐゴシック"/>
              <a:cs typeface="Arial"/>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Paper</a:t>
            </a:r>
            <a:endParaRPr sz="1250" lang="ja-JP">
              <a:latin typeface="Arial"/>
              <a:ea typeface="ＭＳ Ｐゴシック"/>
              <a:cs typeface="Arial"/>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Paris</a:t>
            </a:r>
            <a:endParaRPr sz="1250" lang="ja-JP">
              <a:latin typeface="Arial"/>
              <a:ea typeface="ＭＳ Ｐゴシック"/>
              <a:cs typeface="Arial"/>
            </a:endParaRPr>
          </a:p>
        </p:txBody>
      </p:sp>
      <p:sp>
        <p:nvSpPr>
          <p:cNvPr id="19" name="content-text"/>
          <p:cNvSpPr txBox="1"/>
          <p:nvPr/>
        </p:nvSpPr>
        <p:spPr>
          <a:xfrm>
            <a:off x="4846320" y="2246947"/>
            <a:ext cx="3749040" cy="38989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Party_leaders_of_the_United_States_House_of_Representatives。</a:t>
            </a:r>
            <a:br/>
            <a:endParaRPr sz="1250" lang="ja-JP">
              <a:latin typeface="Arial"/>
              <a:ea typeface="ＭＳ Ｐゴシック"/>
              <a:cs typeface="Arial"/>
            </a:endParaRPr>
          </a:p>
        </p:txBody>
      </p:sp>
      <p:sp>
        <p:nvSpPr>
          <p:cNvPr id="20" name="content-text"/>
          <p:cNvSpPr txBox="1"/>
          <p:nvPr/>
        </p:nvSpPr>
        <p:spPr>
          <a:xfrm>
            <a:off x="4846320" y="266223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Pesticide</a:t>
            </a:r>
            <a:endParaRPr sz="1250" lang="ja-JP">
              <a:latin typeface="Arial"/>
              <a:ea typeface="ＭＳ Ｐゴシック"/>
              <a:cs typeface="Arial"/>
            </a:endParaRPr>
          </a:p>
        </p:txBody>
      </p:sp>
      <p:sp>
        <p:nvSpPr>
          <p:cNvPr id="21" name="content-text"/>
          <p:cNvSpPr txBox="1"/>
          <p:nvPr/>
        </p:nvSpPr>
        <p:spPr>
          <a:xfrm>
            <a:off x="4846320" y="289845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Pharmaceutical_industry</a:t>
            </a:r>
            <a:endParaRPr sz="1250" lang="ja-JP">
              <a:latin typeface="Arial"/>
              <a:ea typeface="ＭＳ Ｐゴシック"/>
              <a:cs typeface="Arial"/>
            </a:endParaRPr>
          </a:p>
        </p:txBody>
      </p:sp>
      <p:sp>
        <p:nvSpPr>
          <p:cNvPr id="22" name="content-text"/>
          <p:cNvSpPr txBox="1"/>
          <p:nvPr/>
        </p:nvSpPr>
        <p:spPr>
          <a:xfrm>
            <a:off x="4846320" y="313467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Philadelphia</a:t>
            </a:r>
            <a:endParaRPr sz="1250" lang="ja-JP">
              <a:latin typeface="Arial"/>
              <a:ea typeface="ＭＳ Ｐゴシック"/>
              <a:cs typeface="Arial"/>
            </a:endParaRPr>
          </a:p>
        </p:txBody>
      </p:sp>
      <p:sp>
        <p:nvSpPr>
          <p:cNvPr id="23" name="content-text"/>
          <p:cNvSpPr txBox="1"/>
          <p:nvPr/>
        </p:nvSpPr>
        <p:spPr>
          <a:xfrm>
            <a:off x="4846320" y="337089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Philosophy_of_space_and_time</a:t>
            </a:r>
            <a:endParaRPr sz="1250" lang="ja-JP">
              <a:latin typeface="Arial"/>
              <a:ea typeface="ＭＳ Ｐゴシック"/>
              <a:cs typeface="Arial"/>
            </a:endParaRPr>
          </a:p>
        </p:txBody>
      </p:sp>
      <p:sp>
        <p:nvSpPr>
          <p:cNvPr id="24" name="content-text"/>
          <p:cNvSpPr txBox="1"/>
          <p:nvPr/>
        </p:nvSpPr>
        <p:spPr>
          <a:xfrm>
            <a:off x="4846320" y="360711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Phonology</a:t>
            </a:r>
            <a:endParaRPr sz="1250" lang="ja-JP">
              <a:latin typeface="Arial"/>
              <a:ea typeface="ＭＳ Ｐゴシック"/>
              <a:cs typeface="Arial"/>
            </a:endParaRPr>
          </a:p>
        </p:txBody>
      </p:sp>
      <p:sp>
        <p:nvSpPr>
          <p:cNvPr id="25" name="content-text"/>
          <p:cNvSpPr txBox="1"/>
          <p:nvPr/>
        </p:nvSpPr>
        <p:spPr>
          <a:xfrm>
            <a:off x="4846320" y="384333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Pitch_(music)</a:t>
            </a:r>
            <a:endParaRPr sz="1250" lang="ja-JP">
              <a:latin typeface="Arial"/>
              <a:ea typeface="ＭＳ Ｐゴシック"/>
              <a:cs typeface="Arial"/>
            </a:endParaRPr>
          </a:p>
        </p:txBody>
      </p:sp>
      <p:sp>
        <p:nvSpPr>
          <p:cNvPr id="26" name="content-text"/>
          <p:cNvSpPr txBox="1"/>
          <p:nvPr/>
        </p:nvSpPr>
        <p:spPr>
          <a:xfrm>
            <a:off x="4846320" y="407955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Planck_constant</a:t>
            </a:r>
            <a:endParaRPr sz="1250" lang="ja-JP">
              <a:latin typeface="Arial"/>
              <a:ea typeface="ＭＳ Ｐゴシック"/>
              <a:cs typeface="Arial"/>
            </a:endParaRPr>
          </a:p>
        </p:txBody>
      </p:sp>
      <p:sp>
        <p:nvSpPr>
          <p:cNvPr id="27" name="content-text"/>
          <p:cNvSpPr txBox="1"/>
          <p:nvPr/>
        </p:nvSpPr>
        <p:spPr>
          <a:xfrm>
            <a:off x="4846320" y="431577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PlayStation_3</a:t>
            </a:r>
            <a:endParaRPr sz="1250" lang="ja-JP">
              <a:latin typeface="Arial"/>
              <a:ea typeface="ＭＳ Ｐゴシック"/>
              <a:cs typeface="Arial"/>
            </a:endParaRPr>
          </a:p>
        </p:txBody>
      </p:sp>
      <p:sp>
        <p:nvSpPr>
          <p:cNvPr id="28"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記事名は元JSONの title をそのまま記載。</a:t>
            </a:r>
            <a:endParaRPr sz="850" lang="ja-JP">
              <a:latin typeface="Arial"/>
              <a:ea typeface="ＭＳ Ｐゴシック"/>
              <a:cs typeface="Arial"/>
            </a:endParaRPr>
          </a:p>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https://github.com/rajpurkar/SQuAD-explorer/tree/master/dataset</a:t>
            </a:r>
            <a:endParaRPr sz="850" lang="ja-JP">
              <a:latin typeface="Arial"/>
              <a:ea typeface="ＭＳ Ｐゴシック"/>
              <a:cs typeface="Arial"/>
            </a:endParaRP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学習用 Wikipedia 記事一覧 14/19</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5 Wikipedia記事一覧</a:t>
            </a:r>
            <a:endParaRPr sz="1400" lang="ja-JP">
              <a:latin typeface="Arial"/>
              <a:ea typeface="ＭＳ Ｐゴシック"/>
              <a:cs typeface="Arial"/>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バージョン1.1と2.0に共通する442記事。</a:t>
            </a:r>
            <a:endParaRPr sz="1800" lang="ja-JP">
              <a:latin typeface="Arial"/>
              <a:ea typeface="ＭＳ Ｐゴシック"/>
              <a:cs typeface="Arial"/>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Plymouth</a:t>
            </a:r>
            <a:endParaRPr sz="1250" lang="ja-JP">
              <a:latin typeface="Arial"/>
              <a:ea typeface="ＭＳ Ｐゴシック"/>
              <a:cs typeface="Arial"/>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Police</a:t>
            </a:r>
            <a:endParaRPr sz="1250" lang="ja-JP">
              <a:latin typeface="Arial"/>
              <a:ea typeface="ＭＳ Ｐゴシック"/>
              <a:cs typeface="Arial"/>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Political_corruption</a:t>
            </a:r>
            <a:endParaRPr sz="1250" lang="ja-JP">
              <a:latin typeface="Arial"/>
              <a:ea typeface="ＭＳ Ｐゴシック"/>
              <a:cs typeface="Arial"/>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Political_party</a:t>
            </a:r>
            <a:endParaRPr sz="1250" lang="ja-JP">
              <a:latin typeface="Arial"/>
              <a:ea typeface="ＭＳ Ｐゴシック"/>
              <a:cs typeface="Arial"/>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Political_philosophy</a:t>
            </a:r>
            <a:endParaRPr sz="1250" lang="ja-JP">
              <a:latin typeface="Arial"/>
              <a:ea typeface="ＭＳ Ｐゴシック"/>
              <a:cs typeface="Arial"/>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Pope_John_XXIII</a:t>
            </a:r>
            <a:endParaRPr sz="1250" lang="ja-JP">
              <a:latin typeface="Arial"/>
              <a:ea typeface="ＭＳ Ｐゴシック"/>
              <a:cs typeface="Arial"/>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Pope_Paul_VI</a:t>
            </a:r>
            <a:endParaRPr sz="1250" lang="ja-JP">
              <a:latin typeface="Arial"/>
              <a:ea typeface="ＭＳ Ｐゴシック"/>
              <a:cs typeface="Arial"/>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Portugal</a:t>
            </a:r>
            <a:endParaRPr sz="1250" lang="ja-JP">
              <a:latin typeface="Arial"/>
              <a:ea typeface="ＭＳ Ｐゴシック"/>
              <a:cs typeface="Arial"/>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Post-punk</a:t>
            </a:r>
            <a:endParaRPr sz="1250" lang="ja-JP">
              <a:latin typeface="Arial"/>
              <a:ea typeface="ＭＳ Ｐゴシック"/>
              <a:cs typeface="Arial"/>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Poultry</a:t>
            </a:r>
            <a:endParaRPr sz="1250" lang="ja-JP">
              <a:latin typeface="Arial"/>
              <a:ea typeface="ＭＳ Ｐゴシック"/>
              <a:cs typeface="Arial"/>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Predation</a:t>
            </a:r>
            <a:endParaRPr sz="1250" lang="ja-JP">
              <a:latin typeface="Arial"/>
              <a:ea typeface="ＭＳ Ｐゴシック"/>
              <a:cs typeface="Arial"/>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Premier_League</a:t>
            </a:r>
            <a:endParaRPr sz="1250" lang="ja-JP">
              <a:latin typeface="Arial"/>
              <a:ea typeface="ＭＳ Ｐゴシック"/>
              <a:cs typeface="Arial"/>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Presbyterianism</a:t>
            </a:r>
            <a:endParaRPr sz="1250" lang="ja-JP">
              <a:latin typeface="Arial"/>
              <a:ea typeface="ＭＳ Ｐゴシック"/>
              <a:cs typeface="Arial"/>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Prime_minister</a:t>
            </a:r>
            <a:endParaRPr sz="1250" lang="ja-JP">
              <a:latin typeface="Arial"/>
              <a:ea typeface="ＭＳ Ｐゴシック"/>
              <a:cs typeface="Arial"/>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Printed_circuit_board</a:t>
            </a:r>
            <a:endParaRPr sz="1250" lang="ja-JP">
              <a:latin typeface="Arial"/>
              <a:ea typeface="ＭＳ Ｐゴシック"/>
              <a:cs typeface="Arial"/>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Professional_wrestling</a:t>
            </a:r>
            <a:endParaRPr sz="1250" lang="ja-JP">
              <a:latin typeface="Arial"/>
              <a:ea typeface="ＭＳ Ｐゴシック"/>
              <a:cs typeface="Arial"/>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Protestantism</a:t>
            </a:r>
            <a:endParaRPr sz="1250" lang="ja-JP">
              <a:latin typeface="Arial"/>
              <a:ea typeface="ＭＳ Ｐゴシック"/>
              <a:cs typeface="Arial"/>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Pub</a:t>
            </a:r>
            <a:endParaRPr sz="1250" lang="ja-JP">
              <a:latin typeface="Arial"/>
              <a:ea typeface="ＭＳ Ｐゴシック"/>
              <a:cs typeface="Arial"/>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Punjab,_Pakistan</a:t>
            </a:r>
            <a:endParaRPr sz="1250" lang="ja-JP">
              <a:latin typeface="Arial"/>
              <a:ea typeface="ＭＳ Ｐゴシック"/>
              <a:cs typeface="Arial"/>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Qing_dynasty</a:t>
            </a:r>
            <a:endParaRPr sz="1250" lang="ja-JP">
              <a:latin typeface="Arial"/>
              <a:ea typeface="ＭＳ Ｐゴシック"/>
              <a:cs typeface="Arial"/>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Queen_(band)</a:t>
            </a:r>
            <a:endParaRPr sz="1250" lang="ja-JP">
              <a:latin typeface="Arial"/>
              <a:ea typeface="ＭＳ Ｐゴシック"/>
              <a:cs typeface="Arial"/>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Queen_Victoria</a:t>
            </a:r>
            <a:endParaRPr sz="1250" lang="ja-JP">
              <a:latin typeface="Arial"/>
              <a:ea typeface="ＭＳ Ｐゴシック"/>
              <a:cs typeface="Arial"/>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Quran</a:t>
            </a:r>
            <a:endParaRPr sz="1250" lang="ja-JP">
              <a:latin typeface="Arial"/>
              <a:ea typeface="ＭＳ Ｐゴシック"/>
              <a:cs typeface="Arial"/>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Race_(human_categorization)</a:t>
            </a:r>
            <a:endParaRPr sz="1250" lang="ja-JP">
              <a:latin typeface="Arial"/>
              <a:ea typeface="ＭＳ Ｐゴシック"/>
              <a:cs typeface="Arial"/>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記事名は元JSONの title をそのまま記載。</a:t>
            </a:r>
            <a:endParaRPr sz="850" lang="ja-JP">
              <a:latin typeface="Arial"/>
              <a:ea typeface="ＭＳ Ｐゴシック"/>
              <a:cs typeface="Arial"/>
            </a:endParaRPr>
          </a:p>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https://github.com/rajpurkar/SQuAD-explorer/tree/master/dataset</a:t>
            </a:r>
            <a:endParaRPr sz="850" lang="ja-JP">
              <a:latin typeface="Arial"/>
              <a:ea typeface="ＭＳ Ｐゴシック"/>
              <a:cs typeface="Arial"/>
            </a:endParaRP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学習用 Wikipedia 記事一覧 15/19</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5 Wikipedia記事一覧</a:t>
            </a:r>
            <a:endParaRPr sz="1400" lang="ja-JP">
              <a:latin typeface="Arial"/>
              <a:ea typeface="ＭＳ Ｐゴシック"/>
              <a:cs typeface="Arial"/>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バージョン1.1と2.0に共通する442記事。</a:t>
            </a:r>
            <a:endParaRPr sz="1800" lang="ja-JP">
              <a:latin typeface="Arial"/>
              <a:ea typeface="ＭＳ Ｐゴシック"/>
              <a:cs typeface="Arial"/>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Race_and_ethnicity_in_the_United_States_Census</a:t>
            </a:r>
            <a:endParaRPr sz="1250" lang="ja-JP">
              <a:latin typeface="Arial"/>
              <a:ea typeface="ＭＳ Ｐゴシック"/>
              <a:cs typeface="Arial"/>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Railway_electrification_system</a:t>
            </a:r>
            <a:endParaRPr sz="1250" lang="ja-JP">
              <a:latin typeface="Arial"/>
              <a:ea typeface="ＭＳ Ｐゴシック"/>
              <a:cs typeface="Arial"/>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Rajasthan</a:t>
            </a:r>
            <a:endParaRPr sz="1250" lang="ja-JP">
              <a:latin typeface="Arial"/>
              <a:ea typeface="ＭＳ Ｐゴシック"/>
              <a:cs typeface="Arial"/>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Raleigh,_North_Carolina</a:t>
            </a:r>
            <a:endParaRPr sz="1250" lang="ja-JP">
              <a:latin typeface="Arial"/>
              <a:ea typeface="ＭＳ Ｐゴシック"/>
              <a:cs typeface="Arial"/>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Red</a:t>
            </a:r>
            <a:endParaRPr sz="1250" lang="ja-JP">
              <a:latin typeface="Arial"/>
              <a:ea typeface="ＭＳ Ｐゴシック"/>
              <a:cs typeface="Arial"/>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Religion_in_ancient_Rome</a:t>
            </a:r>
            <a:endParaRPr sz="1250" lang="ja-JP">
              <a:latin typeface="Arial"/>
              <a:ea typeface="ＭＳ Ｐゴシック"/>
              <a:cs typeface="Arial"/>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Renewable_energy_commercialization</a:t>
            </a:r>
            <a:endParaRPr sz="1250" lang="ja-JP">
              <a:latin typeface="Arial"/>
              <a:ea typeface="ＭＳ Ｐゴシック"/>
              <a:cs typeface="Arial"/>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Republic_of_the_Congo</a:t>
            </a:r>
            <a:endParaRPr sz="1250" lang="ja-JP">
              <a:latin typeface="Arial"/>
              <a:ea typeface="ＭＳ Ｐゴシック"/>
              <a:cs typeface="Arial"/>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Richard_Feynman</a:t>
            </a:r>
            <a:endParaRPr sz="1250" lang="ja-JP">
              <a:latin typeface="Arial"/>
              <a:ea typeface="ＭＳ Ｐゴシック"/>
              <a:cs typeface="Arial"/>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Richmond,_Virginia</a:t>
            </a:r>
            <a:endParaRPr sz="1250" lang="ja-JP">
              <a:latin typeface="Arial"/>
              <a:ea typeface="ＭＳ Ｐゴシック"/>
              <a:cs typeface="Arial"/>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Roman_Republic</a:t>
            </a:r>
            <a:endParaRPr sz="1250" lang="ja-JP">
              <a:latin typeface="Arial"/>
              <a:ea typeface="ＭＳ Ｐゴシック"/>
              <a:cs typeface="Arial"/>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Royal_assent</a:t>
            </a:r>
            <a:endParaRPr sz="1250" lang="ja-JP">
              <a:latin typeface="Arial"/>
              <a:ea typeface="ＭＳ Ｐゴシック"/>
              <a:cs typeface="Arial"/>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Royal_Dutch_Shell</a:t>
            </a:r>
            <a:endParaRPr sz="1250" lang="ja-JP">
              <a:latin typeface="Arial"/>
              <a:ea typeface="ＭＳ Ｐゴシック"/>
              <a:cs typeface="Arial"/>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Royal_Institute_of_British_Architects</a:t>
            </a:r>
            <a:endParaRPr sz="1250" lang="ja-JP">
              <a:latin typeface="Arial"/>
              <a:ea typeface="ＭＳ Ｐゴシック"/>
              <a:cs typeface="Arial"/>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Rule_of_law</a:t>
            </a:r>
            <a:endParaRPr sz="1250" lang="ja-JP">
              <a:latin typeface="Arial"/>
              <a:ea typeface="ＭＳ Ｐゴシック"/>
              <a:cs typeface="Arial"/>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Russian_language</a:t>
            </a:r>
            <a:endParaRPr sz="1250" lang="ja-JP">
              <a:latin typeface="Arial"/>
              <a:ea typeface="ＭＳ Ｐゴシック"/>
              <a:cs typeface="Arial"/>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Russian_Soviet_Federative_Socialist_Republic</a:t>
            </a:r>
            <a:endParaRPr sz="1250" lang="ja-JP">
              <a:latin typeface="Arial"/>
              <a:ea typeface="ＭＳ Ｐゴシック"/>
              <a:cs typeface="Arial"/>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Sahara</a:t>
            </a:r>
            <a:endParaRPr sz="1250" lang="ja-JP">
              <a:latin typeface="Arial"/>
              <a:ea typeface="ＭＳ Ｐゴシック"/>
              <a:cs typeface="Arial"/>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Saint_Barth%C3%A9lemy</a:t>
            </a:r>
            <a:endParaRPr sz="1250" lang="ja-JP">
              <a:latin typeface="Arial"/>
              <a:ea typeface="ＭＳ Ｐゴシック"/>
              <a:cs typeface="Arial"/>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Saint_Helena</a:t>
            </a:r>
            <a:endParaRPr sz="1250" lang="ja-JP">
              <a:latin typeface="Arial"/>
              <a:ea typeface="ＭＳ Ｐゴシック"/>
              <a:cs typeface="Arial"/>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Samoa</a:t>
            </a:r>
            <a:endParaRPr sz="1250" lang="ja-JP">
              <a:latin typeface="Arial"/>
              <a:ea typeface="ＭＳ Ｐゴシック"/>
              <a:cs typeface="Arial"/>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Samurai</a:t>
            </a:r>
            <a:endParaRPr sz="1250" lang="ja-JP">
              <a:latin typeface="Arial"/>
              <a:ea typeface="ＭＳ Ｐゴシック"/>
              <a:cs typeface="Arial"/>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San_Diego</a:t>
            </a:r>
            <a:endParaRPr sz="1250" lang="ja-JP">
              <a:latin typeface="Arial"/>
              <a:ea typeface="ＭＳ Ｐゴシック"/>
              <a:cs typeface="Arial"/>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Sanskrit</a:t>
            </a:r>
            <a:endParaRPr sz="1250" lang="ja-JP">
              <a:latin typeface="Arial"/>
              <a:ea typeface="ＭＳ Ｐゴシック"/>
              <a:cs typeface="Arial"/>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記事名は元JSONの title をそのまま記載。</a:t>
            </a:r>
            <a:endParaRPr sz="850" lang="ja-JP">
              <a:latin typeface="Arial"/>
              <a:ea typeface="ＭＳ Ｐゴシック"/>
              <a:cs typeface="Arial"/>
            </a:endParaRPr>
          </a:p>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https://github.com/rajpurkar/SQuAD-explorer/tree/master/dataset</a:t>
            </a:r>
            <a:endParaRPr sz="850" lang="ja-JP">
              <a:latin typeface="Arial"/>
              <a:ea typeface="ＭＳ Ｐゴシック"/>
              <a:cs typeface="Arial"/>
            </a:endParaRP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学習用 Wikipedia 記事一覧 16/19</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5 Wikipedia記事一覧</a:t>
            </a:r>
            <a:endParaRPr sz="1400" lang="ja-JP">
              <a:latin typeface="Arial"/>
              <a:ea typeface="ＭＳ Ｐゴシック"/>
              <a:cs typeface="Arial"/>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バージョン1.1と2.0に共通する442記事。</a:t>
            </a:r>
            <a:endParaRPr sz="1800" lang="ja-JP">
              <a:latin typeface="Arial"/>
              <a:ea typeface="ＭＳ Ｐゴシック"/>
              <a:cs typeface="Arial"/>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Santa_Monica,_California</a:t>
            </a:r>
            <a:endParaRPr sz="1250" lang="ja-JP">
              <a:latin typeface="Arial"/>
              <a:ea typeface="ＭＳ Ｐゴシック"/>
              <a:cs typeface="Arial"/>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Seattle</a:t>
            </a:r>
            <a:endParaRPr sz="1250" lang="ja-JP">
              <a:latin typeface="Arial"/>
              <a:ea typeface="ＭＳ Ｐゴシック"/>
              <a:cs typeface="Arial"/>
            </a:endParaRPr>
          </a:p>
        </p:txBody>
      </p:sp>
      <p:sp>
        <p:nvSpPr>
          <p:cNvPr id="7" name="content-text"/>
          <p:cNvSpPr txBox="1"/>
          <p:nvPr/>
        </p:nvSpPr>
        <p:spPr>
          <a:xfrm>
            <a:off x="594360" y="2246947"/>
            <a:ext cx="3749040" cy="38989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Separation_of_church_and_state_in_the_United_States。</a:t>
            </a:r>
            <a:br/>
            <a:endParaRPr sz="1250" lang="ja-JP">
              <a:latin typeface="Arial"/>
              <a:ea typeface="ＭＳ Ｐゴシック"/>
              <a:cs typeface="Arial"/>
            </a:endParaRPr>
          </a:p>
        </p:txBody>
      </p:sp>
      <p:sp>
        <p:nvSpPr>
          <p:cNvPr id="8" name="content-text"/>
          <p:cNvSpPr txBox="1"/>
          <p:nvPr/>
        </p:nvSpPr>
        <p:spPr>
          <a:xfrm>
            <a:off x="594360" y="2662237"/>
            <a:ext cx="3749040" cy="38989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Separation_of_powers_under_the_United_States_Constitution。</a:t>
            </a:r>
            <a:br/>
            <a:endParaRPr sz="1250" lang="ja-JP">
              <a:latin typeface="Arial"/>
              <a:ea typeface="ＭＳ Ｐゴシック"/>
              <a:cs typeface="Arial"/>
            </a:endParaRPr>
          </a:p>
        </p:txBody>
      </p:sp>
      <p:sp>
        <p:nvSpPr>
          <p:cNvPr id="9" name="content-text"/>
          <p:cNvSpPr txBox="1"/>
          <p:nvPr/>
        </p:nvSpPr>
        <p:spPr>
          <a:xfrm>
            <a:off x="594360" y="30775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Serbo-Croatian</a:t>
            </a:r>
            <a:endParaRPr sz="1250" lang="ja-JP">
              <a:latin typeface="Arial"/>
              <a:ea typeface="ＭＳ Ｐゴシック"/>
              <a:cs typeface="Arial"/>
            </a:endParaRPr>
          </a:p>
        </p:txBody>
      </p:sp>
      <p:sp>
        <p:nvSpPr>
          <p:cNvPr id="10" name="content-text"/>
          <p:cNvSpPr txBox="1"/>
          <p:nvPr/>
        </p:nvSpPr>
        <p:spPr>
          <a:xfrm>
            <a:off x="594360" y="33137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Seven_Years%27_War</a:t>
            </a:r>
            <a:endParaRPr sz="1250" lang="ja-JP">
              <a:latin typeface="Arial"/>
              <a:ea typeface="ＭＳ Ｐゴシック"/>
              <a:cs typeface="Arial"/>
            </a:endParaRPr>
          </a:p>
        </p:txBody>
      </p:sp>
      <p:sp>
        <p:nvSpPr>
          <p:cNvPr id="11" name="content-text"/>
          <p:cNvSpPr txBox="1"/>
          <p:nvPr/>
        </p:nvSpPr>
        <p:spPr>
          <a:xfrm>
            <a:off x="594360" y="35499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Sexual_orientation</a:t>
            </a:r>
            <a:endParaRPr sz="1250" lang="ja-JP">
              <a:latin typeface="Arial"/>
              <a:ea typeface="ＭＳ Ｐゴシック"/>
              <a:cs typeface="Arial"/>
            </a:endParaRPr>
          </a:p>
        </p:txBody>
      </p:sp>
      <p:sp>
        <p:nvSpPr>
          <p:cNvPr id="12" name="content-text"/>
          <p:cNvSpPr txBox="1"/>
          <p:nvPr/>
        </p:nvSpPr>
        <p:spPr>
          <a:xfrm>
            <a:off x="594360" y="37861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Sichuan</a:t>
            </a:r>
            <a:endParaRPr sz="1250" lang="ja-JP">
              <a:latin typeface="Arial"/>
              <a:ea typeface="ＭＳ Ｐゴシック"/>
              <a:cs typeface="Arial"/>
            </a:endParaRPr>
          </a:p>
        </p:txBody>
      </p:sp>
      <p:sp>
        <p:nvSpPr>
          <p:cNvPr id="13" name="content-text"/>
          <p:cNvSpPr txBox="1"/>
          <p:nvPr/>
        </p:nvSpPr>
        <p:spPr>
          <a:xfrm>
            <a:off x="594360" y="40224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Sino-Tibetan_relations_during_the_Ming_dynasty</a:t>
            </a:r>
            <a:endParaRPr sz="1250" lang="ja-JP">
              <a:latin typeface="Arial"/>
              <a:ea typeface="ＭＳ Ｐゴシック"/>
              <a:cs typeface="Arial"/>
            </a:endParaRPr>
          </a:p>
        </p:txBody>
      </p:sp>
      <p:sp>
        <p:nvSpPr>
          <p:cNvPr id="14" name="content-text"/>
          <p:cNvSpPr txBox="1"/>
          <p:nvPr/>
        </p:nvSpPr>
        <p:spPr>
          <a:xfrm>
            <a:off x="594360" y="42586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Slavs</a:t>
            </a:r>
            <a:endParaRPr sz="1250" lang="ja-JP">
              <a:latin typeface="Arial"/>
              <a:ea typeface="ＭＳ Ｐゴシック"/>
              <a:cs typeface="Arial"/>
            </a:endParaRPr>
          </a:p>
        </p:txBody>
      </p:sp>
      <p:sp>
        <p:nvSpPr>
          <p:cNvPr id="15"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Software_testing</a:t>
            </a:r>
            <a:endParaRPr sz="1250" lang="ja-JP">
              <a:latin typeface="Arial"/>
              <a:ea typeface="ＭＳ Ｐゴシック"/>
              <a:cs typeface="Arial"/>
            </a:endParaRPr>
          </a:p>
        </p:txBody>
      </p:sp>
      <p:sp>
        <p:nvSpPr>
          <p:cNvPr id="16"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Solar_energy</a:t>
            </a:r>
            <a:endParaRPr sz="1250" lang="ja-JP">
              <a:latin typeface="Arial"/>
              <a:ea typeface="ＭＳ Ｐゴシック"/>
              <a:cs typeface="Arial"/>
            </a:endParaRPr>
          </a:p>
        </p:txBody>
      </p:sp>
      <p:sp>
        <p:nvSpPr>
          <p:cNvPr id="17"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Somalis</a:t>
            </a:r>
            <a:endParaRPr sz="1250" lang="ja-JP">
              <a:latin typeface="Arial"/>
              <a:ea typeface="ＭＳ Ｐゴシック"/>
              <a:cs typeface="Arial"/>
            </a:endParaRPr>
          </a:p>
        </p:txBody>
      </p:sp>
      <p:sp>
        <p:nvSpPr>
          <p:cNvPr id="18"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Somerset</a:t>
            </a:r>
            <a:endParaRPr sz="1250" lang="ja-JP">
              <a:latin typeface="Arial"/>
              <a:ea typeface="ＭＳ Ｐゴシック"/>
              <a:cs typeface="Arial"/>
            </a:endParaRPr>
          </a:p>
        </p:txBody>
      </p:sp>
      <p:sp>
        <p:nvSpPr>
          <p:cNvPr id="19"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Sony_Music_Entertainment</a:t>
            </a:r>
            <a:endParaRPr sz="1250" lang="ja-JP">
              <a:latin typeface="Arial"/>
              <a:ea typeface="ＭＳ Ｐゴシック"/>
              <a:cs typeface="Arial"/>
            </a:endParaRPr>
          </a:p>
        </p:txBody>
      </p:sp>
      <p:sp>
        <p:nvSpPr>
          <p:cNvPr id="20"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Southampton</a:t>
            </a:r>
            <a:endParaRPr sz="1250" lang="ja-JP">
              <a:latin typeface="Arial"/>
              <a:ea typeface="ＭＳ Ｐゴシック"/>
              <a:cs typeface="Arial"/>
            </a:endParaRPr>
          </a:p>
        </p:txBody>
      </p:sp>
      <p:sp>
        <p:nvSpPr>
          <p:cNvPr id="21"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Southeast_Asia</a:t>
            </a:r>
            <a:endParaRPr sz="1250" lang="ja-JP">
              <a:latin typeface="Arial"/>
              <a:ea typeface="ＭＳ Ｐゴシック"/>
              <a:cs typeface="Arial"/>
            </a:endParaRPr>
          </a:p>
        </p:txBody>
      </p:sp>
      <p:sp>
        <p:nvSpPr>
          <p:cNvPr id="22"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Southern_Europe</a:t>
            </a:r>
            <a:endParaRPr sz="1250" lang="ja-JP">
              <a:latin typeface="Arial"/>
              <a:ea typeface="ＭＳ Ｐゴシック"/>
              <a:cs typeface="Arial"/>
            </a:endParaRPr>
          </a:p>
        </p:txBody>
      </p:sp>
      <p:sp>
        <p:nvSpPr>
          <p:cNvPr id="23"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Space_Race</a:t>
            </a:r>
            <a:endParaRPr sz="1250" lang="ja-JP">
              <a:latin typeface="Arial"/>
              <a:ea typeface="ＭＳ Ｐゴシック"/>
              <a:cs typeface="Arial"/>
            </a:endParaRPr>
          </a:p>
        </p:txBody>
      </p:sp>
      <p:sp>
        <p:nvSpPr>
          <p:cNvPr id="24"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Spanish_language_in_the_United_States</a:t>
            </a:r>
            <a:endParaRPr sz="1250" lang="ja-JP">
              <a:latin typeface="Arial"/>
              <a:ea typeface="ＭＳ Ｐゴシック"/>
              <a:cs typeface="Arial"/>
            </a:endParaRPr>
          </a:p>
        </p:txBody>
      </p:sp>
      <p:sp>
        <p:nvSpPr>
          <p:cNvPr id="25"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Spectre_(2015_film)</a:t>
            </a:r>
            <a:endParaRPr sz="1250" lang="ja-JP">
              <a:latin typeface="Arial"/>
              <a:ea typeface="ＭＳ Ｐゴシック"/>
              <a:cs typeface="Arial"/>
            </a:endParaRPr>
          </a:p>
        </p:txBody>
      </p:sp>
      <p:sp>
        <p:nvSpPr>
          <p:cNvPr id="26"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St._John%27s,_Newfoundland_and_Labrador</a:t>
            </a:r>
            <a:endParaRPr sz="1250" lang="ja-JP">
              <a:latin typeface="Arial"/>
              <a:ea typeface="ＭＳ Ｐゴシック"/>
              <a:cs typeface="Arial"/>
            </a:endParaRPr>
          </a:p>
        </p:txBody>
      </p:sp>
      <p:sp>
        <p:nvSpPr>
          <p:cNvPr id="27"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記事名は元JSONの title をそのまま記載。</a:t>
            </a:r>
            <a:endParaRPr sz="850" lang="ja-JP">
              <a:latin typeface="Arial"/>
              <a:ea typeface="ＭＳ Ｐゴシック"/>
              <a:cs typeface="Arial"/>
            </a:endParaRPr>
          </a:p>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https://github.com/rajpurkar/SQuAD-explorer/tree/master/dataset</a:t>
            </a:r>
            <a:endParaRPr sz="850" lang="ja-JP">
              <a:latin typeface="Arial"/>
              <a:ea typeface="ＭＳ Ｐゴシック"/>
              <a:cs typeface="Arial"/>
            </a:endParaRP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学習用 Wikipedia 記事一覧 17/19</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5 Wikipedia記事一覧</a:t>
            </a:r>
            <a:endParaRPr sz="1400" lang="ja-JP">
              <a:latin typeface="Arial"/>
              <a:ea typeface="ＭＳ Ｐゴシック"/>
              <a:cs typeface="Arial"/>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バージョン1.1と2.0に共通する442記事。</a:t>
            </a:r>
            <a:endParaRPr sz="1800" lang="ja-JP">
              <a:latin typeface="Arial"/>
              <a:ea typeface="ＭＳ Ｐゴシック"/>
              <a:cs typeface="Arial"/>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States_of_Germany</a:t>
            </a:r>
            <a:endParaRPr sz="1250" lang="ja-JP">
              <a:latin typeface="Arial"/>
              <a:ea typeface="ＭＳ Ｐゴシック"/>
              <a:cs typeface="Arial"/>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Steven_Spielberg</a:t>
            </a:r>
            <a:endParaRPr sz="1250" lang="ja-JP">
              <a:latin typeface="Arial"/>
              <a:ea typeface="ＭＳ Ｐゴシック"/>
              <a:cs typeface="Arial"/>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Strasbourg</a:t>
            </a:r>
            <a:endParaRPr sz="1250" lang="ja-JP">
              <a:latin typeface="Arial"/>
              <a:ea typeface="ＭＳ Ｐゴシック"/>
              <a:cs typeface="Arial"/>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Sumer</a:t>
            </a:r>
            <a:endParaRPr sz="1250" lang="ja-JP">
              <a:latin typeface="Arial"/>
              <a:ea typeface="ＭＳ Ｐゴシック"/>
              <a:cs typeface="Arial"/>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Super_Nintendo_Entertainment_System</a:t>
            </a:r>
            <a:endParaRPr sz="1250" lang="ja-JP">
              <a:latin typeface="Arial"/>
              <a:ea typeface="ＭＳ Ｐゴシック"/>
              <a:cs typeface="Arial"/>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Supreme_court</a:t>
            </a:r>
            <a:endParaRPr sz="1250" lang="ja-JP">
              <a:latin typeface="Arial"/>
              <a:ea typeface="ＭＳ Ｐゴシック"/>
              <a:cs typeface="Arial"/>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Swaziland</a:t>
            </a:r>
            <a:endParaRPr sz="1250" lang="ja-JP">
              <a:latin typeface="Arial"/>
              <a:ea typeface="ＭＳ Ｐゴシック"/>
              <a:cs typeface="Arial"/>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Switzerland</a:t>
            </a:r>
            <a:endParaRPr sz="1250" lang="ja-JP">
              <a:latin typeface="Arial"/>
              <a:ea typeface="ＭＳ Ｐゴシック"/>
              <a:cs typeface="Arial"/>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Symbiosis</a:t>
            </a:r>
            <a:endParaRPr sz="1250" lang="ja-JP">
              <a:latin typeface="Arial"/>
              <a:ea typeface="ＭＳ Ｐゴシック"/>
              <a:cs typeface="Arial"/>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Szlachta</a:t>
            </a:r>
            <a:endParaRPr sz="1250" lang="ja-JP">
              <a:latin typeface="Arial"/>
              <a:ea typeface="ＭＳ Ｐゴシック"/>
              <a:cs typeface="Arial"/>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Tajikistan</a:t>
            </a:r>
            <a:endParaRPr sz="1250" lang="ja-JP">
              <a:latin typeface="Arial"/>
              <a:ea typeface="ＭＳ Ｐゴシック"/>
              <a:cs typeface="Arial"/>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Tennessee</a:t>
            </a:r>
            <a:endParaRPr sz="1250" lang="ja-JP">
              <a:latin typeface="Arial"/>
              <a:ea typeface="ＭＳ Ｐゴシック"/>
              <a:cs typeface="Arial"/>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Textual_criticism</a:t>
            </a:r>
            <a:endParaRPr sz="1250" lang="ja-JP">
              <a:latin typeface="Arial"/>
              <a:ea typeface="ＭＳ Ｐゴシック"/>
              <a:cs typeface="Arial"/>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The_Blitz</a:t>
            </a:r>
            <a:endParaRPr sz="1250" lang="ja-JP">
              <a:latin typeface="Arial"/>
              <a:ea typeface="ＭＳ Ｐゴシック"/>
              <a:cs typeface="Arial"/>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The_Bronx</a:t>
            </a:r>
            <a:endParaRPr sz="1250" lang="ja-JP">
              <a:latin typeface="Arial"/>
              <a:ea typeface="ＭＳ Ｐゴシック"/>
              <a:cs typeface="Arial"/>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The_Legend_of_Zelda _Twilight_Princess</a:t>
            </a:r>
            <a:endParaRPr sz="1250" lang="ja-JP">
              <a:latin typeface="Arial"/>
              <a:ea typeface="ＭＳ Ｐゴシック"/>
              <a:cs typeface="Arial"/>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The_Sun_(United_Kingdom)</a:t>
            </a:r>
            <a:endParaRPr sz="1250" lang="ja-JP">
              <a:latin typeface="Arial"/>
              <a:ea typeface="ＭＳ Ｐゴシック"/>
              <a:cs typeface="Arial"/>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The_Times</a:t>
            </a:r>
            <a:endParaRPr sz="1250" lang="ja-JP">
              <a:latin typeface="Arial"/>
              <a:ea typeface="ＭＳ Ｐゴシック"/>
              <a:cs typeface="Arial"/>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Thuringia</a:t>
            </a:r>
            <a:endParaRPr sz="1250" lang="ja-JP">
              <a:latin typeface="Arial"/>
              <a:ea typeface="ＭＳ Ｐゴシック"/>
              <a:cs typeface="Arial"/>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Tibet</a:t>
            </a:r>
            <a:endParaRPr sz="1250" lang="ja-JP">
              <a:latin typeface="Arial"/>
              <a:ea typeface="ＭＳ Ｐゴシック"/>
              <a:cs typeface="Arial"/>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Time</a:t>
            </a:r>
            <a:endParaRPr sz="1250" lang="ja-JP">
              <a:latin typeface="Arial"/>
              <a:ea typeface="ＭＳ Ｐゴシック"/>
              <a:cs typeface="Arial"/>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To_Kill_a_Mockingbird</a:t>
            </a:r>
            <a:endParaRPr sz="1250" lang="ja-JP">
              <a:latin typeface="Arial"/>
              <a:ea typeface="ＭＳ Ｐゴシック"/>
              <a:cs typeface="Arial"/>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Transistor</a:t>
            </a:r>
            <a:endParaRPr sz="1250" lang="ja-JP">
              <a:latin typeface="Arial"/>
              <a:ea typeface="ＭＳ Ｐゴシック"/>
              <a:cs typeface="Arial"/>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Translation</a:t>
            </a:r>
            <a:endParaRPr sz="1250" lang="ja-JP">
              <a:latin typeface="Arial"/>
              <a:ea typeface="ＭＳ Ｐゴシック"/>
              <a:cs typeface="Arial"/>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記事名は元JSONの title をそのまま記載。</a:t>
            </a:r>
            <a:endParaRPr sz="850" lang="ja-JP">
              <a:latin typeface="Arial"/>
              <a:ea typeface="ＭＳ Ｐゴシック"/>
              <a:cs typeface="Arial"/>
            </a:endParaRPr>
          </a:p>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https://github.com/rajpurkar/SQuAD-explorer/tree/master/dataset</a:t>
            </a:r>
            <a:endParaRPr sz="850" lang="ja-JP">
              <a:latin typeface="Arial"/>
              <a:ea typeface="ＭＳ Ｐゴシック"/>
              <a:cs typeface="Arial"/>
            </a:endParaRP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学習用 Wikipedia 記事一覧 18/19</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5 Wikipedia記事一覧</a:t>
            </a:r>
            <a:endParaRPr sz="1400" lang="ja-JP">
              <a:latin typeface="Arial"/>
              <a:ea typeface="ＭＳ Ｐゴシック"/>
              <a:cs typeface="Arial"/>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バージョン1.1と2.0に共通する442記事。</a:t>
            </a:r>
            <a:endParaRPr sz="1800" lang="ja-JP">
              <a:latin typeface="Arial"/>
              <a:ea typeface="ＭＳ Ｐゴシック"/>
              <a:cs typeface="Arial"/>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Treaty</a:t>
            </a:r>
            <a:endParaRPr sz="1250" lang="ja-JP">
              <a:latin typeface="Arial"/>
              <a:ea typeface="ＭＳ Ｐゴシック"/>
              <a:cs typeface="Arial"/>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Tristan_da_Cunha</a:t>
            </a:r>
            <a:endParaRPr sz="1250" lang="ja-JP">
              <a:latin typeface="Arial"/>
              <a:ea typeface="ＭＳ Ｐゴシック"/>
              <a:cs typeface="Arial"/>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Tuberculosis</a:t>
            </a:r>
            <a:endParaRPr sz="1250" lang="ja-JP">
              <a:latin typeface="Arial"/>
              <a:ea typeface="ＭＳ Ｐゴシック"/>
              <a:cs typeface="Arial"/>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Tucson,_Arizona</a:t>
            </a:r>
            <a:endParaRPr sz="1250" lang="ja-JP">
              <a:latin typeface="Arial"/>
              <a:ea typeface="ＭＳ Ｐゴシック"/>
              <a:cs typeface="Arial"/>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Turner_Classic_Movies</a:t>
            </a:r>
            <a:endParaRPr sz="1250" lang="ja-JP">
              <a:latin typeface="Arial"/>
              <a:ea typeface="ＭＳ Ｐゴシック"/>
              <a:cs typeface="Arial"/>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Tuvalu</a:t>
            </a:r>
            <a:endParaRPr sz="1250" lang="ja-JP">
              <a:latin typeface="Arial"/>
              <a:ea typeface="ＭＳ Ｐゴシック"/>
              <a:cs typeface="Arial"/>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Umayyad_Caliphate</a:t>
            </a:r>
            <a:endParaRPr sz="1250" lang="ja-JP">
              <a:latin typeface="Arial"/>
              <a:ea typeface="ＭＳ Ｐゴシック"/>
              <a:cs typeface="Arial"/>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Unicode</a:t>
            </a:r>
            <a:endParaRPr sz="1250" lang="ja-JP">
              <a:latin typeface="Arial"/>
              <a:ea typeface="ＭＳ Ｐゴシック"/>
              <a:cs typeface="Arial"/>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United_Nations_Population_Fund</a:t>
            </a:r>
            <a:endParaRPr sz="1250" lang="ja-JP">
              <a:latin typeface="Arial"/>
              <a:ea typeface="ＭＳ Ｐゴシック"/>
              <a:cs typeface="Arial"/>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United_States_Air_Force</a:t>
            </a:r>
            <a:endParaRPr sz="1250" lang="ja-JP">
              <a:latin typeface="Arial"/>
              <a:ea typeface="ＭＳ Ｐゴシック"/>
              <a:cs typeface="Arial"/>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United_States_Army</a:t>
            </a:r>
            <a:endParaRPr sz="1250" lang="ja-JP">
              <a:latin typeface="Arial"/>
              <a:ea typeface="ＭＳ Ｐゴシック"/>
              <a:cs typeface="Arial"/>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United_States_dollar</a:t>
            </a:r>
            <a:endParaRPr sz="1250" lang="ja-JP">
              <a:latin typeface="Arial"/>
              <a:ea typeface="ＭＳ Ｐゴシック"/>
              <a:cs typeface="Arial"/>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United_States_presidential_election,_2004</a:t>
            </a:r>
            <a:endParaRPr sz="1250" lang="ja-JP">
              <a:latin typeface="Arial"/>
              <a:ea typeface="ＭＳ Ｐゴシック"/>
              <a:cs typeface="Arial"/>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Universal_Studios</a:t>
            </a:r>
            <a:endParaRPr sz="1250" lang="ja-JP">
              <a:latin typeface="Arial"/>
              <a:ea typeface="ＭＳ Ｐゴシック"/>
              <a:cs typeface="Arial"/>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University</a:t>
            </a:r>
            <a:endParaRPr sz="1250" lang="ja-JP">
              <a:latin typeface="Arial"/>
              <a:ea typeface="ＭＳ Ｐゴシック"/>
              <a:cs typeface="Arial"/>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University_of_Kansas</a:t>
            </a:r>
            <a:endParaRPr sz="1250" lang="ja-JP">
              <a:latin typeface="Arial"/>
              <a:ea typeface="ＭＳ Ｐゴシック"/>
              <a:cs typeface="Arial"/>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University_of_Notre_Dame</a:t>
            </a:r>
            <a:endParaRPr sz="1250" lang="ja-JP">
              <a:latin typeface="Arial"/>
              <a:ea typeface="ＭＳ Ｐゴシック"/>
              <a:cs typeface="Arial"/>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Uranium</a:t>
            </a:r>
            <a:endParaRPr sz="1250" lang="ja-JP">
              <a:latin typeface="Arial"/>
              <a:ea typeface="ＭＳ Ｐゴシック"/>
              <a:cs typeface="Arial"/>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USB</a:t>
            </a:r>
            <a:endParaRPr sz="1250" lang="ja-JP">
              <a:latin typeface="Arial"/>
              <a:ea typeface="ＭＳ Ｐゴシック"/>
              <a:cs typeface="Arial"/>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Utrecht</a:t>
            </a:r>
            <a:endParaRPr sz="1250" lang="ja-JP">
              <a:latin typeface="Arial"/>
              <a:ea typeface="ＭＳ Ｐゴシック"/>
              <a:cs typeface="Arial"/>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Vacuum</a:t>
            </a:r>
            <a:endParaRPr sz="1250" lang="ja-JP">
              <a:latin typeface="Arial"/>
              <a:ea typeface="ＭＳ Ｐゴシック"/>
              <a:cs typeface="Arial"/>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Valencia</a:t>
            </a:r>
            <a:endParaRPr sz="1250" lang="ja-JP">
              <a:latin typeface="Arial"/>
              <a:ea typeface="ＭＳ Ｐゴシック"/>
              <a:cs typeface="Arial"/>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Videoconferencing</a:t>
            </a:r>
            <a:endParaRPr sz="1250" lang="ja-JP">
              <a:latin typeface="Arial"/>
              <a:ea typeface="ＭＳ Ｐゴシック"/>
              <a:cs typeface="Arial"/>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Virgil</a:t>
            </a:r>
            <a:endParaRPr sz="1250" lang="ja-JP">
              <a:latin typeface="Arial"/>
              <a:ea typeface="ＭＳ Ｐゴシック"/>
              <a:cs typeface="Arial"/>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記事名は元JSONの title をそのまま記載。</a:t>
            </a:r>
            <a:endParaRPr sz="850" lang="ja-JP">
              <a:latin typeface="Arial"/>
              <a:ea typeface="ＭＳ Ｐゴシック"/>
              <a:cs typeface="Arial"/>
            </a:endParaRPr>
          </a:p>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https://github.com/rajpurkar/SQuAD-explorer/tree/master/dataset</a:t>
            </a:r>
            <a:endParaRPr sz="850" lang="ja-JP">
              <a:latin typeface="Arial"/>
              <a:ea typeface="ＭＳ Ｐゴシック"/>
              <a:cs typeface="Arial"/>
            </a:endParaRP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学習用 Wikipedia 記事一覧 19/19</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5 Wikipedia記事一覧</a:t>
            </a:r>
            <a:endParaRPr sz="1400" lang="ja-JP">
              <a:latin typeface="Arial"/>
              <a:ea typeface="ＭＳ Ｐゴシック"/>
              <a:cs typeface="Arial"/>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Arial"/>
                <a:ea typeface="ＭＳ Ｐゴシック"/>
                <a:cs typeface="Arial"/>
              </a:defRPr>
            </a:pPr>
            <a:r>
              <a:rPr sz="1800" b="0" lang="ja-JP">
                <a:solidFill>
                  <a:srgbClr val="303437"/>
                </a:solidFill>
                <a:latin typeface="Arial"/>
                <a:ea typeface="ＭＳ Ｐゴシック"/>
                <a:cs typeface="Arial"/>
              </a:rPr>
              <a:t>バージョン1.1と2.0に共通する442記事。</a:t>
            </a:r>
            <a:endParaRPr sz="1800" lang="ja-JP">
              <a:latin typeface="Arial"/>
              <a:ea typeface="ＭＳ Ｐゴシック"/>
              <a:cs typeface="Arial"/>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War_on_Terror</a:t>
            </a:r>
            <a:endParaRPr sz="1250" lang="ja-JP">
              <a:latin typeface="Arial"/>
              <a:ea typeface="ＭＳ Ｐゴシック"/>
              <a:cs typeface="Arial"/>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Warsaw_Pact</a:t>
            </a:r>
            <a:endParaRPr sz="1250" lang="ja-JP">
              <a:latin typeface="Arial"/>
              <a:ea typeface="ＭＳ Ｐゴシック"/>
              <a:cs typeface="Arial"/>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Washington_University_in_St._Louis</a:t>
            </a:r>
            <a:endParaRPr sz="1250" lang="ja-JP">
              <a:latin typeface="Arial"/>
              <a:ea typeface="ＭＳ Ｐゴシック"/>
              <a:cs typeface="Arial"/>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Wayback_Machine</a:t>
            </a:r>
            <a:endParaRPr sz="1250" lang="ja-JP">
              <a:latin typeface="Arial"/>
              <a:ea typeface="ＭＳ Ｐゴシック"/>
              <a:cs typeface="Arial"/>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Web_browser</a:t>
            </a:r>
            <a:endParaRPr sz="1250" lang="ja-JP">
              <a:latin typeface="Arial"/>
              <a:ea typeface="ＭＳ Ｐゴシック"/>
              <a:cs typeface="Arial"/>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Westminster_Abbey</a:t>
            </a:r>
            <a:endParaRPr sz="1250" lang="ja-JP">
              <a:latin typeface="Arial"/>
              <a:ea typeface="ＭＳ Ｐゴシック"/>
              <a:cs typeface="Arial"/>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Windows_8</a:t>
            </a:r>
            <a:endParaRPr sz="1250" lang="ja-JP">
              <a:latin typeface="Arial"/>
              <a:ea typeface="ＭＳ Ｐゴシック"/>
              <a:cs typeface="Arial"/>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Wood</a:t>
            </a:r>
            <a:endParaRPr sz="1250" lang="ja-JP">
              <a:latin typeface="Arial"/>
              <a:ea typeface="ＭＳ Ｐゴシック"/>
              <a:cs typeface="Arial"/>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Xbox_360</a:t>
            </a:r>
            <a:endParaRPr sz="1250" lang="ja-JP">
              <a:latin typeface="Arial"/>
              <a:ea typeface="ＭＳ Ｐゴシック"/>
              <a:cs typeface="Arial"/>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Yale_University</a:t>
            </a:r>
            <a:endParaRPr sz="1250" lang="ja-JP">
              <a:latin typeface="Arial"/>
              <a:ea typeface="ＭＳ Ｐゴシック"/>
              <a:cs typeface="Arial"/>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YouTube</a:t>
            </a:r>
            <a:endParaRPr sz="1250" lang="ja-JP">
              <a:latin typeface="Arial"/>
              <a:ea typeface="ＭＳ Ｐゴシック"/>
              <a:cs typeface="Arial"/>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Zhejiang</a:t>
            </a:r>
            <a:endParaRPr sz="1250" lang="ja-JP">
              <a:latin typeface="Arial"/>
              <a:ea typeface="ＭＳ Ｐゴシック"/>
              <a:cs typeface="Arial"/>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Arial"/>
                <a:ea typeface="ＭＳ Ｐゴシック"/>
                <a:cs typeface="Arial"/>
              </a:defRPr>
            </a:pPr>
            <a:r>
              <a:rPr sz="1250" b="0" lang="ja-JP">
                <a:solidFill>
                  <a:srgbClr val="303437"/>
                </a:solidFill>
                <a:latin typeface="Arial"/>
                <a:ea typeface="ＭＳ Ｐゴシック"/>
                <a:cs typeface="Arial"/>
              </a:rPr>
              <a:t>Zinc</a:t>
            </a:r>
            <a:endParaRPr sz="1250" lang="ja-JP">
              <a:latin typeface="Arial"/>
              <a:ea typeface="ＭＳ Ｐゴシック"/>
              <a:cs typeface="Arial"/>
            </a:endParaRPr>
          </a:p>
        </p:txBody>
      </p:sp>
      <p:sp>
        <p:nvSpPr>
          <p:cNvPr id="18"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記事名は元JSONの title をそのまま記載。</a:t>
            </a:r>
            <a:endParaRPr sz="850" lang="ja-JP">
              <a:latin typeface="Arial"/>
              <a:ea typeface="ＭＳ Ｐゴシック"/>
              <a:cs typeface="Arial"/>
            </a:endParaRPr>
          </a:p>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https://github.com/rajpurkar/SQuAD-explorer/tree/master/dataset</a:t>
            </a:r>
            <a:endParaRPr sz="850" lang="ja-JP">
              <a:latin typeface="Arial"/>
              <a:ea typeface="ＭＳ Ｐゴシック"/>
              <a:cs typeface="Arial"/>
            </a:endParaRP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Arial"/>
                <a:ea typeface="ＭＳ Ｐゴシック"/>
                <a:cs typeface="Arial"/>
              </a:defRPr>
            </a:pPr>
            <a:r>
              <a:rPr sz="2800" lang="ja-JP" b="1">
                <a:solidFill>
                  <a:srgbClr val="303437"/>
                </a:solidFill>
                <a:latin typeface="Arial"/>
                <a:ea typeface="ＭＳ Ｐゴシック"/>
                <a:cs typeface="Arial"/>
              </a:rPr>
              <a:t>データを取得する Python コード</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Arial"/>
                <a:ea typeface="ＭＳ Ｐゴシック"/>
                <a:cs typeface="Arial"/>
              </a:defRPr>
            </a:pPr>
            <a:r>
              <a:rPr sz="1400" lang="ja-JP">
                <a:solidFill>
                  <a:srgbClr val="FFFEF8"/>
                </a:solidFill>
                <a:latin typeface="Arial"/>
                <a:ea typeface="ＭＳ Ｐゴシック"/>
                <a:cs typeface="Arial"/>
              </a:rPr>
              <a:t>Appendix: 6 入手コードと参考文献</a:t>
            </a:r>
            <a:endParaRPr sz="1400" lang="ja-JP">
              <a:latin typeface="Arial"/>
              <a:ea typeface="ＭＳ Ｐゴシック"/>
              <a:cs typeface="Arial"/>
            </a:endParaRPr>
          </a:p>
        </p:txBody>
      </p:sp>
      <p:sp>
        <p:nvSpPr>
          <p:cNvPr id="4" name="diagram-rect"/>
          <p:cNvSpPr/>
          <p:nvPr/>
        </p:nvSpPr>
        <p:spPr>
          <a:xfrm>
            <a:off x="502920" y="1465897"/>
            <a:ext cx="8138160" cy="247777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content-text"/>
          <p:cNvSpPr txBox="1"/>
          <p:nvPr/>
        </p:nvSpPr>
        <p:spPr>
          <a:xfrm>
            <a:off x="502920" y="1465897"/>
            <a:ext cx="8138160" cy="2477770"/>
          </a:xfrm>
          <a:prstGeom prst="rect">
            <a:avLst/>
          </a:prstGeom>
          <a:noFill/>
        </p:spPr>
        <p:txBody>
          <a:bodyPr wrap="none" anchor="t" lIns="152400" rIns="152400" tIns="114300" bIns="114300">
            <a:noAutofit/>
          </a:bodyPr>
          <a:lstStyle/>
          <a:p>
            <a:pPr algn="l" marL="0" indent="0">
              <a:lnSpc>
                <a:spcPts val="1609"/>
              </a:lnSpc>
              <a:spcBef>
                <a:spcPts val="0"/>
              </a:spcBef>
              <a:spcAft>
                <a:spcPts val="0"/>
              </a:spcAft>
              <a:buNone/>
              <a:buNone/>
              <a:defRPr sz="1400" lang="ja-JP">
                <a:latin typeface="Liberation Mono"/>
                <a:ea typeface="ＭＳ Ｐゴシック"/>
                <a:cs typeface="Arial"/>
              </a:defRPr>
            </a:pPr>
            <a:r>
              <a:rPr sz="1400" lang="ja-JP">
                <a:solidFill>
                  <a:srgbClr val="303437"/>
                </a:solidFill>
                <a:latin typeface="Liberation Mono"/>
                <a:ea typeface="ＭＳ Ｐゴシック"/>
                <a:cs typeface="Arial"/>
              </a:rPr>
              <a:t>import json</a:t>
            </a:r>
            <a:endParaRPr sz="1400" lang="ja-JP">
              <a:latin typeface="Arial"/>
              <a:ea typeface="ＭＳ Ｐゴシック"/>
              <a:cs typeface="Arial"/>
            </a:endParaRPr>
          </a:p>
          <a:p>
            <a:pPr algn="l" marL="0" indent="0">
              <a:lnSpc>
                <a:spcPts val="1609"/>
              </a:lnSpc>
              <a:spcBef>
                <a:spcPts val="0"/>
              </a:spcBef>
              <a:spcAft>
                <a:spcPts val="0"/>
              </a:spcAft>
              <a:buNone/>
              <a:defRPr sz="1400" lang="ja-JP">
                <a:latin typeface="Liberation Mono"/>
                <a:ea typeface="ＭＳ Ｐゴシック"/>
                <a:cs typeface="Arial"/>
              </a:defRPr>
            </a:pPr>
            <a:r>
              <a:rPr sz="1400" lang="ja-JP">
                <a:solidFill>
                  <a:srgbClr val="303437"/>
                </a:solidFill>
                <a:latin typeface="Liberation Mono"/>
                <a:ea typeface="ＭＳ Ｐゴシック"/>
                <a:cs typeface="Arial"/>
              </a:rPr>
              <a:t>from urllib.request import urlopen</a:t>
            </a:r>
          </a:p>
          <a:p>
            <a:pPr algn="l" marL="0" indent="0">
              <a:lnSpc>
                <a:spcPts val="1609"/>
              </a:lnSpc>
              <a:spcBef>
                <a:spcPts val="0"/>
              </a:spcBef>
              <a:spcAft>
                <a:spcPts val="0"/>
              </a:spcAft>
              <a:buNone/>
              <a:defRPr sz="1400" lang="ja-JP">
                <a:latin typeface="Liberation Mono"/>
                <a:ea typeface="ＭＳ Ｐゴシック"/>
                <a:cs typeface="Arial"/>
              </a:defRPr>
            </a:pPr>
            <a:r>
              <a:rPr sz="1400" lang="ja-JP">
                <a:solidFill>
                  <a:srgbClr val="303437"/>
                </a:solidFill>
                <a:latin typeface="Liberation Mono"/>
                <a:ea typeface="ＭＳ Ｐゴシック"/>
                <a:cs typeface="Arial"/>
              </a:rPr>
              <a:t/>
            </a:r>
          </a:p>
          <a:p>
            <a:pPr algn="l" marL="0" indent="0">
              <a:lnSpc>
                <a:spcPts val="1609"/>
              </a:lnSpc>
              <a:spcBef>
                <a:spcPts val="0"/>
              </a:spcBef>
              <a:spcAft>
                <a:spcPts val="0"/>
              </a:spcAft>
              <a:buNone/>
              <a:defRPr sz="1400" lang="ja-JP">
                <a:latin typeface="Liberation Mono"/>
                <a:ea typeface="ＭＳ Ｐゴシック"/>
                <a:cs typeface="Arial"/>
              </a:defRPr>
            </a:pPr>
            <a:r>
              <a:rPr sz="1400" lang="ja-JP">
                <a:solidFill>
                  <a:srgbClr val="303437"/>
                </a:solidFill>
                <a:latin typeface="Liberation Mono"/>
                <a:ea typeface="ＭＳ Ｐゴシック"/>
                <a:cs typeface="Arial"/>
              </a:rPr>
              <a:t>base = "https://rajpurkar.github.io/SQuAD-explorer/dataset/"</a:t>
            </a:r>
          </a:p>
          <a:p>
            <a:pPr algn="l" marL="0" indent="0">
              <a:lnSpc>
                <a:spcPts val="1609"/>
              </a:lnSpc>
              <a:spcBef>
                <a:spcPts val="0"/>
              </a:spcBef>
              <a:spcAft>
                <a:spcPts val="0"/>
              </a:spcAft>
              <a:buNone/>
              <a:defRPr sz="1400" lang="ja-JP">
                <a:latin typeface="Liberation Mono"/>
                <a:ea typeface="ＭＳ Ｐゴシック"/>
                <a:cs typeface="Arial"/>
              </a:defRPr>
            </a:pPr>
            <a:r>
              <a:rPr sz="1400" lang="ja-JP">
                <a:solidFill>
                  <a:srgbClr val="303437"/>
                </a:solidFill>
                <a:latin typeface="Liberation Mono"/>
                <a:ea typeface="ＭＳ Ｐゴシック"/>
                <a:cs typeface="Arial"/>
              </a:rPr>
              <a:t>for version in ("1.1", "2.0"):</a:t>
            </a:r>
          </a:p>
          <a:p>
            <a:pPr algn="l" marL="0" indent="0">
              <a:lnSpc>
                <a:spcPts val="1609"/>
              </a:lnSpc>
              <a:spcBef>
                <a:spcPts val="0"/>
              </a:spcBef>
              <a:spcAft>
                <a:spcPts val="0"/>
              </a:spcAft>
              <a:buNone/>
              <a:defRPr sz="1400" lang="ja-JP">
                <a:latin typeface="Liberation Mono"/>
                <a:ea typeface="ＭＳ Ｐゴシック"/>
                <a:cs typeface="Arial"/>
              </a:defRPr>
            </a:pPr>
            <a:r>
              <a:rPr sz="1400" lang="ja-JP">
                <a:solidFill>
                  <a:srgbClr val="303437"/>
                </a:solidFill>
                <a:latin typeface="Liberation Mono"/>
                <a:ea typeface="ＭＳ Ｐゴシック"/>
                <a:cs typeface="Arial"/>
              </a:rPr>
              <a:t>    for split in ("train", "dev"):</a:t>
            </a:r>
          </a:p>
          <a:p>
            <a:pPr algn="l" marL="0" indent="0">
              <a:lnSpc>
                <a:spcPts val="1609"/>
              </a:lnSpc>
              <a:spcBef>
                <a:spcPts val="0"/>
              </a:spcBef>
              <a:spcAft>
                <a:spcPts val="0"/>
              </a:spcAft>
              <a:buNone/>
              <a:defRPr sz="1400" lang="ja-JP">
                <a:latin typeface="Liberation Mono"/>
                <a:ea typeface="ＭＳ Ｐゴシック"/>
                <a:cs typeface="Arial"/>
              </a:defRPr>
            </a:pPr>
            <a:r>
              <a:rPr sz="1400" lang="ja-JP">
                <a:solidFill>
                  <a:srgbClr val="303437"/>
                </a:solidFill>
                <a:latin typeface="Liberation Mono"/>
                <a:ea typeface="ＭＳ Ｐゴシック"/>
                <a:cs typeface="Arial"/>
              </a:rPr>
              <a:t>        name = f"{split}-v{version}.json"</a:t>
            </a:r>
          </a:p>
          <a:p>
            <a:pPr algn="l" marL="0" indent="0">
              <a:lnSpc>
                <a:spcPts val="1609"/>
              </a:lnSpc>
              <a:spcBef>
                <a:spcPts val="0"/>
              </a:spcBef>
              <a:spcAft>
                <a:spcPts val="0"/>
              </a:spcAft>
              <a:buNone/>
              <a:defRPr sz="1400" lang="ja-JP">
                <a:latin typeface="Liberation Mono"/>
                <a:ea typeface="ＭＳ Ｐゴシック"/>
                <a:cs typeface="Arial"/>
              </a:defRPr>
            </a:pPr>
            <a:r>
              <a:rPr sz="1400" lang="ja-JP">
                <a:solidFill>
                  <a:srgbClr val="303437"/>
                </a:solidFill>
                <a:latin typeface="Liberation Mono"/>
                <a:ea typeface="ＭＳ Ｐゴシック"/>
                <a:cs typeface="Arial"/>
              </a:rPr>
              <a:t>        with urlopen(base + name) as response:</a:t>
            </a:r>
          </a:p>
          <a:p>
            <a:pPr algn="l" marL="0" indent="0">
              <a:lnSpc>
                <a:spcPts val="1609"/>
              </a:lnSpc>
              <a:spcBef>
                <a:spcPts val="0"/>
              </a:spcBef>
              <a:spcAft>
                <a:spcPts val="0"/>
              </a:spcAft>
              <a:buNone/>
              <a:defRPr sz="1400" lang="ja-JP">
                <a:latin typeface="Liberation Mono"/>
                <a:ea typeface="ＭＳ Ｐゴシック"/>
                <a:cs typeface="Arial"/>
              </a:defRPr>
            </a:pPr>
            <a:r>
              <a:rPr sz="1400" lang="ja-JP">
                <a:solidFill>
                  <a:srgbClr val="303437"/>
                </a:solidFill>
                <a:latin typeface="Liberation Mono"/>
                <a:ea typeface="ＭＳ Ｐゴシック"/>
                <a:cs typeface="Arial"/>
              </a:rPr>
              <a:t>            data = json.load(response)</a:t>
            </a:r>
          </a:p>
          <a:p>
            <a:pPr algn="l" marL="0" indent="0">
              <a:lnSpc>
                <a:spcPts val="1609"/>
              </a:lnSpc>
              <a:spcBef>
                <a:spcPts val="0"/>
              </a:spcBef>
              <a:spcAft>
                <a:spcPts val="0"/>
              </a:spcAft>
              <a:buNone/>
              <a:defRPr sz="1400" lang="ja-JP">
                <a:latin typeface="Liberation Mono"/>
                <a:ea typeface="ＭＳ Ｐゴシック"/>
                <a:cs typeface="Arial"/>
              </a:defRPr>
            </a:pPr>
            <a:r>
              <a:rPr sz="1400" lang="ja-JP">
                <a:solidFill>
                  <a:srgbClr val="303437"/>
                </a:solidFill>
                <a:latin typeface="Liberation Mono"/>
                <a:ea typeface="ＭＳ Ｐゴシック"/>
                <a:cs typeface="Arial"/>
              </a:rPr>
              <a:t>        with open(name, "w", encoding="utf-8") as output:</a:t>
            </a:r>
          </a:p>
          <a:p>
            <a:pPr algn="l" marL="0" indent="0">
              <a:lnSpc>
                <a:spcPts val="1609"/>
              </a:lnSpc>
              <a:spcBef>
                <a:spcPts val="0"/>
              </a:spcBef>
              <a:spcAft>
                <a:spcPts val="0"/>
              </a:spcAft>
              <a:buNone/>
              <a:defRPr sz="1400" lang="ja-JP">
                <a:latin typeface="Liberation Mono"/>
                <a:ea typeface="ＭＳ Ｐゴシック"/>
                <a:cs typeface="Arial"/>
              </a:defRPr>
            </a:pPr>
            <a:r>
              <a:rPr sz="1400" lang="ja-JP">
                <a:solidFill>
                  <a:srgbClr val="303437"/>
                </a:solidFill>
                <a:latin typeface="Liberation Mono"/>
                <a:ea typeface="ＭＳ Ｐゴシック"/>
                <a:cs typeface="Arial"/>
              </a:rPr>
              <a:t>            json.dump(data, output, ensure_ascii=False)</a:t>
            </a:r>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配布元　https://rajpurkar.github.io/SQuAD-explorer/dataset/</a:t>
            </a:r>
            <a:endParaRPr sz="850" lang="ja-JP">
              <a:latin typeface="Arial"/>
              <a:ea typeface="ＭＳ Ｐゴシック"/>
              <a:cs typeface="Arial"/>
            </a:endParaRPr>
          </a:p>
          <a:p>
            <a:pPr algn="l" marL="0" indent="0">
              <a:lnSpc>
                <a:spcPct val="10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バージョン・分割ごとに公式JSONを取得。Python標準ライブラリのみ使用。</a:t>
            </a:r>
            <a:endParaRPr sz="850" lang="ja-JP">
              <a:latin typeface="Arial"/>
              <a:ea typeface="ＭＳ Ｐゴシック"/>
              <a:cs typeface="Arial"/>
            </a:endParaRP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noAutofit/>
          </a:bodyPr>
          <a:lstStyle/>
          <a:p>
            <a:pPr algn="l" marL="0" indent="0">
              <a:lnSpc>
                <a:spcPct val="110000"/>
              </a:lnSpc>
              <a:spcBef>
                <a:spcPts val="0"/>
              </a:spcBef>
              <a:spcAft>
                <a:spcPts val="600"/>
              </a:spcAft>
              <a:buNone/>
              <a:buNone/>
              <a:defRPr sz="2800" lang="ja-JP">
                <a:latin typeface="Arial"/>
                <a:ea typeface="ＭＳ Ｐゴシック"/>
                <a:cs typeface="Arial"/>
              </a:defRPr>
            </a:pPr>
            <a:r>
              <a:rPr sz="2800" lang="ja-JP" b="1">
                <a:solidFill>
                  <a:srgbClr val="303437"/>
                </a:solidFill>
                <a:latin typeface="Arial"/>
                <a:ea typeface="ＭＳ Ｐゴシック"/>
                <a:cs typeface="Arial"/>
              </a:rPr>
              <a:t>参考文献と参照した内容</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buNone/>
              <a:defRPr sz="1400" lang="ja-JP">
                <a:latin typeface="Arial"/>
                <a:ea typeface="ＭＳ Ｐゴシック"/>
                <a:cs typeface="Arial"/>
              </a:defRPr>
            </a:pPr>
            <a:r>
              <a:rPr sz="1400" lang="ja-JP" b="1">
                <a:solidFill>
                  <a:srgbClr val="FFFEF8"/>
                </a:solidFill>
                <a:latin typeface="Arial"/>
                <a:ea typeface="ＭＳ Ｐゴシック"/>
                <a:cs typeface="Arial"/>
              </a:rPr>
              <a:t>Appendix: 6 入手コードと参考文献</a:t>
            </a:r>
            <a:endParaRPr sz="1400" lang="ja-JP">
              <a:latin typeface="Arial"/>
              <a:ea typeface="ＭＳ Ｐゴシック"/>
              <a:cs typeface="Arial"/>
            </a:endParaRPr>
          </a:p>
        </p:txBody>
      </p:sp>
      <p:sp>
        <p:nvSpPr>
          <p:cNvPr id="4" name="TextBox 3"/>
          <p:cNvSpPr txBox="1"/>
          <p:nvPr/>
        </p:nvSpPr>
        <p:spPr>
          <a:xfrm>
            <a:off x="594360" y="1280160"/>
            <a:ext cx="7955279" cy="320040"/>
          </a:xfrm>
          <a:prstGeom prst="rect">
            <a:avLst/>
          </a:prstGeom>
          <a:noFill/>
        </p:spPr>
        <p:txBody>
          <a:bodyPr wrap="square" lIns="0" rIns="0" tIns="0" bIns="0" anchor="t">
            <a:spAutoFit/>
          </a:bodyPr>
          <a:lstStyle/>
          <a:p>
            <a:pPr algn="l" marL="0" indent="0">
              <a:lnSpc>
                <a:spcPct val="110000"/>
              </a:lnSpc>
              <a:spcBef>
                <a:spcPts val="0"/>
              </a:spcBef>
              <a:spcAft>
                <a:spcPts val="600"/>
              </a:spcAft>
              <a:buNone/>
              <a:defRPr sz="1900" lang="ja-JP">
                <a:latin typeface="Arial"/>
                <a:ea typeface="ＭＳ Ｐゴシック"/>
                <a:cs typeface="Arial"/>
              </a:defRPr>
            </a:pPr>
            <a:r>
              <a:rPr sz="1900" lang="ja-JP">
                <a:solidFill>
                  <a:srgbClr val="303437"/>
                </a:solidFill>
                <a:latin typeface="Arial"/>
                <a:ea typeface="ＭＳ Ｐゴシック"/>
                <a:cs typeface="Arial"/>
              </a:rPr>
              <a:t>Rajpurkar et al. (2016). SQuAD. EMNLP.</a:t>
            </a:r>
          </a:p>
        </p:txBody>
      </p:sp>
      <p:sp>
        <p:nvSpPr>
          <p:cNvPr id="5" name="TextBox 4"/>
          <p:cNvSpPr txBox="1"/>
          <p:nvPr/>
        </p:nvSpPr>
        <p:spPr>
          <a:xfrm>
            <a:off x="594360" y="1600200"/>
            <a:ext cx="7955279" cy="292608"/>
          </a:xfrm>
          <a:prstGeom prst="rect">
            <a:avLst/>
          </a:prstGeom>
          <a:noFill/>
        </p:spPr>
        <p:txBody>
          <a:bodyPr wrap="square" lIns="0" rIns="0" tIns="0" bIns="0" anchor="t">
            <a:spAutoFit/>
          </a:bodyPr>
          <a:lstStyle/>
          <a:p>
            <a:pPr algn="l" marL="0" indent="0">
              <a:lnSpc>
                <a:spcPct val="110000"/>
              </a:lnSpc>
              <a:spcBef>
                <a:spcPts val="0"/>
              </a:spcBef>
              <a:spcAft>
                <a:spcPts val="600"/>
              </a:spcAft>
              <a:buNone/>
              <a:defRPr sz="1700" lang="ja-JP">
                <a:latin typeface="Arial"/>
                <a:ea typeface="ＭＳ Ｐゴシック"/>
                <a:cs typeface="Arial"/>
              </a:defRPr>
            </a:pPr>
            <a:r>
              <a:rPr sz="1700" lang="ja-JP">
                <a:solidFill>
                  <a:srgbClr val="626669"/>
                </a:solidFill>
                <a:latin typeface="Arial"/>
                <a:ea typeface="ＭＳ Ｐゴシック"/>
                <a:cs typeface="Arial"/>
              </a:rPr>
              <a:t>開発目的、記事と段落の選定、質問作成、初期の評価を示す原著。</a:t>
            </a:r>
          </a:p>
        </p:txBody>
      </p:sp>
      <p:sp>
        <p:nvSpPr>
          <p:cNvPr id="6" name="TextBox 5"/>
          <p:cNvSpPr txBox="1"/>
          <p:nvPr/>
        </p:nvSpPr>
        <p:spPr>
          <a:xfrm>
            <a:off x="594360" y="2011680"/>
            <a:ext cx="7955279" cy="25603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https://aclanthology.org/D16-1264/</a:t>
            </a:r>
          </a:p>
        </p:txBody>
      </p:sp>
      <p:sp>
        <p:nvSpPr>
          <p:cNvPr id="7" name="TextBox 6"/>
          <p:cNvSpPr txBox="1"/>
          <p:nvPr/>
        </p:nvSpPr>
        <p:spPr>
          <a:xfrm>
            <a:off x="594360" y="2194560"/>
            <a:ext cx="7955279" cy="320040"/>
          </a:xfrm>
          <a:prstGeom prst="rect">
            <a:avLst/>
          </a:prstGeom>
          <a:noFill/>
        </p:spPr>
        <p:txBody>
          <a:bodyPr wrap="square" lIns="0" rIns="0" tIns="0" bIns="0" anchor="t">
            <a:spAutoFit/>
          </a:bodyPr>
          <a:lstStyle/>
          <a:p>
            <a:pPr algn="l" marL="0" indent="0">
              <a:lnSpc>
                <a:spcPct val="110000"/>
              </a:lnSpc>
              <a:spcBef>
                <a:spcPts val="0"/>
              </a:spcBef>
              <a:spcAft>
                <a:spcPts val="600"/>
              </a:spcAft>
              <a:buNone/>
              <a:defRPr sz="1900" lang="ja-JP">
                <a:latin typeface="Arial"/>
                <a:ea typeface="ＭＳ Ｐゴシック"/>
                <a:cs typeface="Arial"/>
              </a:defRPr>
            </a:pPr>
            <a:r>
              <a:rPr sz="1900" lang="ja-JP">
                <a:solidFill>
                  <a:srgbClr val="303437"/>
                </a:solidFill>
                <a:latin typeface="Arial"/>
                <a:ea typeface="ＭＳ Ｐゴシック"/>
                <a:cs typeface="Arial"/>
              </a:rPr>
              <a:t>Rajpurkar, Jia &amp; Liang (2018). Know What You Don’t Know.</a:t>
            </a:r>
          </a:p>
        </p:txBody>
      </p:sp>
      <p:sp>
        <p:nvSpPr>
          <p:cNvPr id="8" name="TextBox 7"/>
          <p:cNvSpPr txBox="1"/>
          <p:nvPr/>
        </p:nvSpPr>
        <p:spPr>
          <a:xfrm>
            <a:off x="594360" y="2514600"/>
            <a:ext cx="7955279" cy="292608"/>
          </a:xfrm>
          <a:prstGeom prst="rect">
            <a:avLst/>
          </a:prstGeom>
          <a:noFill/>
        </p:spPr>
        <p:txBody>
          <a:bodyPr wrap="square" lIns="0" rIns="0" tIns="0" bIns="0" anchor="t">
            <a:spAutoFit/>
          </a:bodyPr>
          <a:lstStyle/>
          <a:p>
            <a:pPr algn="l" marL="0" indent="0">
              <a:lnSpc>
                <a:spcPct val="110000"/>
              </a:lnSpc>
              <a:spcBef>
                <a:spcPts val="0"/>
              </a:spcBef>
              <a:spcAft>
                <a:spcPts val="600"/>
              </a:spcAft>
              <a:buNone/>
              <a:defRPr sz="1700" lang="ja-JP">
                <a:latin typeface="Arial"/>
                <a:ea typeface="ＭＳ Ｐゴシック"/>
                <a:cs typeface="Arial"/>
              </a:defRPr>
            </a:pPr>
            <a:r>
              <a:rPr sz="1700" lang="ja-JP">
                <a:solidFill>
                  <a:srgbClr val="626669"/>
                </a:solidFill>
                <a:latin typeface="Arial"/>
                <a:ea typeface="ＭＳ Ｐゴシック"/>
                <a:cs typeface="Arial"/>
              </a:rPr>
              <a:t>回答不能な質問を加えたSQuAD 2.0の目的と作成方法。</a:t>
            </a:r>
          </a:p>
        </p:txBody>
      </p:sp>
      <p:sp>
        <p:nvSpPr>
          <p:cNvPr id="9" name="TextBox 8"/>
          <p:cNvSpPr txBox="1"/>
          <p:nvPr/>
        </p:nvSpPr>
        <p:spPr>
          <a:xfrm>
            <a:off x="594360" y="2926080"/>
            <a:ext cx="7955279" cy="25603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https://aclanthology.org/P18-2124/</a:t>
            </a:r>
          </a:p>
        </p:txBody>
      </p:sp>
      <p:sp>
        <p:nvSpPr>
          <p:cNvPr id="10" name="TextBox 9"/>
          <p:cNvSpPr txBox="1"/>
          <p:nvPr/>
        </p:nvSpPr>
        <p:spPr>
          <a:xfrm>
            <a:off x="594360" y="3108960"/>
            <a:ext cx="7955279" cy="320040"/>
          </a:xfrm>
          <a:prstGeom prst="rect">
            <a:avLst/>
          </a:prstGeom>
          <a:noFill/>
        </p:spPr>
        <p:txBody>
          <a:bodyPr wrap="square" lIns="0" rIns="0" tIns="0" bIns="0" anchor="t">
            <a:spAutoFit/>
          </a:bodyPr>
          <a:lstStyle/>
          <a:p>
            <a:pPr algn="l" marL="0" indent="0">
              <a:lnSpc>
                <a:spcPct val="110000"/>
              </a:lnSpc>
              <a:spcBef>
                <a:spcPts val="0"/>
              </a:spcBef>
              <a:spcAft>
                <a:spcPts val="600"/>
              </a:spcAft>
              <a:buNone/>
              <a:defRPr sz="1900" lang="ja-JP">
                <a:latin typeface="Arial"/>
                <a:ea typeface="ＭＳ Ｐゴシック"/>
                <a:cs typeface="Arial"/>
              </a:defRPr>
            </a:pPr>
            <a:r>
              <a:rPr sz="1900" lang="ja-JP">
                <a:solidFill>
                  <a:srgbClr val="303437"/>
                </a:solidFill>
                <a:latin typeface="Arial"/>
                <a:ea typeface="ＭＳ Ｐゴシック"/>
                <a:cs typeface="Arial"/>
              </a:rPr>
              <a:t>SQuAD公式サイト・配布データ・リーダーボード</a:t>
            </a:r>
          </a:p>
        </p:txBody>
      </p:sp>
      <p:sp>
        <p:nvSpPr>
          <p:cNvPr id="11" name="TextBox 10"/>
          <p:cNvSpPr txBox="1"/>
          <p:nvPr/>
        </p:nvSpPr>
        <p:spPr>
          <a:xfrm>
            <a:off x="594360" y="3429000"/>
            <a:ext cx="7955279" cy="292608"/>
          </a:xfrm>
          <a:prstGeom prst="rect">
            <a:avLst/>
          </a:prstGeom>
          <a:noFill/>
        </p:spPr>
        <p:txBody>
          <a:bodyPr wrap="square" lIns="0" rIns="0" tIns="0" bIns="0" anchor="t">
            <a:spAutoFit/>
          </a:bodyPr>
          <a:lstStyle/>
          <a:p>
            <a:pPr algn="l" marL="0" indent="0">
              <a:lnSpc>
                <a:spcPct val="110000"/>
              </a:lnSpc>
              <a:spcBef>
                <a:spcPts val="0"/>
              </a:spcBef>
              <a:spcAft>
                <a:spcPts val="600"/>
              </a:spcAft>
              <a:buNone/>
              <a:defRPr sz="1700" lang="ja-JP">
                <a:latin typeface="Arial"/>
                <a:ea typeface="ＭＳ Ｐゴシック"/>
                <a:cs typeface="Arial"/>
              </a:defRPr>
            </a:pPr>
            <a:r>
              <a:rPr sz="1700" lang="ja-JP">
                <a:solidFill>
                  <a:srgbClr val="626669"/>
                </a:solidFill>
                <a:latin typeface="Arial"/>
                <a:ea typeface="ＭＳ Ｐゴシック"/>
                <a:cs typeface="Arial"/>
              </a:rPr>
              <a:t>実例と統計の元データ、および大会評価の掲載結果。</a:t>
            </a:r>
          </a:p>
        </p:txBody>
      </p:sp>
      <p:sp>
        <p:nvSpPr>
          <p:cNvPr id="12" name="TextBox 11"/>
          <p:cNvSpPr txBox="1"/>
          <p:nvPr/>
        </p:nvSpPr>
        <p:spPr>
          <a:xfrm>
            <a:off x="594360" y="3840480"/>
            <a:ext cx="7955279" cy="25603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https://rajpurkar.github.io/SQuAD-explorer/</a:t>
            </a:r>
          </a:p>
        </p:txBody>
      </p:sp>
      <p:sp>
        <p:nvSpPr>
          <p:cNvPr id="13" name="TextBox 12"/>
          <p:cNvSpPr txBox="1"/>
          <p:nvPr/>
        </p:nvSpPr>
        <p:spPr>
          <a:xfrm>
            <a:off x="594360" y="4023360"/>
            <a:ext cx="7955279" cy="320040"/>
          </a:xfrm>
          <a:prstGeom prst="rect">
            <a:avLst/>
          </a:prstGeom>
          <a:noFill/>
        </p:spPr>
        <p:txBody>
          <a:bodyPr wrap="square" lIns="0" rIns="0" tIns="0" bIns="0" anchor="t">
            <a:spAutoFit/>
          </a:bodyPr>
          <a:lstStyle/>
          <a:p>
            <a:pPr algn="l" marL="0" indent="0">
              <a:lnSpc>
                <a:spcPct val="110000"/>
              </a:lnSpc>
              <a:spcBef>
                <a:spcPts val="0"/>
              </a:spcBef>
              <a:spcAft>
                <a:spcPts val="600"/>
              </a:spcAft>
              <a:buNone/>
              <a:defRPr sz="1900" lang="ja-JP">
                <a:latin typeface="Arial"/>
                <a:ea typeface="ＭＳ Ｐゴシック"/>
                <a:cs typeface="Arial"/>
              </a:defRPr>
            </a:pPr>
            <a:r>
              <a:rPr sz="1900" lang="ja-JP">
                <a:solidFill>
                  <a:srgbClr val="303437"/>
                </a:solidFill>
                <a:latin typeface="Arial"/>
                <a:ea typeface="ＭＳ Ｐゴシック"/>
                <a:cs typeface="Arial"/>
              </a:rPr>
              <a:t>データのライセンス CC BY-SA 4.0</a:t>
            </a:r>
          </a:p>
        </p:txBody>
      </p:sp>
      <p:sp>
        <p:nvSpPr>
          <p:cNvPr id="14" name="TextBox 13"/>
          <p:cNvSpPr txBox="1"/>
          <p:nvPr/>
        </p:nvSpPr>
        <p:spPr>
          <a:xfrm>
            <a:off x="594360" y="4343400"/>
            <a:ext cx="7955279" cy="292608"/>
          </a:xfrm>
          <a:prstGeom prst="rect">
            <a:avLst/>
          </a:prstGeom>
          <a:noFill/>
        </p:spPr>
        <p:txBody>
          <a:bodyPr wrap="square" lIns="0" rIns="0" tIns="0" bIns="0" anchor="t">
            <a:spAutoFit/>
          </a:bodyPr>
          <a:lstStyle/>
          <a:p>
            <a:pPr algn="l" marL="0" indent="0">
              <a:lnSpc>
                <a:spcPct val="110000"/>
              </a:lnSpc>
              <a:spcBef>
                <a:spcPts val="0"/>
              </a:spcBef>
              <a:spcAft>
                <a:spcPts val="600"/>
              </a:spcAft>
              <a:buNone/>
              <a:defRPr sz="1700" lang="ja-JP">
                <a:latin typeface="Arial"/>
                <a:ea typeface="ＭＳ Ｐゴシック"/>
                <a:cs typeface="Arial"/>
              </a:defRPr>
            </a:pPr>
            <a:r>
              <a:rPr sz="1700" lang="ja-JP">
                <a:solidFill>
                  <a:srgbClr val="626669"/>
                </a:solidFill>
                <a:latin typeface="Arial"/>
                <a:ea typeface="ＭＳ Ｐゴシック"/>
                <a:cs typeface="Arial"/>
              </a:rPr>
              <a:t>原文や質問を引用・改変して利用する際の条件。</a:t>
            </a:r>
          </a:p>
        </p:txBody>
      </p:sp>
      <p:sp>
        <p:nvSpPr>
          <p:cNvPr id="15" name="TextBox 14"/>
          <p:cNvSpPr txBox="1"/>
          <p:nvPr/>
        </p:nvSpPr>
        <p:spPr>
          <a:xfrm>
            <a:off x="594360" y="4754880"/>
            <a:ext cx="7955279" cy="25603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https://creativecommons.org/licenses/by-sa/4.0/</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noAutofit/>
          </a:bodyPr>
          <a:lstStyle/>
          <a:p>
            <a:pPr algn="l" marL="0" indent="0">
              <a:lnSpc>
                <a:spcPct val="110000"/>
              </a:lnSpc>
              <a:spcBef>
                <a:spcPts val="0"/>
              </a:spcBef>
              <a:spcAft>
                <a:spcPts val="600"/>
              </a:spcAft>
              <a:buNone/>
              <a:buNone/>
              <a:defRPr sz="2800" lang="ja-JP">
                <a:latin typeface="Arial"/>
                <a:ea typeface="ＭＳ Ｐゴシック"/>
                <a:cs typeface="Arial"/>
              </a:defRPr>
            </a:pPr>
            <a:r>
              <a:rPr sz="2800" lang="ja-JP" b="1">
                <a:solidFill>
                  <a:srgbClr val="303437"/>
                </a:solidFill>
                <a:latin typeface="Arial"/>
                <a:ea typeface="ＭＳ Ｐゴシック"/>
                <a:cs typeface="Arial"/>
              </a:rPr>
              <a:t>参考文献と参照した内容</a:t>
            </a:r>
            <a:endParaRPr sz="2800" lang="ja-JP">
              <a:latin typeface="Arial"/>
              <a:ea typeface="ＭＳ Ｐゴシック"/>
              <a:cs typeface="Arial"/>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buNone/>
              <a:defRPr sz="1400" lang="ja-JP">
                <a:latin typeface="Arial"/>
                <a:ea typeface="ＭＳ Ｐゴシック"/>
                <a:cs typeface="Arial"/>
              </a:defRPr>
            </a:pPr>
            <a:r>
              <a:rPr sz="1400" lang="ja-JP" b="1">
                <a:solidFill>
                  <a:srgbClr val="FFFEF8"/>
                </a:solidFill>
                <a:latin typeface="Arial"/>
                <a:ea typeface="ＭＳ Ｐゴシック"/>
                <a:cs typeface="Arial"/>
              </a:rPr>
              <a:t>Appendix: 6 入手コードと参考文献</a:t>
            </a:r>
            <a:endParaRPr sz="1400" lang="ja-JP">
              <a:latin typeface="Arial"/>
              <a:ea typeface="ＭＳ Ｐゴシック"/>
              <a:cs typeface="Arial"/>
            </a:endParaRPr>
          </a:p>
        </p:txBody>
      </p:sp>
      <p:sp>
        <p:nvSpPr>
          <p:cNvPr id="4" name="TextBox 3"/>
          <p:cNvSpPr txBox="1"/>
          <p:nvPr/>
        </p:nvSpPr>
        <p:spPr>
          <a:xfrm>
            <a:off x="594360" y="1280160"/>
            <a:ext cx="7955279" cy="320040"/>
          </a:xfrm>
          <a:prstGeom prst="rect">
            <a:avLst/>
          </a:prstGeom>
          <a:noFill/>
        </p:spPr>
        <p:txBody>
          <a:bodyPr wrap="square" lIns="0" rIns="0" tIns="0" bIns="0" anchor="t">
            <a:spAutoFit/>
          </a:bodyPr>
          <a:lstStyle/>
          <a:p>
            <a:pPr algn="l" marL="0" indent="0">
              <a:lnSpc>
                <a:spcPct val="110000"/>
              </a:lnSpc>
              <a:spcBef>
                <a:spcPts val="0"/>
              </a:spcBef>
              <a:spcAft>
                <a:spcPts val="600"/>
              </a:spcAft>
              <a:buNone/>
              <a:defRPr sz="1900" lang="ja-JP">
                <a:latin typeface="Arial"/>
                <a:ea typeface="ＭＳ Ｐゴシック"/>
                <a:cs typeface="Arial"/>
              </a:defRPr>
            </a:pPr>
            <a:r>
              <a:rPr sz="1900" lang="ja-JP">
                <a:solidFill>
                  <a:srgbClr val="303437"/>
                </a:solidFill>
                <a:latin typeface="Arial"/>
                <a:ea typeface="ＭＳ Ｐゴシック"/>
                <a:cs typeface="Arial"/>
              </a:rPr>
              <a:t>Llama 3.1モデルカードと評価条件</a:t>
            </a:r>
          </a:p>
        </p:txBody>
      </p:sp>
      <p:sp>
        <p:nvSpPr>
          <p:cNvPr id="5" name="TextBox 4"/>
          <p:cNvSpPr txBox="1"/>
          <p:nvPr/>
        </p:nvSpPr>
        <p:spPr>
          <a:xfrm>
            <a:off x="594360" y="1600200"/>
            <a:ext cx="7955279" cy="292608"/>
          </a:xfrm>
          <a:prstGeom prst="rect">
            <a:avLst/>
          </a:prstGeom>
          <a:noFill/>
        </p:spPr>
        <p:txBody>
          <a:bodyPr wrap="square" lIns="0" rIns="0" tIns="0" bIns="0" anchor="t">
            <a:spAutoFit/>
          </a:bodyPr>
          <a:lstStyle/>
          <a:p>
            <a:pPr algn="l" marL="0" indent="0">
              <a:lnSpc>
                <a:spcPct val="110000"/>
              </a:lnSpc>
              <a:spcBef>
                <a:spcPts val="0"/>
              </a:spcBef>
              <a:spcAft>
                <a:spcPts val="600"/>
              </a:spcAft>
              <a:buNone/>
              <a:defRPr sz="1700" lang="ja-JP">
                <a:latin typeface="Arial"/>
                <a:ea typeface="ＭＳ Ｐゴシック"/>
                <a:cs typeface="Arial"/>
              </a:defRPr>
            </a:pPr>
            <a:r>
              <a:rPr sz="1700" lang="ja-JP">
                <a:solidFill>
                  <a:srgbClr val="626669"/>
                </a:solidFill>
                <a:latin typeface="Arial"/>
                <a:ea typeface="ＭＳ Ｐゴシック"/>
                <a:cs typeface="Arial"/>
              </a:rPr>
              <a:t>近年の生成型モデルによるSQuAD 2.0の評価結果と実行条件。</a:t>
            </a:r>
          </a:p>
        </p:txBody>
      </p:sp>
      <p:sp>
        <p:nvSpPr>
          <p:cNvPr id="6" name="TextBox 5"/>
          <p:cNvSpPr txBox="1"/>
          <p:nvPr/>
        </p:nvSpPr>
        <p:spPr>
          <a:xfrm>
            <a:off x="594360" y="2011680"/>
            <a:ext cx="7955279" cy="25603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https://github.com/meta-llama/llama-models/blob/main/models/llama3_1/MODEL_CARD.md
https://github.com/meta-llama/llama-models/blob/main/models/llama3_1/eval_details.md</a:t>
            </a:r>
          </a:p>
        </p:txBody>
      </p:sp>
      <p:sp>
        <p:nvSpPr>
          <p:cNvPr id="7" name="TextBox 6"/>
          <p:cNvSpPr txBox="1"/>
          <p:nvPr/>
        </p:nvSpPr>
        <p:spPr>
          <a:xfrm>
            <a:off x="594360" y="2331720"/>
            <a:ext cx="7955279" cy="320040"/>
          </a:xfrm>
          <a:prstGeom prst="rect">
            <a:avLst/>
          </a:prstGeom>
          <a:noFill/>
        </p:spPr>
        <p:txBody>
          <a:bodyPr wrap="square" lIns="0" rIns="0" tIns="0" bIns="0" anchor="t">
            <a:spAutoFit/>
          </a:bodyPr>
          <a:lstStyle/>
          <a:p>
            <a:pPr algn="l" marL="0" indent="0">
              <a:lnSpc>
                <a:spcPct val="110000"/>
              </a:lnSpc>
              <a:spcBef>
                <a:spcPts val="0"/>
              </a:spcBef>
              <a:spcAft>
                <a:spcPts val="600"/>
              </a:spcAft>
              <a:buNone/>
              <a:defRPr sz="1900" lang="ja-JP">
                <a:latin typeface="Arial"/>
                <a:ea typeface="ＭＳ Ｐゴシック"/>
                <a:cs typeface="Arial"/>
              </a:defRPr>
            </a:pPr>
            <a:r>
              <a:rPr sz="1900" lang="ja-JP">
                <a:solidFill>
                  <a:srgbClr val="303437"/>
                </a:solidFill>
                <a:latin typeface="Arial"/>
                <a:ea typeface="ＭＳ Ｐゴシック"/>
                <a:cs typeface="Arial"/>
              </a:rPr>
              <a:t>LongBench v2</a:t>
            </a:r>
          </a:p>
        </p:txBody>
      </p:sp>
      <p:sp>
        <p:nvSpPr>
          <p:cNvPr id="8" name="TextBox 7"/>
          <p:cNvSpPr txBox="1"/>
          <p:nvPr/>
        </p:nvSpPr>
        <p:spPr>
          <a:xfrm>
            <a:off x="594360" y="2651760"/>
            <a:ext cx="7955279" cy="292608"/>
          </a:xfrm>
          <a:prstGeom prst="rect">
            <a:avLst/>
          </a:prstGeom>
          <a:noFill/>
        </p:spPr>
        <p:txBody>
          <a:bodyPr wrap="square" lIns="0" rIns="0" tIns="0" bIns="0" anchor="t">
            <a:spAutoFit/>
          </a:bodyPr>
          <a:lstStyle/>
          <a:p>
            <a:pPr algn="l" marL="0" indent="0">
              <a:lnSpc>
                <a:spcPct val="110000"/>
              </a:lnSpc>
              <a:spcBef>
                <a:spcPts val="0"/>
              </a:spcBef>
              <a:spcAft>
                <a:spcPts val="600"/>
              </a:spcAft>
              <a:buNone/>
              <a:defRPr sz="1700" lang="ja-JP">
                <a:latin typeface="Arial"/>
                <a:ea typeface="ＭＳ Ｐゴシック"/>
                <a:cs typeface="Arial"/>
              </a:defRPr>
            </a:pPr>
            <a:r>
              <a:rPr sz="1700" lang="ja-JP">
                <a:solidFill>
                  <a:srgbClr val="626669"/>
                </a:solidFill>
                <a:latin typeface="Arial"/>
                <a:ea typeface="ＭＳ Ｐゴシック"/>
                <a:cs typeface="Arial"/>
              </a:rPr>
              <a:t>長い文脈の理解・推論を扱う後続ベンチマークとの比較。</a:t>
            </a:r>
          </a:p>
        </p:txBody>
      </p:sp>
      <p:sp>
        <p:nvSpPr>
          <p:cNvPr id="9" name="TextBox 8"/>
          <p:cNvSpPr txBox="1"/>
          <p:nvPr/>
        </p:nvSpPr>
        <p:spPr>
          <a:xfrm>
            <a:off x="594360" y="3063240"/>
            <a:ext cx="7955279" cy="25603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https://github.com/THUDM/LongBench</a:t>
            </a:r>
          </a:p>
        </p:txBody>
      </p:sp>
      <p:sp>
        <p:nvSpPr>
          <p:cNvPr id="10" name="TextBox 9"/>
          <p:cNvSpPr txBox="1"/>
          <p:nvPr/>
        </p:nvSpPr>
        <p:spPr>
          <a:xfrm>
            <a:off x="594360" y="3246120"/>
            <a:ext cx="7955279" cy="320040"/>
          </a:xfrm>
          <a:prstGeom prst="rect">
            <a:avLst/>
          </a:prstGeom>
          <a:noFill/>
        </p:spPr>
        <p:txBody>
          <a:bodyPr wrap="square" lIns="0" rIns="0" tIns="0" bIns="0" anchor="t">
            <a:spAutoFit/>
          </a:bodyPr>
          <a:lstStyle/>
          <a:p>
            <a:pPr algn="l" marL="0" indent="0">
              <a:lnSpc>
                <a:spcPct val="110000"/>
              </a:lnSpc>
              <a:spcBef>
                <a:spcPts val="0"/>
              </a:spcBef>
              <a:spcAft>
                <a:spcPts val="600"/>
              </a:spcAft>
              <a:buNone/>
              <a:defRPr sz="1900" lang="ja-JP">
                <a:latin typeface="Arial"/>
                <a:ea typeface="ＭＳ Ｐゴシック"/>
                <a:cs typeface="Arial"/>
              </a:defRPr>
            </a:pPr>
            <a:r>
              <a:rPr sz="1900" lang="ja-JP">
                <a:solidFill>
                  <a:srgbClr val="303437"/>
                </a:solidFill>
                <a:latin typeface="Arial"/>
                <a:ea typeface="ＭＳ Ｐゴシック"/>
                <a:cs typeface="Arial"/>
              </a:rPr>
              <a:t>Jia &amp; Liang (2017). 敵対的な読解評価.</a:t>
            </a:r>
          </a:p>
        </p:txBody>
      </p:sp>
      <p:sp>
        <p:nvSpPr>
          <p:cNvPr id="11" name="TextBox 10"/>
          <p:cNvSpPr txBox="1"/>
          <p:nvPr/>
        </p:nvSpPr>
        <p:spPr>
          <a:xfrm>
            <a:off x="594360" y="3566160"/>
            <a:ext cx="7955279" cy="292608"/>
          </a:xfrm>
          <a:prstGeom prst="rect">
            <a:avLst/>
          </a:prstGeom>
          <a:noFill/>
        </p:spPr>
        <p:txBody>
          <a:bodyPr wrap="square" lIns="0" rIns="0" tIns="0" bIns="0" anchor="t">
            <a:spAutoFit/>
          </a:bodyPr>
          <a:lstStyle/>
          <a:p>
            <a:pPr algn="l" marL="0" indent="0">
              <a:lnSpc>
                <a:spcPct val="110000"/>
              </a:lnSpc>
              <a:spcBef>
                <a:spcPts val="0"/>
              </a:spcBef>
              <a:spcAft>
                <a:spcPts val="600"/>
              </a:spcAft>
              <a:buNone/>
              <a:defRPr sz="1700" lang="ja-JP">
                <a:latin typeface="Arial"/>
                <a:ea typeface="ＭＳ Ｐゴシック"/>
                <a:cs typeface="Arial"/>
              </a:defRPr>
            </a:pPr>
            <a:r>
              <a:rPr sz="1700" lang="ja-JP">
                <a:solidFill>
                  <a:srgbClr val="626669"/>
                </a:solidFill>
                <a:latin typeface="Arial"/>
                <a:ea typeface="ＭＳ Ｐゴシック"/>
                <a:cs typeface="Arial"/>
              </a:rPr>
              <a:t>最終著者の研究例として紹介した、読解モデルの頑健性の検証。</a:t>
            </a:r>
          </a:p>
        </p:txBody>
      </p:sp>
      <p:sp>
        <p:nvSpPr>
          <p:cNvPr id="12" name="TextBox 11"/>
          <p:cNvSpPr txBox="1"/>
          <p:nvPr/>
        </p:nvSpPr>
        <p:spPr>
          <a:xfrm>
            <a:off x="594360" y="3977640"/>
            <a:ext cx="7955279" cy="25603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https://github.com/robinjia/adversarial-squad</a:t>
            </a:r>
          </a:p>
        </p:txBody>
      </p:sp>
      <p:sp>
        <p:nvSpPr>
          <p:cNvPr id="13" name="TextBox 12"/>
          <p:cNvSpPr txBox="1"/>
          <p:nvPr/>
        </p:nvSpPr>
        <p:spPr>
          <a:xfrm>
            <a:off x="594360" y="4160520"/>
            <a:ext cx="7955279" cy="320040"/>
          </a:xfrm>
          <a:prstGeom prst="rect">
            <a:avLst/>
          </a:prstGeom>
          <a:noFill/>
        </p:spPr>
        <p:txBody>
          <a:bodyPr wrap="square" lIns="0" rIns="0" tIns="0" bIns="0" anchor="t">
            <a:spAutoFit/>
          </a:bodyPr>
          <a:lstStyle/>
          <a:p>
            <a:pPr algn="l" marL="0" indent="0">
              <a:lnSpc>
                <a:spcPct val="110000"/>
              </a:lnSpc>
              <a:spcBef>
                <a:spcPts val="0"/>
              </a:spcBef>
              <a:spcAft>
                <a:spcPts val="600"/>
              </a:spcAft>
              <a:buNone/>
              <a:defRPr sz="1900" lang="ja-JP">
                <a:latin typeface="Arial"/>
                <a:ea typeface="ＭＳ Ｐゴシック"/>
                <a:cs typeface="Arial"/>
              </a:defRPr>
            </a:pPr>
            <a:r>
              <a:rPr sz="1900" lang="ja-JP">
                <a:solidFill>
                  <a:srgbClr val="303437"/>
                </a:solidFill>
                <a:latin typeface="Arial"/>
                <a:ea typeface="ＭＳ Ｐゴシック"/>
                <a:cs typeface="Arial"/>
              </a:rPr>
              <a:t>Liang et al. HELMによる言語モデル評価.</a:t>
            </a:r>
          </a:p>
        </p:txBody>
      </p:sp>
      <p:sp>
        <p:nvSpPr>
          <p:cNvPr id="14" name="TextBox 13"/>
          <p:cNvSpPr txBox="1"/>
          <p:nvPr/>
        </p:nvSpPr>
        <p:spPr>
          <a:xfrm>
            <a:off x="594360" y="4480560"/>
            <a:ext cx="7955279" cy="292608"/>
          </a:xfrm>
          <a:prstGeom prst="rect">
            <a:avLst/>
          </a:prstGeom>
          <a:noFill/>
        </p:spPr>
        <p:txBody>
          <a:bodyPr wrap="square" lIns="0" rIns="0" tIns="0" bIns="0" anchor="t">
            <a:spAutoFit/>
          </a:bodyPr>
          <a:lstStyle/>
          <a:p>
            <a:pPr algn="l" marL="0" indent="0">
              <a:lnSpc>
                <a:spcPct val="110000"/>
              </a:lnSpc>
              <a:spcBef>
                <a:spcPts val="0"/>
              </a:spcBef>
              <a:spcAft>
                <a:spcPts val="600"/>
              </a:spcAft>
              <a:buNone/>
              <a:defRPr sz="1700" lang="ja-JP">
                <a:latin typeface="Arial"/>
                <a:ea typeface="ＭＳ Ｐゴシック"/>
                <a:cs typeface="Arial"/>
              </a:defRPr>
            </a:pPr>
            <a:r>
              <a:rPr sz="1700" lang="ja-JP">
                <a:solidFill>
                  <a:srgbClr val="626669"/>
                </a:solidFill>
                <a:latin typeface="Arial"/>
                <a:ea typeface="ＭＳ Ｐゴシック"/>
                <a:cs typeface="Arial"/>
              </a:rPr>
              <a:t>最終著者の研究例として紹介した、多面的な言語モデル評価。</a:t>
            </a:r>
          </a:p>
        </p:txBody>
      </p:sp>
      <p:sp>
        <p:nvSpPr>
          <p:cNvPr id="15" name="TextBox 14"/>
          <p:cNvSpPr txBox="1"/>
          <p:nvPr/>
        </p:nvSpPr>
        <p:spPr>
          <a:xfrm>
            <a:off x="594360" y="4892040"/>
            <a:ext cx="7955279" cy="25603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850" lang="ja-JP">
                <a:latin typeface="Arial"/>
                <a:ea typeface="ＭＳ Ｐゴシック"/>
                <a:cs typeface="Arial"/>
              </a:defRPr>
            </a:pPr>
            <a:r>
              <a:rPr sz="850" lang="ja-JP">
                <a:solidFill>
                  <a:srgbClr val="626669"/>
                </a:solidFill>
                <a:latin typeface="Arial"/>
                <a:ea typeface="ＭＳ Ｐゴシック"/>
                <a:cs typeface="Arial"/>
              </a:rPr>
              <a:t>https://github.com/stanford-crfm/helm</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Arial"/>
        <a:ea typeface="ＭＳ Ｐゴシック"/>
        <a:cs typeface="Arial"/>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ＭＳ Ｐゴシック"/>
        <a:cs typeface="Arial"/>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読解型質問応答用データセット SQuAD</dc:title>
  <dc:subject>SQuAD introduction and appendix</dc:subject>
  <dc:creator/>
  <dc:language>ja-JP</dc:language>
</cp:coreProperties>
</file>