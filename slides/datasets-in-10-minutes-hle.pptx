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 Id="rId4" Type="http://schemas.openxmlformats.org/officeDocument/2006/relationships/image" Target="../media/image10.png"/><Relationship Id="rId5" Type="http://schemas.openxmlformats.org/officeDocument/2006/relationships/hyperlink" Target="https://lastexam.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gemini-hle-page-10.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 Id="rId3" Type="http://schemas.openxmlformats.org/officeDocument/2006/relationships/hyperlink" Target="https://github.com/centerforaisafety/hle/blob/main/hle-rolling-changes.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https://lastexam.ai/</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論文で扱う公開版は2,500問。文章だけの問題に加え、図や画像を読む問題を含む。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既存の試験が高得点化し、難問を集めた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公開問題と非公開テストを用意している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Phanら（2026）は、共通の評価に使える2,500問を公開し、それとは別に非公開のテスト集合を保持している。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非公開集合は、公開問題に対する過学習や、ベンチマークに合わせた対策の影響を確認するために使う。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本資料の実例は、論文で一般公開された6問から選んでいる。本編で3問、Appendixで残りの3問を扱う。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42267"/>
            <a:ext cx="8046720" cy="174136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正解率は採点された正解数を全問数で割って求める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「90%の確信がある」と答える問題群で実際の正解率が10%なら、強く過信している。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Phanら（2026）の評価。較正誤差：RMS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約1,000人の専門家が、50か国・500超の機関から参加したと報告されている。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参加者は主に大学教員、研究者、大学院修了者で、各分野の専門性を活かして難問を作成した。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質問は英語とし、明確で解けること、答えが短く確認しやすいこと、検索だけで容易に見つからないことが求められた。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構築時の規模・処理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短答式は全モデルが解けないこと、選択式は偶然の正解を考慮して正解できるモデルが一つ以下であることを投稿条件とした。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第一段階では、関連分野の大学院学位を持つ査読者が設問ごとに1〜3件のレビューを行い、作成者が修正した。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公開後も、コミュニティの指摘、作成者への照会、追加の監査によって誤りや曖昧さを修正した。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区分・対象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報酬・特典</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数学が41%を占め、分野ごとの比重は大きく異なる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Phanら（2026）による分野別構成比（%）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論文で扱う公開版は2,500問で、HLE-Rollingは問題を継続的に追加・修正する動的な版である。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追加例：二つの圏の間の自然余変換の個数を求める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計算機科学の例では、収束するグラフ類を選ぶ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Phanら（2026）による文章のみの問題での評価。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公開集合・非公開集合とHLE-Rolling</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59152"/>
        </p:xfrm>
        <a:graphic>
          <a:graphicData uri="http://schemas.openxmlformats.org/drawingml/2006/table">
            <a:tbl>
              <a:tblPr firstRow="0" bandRow="0"/>
              <a:tblGrid>
                <a:gridCol w="2377440"/>
                <a:gridCol w="566928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Phanら（2026）が公開する2,500問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非公開テスト集合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公開集合への過学習や評価対策の影響を確認</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HLE-Rolling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質問の追加・削除・修正を継続する版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https://github.com/centerforaisafety/hle/blob/main/hle-rolling-changes.txt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質問の作成には多数の専門家が参加した。論文では運営チームとデータ作成への貢献者を区別して列挙する。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