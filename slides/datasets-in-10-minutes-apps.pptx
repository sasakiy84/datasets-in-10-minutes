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3" r:id="rId43"/>
    <p:sldId id="294" r:id="rId44"/>
    <p:sldId id="295" r:id="rId45"/>
    <p:sldId id="296" r:id="rId46"/>
    <p:sldId id="297" r:id="rId47"/>
    <p:sldId id="323" r:id="rId73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8" r:id="rId58"/>
    <p:sldId id="309" r:id="rId59"/>
    <p:sldId id="310" r:id="rId60"/>
    <p:sldId id="311" r:id="rId61"/>
    <p:sldId id="312" r:id="rId62"/>
    <p:sldId id="313" r:id="rId63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4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入門</c:v>
                </c:pt>
                <c:pt idx="1">
                  <c:v>面接</c:v>
                </c:pt>
                <c:pt idx="2">
                  <c:v>競技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2639</c:v>
                </c:pt>
                <c:pt idx="1">
                  <c:v>2000</c:v>
                </c:pt>
                <c:pt idx="2">
                  <c:v>361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hendrycks/app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codeparrot/app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app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app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codeparrot/apps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Automated Programming Progress Standard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自然言語の仕様から、テストを通るプログラムを書く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仕様に合ったプログラムを、実行して採点する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英語の問題文を入力し、Pythonの解答を生成する10,000問の課題である。入門、面接、競技の3水準を含む。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関数を呼び出す形式と、標準入力を読んで標準出力へ書く形式がある。実例には問題文と配布テストの一部を示す。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 / starter_code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問題文と、ある場合は開始コード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input_output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入力・期待値・関数名を持つJSON文字列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solutions / difficulty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参照実装と難易度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実例1：N番目の偶数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Return the Nth Even Number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input will not be 0.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{"fn_name":"nth_even","inputs":[[1],[2]],"outputs":[[0],[2]]}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問題文1：N番目の偶数を返す。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問題文2：入力が0になることはない。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4459。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実例2：数字1の出現回数（原文）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397。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48640" y="1655064"/>
            <a:ext cx="8046720" cy="283375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52400" rIns="152400" tIns="101600" bIns="101600">
            <a:noAutofit/>
          </a:bodyPr>
          <a:lstStyle/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an integer n, count the total number of digit 1 appearing in all non-negative integers less than or equal to n.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Example: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13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6 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Digit 1 occurred in the following numbers: 1, 10, 11, 12, 13.</a:t>
            </a:r>
          </a:p>
          <a:p>
            <a:pPr>
              <a:lnSpc>
                <a:spcPts val="22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{"fn_name":"countDigitOne","inputs":[[13]],"outputs":[6]}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実例2：数字1の出現回数（日本語訳）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397。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655064"/>
            <a:ext cx="7955279" cy="224535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整数nが与えられる。n以下のすべての非負整数に、数字の1が合計何回現れるかを数える。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例：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入力：13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出力：6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説明：数字の1は、1、10、11、12、13に現れる。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実例3：剰余の最大値（原文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007995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are given a sequence a consisting of n integers. Find the maximum possible value of $a_{i} \operatorname{mod} a_{j}$ (integer remainder of a_{i} divided by a_{j}), where 1 ≤ i, j ≤ n and a_{i} ≥ a_{j}.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first line contains integer n — the length of the sequence (1 ≤ n ≤ 2·10^5). 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second line contains n space-separated integers a_{i} (1 ≤ a_{i} ≤ 10^6).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the answer to the problem.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実例3：剰余の最大値（原文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23266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3 4 5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{"inputs":["3\n3 4 5\n","3\n1 2 4\n"],"outputs":["2\n","0\n"]}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実例3：剰余の最大値（日本語訳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1386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n個の整数からなる列aが与えられる。1 ≤ i, j ≤ n、a_i ≥ a_jのとき、a_i mod a_j、すなわちa_iをa_jで割った余りの最大値を求める。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最初の行には、列の長さnが与えられる（1 ≤ n ≤ 2×10^5）。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2行目には、空白で区切られたn個の整数a_iが与えられる（1 ≤ a_i ≤ 10^6）。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問題の答えを出力する。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実例3：剰余の最大値（日本語訳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1386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3 4 5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コードの見た目や参照実装との語句の一致だけでは、仕様どおりに動くかを測れない。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オンラインのプログラミング課題を集め、同じ問題に複数の実装があり得るため、テストで正しく動くかを評価する。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Codeforces、Codewars、AtCoderなどの公開課題から、英語の仕様、Python解答、入力と期待値を収集した。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収集した解答をテストし、問題を入門・面接・競技の3水準に分けた。10,000問に対し、232,421件の解答プログラムを報告している。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4480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入門2,639・面接2,000・競技361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入門1,000・面接3,000・競技1,000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本資料の実例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trainの13問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問題文とテストを照合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trainの難易度構成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train全5,000問を配布difficultyで集計。縦軸は問題数。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APPS、train全5,000件を集計。2026-10-18取得。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Case Averageは、各問題で通ったテストの割合を求め、その値を問題間で平均する。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Strict Accuracyは、全テストを通った問題の割合。2問でそれぞれ3/4、1/1を通った場合、前者は87.5%、後者は50%。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754880"/>
                <a:gridCol w="1645920"/>
                <a:gridCol w="1645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GPT-Neo 2.7B／入門問題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Case Average（%）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Strict Accuracy（%）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APPSで微調整し、1候補と5候補の最良結果を比較。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HELMのAPPSはtestから1,000問、最大2例提示、3試行。各入力で1候補を生成する。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温度0.2、最大600トークン。Test Case AverageとStrict Accuracyを採点する。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95933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テスト平均（%）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全通過（%）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code-cushman-001（2021）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code-davinci-002（2022）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586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1,000問、最大2例提示、3試行。各入力1候補。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実行で採点するコード生成評価へつながる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APPSは、参照コードとの類似度から、仕様を満たすかを実行で調べる評価への移行を示す。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2026-10-18時点で公式のデータと評価実装、HELMのAPPSシナリオが公開されている。HumanEvalの関数課題に比べ、長い仕様や標準入出力も扱う。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公式GitHubとcodeparrot/appsから取得できる。questionに加え、JSON文字列のinput_outputとsolutionsを復号する。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本資料はtrain全5,000問を取得した。テストがあるレコードから13問を選び、問題文の表示範囲と実際の期待値を照合した。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公式リポジトリとHugging FaceのデータカードはMITを掲げている。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10,000問のプログラミング課題を、複数の難易度と入出力形式で評価する。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テストを一部通る能力と、全テストを通る能力を、二つの指標で分けて読める。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追加例1：平均の計算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function avg which calculates average of numbers in given list.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{"fn_name":"find_average","inputs":[[[1,2,3]]],"outputs":[[2]]}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問題文1：与えられたリスト内の数値の平均を計算する関数avgを書く。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追加例2：時刻の減算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 n seconds before the target time. See Example Test Cases about the format.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{"fn_name":"seconds_ago","inputs":[["2000-01-01 00:00:00",1],["0001-02-03 04:05:06",7]],"outputs":[["1999-12-31 23:59:59"],["0001-02-03 04:04:59"]]}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問題文1：指定時刻のn秒前を求める。形式については、テストケースの例を参照する。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4550。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追加例3：1個おきに2倍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a function, that doubles every second integer in a list starting from the left.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{"fn_name":"double_every_other","inputs":[[[1,2,3,4,5]],[[1,19,6,2,12,-3]]],"outputs":[[[1,4,3,8,5]],[[1,38,6,4,12,-6]]]}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問題文1：リストの左から2番目、4番目、6番目と、1個おきの整数を2倍にする関数を書く。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4686。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追加例4：16進数の変換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Complete the function which converts hex number (given as a string) to a decimal number.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{"fn_name":"hex_to_dec","inputs":[["1"],["a"]],"outputs":[[1],[10]]}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問題文1：16進数を表す文字列を、10進数へ変換する関数を完成させる。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3708。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追加例5：最長の回文（原文）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93116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 string s, find the longest palindromic substring in s. You may assume that the maximum length of s is 1000.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"babad"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"bab"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Note: "aba" is also a valid answer.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"cbbd"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"bb"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{"fn_name":"longestPalindrome","inputs":[["\"babad\""]],"outputs":["bab"]}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追加例5：最長の回文（日本語訳）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91210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文字列sの最長の回文部分文字列を求める。sの長さは最大1,000と仮定してよい。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例1：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入力："babad"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出力："bab"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注："aba"も有効な答えである。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例2：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入力："cbbd"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出力："bb"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追加例6：文字列の交ぜ合わせ（原文）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31673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572768"/>
            <a:ext cx="8183879" cy="294132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88900" bIns="88900">
            <a:noAutofit/>
          </a:bodyPr>
          <a:lstStyle/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s1, s2, s3, find whether s3 is formed by the interleaving of s1 and s2.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s1 = "aabcc", s2 = "dbbca", s3 = "aadbbcbcac"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true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s1 = "aabcc", s2 = "dbbca", s3 = "aadbbbaccc"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false</a:t>
            </a:r>
          </a:p>
          <a:p>
            <a:pPr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{"fn_name":"isInterleave","inputs":[["\"aabcc\"","\"dbbca\"","\"aadbbcbcac\""]],"outputs":[false]}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追加例6：文字列の交ぜ合わせ（日本語訳）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3990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655064"/>
            <a:ext cx="7955279" cy="278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s1、s2、s3が与えられる。s1とs2の文字順をそれぞれ保って混ぜ合わせることで、s3を作れるか判定する。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例1：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入力：s1 = "aabcc", s2 = "dbbca", s3 = "aadbbcbcac"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出力：true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例2：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入力：s1 = "aabcc", s2 = "dbbca", s3 = "aadbbbaccc"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出力：false</a:t>
            </a:r>
          </a:p>
          <a:p>
            <a:pPr>
              <a:lnSpc>
                <a:spcPts val="21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実例の補足：文字列の交ぜ合わせ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配布テストでは引数の文字列に引用符自体が入り、期待値はfalseになっている。問題文の例1では引用符を表記に使っており、入力の内容が異なる。配布値を加工せず掲載した。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追加例7：平方数の和（原文）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93116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 positive integer n, find the least number of perfect square numbers (for example, 1, 4, 9, 16, ...) which sum to n.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n = 12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3 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12 = 4 + 4 + 4.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n = 13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2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13 = 4 + 9.</a:t>
            </a:r>
          </a:p>
          <a:p>
            <a:pPr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{"fn_name":"numSquares","inputs":[[12]],"outputs":[3]}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追加例7：平方数の和（日本語訳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65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正の整数nを、完全平方数（1、4、9、16など）の和で表すとき、必要な個数の最小値を求める。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例1：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入力：n = 12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出力：3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説明：12 = 4 + 4 + 4。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例2：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入力：n = 13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説明：13 = 4 + 9。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追加例7：平方数の和（日本語訳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591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追加例8：素数と分数の和（原文 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15468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Let's assume that   v(n) is the largest prime number, that does not exceed n;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u(n) is the smallest prime number strictly greater than n. 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$\sum_{i = 2}^{n} \frac{1}{v(i) u(i)}$.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first line contains integer t (1 ≤ t ≤ 500) — the number of testscases. 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Each of the following t lines of the input contains integer n (2 ≤ n ≤ 10^9).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追加例8：素数と分数の和（原文 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15468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t lines: the i-th of them must contain the answer to the i-th test as an irreducible fraction "p/q", where p, q are integers, q &gt; 0.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1/6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7/30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追加例8：素数と分数の和（原文 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68199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{"inputs":["2\n2\n3\n","1\n1000000000\n"],"outputs":["1/6\n7/30\n","999999941999999673/1999999887999999118\n"]}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追加例8：素数と分数の和（日本語訳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3964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n以下の最大の素数をv(n)とする。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nより大きい最小の素数をu(n)とする。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= 2からnまでの1 / (v(i)u(i))の総和を求める。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最初の行には、テストケース数tが与えられる（1 ≤ t ≤ 500）。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続くt行には、それぞれ整数nが与えられる（2 ≤ n ≤ 10^9）。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t行を出力する。i行目には、i番目のテストの答えを既約分数"p/q"で出力する。pとqは整数で、q &gt; 0とする。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追加例8：素数と分数の和（日本語訳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65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1/6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7/30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追加例9：隣接交換と回文（原文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74955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are given a string S consisting of lowercase English letters.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Determine whether we can turn S into a palindrome by repeating the operation of swapping two adjacent characters. If it is possible, find the minimum required number of operations.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-----Constraints-----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- 1 \leq |S| \leq 2 × 10^5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S consists of lowercase English letters.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 is given from Standard Input in the following format: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追加例9：隣接交換と回文（原文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007995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we cannot turn S into a palindrome, print -1. Otherwise, print the minimum required number of operations.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-----Sample Input-----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eel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-----Sample Output-----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can turn S into a palindrome by the following operation: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Swap the 2-nd and 3-rd characters. S is now ele.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{"inputs":["eel\n","ataatmma\n"],"outputs":["1\n","4\n"]}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追加例9：隣接交換と回文（日本語訳 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3964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英小文字からなる文字列Sが与えられる。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隣り合う2文字の交換を繰り返してSを回文にできるか判定する。可能なら、必要な操作回数の最小値を求める。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制約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≤ |S| ≤ 2×10^5。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Sは英小文字のみで構成される。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標準入力から、次の形式で与えられる。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追加例9：隣接交換と回文（日本語訳 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91210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Sを回文にできない場合は-1を、それ以外の場合は必要な操作回数の最小値を出力する。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入力例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eel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出力例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次の操作でSを回文にできる。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2文字目と3文字目を交換すると、Sはeleになる。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追加例10：隣接差の種類（原文 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15468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Permutation p is an ordered set of integers p_1,   p_2,   ...,   p_{n}, consisting of n distinct positive integers not larger than n. We'll denote as n the length of permutation p_1,   p_2,   ...,   p_{n}.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task is to find such permutation p of length n, that the group of numbers |p_1 - p_2|, |p_2 - p_3|, ..., |p_{n} - 1 - p_{n}| has exactly k distinct elements.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single line of the input contains two space-separated positive integers n, k (1 ≤ k &lt; n ≤ 10^5).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追加例10：隣接差の種類（原文 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315468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n integers forming the permutation. If there are multiple answers, print any of them.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3 1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1 2 3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追加例10：隣接差の種類（原文 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original-label"/>
          <p:cNvSpPr txBox="1"/>
          <p:nvPr/>
        </p:nvSpPr>
        <p:spPr>
          <a:xfrm>
            <a:off x="548640" y="11704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</a:t>
            </a:r>
          </a:p>
        </p:txBody>
      </p:sp>
      <p:sp>
        <p:nvSpPr>
          <p:cNvPr id="9" name="original-panel"/>
          <p:cNvSpPr txBox="1"/>
          <p:nvPr/>
        </p:nvSpPr>
        <p:spPr>
          <a:xfrm>
            <a:off x="502920" y="1417320"/>
            <a:ext cx="8183879" cy="2232660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txBody>
          <a:bodyPr wrap="square" lIns="127000" rIns="127000" tIns="63500" bIns="63500">
            <a:noAutofit/>
          </a:bodyPr>
          <a:lstStyle/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5 2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1 3 2 4 5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-----Note-----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By |x| we denote the absolute value of number x.</a:t>
            </a:r>
          </a:p>
          <a:p>
            <a:pPr>
              <a:lnSpc>
                <a:spcPts val="2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Tests (excerpt): {"inputs":["3 2\n","3 1\n"],"outputs":["1 3 2\n","1 2 3\n"]}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追加例10：隣接差の種類（日本語訳 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23964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長さnの順列pとは、n以下の相異なる正の整数n個を並べたp_1, p_2, ..., p_nである。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|p_1 − p_2|, |p_2 − p_3|, ..., |p_(n−1) − p_n|に、異なる値がちょうどk個含まれるような長さnの順列を求める。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1行に、空白で区切られた正の整数n、kが与えられる（1 ≤ k &lt; n ≤ 10^5）。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順列を構成するn個の整数を出力する。複数の答えがある場合は、いずれを出力してもよい。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追加例10：隣接差の種類（日本語訳 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3063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3 1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1 2 3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>
              <a:lnSpc>
                <a:spcPts val="3247"/>
              </a:lnSpc>
            </a:pPr>
            <a:r>
              <a:rPr sz="2800" b="1">
                <a:solidFill>
                  <a:srgbClr val="303437"/>
                </a:solidFill>
                <a:latin typeface="Noto Sans"/>
                <a:ea typeface="Noto Sans CJK JP"/>
              </a:rPr>
              <a:t>追加例10：隣接差の種類（日本語訳 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translation-label"/>
          <p:cNvSpPr txBox="1"/>
          <p:nvPr/>
        </p:nvSpPr>
        <p:spPr>
          <a:xfrm>
            <a:off x="548640" y="125272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14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9" name="translation-body"/>
          <p:cNvSpPr txBox="1"/>
          <p:nvPr/>
        </p:nvSpPr>
        <p:spPr>
          <a:xfrm>
            <a:off x="594360" y="1508760"/>
            <a:ext cx="7955279" cy="3063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5 2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1 3 2 4 5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|x|は数xの絶対値を表す。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  <a:p>
            <a:pPr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配布表記の補足：原文末尾の式は配布表記のまま。訳では隣接する2項の差を示す。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trainのテスト情報を実測した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input_outputあり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4,805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うち関数呼出形式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input_outputの有無とfn_nameで判別。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APPS、train全5,000件を集計。2026-10-18取得。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配布されたテスト情報を読む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68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record = dataset[0]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tests = json.loads(record["input_output"])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print(tests.get("fn_name"))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print(tests["inputs"][0])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print(tests["outputs"][0])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78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関数名の有無から入出力形式を確認し、入力と期待値の対応を読む。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第一著者Dan HendrycksとSteven Basartは等しく貢献したと記載されている。最終著者はJacob Steinhardt。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 Berkeley、UChicago、Cornellなどの共同研究で、NeurIPS Datasets and Benchmarks 2021で発表した。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easuring Coding Challenge Competence With APP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Coding Challenge Competence With APPS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Steven Basart, Saurav Kadavath, Mantas Mazeika, Akul Arora, Ethan Guo, Collin Burns, Samir Puranik, Horace He, Dawn Song, Jacob Steinhardt / NeurIPS Datasets and Benchmarks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PPS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codeparrot/apps / 改訂21e74ddf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2026-10-18T00:20:26Z</dcterms:modified>
  <dc:title>apps</dc:title>
  <dc:creator>sasakiy84</dc:creator>
  <dcterms:created xsi:type="dcterms:W3CDTF">2026-10-18T00:20:26Z</dcterms:created>
  <dc:language>ja-JP</dc:language>
</cp:coreProperties>
</file>