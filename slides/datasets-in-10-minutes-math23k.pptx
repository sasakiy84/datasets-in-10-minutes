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ShichaoSun/math_seq2tre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7-1088/" TargetMode="External"/><Relationship Id="rId3" Type="http://schemas.openxmlformats.org/officeDocument/2006/relationships/hyperlink" Target="https://github.com/ShichaoSun/math_seq2tre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/blob/master/data/Math_23K.json" TargetMode="External"/><Relationship Id="rId3" Type="http://schemas.openxmlformats.org/officeDocument/2006/relationships/hyperlink" Target="https://aclanthology.org/2023.emnlp-demo.17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7-1088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7-1088/" TargetMode="External"/><Relationship Id="rId3" Type="http://schemas.openxmlformats.org/officeDocument/2006/relationships/hyperlink" Target="https://github.com/ShichaoSun/math_seq2tre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7-1088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7-1088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7-1088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ijcai.org/proceedings/2019/736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/tree/master/src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tree/master/src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crfm.stanford.edu/helm/classic/v0.4.0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eb.archive.org/web/20170830114828/http://ai.tencent.com:80/ailab/Deep_Neural_Solver_for_Math_Word_Problems.html" TargetMode="External"/><Relationship Id="rId3" Type="http://schemas.openxmlformats.org/officeDocument/2006/relationships/hyperlink" Target="https://github.com/ShichaoSun/math_seq2tree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7-1088/" TargetMode="External"/><Relationship Id="rId3" Type="http://schemas.openxmlformats.org/officeDocument/2006/relationships/hyperlink" Target="https://github.com/ShichaoSun/math_seq2tree/blob/master/LICENSE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7-1088/" TargetMode="External"/><Relationship Id="rId3" Type="http://schemas.openxmlformats.org/officeDocument/2006/relationships/hyperlink" Target="https://github.com/ShichaoSun/math_seq2tree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/blob/master/data/Math_23K.json" TargetMode="External"/><Relationship Id="rId3" Type="http://schemas.openxmlformats.org/officeDocument/2006/relationships/hyperlink" Target="https://github.com/ShichaoSun/math_seq2tree/tree/master/src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/tree/master/src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ijcai.org/proceedings/2019/73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hichaoSun/math_seq2tree/blob/master/data/Math_23K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7-1088/" TargetMode="External"/><Relationship Id="rId3" Type="http://schemas.openxmlformats.org/officeDocument/2006/relationships/hyperlink" Target="https://www.ijcai.org/proceedings/2019/736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7-1088/" TargetMode="External"/><Relationship Id="rId3" Type="http://schemas.openxmlformats.org/officeDocument/2006/relationships/hyperlink" Target="https://www.ijcai.org/proceedings/2019/736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hichaoSun/math_seq2tree" TargetMode="External"/><Relationship Id="rId3" Type="http://schemas.openxmlformats.org/officeDocument/2006/relationships/hyperlink" Target="https://web.archive.org/web/20170830114828/http://ai.tencent.com:80/ailab/Deep_Neural_Solver_for_Math_Word_Problems.ht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presentation/run_specs_cleva_v1.conf" TargetMode="External"/><Relationship Id="rId3" Type="http://schemas.openxmlformats.org/officeDocument/2006/relationships/hyperlink" Target="https://crfm.stanford.edu/helm/classic/v0.4.0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Math23K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Math Word Problems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中国語の文章題から、数と関係を式へ移す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2019年追試著者による、公式実装と配布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Math23K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1" y="1481328"/>
            <a:ext cx="7351776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Sun. 2019年追試著者のmath_seq2tree実装。固定版d2310d08818e。 2017年の原配布そのものの画面ではない。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https://github.com/ShichaoSun/math_seq2tree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文章から、式と答えを求める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2017年の収集と問題の表現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分割と採点条件を読む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CLEVAでの採用と配布の範囲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文章から、式と答えを求める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文章の数を拾い、求める量を式で表す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Math23Kは、中国語の算数文章題から計算式を作り、数値の答えを求めるためのデータセット。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入力は中国語の問題文。配布データには、計算式equationと答えansがある。元の研究は文章から式への写像を学習し、式を解いて答える。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元論文は2017年。今回照合した生データと採点実装は、2019年の追試著者が配布した固定版である。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Xie &amp; Sun. 2019年追試著者のmath_seq2tree実装。固定版d2310d08818e。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https://github.com/ShichaoSun/math_seq2tree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数値の意味と、求める対象を対応させる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同じ数が出てきても、総数・差・割合のどれを問うかで式は変わる。問題文の「より多い」「残り」「平均」などの関係を読む。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式の演算順と単位も答えの一部。括弧、百分率、分数、整数で表す指示を落とさずに照合する。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以下の3例は取得した公開問題の全文。中国語と日本語訳、計算式の読み、配布答えを並べる。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実例1：ニワトリがアヒルより多い羽数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id=19868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一个饲养场，养鸭1200只，养的鸡比养的鸭多(3/5)，养的鸡比鸭多多少只？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ある飼育場ではアヒルを1200羽飼っている。ニワトリはアヒルより3/5だけ多い。ニワトリはアヒルより何羽多いか。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252895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1200 × (3/5)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655231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正解：720羽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id=19868、0起算行19867。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多い羽数と、ニワトリの総数を分ける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ニワトリの総数ではなく、アヒルより多い羽数を問う。CLEVAの公開論文例と全文が一致する。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1200 × 3/5 = 720羽が差になる。1200 + 720 = 1920羽はニワトリの総数で、この設問が尋ねる量とは異なる。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CLEVAの論文公開例はこのid19868と一致する。似たアヒル・ニワトリの問題を、数値だけで同じ原票とみなさない。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(2023). CLEVA: Chinese Language Models EVAluation Platform.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実例2：積を引いてから、差を割る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id=6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719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10.6-0.4与5.5的积，所得的差除以2.1，商=？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10.6から、0.4と5.5の積を引き、その差を2.1で割ると、商はいくつか。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965027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(10.6 − 0.4 × 5.5) ÷ 2.1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367363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正解：4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id=6、0起算行5。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文章の順番を、括弧と演算順に変える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0.4と5.5の積を先に求める。10.6から引いた差全体を、2.1で割る。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0.4 × 5.5 = 2.2、10.6 − 2.2 = 8.4、8.4 ÷ 2.1 = 4。引く前に積を計算し、引いた結果を割る。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式を左から機械的に読むだけでは足りない。文中の「積」「差」「商」が、計算のまとまりを指定している。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実例3：年利から、3年間の利息を求める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id=29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小明把1800元存入银行，定期整存整取3年．如果按年利率3.33%计算，到期后小明可得利息多少元．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小明は1800元を銀行に預け、元金を一括して預け入れ、3年後にまとめて受け取る定期預金にした。年利3.33%とすると、満期にもらえる利息はいくらか。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540761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1800 × 3.33% × 3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9430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正解：179.82元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id=29、0起算行28。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百分率と年数から、利息だけを求める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3.33%を0.0333に直す。配布式は元金に年利と年数を掛け、利息を求めている。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1800 × 0.0333 × 3 = 179.82元。元金を足した1979.82元ではなく、問われた利息を答える。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3.33%は0.0333として計算する。答えの10%と小数0.1は、同じ値を別の形式で表している。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文章から、式と答えを求める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2017年の収集と問題の表現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2017年の収集と問題の表現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教育サイトの問題から、式と答えを抽出した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2017年のWang・Liu・Shiは、中国語の教育サイトから6万件以上の問題を収集した。小学算数の文章題を対象とする。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規則により問題文・式・答えを抽出し、適さない例を除いた。元論文は、1変数の線形な問題23,161件と2,187の式テンプレートを報告する。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公開問題の収集元にある表現と、著者が作った変換・学習方法を分けて捉える。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2017年の収集と問題の表現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論文の件数と、取得したファイルの件数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2017年の収集と問題の表現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46304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何を数えたか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2017年論文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23,161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報告された問題数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2019年追試論文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23,161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比較実験の記述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取得した2019年配布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23,162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7行単位の原レコード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取得版のID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23,162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異なるidの数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2017年論文は23,161件を報告する。取得した2019年配布は23,162件で、1件の差の理由は確認できていない。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Xie &amp; Sun. 2019年追試著者のmath_seq2tree実装。固定版d2310d08818e。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https://github.com/ShichaoSun/math_seq2tree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数字を記号へ置き換えて、式の形を学ぶ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2017年の方法は、問題文中の数字とその出現位置を対応付け、数字を記号へ置き換える。文章から式テンプレートを生成し、数字を戻して解く。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数が出現しても、すべてが式に必要とは限らない。月や学年など、答えに使わない数も問題文に含まれる。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SNIはsignificant number identification。式に使う数を識別し、式生成に不要な数を抑えるための仕組みである。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2017年の収集と問題の表現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2019年実装は、配布済みの分かち書きを読む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原ファイルはid・original_text・segmented_text・equation・ansを持つ。1レコードが7物理行で、通常のJSON配列や1行1JSONとは異なる。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2019年実装はsegmented_textを空白で分割し、数字をNUMへ置き換える。式中の数をN0、N1…として、問題文の数値リストへ結び付ける。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定数1や3.14のように、問題文からコピーする数とは別の値も出力語彙へ加える。今回の実データを公式関数に通して確認した。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2017年の収集と問題の表現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Sun. 2019年追試著者のmath_seq2tree実装。固定版d2310d08818e。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分割と採点条件を読む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分割と採点条件を読む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元論文は5分割交差検証で比較した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2017年に報告された成績は5分割交差検証の平均正答率。各回で4分割を学習、残る1分割をテストに使った。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同論文はretrieval、seq2seq、両者を組み合わせるhybridを比較する。SNIの有無も比較条件であり、別のモデル設定になる。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論文の平均値を、今回の23,162件を新しいLLMへ入力して得た得点とは呼ばない。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分割と採点条件を読む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2017年：Math23Kの平均正答率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分割と採点条件を読む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SNIなし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SNIあり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Retrieval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Seq2seq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Hybrid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5分割交差検証。ZDCは42.1%。別データAlg514の値と混ぜない。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2019年の追試は、式を木として生成する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Xie・SunのGTSは、求める量を目標として式木を上から分解し、完成した部分木を下から表現して次の生成に使う。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2019年論文はMath23Kの5分割交差検証でGTS74.3%を報告する。Hybrid64.7%は比較対象であり、2017年著者の新しい再実行値とは説明しない。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今回取得した公開コードは、この2019年の論文に対応する。元論文の全実験条件を同じものとして置き換えない。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分割と採点条件を読む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 (2019). A Goal-Driven Tree-Structured Neural Model for Math Word Problems. IJCAI, 5299–5305.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https://www.ijcai.org/proceedings/2019/736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式の一致と、計算結果の一致を区別する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式の文字列が異なっても、計算結果が許容誤差内で一致すれば、値に基づく評価では正解になる。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2019年公開実装のvalue判定は、予測式と正解式を数値評価し、差が10⁻⁴未満かを見る。比較先はraw ansではなく、正解式の計算結果。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equation判定は式トークン列の一致。一般的な代数式の記号的同値性を証明する採点ではない。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分割と採点条件を読む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Sun. compute_prefix_tree_result / compute_prefix_expression. math_seq2tree.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https://github.com/ShichaoSun/math_seq2tree/tree/master/src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公開採点関数に、式の組を渡して確かめる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分割と採点条件を読む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予測式／正解式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値の判定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式の一致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× 3 ／ 3 ＋ 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不一致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＋ 3 ／ 2 ＋ 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2³ ／ 2 × (2 × 2)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不正解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不一致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2019年固定実装を実行。3行目は累乗処理の実装上の制約を示す。同じ値なら常に認めると一般化しない。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Sun. compute_prefix_tree_result / compute_prefix_expression. math_seq2tree.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https://github.com/ShichaoSun/math_seq2tree/tree/master/src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分割の手順と、学習時の乱数を分ける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2019年run_seq2tree.pyは、配布順を連続した5区間へ分ける。23,162件では4,632件が4区間、最後が4,634件。分割前のシャッフルはない。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学習バッチの作成にはrandom.shuffleを使うが、この公開スクリプトには乱数seedの固定が見当たらない。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2017年論文の「5分割」という説明だけから、この2019年の各原票の所属まで同一だったとは断定しない。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分割と採点条件を読む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Sun. 2019年追試著者のmath_seq2tree実装。固定版d2310d08818e。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CLEVAでの採用と配布の範囲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CLEVAでの採用と配布の範囲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CLEVAは、文章題をmath_word_problemへ採用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CLEVAの正式論文はMath23K由来の中国語文章題を採用する。公開例のアヒル1200羽と3/5の問題は、取得版id19868に全文一致し、答えは720。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HELMの説明例には、甲168の4倍を求める672の提示例と、読書量を求める406の評価側入力がある。原票はid14819とid15691。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元問題・説明用の推論文・実際のモデル生成を区別する。コードのdocstringにある答えを、公開実行でモデルが生成した出力とは呼ばない。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CLEVAでの採用と配布の範囲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v0.4.0、CLEVAMathematicalReasoningScenario / Converter.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公開設定と、取得できた実行結果は別の証拠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201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v0.4.0の数学推論クラスは、CLEVA v1のmathematical_reasoning / math_word_problemを扱う。prompt_idは0〜2の3通り。入力はprompts.jsonの設定から作る。</a:t>
            </a:r>
          </a:p>
          <a:p>
            <a:pPr marL="457200" indent="-355600">
              <a:lnSpc>
                <a:spcPts val="2201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固定公開版8,526runにCLEVAの実行は0件。Math23Kの公開HELMモデル出力や得点を、この版から再採点することはできない。</a:t>
            </a:r>
          </a:p>
          <a:p>
            <a:pPr marL="457200" indent="-355600">
              <a:lnSpc>
                <a:spcPts val="2201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CLEVAが選んだ全原票・分割・提示文の完全版は取得できていない。元ファイルの23,162件を、そのままCLEVAの評価分母にしない。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CLEVAでの採用と配布の範囲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v0.4.0、CLEVAMathematicalReasoningScenario / Converter.</a:t>
            </a:r>
          </a:p>
          <a:p>
            <a:pPr>
              <a:lnSpc>
                <a:spcPts val="940"/>
              </a:lnSpc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Classic v0.4.0、2023-11-17固定公開版。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2017年の配布経路と、2019年の取得物を分ける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2019年論文の脚注は、Tencent AI LabのDeep Neural Solverプロジェクト頁を案内する。2017年の保存ページにも題名・著者・元論文へのリンクがある。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現在の同じURLはYuanbao関連のページを返す。HTTP200で応答しても、Math23Kの原ファイルが取得できたことにはならない。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今回の原データは2019年追試著者の公式リポジトリから取得した固定版。2017年配布とのbyte同一性は確認できていない。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CLEVAでの採用と配布の範囲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Tencent AI Lab. Deep Neural Solver project page、2017-08-30保存版。</a:t>
            </a:r>
          </a:p>
          <a:p>
            <a:pPr>
              <a:lnSpc>
                <a:spcPts val="940"/>
              </a:lnSpc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https://web.archive.org/web/20170830114828/http://ai.tencent.com:80/ailab/Deep_Neural_Solver_for_Math_Word_Problems.html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Xie &amp; Sun. 2019年追試著者のmath_seq2tree実装。固定版d2310d08818e。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https://github.com/ShichaoSun/math_seq2tree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出所を示し、データと実装の権利を分ける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2019年公式リポジトリのLICENSEはGPL-3.0。コードの利用条件を、教育サイト由来の全設問の権利許諾へ自動的に広げない。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2017年論文は教育サイトからの収集を説明する。元の問題文の著者や出所への帰属を保ち、原文の引用と日本語訳を区別して扱う。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公開原文・配布式・配布ansと固定版の位置を対応付けて参照する。IDと問題文を確認し、同じ数字を含む別問題と区別する。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CLEVAでの採用と配布の範囲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Xie &amp; Sun. math_seq2tree LICENSE、GNU General Public License version 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https://github.com/ShichaoSun/math_seq2tree/blob/master/LICENSE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文章・式・答えを、同じ問題として確認する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Math23Kは、中国語の数量関係を式へ写し、答えを求める研究のための文章題データ。数の取り違え、演算順、割合、単位が理解を分ける。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2017年の元論文、2019年配布と実装、CLEVAの後続利用は、出所・分割・採点条件を分けて読む。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原文・配布式・配布ansを対応付け、百分率・分数・単位を保って計算を読む。正解式と予測式の比較では、式の形と数値の一致を区別する。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CLEVAでの採用と配布の範囲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Xie &amp; Sun. 2019年追試著者のmath_seq2tree実装。固定版d2310d08818e。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https://github.com/ShichaoSun/math_seq2tree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追加の問題と単位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原データ・式・採点の補足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追加の問題と単位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実例4：ある数の4倍を求める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id=14819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719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甲数是168，乙数是甲数的4倍，乙数=？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甲の数は168で、乙の数は甲の4倍である。乙の数はいくつか。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677162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168 × 4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07949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正解：672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id=14819、0起算行14818。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実例5：残りの読書量と、読んだ頁数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id=15691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小方看一本书，已经看了136页，剩下的每天看15页，18天看完．这本书一共有多少页？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小方は本を136頁読んだ。残りは毎日15頁ずつ読み、18日で読み終えた。この本は全部で何頁あるか。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252895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15 × 18 ＋ 136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655231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正解：406頁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id=15691、0起算行15690。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実例6：両端にも木を植えた道の長さ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id=1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1583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镇海雅乐学校二年级的小朋友到一条小路的一边植树．小朋友们每隔2米种一棵树（马路两头都种了树），最后发现一共种了11棵，这条小路长多少米． 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鎮海雅楽学校の2年生が、道の片側に木を植えた。2mごとに1本植え、道の両端にも木を植えたところ、全部で11本になった。この道は何mあるか。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827908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(11 − 1) × 2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423024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正解：20m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id=1、0起算行0。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実例7：卒業と入学を差し引いた増加率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id=7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象山学校原有学生700人，7月份毕业280人，9月份招入新生350人，这时象山学校的学生比原来增加百分之几？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象山学校にはもともと生徒が700人いた。7月に280人が卒業し、9月に350人の新入生が入った。この時点の生徒数は、もとの人数より何%増えたか。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540761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(350 − 280) ÷ 700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9430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正解：10%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id=7、0起算行6。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実例8：三つの果樹の本数を比でつなぐ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id=10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一个果园的李树棵数是桃树的(7/8)，桃树棵数是梨树的(5/6)．已知李树有1680棵，梨树有多少棵？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ある果樹園では、スモモの木の本数はモモの木の7/8で、モモの木の本数はナシの木の5/6である。スモモの木が1680本のとき、ナシの木は何本か。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540761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1680 ÷ (7/8) ÷ (5/6)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9430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正解：2304本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id=10、0起算行9。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実例9：家庭の水道料金を、5人で分ける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id=19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小芳家5月份用水量是16.5吨，每吨水的价格是2.1元，小芳家一共有5口人，平均每人应交多少水费？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小芳の家は5月に水を16.5t使った。水1tの料金は2.1元で、家族は全部で5人いる。1人当たり、平均でいくら水道料金を負担すればよいか。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540761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16.5 × 2.1 ÷ 5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9430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正解：6.93元／人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id=19、0起算行18。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実例10：12%多い数から、もとの数へ戻す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id=24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比一个数多12%的数是112，这个数=？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ある数より12%多い数は112である。このある数はいくつか。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677162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112 ÷ (1 ＋ 12%)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07949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正解：100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id=24、0起算行23。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実例11：二つの班の割合を合わせる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id=32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6208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一班开展课外活动，全班人数的(1/7)参加科技组，比参加阅读组的少占全班人数的(2/7)，参加这两个组的人数占全班人数的几分之几？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727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6208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あるクラスで課外活動を行っている。クラス全体の1/7が科学班に参加している。この割合は読書班の割合より、クラス全体の2/7だけ少ない。この2班の参加者を合わせると、全体の何分のいくつか。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693162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(1/7) ＋ (2/7) ＋ (1/7)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409549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正解：4/7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id=32、0起算行31。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実例12：ひもを使った長さと、帯分数の答え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id=294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719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一条绳子长4米，用去(1/4)米，还剩多少米．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長さ4mのひもを1/4m使った。残りは何mか。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677163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4 − (1/4)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07949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正解：3と3/4m（3.75m）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id=294、0起算行293。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実例13：等間隔の木と、整数での表示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追加の問題と単位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2019年著者配布 / id=19661 / original_text全文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184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1848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749039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一条路的一边从头到尾共种了36棵树，每两棵树间隔5.6米，这条路长约多少米？（得数保留整数）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526280" y="1847088"/>
            <a:ext cx="402336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道の片側に端から端まで36本の木を植え、木と木の間隔は5.6mとした。この道の長さは約何mか。（答えは整数に丸める）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252895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配布式の読み：x = (36 − 1) × 5.6</a:t>
            </a:r>
          </a:p>
        </p:txBody>
      </p:sp>
      <p:sp>
        <p:nvSpPr>
          <p:cNvPr id="10" name="answer"/>
          <p:cNvSpPr txBox="1"/>
          <p:nvPr/>
        </p:nvSpPr>
        <p:spPr>
          <a:xfrm>
            <a:off x="585216" y="3655231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正解：196m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 id=19661、0起算行19660。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原データ・式・採点の補足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13例の原票：IDと物理行を対応させる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42256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828800"/>
                <a:gridCol w="2377440"/>
                <a:gridCol w="274320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0起算行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先頭物理行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19868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139070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14819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14818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103727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15691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15690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109831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13例の原票：追加例の原位置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40330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828800"/>
                <a:gridCol w="2377440"/>
                <a:gridCol w="274320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0起算行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先頭物理行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137621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取得版の全件計算：式とansの数値を比較する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371600"/>
                <a:gridCol w="34747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確認結果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分数の厳密値が一致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23,156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式とansの数値整合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数値が異なる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丸め等の原因は未断定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自作解析器で解析不可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原文字列を保持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23,162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2019年取得版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独立した安全な算術解析器で全件確認。文意の正しさや全ラベル精度を保証する検査ではない。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数値が合わない例を、推測で修正しない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数値差のあるidは4303・9718・9761・12495・22085。id17520は式または答えに自作解析器が扱えない形式がある。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たとえばid9761は配布式の値が295/3、ansが98。問題文の意図を確認せずに、ansを書き換えたり誤りの原因を一つに決めたりしない。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この整合性検査は、予測モデルの採点ではない。公開採点実装は予測式と正解式を比較するため、raw ansの整合性検査とは別の量である。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Xie &amp; Sun. compute_prefix_tree_result / compute_prefix_expression. math_seq2tree.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https://github.com/ShichaoSun/math_seq2tree/tree/master/src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数字を取り出す処理にも、固定版の前提がある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2019年loaderは7行を結合してJSONとして読む。式に付く「千米/小时」を除く処理もある。元byteを保存し、加工後の値と区別する。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transfer_numは、分かち書き済みトークンから整数・小数・百分率・帯分数を取り出す。数字の表記法によって式への対応付けが変わりうる。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全文字列を無制限にevalする再計算は行わず、独立検査では許可した算術演算を分数で評価した。公式コードの関数実行とは別の検査として扱う。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Sun. 2019年追試著者のmath_seq2tree実装。固定版d2310d08818e。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配布ansの表記と、同じ値の読み方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3200400"/>
                <a:gridCol w="35661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配布ans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日本語での答え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6.93元／人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((4)/(7))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4/7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3((3)/(4))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3と3/4m（3.75m）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単位は問題文から補って表示。raw ansは原データ記録にそのまま残す。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式評価の累乗処理には、実装上の制約がある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固定版のprefix評価器は、累乗の指数に対する条件分岐に制約がある。異なる形の2³と2×(2×2)を渡すと、値の判定は偽になることを確認した。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一方で式トークン列が完全一致する場合は、数値評価より先に一致として返す。実装の振る舞いと数学的な同値性を分けて説明する。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13例の配布式は、公式の前処理・prefix変換・数値評価を通し、独立した厳密計算と一致することを確かめた。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Sun. compute_prefix_tree_result / compute_prefix_expression. math_seq2tree.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https://github.com/ShichaoSun/math_seq2tree/tree/master/src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2019年：比較したモデル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Hybrid（2017）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Ensemble with 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GTS without Subtree Embedding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論文の5分割交差検証の報告値。今回コードを学習し直して得た値ではない。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Xie &amp; Sun (2019). A Goal-Driven Tree-Structured Neural Model for Math Word Problems. IJCAI, 5299–5305.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https://www.ijcai.org/proceedings/2019/736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似たアヒルの問題にも、別のIDと答えがある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CLEVAの公開論文例はid19868：アヒル1200羽、ニワトリは3/5多く、多い羽数720を問う。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取得版には、合計2100を問うid3183、480少ない問題のid6285、ガチョウ1000羽を含むid17744など、似た語の別問題がある。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原文全文、問われた量、式、答え、IDをまとめて照合する。鳥の種類や1200などの数字が似ているだけでは同一問題としない。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原データ・式・採点の補足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Math23K公開問題。2019年追試著者配布data/Math_23K.json、d2310d08818e。元設問の権利は出所に帰属。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https://github.com/ShichaoSun/math_seq2tree/blob/master/data/Math_23K.json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2017年の原研究と、2019年の追試の著者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261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2017年のDeep Neural Solver for Math Word Problemsは、Tencent AI LabのYan Wang・Xiaojiang Liu・Shuming ShiによるEMNLP論文。Math23Kを導入し、seq2seqとhybridを提案した。</a:t>
            </a:r>
          </a:p>
          <a:p>
            <a:pPr marL="457200" indent="-355600">
              <a:lnSpc>
                <a:spcPts val="2261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2019年の追試はZhipeng Xie・Shichao SunによるIJCAI論文。目標に基づく式木生成を提案し、Math23Kを比較に用いた。両者は共同第一著者と記される。</a:t>
            </a:r>
          </a:p>
          <a:p>
            <a:pPr marL="457200" indent="-355600">
              <a:lnSpc>
                <a:spcPts val="2261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この資料は取得できる原問題と実コードを基に、元データセットを独立して説明する。CLEVA全体の得点表の代わりにはしない。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Wang, Liu &amp; Shi (2017). Deep Neural Solver for Math Word Problems. EMNLP, 845–854.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Xie &amp; Sun (2019). A Goal-Driven Tree-Structured Neural Model for Math Word Problems. IJCAI, 5299–5305.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https://www.ijcai.org/proceedings/2019/736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Deep Neural Solver for Math Word Problems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Deep Neural Solver for Math Word Problems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Liu &amp; Shi · 2017 · EMNLP 845–854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Math23Kの収集、数値対応、SNIと5分割交差検証を報告する元論文。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https://aclanthology.org/D17-1088/</a:t>
            </a:r>
          </a:p>
        </p:txBody>
      </p:sp>
      <p:sp>
        <p:nvSpPr>
          <p:cNvPr id="5" name="文献 2: A Goal-Driven Tree-Structured Neural Model for Math Word Problems"/>
          <p:cNvSpPr txBox="1"/>
          <p:nvPr/>
        </p:nvSpPr>
        <p:spPr>
          <a:xfrm>
            <a:off x="548640" y="3131693"/>
            <a:ext cx="8046720" cy="14471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Goal-Driven Tree-Structured Neural Model for Math Word Problems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&amp; Sun · 2019 · IJCAI 5299–5305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式木を生成するGTSとMath23K比較実験を報告する追試論文。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https://www.ijcai.org/proceedings/2019/736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ath_seq2tree: official implementation and distribution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math_seq2tree: official implementation and distribution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ShichaoSun · fixed commit d2310d08818e · GPL-3.0 repository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今回照合した2019年著者配布の原問題・前処理・採点コード。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https://github.com/ShichaoSun/math_seq2tree</a:t>
            </a:r>
          </a:p>
        </p:txBody>
      </p:sp>
      <p:sp>
        <p:nvSpPr>
          <p:cNvPr id="5" name="文献 2: Deep Neural Solver: original project page"/>
          <p:cNvSpPr txBox="1"/>
          <p:nvPr/>
        </p:nvSpPr>
        <p:spPr>
          <a:xfrm>
            <a:off x="548640" y="3131693"/>
            <a:ext cx="8046720" cy="13241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Deep Neural Solver: original project page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Tencent AI Lab · archived 2017-08-30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2019年論文が示す元のプロジェクト経路。原ファイル同一性は未確定。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9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https://web.archive.org/web/20170830114828/http://ai.tencent.com:80/ailab/Deep_Neural_Solver_for_Math_Word_Problems.html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· 2023 · EMNLP System Demonstrations 186–217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Math23Kを採用し、アヒルとニワトリの実問題を公開例として示す。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MathematicalReasoningScenario and Converter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CLEVAMathematicalReasoningScenario and Converter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説明例と、変換済みCLEVAデータを入力へ変換する実装。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 v1 run configuration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 v1 run configuration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mathematical_reasoningのmath_word_problem設定。固定公開runの有無とは分けて扱う。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https://github.com/stanford-crfm/helm/blob/v0.4.0/src/helm/benchmark/presentation/run_specs_cleva_v1.conf</a:t>
            </a:r>
          </a:p>
        </p:txBody>
      </p:sp>
      <p:sp>
        <p:nvSpPr>
          <p:cNvPr id="5" name="文献 2: HELM Classic v0.4.0 public release"/>
          <p:cNvSpPr txBox="1"/>
          <p:nvPr/>
        </p:nvSpPr>
        <p:spPr>
          <a:xfrm>
            <a:off x="548640" y="3399536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 public release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release 2023-11-17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固定8,526runの一覧。CLEVA実行は含まれない。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2026-10-18T10:09:26Z</dcterms:modified>
  <dc:title>math23k</dc:title>
  <dc:creator>sasakiy84</dc:creator>
  <dcterms:created xsi:type="dcterms:W3CDTF">2026-10-18T10:09:26Z</dcterms:created>
  <dc:language>ja-JP</dc:language>
</cp:coreProperties>
</file>