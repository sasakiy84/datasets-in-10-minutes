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binding</c:v>
                </c:pt>
                <c:pt idx="1">
                  <c:v>npi licensing</c:v>
                </c:pt>
                <c:pt idx="2">
                  <c:v>determiner noun agreement</c:v>
                </c:pt>
                <c:pt idx="3">
                  <c:v>island effects</c:v>
                </c:pt>
                <c:pt idx="4">
                  <c:v>argument 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7000</c:v>
                </c:pt>
                <c:pt idx="1">
                  <c:v>7000</c:v>
                </c:pt>
                <c:pt idx="2">
                  <c:v>8000</c:v>
                </c:pt>
                <c:pt idx="3">
                  <c:v>8000</c:v>
                </c:pt>
                <c:pt idx="4">
                  <c:v>9000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exwarstadt/blim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Relationship Id="rId3" Type="http://schemas.openxmlformats.org/officeDocument/2006/relationships/hyperlink" Target="https://huggingface.co/datasets/nyu-mll/blim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nyu-mll/blim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lexwarstadt/blimp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6300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72652"/>
            <a:ext cx="8046720" cy="13392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Benchmark of Linguistic Minimal Pairs
for English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文の最小対から、英語の文法知識を測る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https://github.com/alexwarstadt/blimp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似た二つの文で、文法上の違いを検出する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文法的に許容される文と、特定の文法規則に違反する文を対にした英語の評価集合である。1対を1問として扱う。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生成に使った67種類のパターンごとに1,000対、合計67,000対を収録する。翻訳では英語の文法的な違いが消えるため、意味の訳と違反箇所の説明を添える。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116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sentence_good / sentence_bad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許容文と非許容文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UID / pair_id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生成パターンと、その中の対の番号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linguistics_term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対象とする言語学上の現象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実例1：再帰代名詞の性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Susan hid herself.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Susan hid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許容文の意味：スーザンは自分自身を隠した。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対立点：herselfを、スーザンと一致しないitselfへ変えている。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anaphor_gender_agreement / pair_id 604。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実例2：再帰代名詞の数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Jodi left herself.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Jodi left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許容文の意味：ジョディは自分自身を置いていった。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対立点：この生成設定ではJodiを単数・女性として扱い、herselfとthemselvesの数の対応を対比する。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anaphor_number_agreement / pair_id 60。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実例3：指示詞と名詞の数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Becky hid that face.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Becky hid that faces.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許容文の意味：ベッキーはあの顔を隠した。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対立点：単数のthatに、複数形facesを続けた不一致。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determiner_noun_agreement_1 / pair_id 579。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言語モデルの文章予測性能が高くても、主語と動詞の一致や、疑問詞と空所の関係を理解しているかは別に調べる必要があった。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語彙や構造の違いを小さくした対を多数作り、どの文法現象を見分けられるかを測る。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言語学者が作成した文法テンプレートと、3,000語以上の語彙を組み合わせて文の対を生成した。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67パターンから各5対を抽出し、各対を20人が検証した。個々の判断と、多数決によるラベル一致を分けて報告している。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6557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67パターン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各1,000対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合計67,000対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各文の確率を比較する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公開ミラーの分割名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配布上の名称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nyu-mll/blimp、改訂877fba08。2026-10-18参照。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文法現象ごとの対の数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全67,000対。12大分類のうち件数上位5。s-selectionは項構造に統合。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許容文の確率が非許容文の確率より高ければ正解とする。10対中8対で高ければ、正解率は80%。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全文の確率を比べる基本方式のほか、共通の前半に続く部分だけを比べる方式もある。HELMの表では全文を別々に採点する。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全体の正解率（%）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5-gram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LSTM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人の直接判断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強制二択で評価。多数決ラベルの一致率96.4%とは別の量。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HELMはbinding、irregular_forms、island_effects、quantifiersの4現象を評価した。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表はbindingからのtest 1,000対。提示例0件、1試行、multiple_choice_separate_originalで文全体の尤度を比較する。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bindingのtest 1,000対、提示例0件、1試行。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文法現象ごとの診断に利用される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大規模モデルの総合評価とは別に、英語のどの文法現象で失敗するかを比較できる。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2026-10-18時点のEvaluation HarnessにもBLiMPのパターン別定義がある。パターンの平均から、12の大分類へまとめた評価を読める。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公式GitHubは、JSONL形式の文の対と生成に関する情報を公開している。各ファイルが一つのパターンに対応する。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本資料はnyu-mll/blimpの固定改訂を用い、全67,000対を取得・集計した。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データカードはCC BY 4.0を掲げ、出典の表示を求めている。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https://github.com/alexwarstadt/blimp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67パターンの最小対により、英語の文法現象ごとの知識を調べる。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日本語訳だけでは一致や語順の違反が見えにくい。英語の対と、変化した語・構造を対応させると課題が分かる。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追加例1：主語と動詞の一致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 sees Tanya.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 see Tanya.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許容文の意味：アンはターニャを見る。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対立点：三人称単数の主語Annに対し、seesから-sを除いている。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regular_plural_subject_verb_agreement_1 / pair_id 915。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追加例2：過去分詞と過去形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taken pie is bad.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took pie is bad.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許容文の意味：取られたパイはまずい。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対立点：名詞を修飾する過去分詞takenを、過去形tookへ変えている。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irregular_past_participle_adjectives / pair_id 833。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追加例3：否定極性表現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Chad can not ever nod.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Chad can probably ever nod.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許容文の意味：チャドは決してうなずくことができない。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対立点：否定のnotをprobablyへ置き換えると、否定極性表現everを認可できない。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sentential_negation_npi_licensor_present / pair_id 235。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追加例4：疑問詞と空所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Tiffany sees a cafe that hurts Lori.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Tiffany sees who a cafe hurts Lori.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許容文の意味：ティファニーは、ローリを傷つけるカフェを見る。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対立点：that節の主語に当たる空所と、whoの位置の対応を崩している。意味が奇妙な文も含む。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wh_questions_subject_gap / pair_id 373。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追加例5：存在構文と量化詞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a cake baking.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every cake baking.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許容文の意味：ケーキが1個、焼かれている。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対立点：存在構文there isに続くa cakeを、every cakeへ変えている。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existential_there_quantifiers_1 / pair_id 469。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追加例6：再帰代名詞の局所性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Joel says that Beth helps him.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Joel says that Beth helps himself.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許容文の意味：ジョエルは、ベスが彼を助けると言っている。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対立点：埋め込み節の主語Bethと一致しないhimselfを置き、再帰代名詞の局所性に違反する。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principle_A_domain_1 / pair_id 906。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追加例7：複合名詞句の島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would a bird that found Marla find?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would Marla find a bird that found?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許容文の意味：マーラを見つけた鳥は、誰を見つけるだろうか。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対立点：複合名詞句の内部から疑問詞を取り出す、島の制約への違反を対比する。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complex_NP_island / pair_id 662。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追加例8：名詞句の省略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Diana has one rough car and the lady has three.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Diana has one car and the lady has three 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許容文の意味：ダイアナはごつごつした車を1台持ち、その女性は3台持っている。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対立点：名詞を省略したthreeの後に、形容詞roughだけを続けている。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ellipsis_n_bar_1 / pair_id 74。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追加例9：動詞の項構造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Guy hides.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Guy sees.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許容文の意味：ガイは隠れる。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対立点：生成テンプレートではhideを自動詞、seeを目的語が必要な他動詞として扱っている。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inchoative / pair_id 998。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追加例10：使役と自他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Jason stretched Sara.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Jason fell Sara.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許容文の意味：ジェイソンはサラの体を伸ばした。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対立点：他動詞として使えるstretchedを、この使役用法を取れないfellへ変えている。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causative / pair_id 223。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12大分類の全体像（1/2）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anaphor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argument structure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binding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control raising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determiner noun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ellipsis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12大分類の全体像（2/2）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filler gap dependency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irregular forms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island effects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npi licensing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quantifiers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 verb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第一著者Alex Warstadt、最終著者Samuel R. Bowmanら、New York Universityの7名による研究。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言語学と自然言語処理の観点を合わせ、TACL 2020で67パターンの最小対を報告した。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MP: The Benchmark of Linguistic Minimal Pairs for English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BLiMP: The Benchmark of Linguistic Minimal Pairs for English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 Warstadt, Alicia Parrish, Haokun Liu, Anhad Mohananey, Wei Peng, Sheng-Fu Wang, Samuel R. Bowman / TACL 8, 2020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MP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nyu-mll/blimp / 改訂877fba08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2026-10-18T00:20:15Z</dcterms:modified>
  <dc:title>blimp</dc:title>
  <dc:creator>sasakiy84</dc:creator>
  <dcterms:created xsi:type="dcterms:W3CDTF">2026-10-18T00:20:15Z</dcterms:created>
  <dc:language>ja-JP</dc:language>
</cp:coreProperties>
</file>