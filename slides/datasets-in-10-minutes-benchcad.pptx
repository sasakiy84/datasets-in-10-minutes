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ファミリー数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0–49</c:v>
                </c:pt>
                <c:pt idx="1">
                  <c:v>50–99</c:v>
                </c:pt>
                <c:pt idx="2">
                  <c:v>100–149</c:v>
                </c:pt>
                <c:pt idx="3">
                  <c:v>150–199</c:v>
                </c:pt>
                <c:pt idx="4">
                  <c:v>200–249</c:v>
                </c:pt>
                <c:pt idx="5">
                  <c:v>250–299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13</c:v>
                </c:pt>
                <c:pt idx="3">
                  <c:v>81</c:v>
                </c:pt>
                <c:pt idx="4">
                  <c:v>9</c:v>
                </c:pt>
                <c:pt idx="5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BenchCAD/BenchCAD-main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10865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enchCAD/BenchCAD-mai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BenchCAD/BenchCAD-main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hyperlink" Target="https://huggingface.co/datasets/BenchCAD/BenchCA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hyperlink" Target="https://huggingface.co/datasets/BenchCAD/BenchCA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hyperlink" Target="https://huggingface.co/datasets/BenchCAD/BenchCA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hyperlink" Target="https://huggingface.co/datasets/BenchCAD/BenchCA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s://huggingface.co/datasets/BenchCAD/BenchCAD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hyperlink" Target="https://huggingface.co/datasets/BenchCAD/BenchCA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enchCAD/BenchCAD-main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hyperlink" Target="https://github.com/BenchCAD/BenchCAD-main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hyperlink" Target="https://github.com/BenchCAD/BenchCAD-main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enchCAD/BenchCAD-main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enchCAD/BenchCAD-main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10865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10865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enchCAD/BenchCAD-main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enchCAD/BenchCAD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huggingface.co/datasets/BenchCAD/BenchCAD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10865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10865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BenchCAD/BenchCAD-main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605.10865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BenchCAD/BenchCAD-main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605.10865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benchcad.com/news.htm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openai.com/index/gpt-6-astra/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benchcad.com/blog/benchcad-2.html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enchcad.com/blog/benchcad-2.html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BenchCAD-org/benchcad-2-main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enchcad.com/blog/benchcad-2.html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openaccess.thecvf.com/content/ICCV2021/html/Wu_DeepCAD_A_Deep_Generative_Network_for_Computer-Aided_Design_Models_ICCV_2021_paper.html" TargetMode="External"/><Relationship Id="rId3" Type="http://schemas.openxmlformats.org/officeDocument/2006/relationships/hyperlink" Target="https://arxiv.org/abs/2409.17106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enchCAD/BenchCAD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enchCAD/benchcad-2.0-public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benchcad.com/blog/benchcad-2.html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hyperlink" Target="https://huggingface.co/datasets/BenchCAD/BenchCAD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hyperlink" Target="https://huggingface.co/datasets/BenchCAD/BenchCAD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hyperlink" Target="https://huggingface.co/datasets/BenchCAD/BenchCAD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hyperlink" Target="https://huggingface.co/datasets/BenchCAD/BenchCAD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hyperlink" Target="https://huggingface.co/datasets/BenchCAD/BenchCAD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hyperlink" Target="https://huggingface.co/datasets/BenchCAD/BenchCAD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hyperlink" Target="https://huggingface.co/datasets/BenchCAD/BenchCAD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hyperlink" Target="https://huggingface.co/datasets/BenchCAD/BenchCAD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hyperlink" Target="https://huggingface.co/datasets/BenchCAD/BenchCAD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hyperlink" Target="https://huggingface.co/datasets/BenchCAD/BenchCAD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hyperlink" Target="https://huggingface.co/datasets/BenchCAD/BenchCAD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3" Type="http://schemas.openxmlformats.org/officeDocument/2006/relationships/hyperlink" Target="https://huggingface.co/datasets/BenchCAD/BenchCAD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hyperlink" Target="https://huggingface.co/datasets/BenchCAD/BenchCAD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hyperlink" Target="https://huggingface.co/datasets/BenchCAD/BenchCAD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3" Type="http://schemas.openxmlformats.org/officeDocument/2006/relationships/hyperlink" Target="https://huggingface.co/datasets/BenchCAD/BenchCAD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hyperlink" Target="https://huggingface.co/datasets/BenchCAD/BenchCAD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hyperlink" Target="https://huggingface.co/datasets/BenchCAD/BenchCAD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3" Type="http://schemas.openxmlformats.org/officeDocument/2006/relationships/hyperlink" Target="https://huggingface.co/datasets/BenchCAD/BenchCAD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hyperlink" Target="https://huggingface.co/datasets/BenchCAD/BenchCAD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hyperlink" Target="https://huggingface.co/datasets/BenchCAD/BenchCAD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BenchCAD/BenchCAD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BenchCAD/BenchCAD-main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605.10865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605.10865" TargetMode="External"/><Relationship Id="rId3" Type="http://schemas.openxmlformats.org/officeDocument/2006/relationships/hyperlink" Target="https://huggingface.co/datasets/BenchCAD/BenchCAD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enchCAD/BenchCAD-main" TargetMode="External"/><Relationship Id="rId3" Type="http://schemas.openxmlformats.org/officeDocument/2006/relationships/hyperlink" Target="https://benchcad.com/blog/benchcad-2.html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BenchCAD-org/benchcad-2-main" TargetMode="External"/><Relationship Id="rId3" Type="http://schemas.openxmlformats.org/officeDocument/2006/relationships/hyperlink" Target="https://benchcad.com/news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90015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BenchCAD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99665"/>
            <a:ext cx="8046720" cy="885190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実行できるCADコードで
機械部品の理解と生成を測る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CADを生成する課題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作成方法とデータの広がり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評価方法と到達水準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現在の利用と入手方法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公式公開実装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68" y="1371600"/>
            <a:ext cx="4476902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7960" y="1645920"/>
            <a:ext cx="2011680" cy="2651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BenchCAD-main</a:t>
            </a:r>
          </a:p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課題・採点・実行手順を公開している。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BenchCAD-main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https://github.com/BenchCAD/BenchCAD-main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CADは、形状を編集できる設計データ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CAD（Computer-Aided Design）は、寸法や幾何操作で部品を設計する。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CadQueryは、Pythonで立体を作るライブラリ。断面を押し出す、穴を開ける、軌道に沿って延ばす、といった操作を組み合わせる。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BenchCADでは、画像の見た目を再現するだけでなく、実行できるコードと参照形状との一致を測る。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Zhang et al. (2026), BenchCAD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https://arxiv.org/abs/2605.10865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1.0では四つの能力を測る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58975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3474720"/>
                <a:gridCol w="265176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モデルへの入力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期待する出力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Vision2Code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4視点の部品画像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CadQueryコード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Code Edit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元コード＋編集指示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編集後のコード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Vision QA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画像＋数値質問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Code QA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コード＋同じ数値質問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BenchCAD-main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https://github.com/BenchCAD/BenchCAD-main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実例は公開された部品データから選ぶ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本編では、コイルばね、ねじれドリル、T字管継手を示す。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各例の4視点は、配布データに含まれる画像。期待される形状は、同じレコードの参照コードを実行して描画した。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ここに示す配布画像は各134×134 px。現行Vision2Code評価では、STEPから各256×256 pxの4視点を再描画する。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BenchCAD-main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https://github.com/BenchCAD/BenchCAD-main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コイルばね：4視点から形状を読む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線材の太さ、巻き方、端部の形状を複数視点から読む。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コイルばね：参照コードが作る立体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円形断面を軌道に沿って延ばすsweepを使う。</a:t>
            </a:r>
          </a:p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端部では中央よりピッチを狭める。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ねじれドリル：4視点から形状を読む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細い軸の外形だけでなく、ねじれた溝と先端を見る。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ねじれドリル：参照コードが作る立体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twistExtrudeで断面をねじりながら押し出す。</a:t>
            </a:r>
          </a:p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先端は切削とloftで整える。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T字管継手：4視点から形状を読む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主管と枝管、両端のフランジ、ボルト穴を見比べる。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T字管継手：参照コードが作る立体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円柱をunionで結合し、cutで内部をくり抜く。</a:t>
            </a:r>
          </a:p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polarArrayとholeで穴を円周上に配置する。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Code Edit：電池ホルダーの幅を変える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sp>
        <p:nvSpPr>
          <p:cNvPr id="4" name="quote-frame"/>
          <p:cNvSpPr/>
          <p:nvPr/>
        </p:nvSpPr>
        <p:spPr>
          <a:xfrm>
            <a:off x="548640" y="1463040"/>
            <a:ext cx="8046720" cy="54114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Increase the box Y dimension from 30.0 to 39.0.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箱形部分のY方向の寸法を30.0から39.0に増やす。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546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元コードの該当箇所</a:t>
            </a:r>
          </a:p>
        </p:txBody>
      </p:sp>
      <p:sp>
        <p:nvSpPr>
          <p:cNvPr id="7" name="code-frame"/>
          <p:cNvSpPr/>
          <p:nvPr/>
        </p:nvSpPr>
        <p:spPr>
          <a:xfrm>
            <a:off x="548640" y="3611880"/>
            <a:ext cx="3794760" cy="51092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.box(48.5, 30.0, 8.8)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31546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参照コードの該当箇所</a:t>
            </a:r>
          </a:p>
        </p:txBody>
      </p:sp>
      <p:sp>
        <p:nvSpPr>
          <p:cNvPr id="9" name="code-frame"/>
          <p:cNvSpPr/>
          <p:nvPr/>
        </p:nvSpPr>
        <p:spPr>
          <a:xfrm>
            <a:off x="4663440" y="3611880"/>
            <a:ext cx="3931920" cy="51092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.box(48.5, 39.0, 8.8)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BenchCAD-main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https://github.com/BenchCAD/BenchCAD-main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Code Edit：編集前と参照形状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編集前：Y方向30.0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3716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参照形状：Y方向39.0</a:t>
            </a:r>
          </a:p>
        </p:txBody>
      </p:sp>
      <p:pic>
        <p:nvPicPr>
          <p:cNvPr id="6" name="Picture 5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783080"/>
            <a:ext cx="2880360" cy="2880360"/>
          </a:xfrm>
          <a:prstGeom prst="rect">
            <a:avLst/>
          </a:prstGeom>
        </p:spPr>
      </p:pic>
      <p:pic>
        <p:nvPicPr>
          <p:cNvPr id="7" name="Picture 6" descr="gt-r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783080"/>
            <a:ext cx="2880360" cy="2880360"/>
          </a:xfrm>
          <a:prstGeom prst="rect">
            <a:avLst/>
          </a:prstGeom>
        </p:spPr>
      </p:pic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BenchCAD-main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https://github.com/BenchCAD/BenchCAD-main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QA：Tナットを同じ質問で比べる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pic>
        <p:nvPicPr>
          <p:cNvPr id="4" name="Picture 3" descr="evaluation-4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435608"/>
            <a:ext cx="4160520" cy="960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barrel OD to thread diameter ratio?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606040"/>
            <a:ext cx="416052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胴部の外径と、ねじ穴の直径の比はいくつか。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384048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参照値：1.5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BenchCAD-main 公開QA例を公式描画器で再描画。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https://github.com/BenchCAD/BenchCAD-main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Tナット：コード入力（前半）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371600"/>
            <a:ext cx="8046720" cy="308013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cadquery as cq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result = (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cq.Workplane("XY")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.circle(11.0)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.extrude(1.5)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.union(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cq.Workplane("XY")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.transformed(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offset=cq.Vector(0, 0, -5.5),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rotate=cq.Vector(0, 0, 0))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.cylinder(11.0, 4.5)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BenchCAD-main 空行・コメントを除き、改行と字下げを整えた全文。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https://github.com/BenchCAD/BenchCAD-main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Tナット：コード入力（後半）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CADを生成する課題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371600"/>
            <a:ext cx="8046720" cy="282321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.cut(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cq.Workplane("XY")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.transformed(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offset=cq.Vector(0, 0, -4.75),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rotate=cq.Vector(0, 0, 0))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.cylinder(14.5, 3.0)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show_object(result)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33672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胴部の外径9.0 ÷ ねじ穴の直径6.0 = 1.5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BenchCAD-main 空行・コメントを除き、改行と字下げを整えた全文。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https://github.com/BenchCAD/BenchCAD-main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作成方法とデータの広がり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作成方法とデータの広がり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標準に結び付いた部品を生成する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専門家が部品ファミリーごとに、パラメータの型・生成器・制約検証・形状構築を用意した。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106ファミリー中52は、47種類のISO・DIN・EN・ASME・IEC規格の寸法表や幾何関係に結び付く。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例えば、ドリルの直径や歯車のモジュールと歯数の関係を使う。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作成方法とデータの広がり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Zhang et al. (2026), BenchCAD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https://arxiv.org/abs/2605.10865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コードの実行と形状確認を通った17,900部品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各ファミリーのeasy・medium・hardごとに、制約を満たすパラメータを抽出する。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コードを隔離環境で実行し、コンパイル失敗、30秒超過、体積がゼロまたは不正な形状を除外する。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生成した画像を専門家が確認し、通過した部品だけを公開した。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作成方法とデータの広がり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Zhang et al. (2026), BenchCAD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https://arxiv.org/abs/2605.10865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1.0の公開データは三つの構成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作成方法とデータの広がり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2103120"/>
                <a:gridCol w="38404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含まれる内容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code_gen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17,900部品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コード・4視点・部品分類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edit-bench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748編集対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元コード・指示・参照コード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2,400問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200部品への数値質問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QAは同じ質問に、画像から答える条件とコードから答える条件を設ける。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BenchCAD-main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https://github.com/BenchCAD/BenchCAD-main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部品と難度の広がり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作成方法とデータの広がり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1920240"/>
                <a:gridCol w="420624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難度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部品数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構築時に変えるもの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easy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6,086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基本的なパラメータ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medium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6,078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広い範囲・追加の特徴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hard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5,736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複雑な範囲・任意の特徴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公開code_gen全17,900部品を集計。難度は部品生成時のパラメータ設定による。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1ファミリーに含まれる部品数の分布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作成方法とデータの広がり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横軸：部品数／ファミリー。縦軸：ファミリー数（全106種）。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単純な押し出しに収まらない形状を含む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ねじ、歯車、ばね、継手、構造部品、筐体など、106種類の部品ファミリーがある。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押し出しだけでなく、らせん状の掃引、断面間の接続、ねじり押し出し、回転配置を含む。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形状が似ていても、穴や羽根、歯形を省くと、参照形状とは一致しない。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作成方法とデータの広がり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Zhang et al. (2026), BenchCAD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https://arxiv.org/abs/2605.10865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公開分割と未知ファミリー評価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配布名code_gen・edit_bench・QAは課題ごとの分割名。一般的なtrain・validation・testの三分割ではない。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追加学習の実験では、既知ファミリーを含む条件と、10ファミリーを学習から除いた条件を比較した。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1.0の公開データと、後述する2.0の非公開Coreは別の集合である。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作成方法とデータの広がり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Zhang et al. (2026), BenchCAD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https://arxiv.org/abs/2605.10865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評価方法と到達水準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評価方法と到達水準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形状一致は実行した立体で採点する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Vision2Codeは、生成コードを実行してSTEP形式の立体に変換し、参照形状とのボクセル（三次元格子）のIoUを測る。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IoUは「共通部分の体積 ÷ 少なくとも一方が占める領域の体積」。実行できないコードは得点0になる。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実行率も報告する。形状がどれだけ一致したかと、コードが動いた割合を分けて読める。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評価方法と到達水準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BenchCAD-main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https://github.com/BenchCAD/BenchCAD-main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公開初期のVision2Code結果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評価方法と到達水準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22460"/>
        </p:xfrm>
        <a:graphic>
          <a:graphicData uri="http://schemas.openxmlformats.org/drawingml/2006/table">
            <a:tbl>
              <a:tblPr firstRow="0" bandRow="0"/>
              <a:tblGrid>
                <a:gridCol w="4937760"/>
                <a:gridCol w="1371600"/>
                <a:gridCol w="1737360"/>
              </a:tblGrid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IoU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実行率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GPT-4o（2024）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0.1884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87.0%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4.7（2026・非thinking）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0.2740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94.0%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3.1 Pro（2026・thinking）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0.2790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79.8%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CADEvolve v3（2026・CAD特化）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0.7497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92.7%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5923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Zhang et al.（2026年5月）の報告値。IoUと実行率は別の列で報告されている。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Zhang et al. (2026), BenchCAD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https://arxiv.org/abs/2605.10865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編集とQAでは、別の答えを採点する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Code Editでは、元の立体から目標立体へ近づいた分を、残されていた改善幅で正規化する。変更しない出力は0、目標に一致すれば1。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現行QA実装では、整数・個数は完全一致。寸法・比率は、符号を確認し、小さい絶対値を大きい絶対値で割った連続点を使う。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画像とコードで同じ質問を使うため、見落としとコード理解の違いを調べられる。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評価方法と到達水準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BenchCAD-main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https://github.com/BenchCAD/BenchCAD-main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同じQAでも、画像とコードで差がある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評価方法と到達水準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67180"/>
        </p:xfrm>
        <a:graphic>
          <a:graphicData uri="http://schemas.openxmlformats.org/drawingml/2006/table">
            <a:tbl>
              <a:tblPr firstRow="0" bandRow="0"/>
              <a:tblGrid>
                <a:gridCol w="4937760"/>
                <a:gridCol w="1554480"/>
                <a:gridCol w="155448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Vision QA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Code QA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0.464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0.726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4.7（非thinking）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0.801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3.1 Pro（非thinking）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0.587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0.836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0395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2026年5月の論文報告。比率は±5%許容、整数は完全一致という当時の記述による。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Zhang et al. (2026), BenchCAD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https://arxiv.org/abs/2605.10865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最新モデルも評価に採用している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OpenAIはGPT-6 Astraの公開時に、Vision2Codeの1,000部品サブセットでPythonツールあり0.959を報告した。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Anthropicの公開結果を受け、BenchCADはClaude Fable 5.1のツールあり0.926、なし0.606を掲載した。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Fableの値は256 pxの各視点で再評価したもの。以前の128 px評価は0.843／0.437だった。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News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https://benchcad.com/news.html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ツールで実行と画像確認を繰り返す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ツールありの評価では、コードを実行し、画像を切り出して確認しながら答えを改められる。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Astraの公開図中にあるClaudeとの比較には、カメラ位置の指示修正など三つの評価設定の変更がある。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公開初期は一回の生成、後のツールありの結果は反復実行による改善も含む。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OpenAI (2026), GPT-6 Astra: A new generation of intelligence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https://openai.com/index/gpt-6-astra/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2.0は図面・組立・基板へ範囲を広げた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2026-10-12公開のBenchCAD 2.0は、部品単体の再構成から、実際の機械設計に近い六つの課題へ広がった。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寸法入り図面から部品を作る、部品を組み立てる、画像から組立を復元する、基板の接続を読む課題を含む。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Coreは報告用の100件で、evaluation-onlyの条件で共有する非公開評価集合。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Team (2026), Introducing BenchCAD 2.0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https://benchcad.com/blog/benchcad-2.html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2.0の六つの課題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88336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3657600"/>
                <a:gridCol w="228600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図面→部品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寸法入り部品図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CAD部品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図面→組立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部品STEP＋組立図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組立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図面→部品と組立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部品図＋既存部品＋組立図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部品と組立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画像→部品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4視点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CAD部品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画像→組立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組立・各部品の視点画像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部品と組立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画像→基板接続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基板の6視点など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32"/>
                        </a:lnSpc>
                        <a:buNone/>
                        <a:defRPr sz="168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8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配線グラフ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Team (2026), Introducing BenchCAD 2.0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https://benchcad.com/blog/benchcad-2.html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2.0では形状以外の対応も採点する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部品は、3次元の重なり0.8とトポロジー（穴や独立した立体の構成）0.2で採点する。組立では、各部品の配置も採点する。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基板では、部品やピンの接続をグラフとして参照配線と比較する。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2026-10-18更新の暫定harness 2.1は、推論履歴の保持、最大60ラウンド、出力50万トークンを採用。10月12日の結果を再現するタグはv2.0-core1。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Team (2026), BenchCAD 2.0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https://github.com/BenchCAD-org/benchcad-2-main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2.0 Coreでは、組立と接続が課題として残る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5669280"/>
                <a:gridCol w="237744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モデル（最大推論）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100件平均点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GPT-6 Astra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5.5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Sonnet 5.5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0.41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Fable 5.1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2026-10-12公表。2.0・最大30ラウンド。Astraは3回平均（基板は1回）、Claudeは1回。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Team (2026), Introducing BenchCAD 2.0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https://benchcad.com/blog/benchcad-2.html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既存のCADデータとの違い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DeepCADは、スケッチと押し出しによるCAD操作列を扱う。Text2CADは、自然言語からCADを生成するための説明を加えた。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BenchCAD 1.0は、工業部品の分類、規格由来のパラメータ、幅広い幾何操作と四課題を組み合わせる。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BenchCAD 2.0は、寸法入り図面、組立の位置関係、基板の接続へ評価範囲を広げた。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Wu et al. (2021), DeepCAD</a:t>
            </a:r>
          </a:p>
          <a:p>
            <a:pPr>
              <a:lnSpc>
                <a:spcPts val="11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https://openaccess.thecvf.com/content/ICCV2021/html/Wu_DeepCAD_A_Deep_Generative_Network_for_Computer-Aided_Design_Models_ICCV_2021_paper.html</a:t>
            </a:r>
          </a:p>
          <a:p>
            <a:pPr>
              <a:lnSpc>
                <a:spcPts val="1100"/>
              </a:lnSpc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Khan et al. (2024), Text2CAD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https://arxiv.org/abs/2409.17106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1.0の公開データを読み込む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1431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datasets import load_dataset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ds = load_dataset("BenchCAD/BenchCAD",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      "code_gen", split="code_gen")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part = ds[0]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part["composite_png"].show()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print(part["code"])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53053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code_genの配布18ファイルは合計約746 MB。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入手と利用条件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8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594360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用途・条件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1.0データ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Hugging Faceで公開。CC-BY-4.0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9494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1.0の実行・
採点コード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GitHubで公開。MIT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2.0 Public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試行用100件。条件同意後に取得。再配布不可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2.0 Core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報告用100件。申請とevaluation-only同意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41063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2.0データは学習・微調整・蒸留・RL環境への利用を認めない。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2.0 Public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https://huggingface.co/datasets/BenchCAD/benchcad-2.0-public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BenchCADで何を確かめられるか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1.0は、17,900の実行検証済み部品を基に、画像理解・数値理解・コード生成・編集を分けて評価する。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同じ部品を4視点、参照コード、実行形状で追うと、外形の再現と細部の再現の違いが見える。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2.0は、部品の形状に加え、組立の配置と基板の接続を評価する。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Team (2026), Introducing BenchCAD 2.0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https://benchcad.com/blog/benchcad-2.html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69595"/>
            <a:ext cx="8046720" cy="61569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800" b="0">
                <a:solidFill>
                  <a:srgbClr val="303437"/>
                </a:solidFill>
                <a:latin typeface="Noto Sans"/>
              </a:defRPr>
            </a:pPr>
            <a:r>
              <a:rPr sz="3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追加の部品例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配布と評価の詳細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かさ歯車：4視点から形状を読む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軸方向で歯形の大きさが変わる。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かさ歯車：参照コードが作る立体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異なる高さに置いた歯形の断面をloftでつなぐ。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羽根車：4視点から形状を読む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円盤と羽根の向き、中央の軸部を見る。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羽根車：参照コードが作る立体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羽根の形状と回転配置を組み合わせる。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蝶番：4視点から形状を読む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板の穴と、軸を通す円筒部分を見る。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蝶番：参照コードが作る立体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板の穴あけと円筒部分の結合・切削を組み合わせる。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放熱板：4視点から形状を読む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薄い底板の上に並ぶフィンを見る。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放熱板：参照コードが作る立体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rarrayで長方形の断面を並べて押し出す。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筐体：4視点から形状を読む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開口部、壁厚、角の丸みを見る。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筐体：参照コードが作る立体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shellで内部を空洞にし、filletで角を丸める。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蝶ナット：4視点から形状を読む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中央の軸部と両側の羽根を見る。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蝶ナット：参照コードが作る立体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複数の立体を結合し、中央に穴を開ける。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旋削部品：4視点から形状を読む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軸方向に変わる段付きの断面を見る。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旋削部品：参照コードが作る立体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輪郭をrevolveで回転させ、回転対称の立体を作る。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カム：4視点から形状を読む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円形ではない輪郭と軸穴を見る。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カム：参照コードが作る立体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輪郭を押し出し、軸穴やボスを組み合わせる。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基板支持板：4視点から形状を読む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板の周囲に並ぶ支持部と穴を見る。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基板支持板：参照コードが作る立体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pushPointsで位置を与え、支持部と穴を作る。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蛇腹：4視点から形状を読む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composite_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53311"/>
            <a:ext cx="3223260" cy="3223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入力：配布された4視点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9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山と谷が軸方向に繰り返す断面を見る。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蛇腹：参照コードが作る立体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追加の部品例</a:t>
            </a:r>
          </a:p>
        </p:txBody>
      </p:sp>
      <p:pic>
        <p:nvPicPr>
          <p:cNvPr id="4" name="Picture 3" descr="gt-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333756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1960" y="15087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期待されるCAD形状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103120"/>
            <a:ext cx="416052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折れ線の断面をrevolveで回転させる。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参照コード：放熱板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配布と評価の詳細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371600"/>
            <a:ext cx="8046720" cy="333705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cadquery as cq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result = (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cq.Workplane("XY")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.box(175.52, 113.96, 6.3)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.faces("&gt;Z").workplane()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.rarray(1, 29.05, 1, 4)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.rect(173.52, 5.59)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.extrude(26.03)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.faces("&gt;Z")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.chamfer(0.95)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show_object(result)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 dataset, CC-BY-4.0 空行・コメントを除く参照コード全文。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配布画像と評価入力の違い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code_genには各134×134 pxの4画像と、合成画像が含まれる。データカードでは正面・右・上・等角のプレビューと説明される。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現行のVision2Code runnerは、参照STEPから4つの斜め視点を256×256 pxで描画し、白い間隔を付けた524×524 pxの1枚を入力する。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プレビュー画像で測った得点と、このrunnerの得点は入力条件が異なる。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配布と評価の詳細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BenchCAD (2026), BenchCAD-main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https://github.com/BenchCAD/BenchCAD-main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著者と公開の経緯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Haozhe Zhang、Kaichen Liu、Miaomiao Chen、Lei Li、Shaojie Yang、Cheng Peng、Hanjie Chenによる2026年5月の研究。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論文は、工業CADにおける形状認識、パラメータ理解、実行可能なコード生成を分けて分析する。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2026年10月に、BenchCAD Teamが2.0を公開し、図面・組立・基板の評価を追加した。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Zhang et al. (2026), BenchCAD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https://arxiv.org/abs/2605.10865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BenchCAD: A Comprehensive, Industry-Standard Benchmark for Programmatic CAD"/>
          <p:cNvSpPr txBox="1"/>
          <p:nvPr/>
        </p:nvSpPr>
        <p:spPr>
          <a:xfrm>
            <a:off x="548640" y="1463040"/>
            <a:ext cx="8046720" cy="13602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BenchCAD: A Comprehensive, Industry-Standard Benchmark for Programmatic CAD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Haozhe Zhang et al. · 2026 · arXiv:2605.10865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1.0の部品構築、四課題、初期評価と追加学習の実験を報告する。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https://arxiv.org/abs/2605.10865</a:t>
            </a:r>
          </a:p>
        </p:txBody>
      </p:sp>
      <p:sp>
        <p:nvSpPr>
          <p:cNvPr id="5" name="文献 2: BenchCAD"/>
          <p:cNvSpPr txBox="1"/>
          <p:nvPr/>
        </p:nvSpPr>
        <p:spPr>
          <a:xfrm>
            <a:off x="548640" y="3054985"/>
            <a:ext cx="8046720" cy="1092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BenchCAD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BenchCAD · 2026 · Hugging Face datasets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1.0の参照コード、画像、編集対、数値QAを公開する。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https://huggingface.co/datasets/BenchCAD/BenchCAD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BenchCAD-main"/>
          <p:cNvSpPr txBox="1"/>
          <p:nvPr/>
        </p:nvSpPr>
        <p:spPr>
          <a:xfrm>
            <a:off x="548640" y="1463040"/>
            <a:ext cx="8046720" cy="1092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BenchCAD-main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BenchCAD · 2026 · GitHub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四課題の実行手順と、実行した立体を使う採点コードを公開する。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https://github.com/BenchCAD/BenchCAD-main</a:t>
            </a:r>
          </a:p>
        </p:txBody>
      </p:sp>
      <p:sp>
        <p:nvSpPr>
          <p:cNvPr id="5" name="文献 2: Introducing BenchCAD 2.0"/>
          <p:cNvSpPr txBox="1"/>
          <p:nvPr/>
        </p:nvSpPr>
        <p:spPr>
          <a:xfrm>
            <a:off x="548640" y="2787142"/>
            <a:ext cx="8046720" cy="1092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Introducing BenchCAD 2.0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BenchCAD Team · 2026-10-12 · BenchCAD Blog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六課題と100件のCoreを導入し、形状・配置・接続の結果を報告する。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https://benchcad.com/blog/benchcad-2.html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BenchCAD 2.0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BenchCAD 2.0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BenchCAD Team · 2026 · GitHub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harnessのバージョン、公開結果の再現条件、タスク別の採点方法を記載する。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https://github.com/BenchCAD-org/benchcad-2-main</a:t>
            </a:r>
          </a:p>
        </p:txBody>
      </p:sp>
      <p:sp>
        <p:nvSpPr>
          <p:cNvPr id="5" name="文献 2: News"/>
          <p:cNvSpPr txBox="1"/>
          <p:nvPr/>
        </p:nvSpPr>
        <p:spPr>
          <a:xfrm>
            <a:off x="548640" y="3040507"/>
            <a:ext cx="8046720" cy="1092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News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BenchCAD · 2026 · benchcad.com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モデル採用と画像解像度を変更した再評価の経緯を記録する。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https://benchcad.com/news.html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2026-10-20T15:04:14Z</dcterms:modified>
  <dc:title>benchcad</dc:title>
  <dc:creator>sasakiy84</dc:creator>
  <dcterms:created xsi:type="dcterms:W3CDTF">2026-10-20T15:04:14Z</dcterms:created>
  <dc:language>ja-JP</dc:language>
</cp:coreProperties>
</file>